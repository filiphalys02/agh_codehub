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7.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2026" autoAdjust="0"/>
  </p:normalViewPr>
  <p:slideViewPr>
    <p:cSldViewPr snapToGrid="0">
      <p:cViewPr varScale="1">
        <p:scale>
          <a:sx n="59" d="100"/>
          <a:sy n="59" d="100"/>
        </p:scale>
        <p:origin x="161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ata5.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1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ata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4" Type="http://schemas.openxmlformats.org/officeDocument/2006/relationships/image" Target="../media/image3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5.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1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4" Type="http://schemas.openxmlformats.org/officeDocument/2006/relationships/image" Target="../media/image3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91664D-10C2-44FA-8972-826D4437F9A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5818B21-25BD-4039-8F20-F0EC5CF7CA10}">
      <dgm:prSet/>
      <dgm:spPr/>
      <dgm:t>
        <a:bodyPr/>
        <a:lstStyle/>
        <a:p>
          <a:r>
            <a:rPr lang="pl-PL"/>
            <a:t>Firma FuelSoft:</a:t>
          </a:r>
          <a:endParaRPr lang="en-US"/>
        </a:p>
      </dgm:t>
    </dgm:pt>
    <dgm:pt modelId="{0F3F4B76-A6FF-4AAD-817E-5B02D58E9E9B}" type="parTrans" cxnId="{15CDF00E-3E07-4F3A-81DA-D929134C5183}">
      <dgm:prSet/>
      <dgm:spPr/>
      <dgm:t>
        <a:bodyPr/>
        <a:lstStyle/>
        <a:p>
          <a:endParaRPr lang="en-US"/>
        </a:p>
      </dgm:t>
    </dgm:pt>
    <dgm:pt modelId="{783A0FDE-0405-40D4-A96C-18FDD5908268}" type="sibTrans" cxnId="{15CDF00E-3E07-4F3A-81DA-D929134C5183}">
      <dgm:prSet/>
      <dgm:spPr/>
      <dgm:t>
        <a:bodyPr/>
        <a:lstStyle/>
        <a:p>
          <a:endParaRPr lang="en-US"/>
        </a:p>
      </dgm:t>
    </dgm:pt>
    <dgm:pt modelId="{E062E71B-0188-41AF-8EE2-10F5624737D9}">
      <dgm:prSet/>
      <dgm:spPr/>
      <dgm:t>
        <a:bodyPr/>
        <a:lstStyle/>
        <a:p>
          <a:r>
            <a:rPr lang="pl-PL"/>
            <a:t>tworzy system sprzedaży i logistyki dla stacji paliw </a:t>
          </a:r>
          <a:endParaRPr lang="en-US"/>
        </a:p>
      </dgm:t>
    </dgm:pt>
    <dgm:pt modelId="{840545B2-28E7-4572-8206-B06053ABC2FE}" type="parTrans" cxnId="{9E8284ED-FC3D-4C72-86BB-BE11A6AECDAA}">
      <dgm:prSet/>
      <dgm:spPr/>
      <dgm:t>
        <a:bodyPr/>
        <a:lstStyle/>
        <a:p>
          <a:endParaRPr lang="en-US"/>
        </a:p>
      </dgm:t>
    </dgm:pt>
    <dgm:pt modelId="{EC2682C6-B63B-421A-ABB5-E78465F8C966}" type="sibTrans" cxnId="{9E8284ED-FC3D-4C72-86BB-BE11A6AECDAA}">
      <dgm:prSet/>
      <dgm:spPr/>
      <dgm:t>
        <a:bodyPr/>
        <a:lstStyle/>
        <a:p>
          <a:endParaRPr lang="en-US"/>
        </a:p>
      </dgm:t>
    </dgm:pt>
    <dgm:pt modelId="{571C7F30-F98F-45E9-A59F-891939CA86EC}">
      <dgm:prSet/>
      <dgm:spPr/>
      <dgm:t>
        <a:bodyPr/>
        <a:lstStyle/>
        <a:p>
          <a:r>
            <a:rPr lang="pl-PL"/>
            <a:t>projekt obejmuje integrację z terminalami, systemami płatności i raportowaniem </a:t>
          </a:r>
          <a:endParaRPr lang="en-US"/>
        </a:p>
      </dgm:t>
    </dgm:pt>
    <dgm:pt modelId="{C23BF91F-8048-4F62-A109-60B2A9F2739B}" type="parTrans" cxnId="{68839D01-8284-4C33-935B-B61ED9E1C4F7}">
      <dgm:prSet/>
      <dgm:spPr/>
      <dgm:t>
        <a:bodyPr/>
        <a:lstStyle/>
        <a:p>
          <a:endParaRPr lang="en-US"/>
        </a:p>
      </dgm:t>
    </dgm:pt>
    <dgm:pt modelId="{28B3AD46-36F0-4756-BF7A-3A278967EFEC}" type="sibTrans" cxnId="{68839D01-8284-4C33-935B-B61ED9E1C4F7}">
      <dgm:prSet/>
      <dgm:spPr/>
      <dgm:t>
        <a:bodyPr/>
        <a:lstStyle/>
        <a:p>
          <a:endParaRPr lang="en-US"/>
        </a:p>
      </dgm:t>
    </dgm:pt>
    <dgm:pt modelId="{FC8092F7-2673-48A9-8FA2-27E11451231C}">
      <dgm:prSet/>
      <dgm:spPr/>
      <dgm:t>
        <a:bodyPr/>
        <a:lstStyle/>
        <a:p>
          <a:r>
            <a:rPr lang="pl-PL"/>
            <a:t>duża liczba zależności i interesariuszy</a:t>
          </a:r>
          <a:endParaRPr lang="en-US"/>
        </a:p>
      </dgm:t>
    </dgm:pt>
    <dgm:pt modelId="{42B3BFE0-F9E3-4F37-990E-D67152555995}" type="parTrans" cxnId="{3B51120F-C4C0-4538-8B23-CF8F5CE6BB15}">
      <dgm:prSet/>
      <dgm:spPr/>
      <dgm:t>
        <a:bodyPr/>
        <a:lstStyle/>
        <a:p>
          <a:endParaRPr lang="en-US"/>
        </a:p>
      </dgm:t>
    </dgm:pt>
    <dgm:pt modelId="{42E4EDDE-3A5A-42F4-8C11-6C11FDA66BB0}" type="sibTrans" cxnId="{3B51120F-C4C0-4538-8B23-CF8F5CE6BB15}">
      <dgm:prSet/>
      <dgm:spPr/>
      <dgm:t>
        <a:bodyPr/>
        <a:lstStyle/>
        <a:p>
          <a:endParaRPr lang="en-US"/>
        </a:p>
      </dgm:t>
    </dgm:pt>
    <dgm:pt modelId="{390142D7-EE48-44D1-92CA-64F50D93D8DE}" type="pres">
      <dgm:prSet presAssocID="{F791664D-10C2-44FA-8972-826D4437F9A1}" presName="root" presStyleCnt="0">
        <dgm:presLayoutVars>
          <dgm:dir/>
          <dgm:resizeHandles val="exact"/>
        </dgm:presLayoutVars>
      </dgm:prSet>
      <dgm:spPr/>
    </dgm:pt>
    <dgm:pt modelId="{F406F768-1A30-47EE-9279-AE6BDA809804}" type="pres">
      <dgm:prSet presAssocID="{15818B21-25BD-4039-8F20-F0EC5CF7CA10}" presName="compNode" presStyleCnt="0"/>
      <dgm:spPr/>
    </dgm:pt>
    <dgm:pt modelId="{40CA1C40-B94E-4EDA-81C9-D850F129D26D}" type="pres">
      <dgm:prSet presAssocID="{15818B21-25BD-4039-8F20-F0EC5CF7CA10}" presName="bgRect" presStyleLbl="bgShp" presStyleIdx="0" presStyleCnt="4"/>
      <dgm:spPr/>
    </dgm:pt>
    <dgm:pt modelId="{D9579C7B-4119-4873-906D-0F9FD0668E05}" type="pres">
      <dgm:prSet presAssocID="{15818B21-25BD-4039-8F20-F0EC5CF7CA1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ffice Worker"/>
        </a:ext>
      </dgm:extLst>
    </dgm:pt>
    <dgm:pt modelId="{DF0D4F2E-4F92-4B29-A729-14C0C30C3576}" type="pres">
      <dgm:prSet presAssocID="{15818B21-25BD-4039-8F20-F0EC5CF7CA10}" presName="spaceRect" presStyleCnt="0"/>
      <dgm:spPr/>
    </dgm:pt>
    <dgm:pt modelId="{9D2F39BB-7F34-46F1-BC48-46769C875E38}" type="pres">
      <dgm:prSet presAssocID="{15818B21-25BD-4039-8F20-F0EC5CF7CA10}" presName="parTx" presStyleLbl="revTx" presStyleIdx="0" presStyleCnt="4">
        <dgm:presLayoutVars>
          <dgm:chMax val="0"/>
          <dgm:chPref val="0"/>
        </dgm:presLayoutVars>
      </dgm:prSet>
      <dgm:spPr/>
    </dgm:pt>
    <dgm:pt modelId="{13B409E5-6622-4F7F-B088-908DA2299188}" type="pres">
      <dgm:prSet presAssocID="{783A0FDE-0405-40D4-A96C-18FDD5908268}" presName="sibTrans" presStyleCnt="0"/>
      <dgm:spPr/>
    </dgm:pt>
    <dgm:pt modelId="{977D9D15-0F3F-41D9-9501-844BF378E781}" type="pres">
      <dgm:prSet presAssocID="{E062E71B-0188-41AF-8EE2-10F5624737D9}" presName="compNode" presStyleCnt="0"/>
      <dgm:spPr/>
    </dgm:pt>
    <dgm:pt modelId="{0F63CCD7-ED0A-406A-A145-920148C446B6}" type="pres">
      <dgm:prSet presAssocID="{E062E71B-0188-41AF-8EE2-10F5624737D9}" presName="bgRect" presStyleLbl="bgShp" presStyleIdx="1" presStyleCnt="4"/>
      <dgm:spPr/>
    </dgm:pt>
    <dgm:pt modelId="{380DD864-6CAC-4AFC-A121-8C909A17DC14}" type="pres">
      <dgm:prSet presAssocID="{E062E71B-0188-41AF-8EE2-10F5624737D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iężarówka"/>
        </a:ext>
      </dgm:extLst>
    </dgm:pt>
    <dgm:pt modelId="{865042BE-EF29-4ACE-88AB-A05256BC5384}" type="pres">
      <dgm:prSet presAssocID="{E062E71B-0188-41AF-8EE2-10F5624737D9}" presName="spaceRect" presStyleCnt="0"/>
      <dgm:spPr/>
    </dgm:pt>
    <dgm:pt modelId="{4D478548-5882-494D-B5D9-0D5E38F8D03E}" type="pres">
      <dgm:prSet presAssocID="{E062E71B-0188-41AF-8EE2-10F5624737D9}" presName="parTx" presStyleLbl="revTx" presStyleIdx="1" presStyleCnt="4">
        <dgm:presLayoutVars>
          <dgm:chMax val="0"/>
          <dgm:chPref val="0"/>
        </dgm:presLayoutVars>
      </dgm:prSet>
      <dgm:spPr/>
    </dgm:pt>
    <dgm:pt modelId="{C1EE248F-F913-4103-A3C8-5AF039D96C06}" type="pres">
      <dgm:prSet presAssocID="{EC2682C6-B63B-421A-ABB5-E78465F8C966}" presName="sibTrans" presStyleCnt="0"/>
      <dgm:spPr/>
    </dgm:pt>
    <dgm:pt modelId="{DB382863-8999-4891-8FB5-6B959D6D1F83}" type="pres">
      <dgm:prSet presAssocID="{571C7F30-F98F-45E9-A59F-891939CA86EC}" presName="compNode" presStyleCnt="0"/>
      <dgm:spPr/>
    </dgm:pt>
    <dgm:pt modelId="{B6EA8BD7-0019-480A-9AE5-907164E579EB}" type="pres">
      <dgm:prSet presAssocID="{571C7F30-F98F-45E9-A59F-891939CA86EC}" presName="bgRect" presStyleLbl="bgShp" presStyleIdx="2" presStyleCnt="4"/>
      <dgm:spPr/>
    </dgm:pt>
    <dgm:pt modelId="{36A7E413-83DF-4B96-B438-A7C2F367971E}" type="pres">
      <dgm:prSet presAssocID="{571C7F30-F98F-45E9-A59F-891939CA86E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lar"/>
        </a:ext>
      </dgm:extLst>
    </dgm:pt>
    <dgm:pt modelId="{36EDF043-7B25-4F1F-A13B-7ED7BF3A565C}" type="pres">
      <dgm:prSet presAssocID="{571C7F30-F98F-45E9-A59F-891939CA86EC}" presName="spaceRect" presStyleCnt="0"/>
      <dgm:spPr/>
    </dgm:pt>
    <dgm:pt modelId="{F8635B1C-554D-4F90-BCCA-1A0B15D1C18D}" type="pres">
      <dgm:prSet presAssocID="{571C7F30-F98F-45E9-A59F-891939CA86EC}" presName="parTx" presStyleLbl="revTx" presStyleIdx="2" presStyleCnt="4">
        <dgm:presLayoutVars>
          <dgm:chMax val="0"/>
          <dgm:chPref val="0"/>
        </dgm:presLayoutVars>
      </dgm:prSet>
      <dgm:spPr/>
    </dgm:pt>
    <dgm:pt modelId="{E76FCC06-4AF8-4CF8-BD68-B1AB6AC51882}" type="pres">
      <dgm:prSet presAssocID="{28B3AD46-36F0-4756-BF7A-3A278967EFEC}" presName="sibTrans" presStyleCnt="0"/>
      <dgm:spPr/>
    </dgm:pt>
    <dgm:pt modelId="{ACFC9CD4-C9D6-4F7C-9C5E-A34D4EFB9B63}" type="pres">
      <dgm:prSet presAssocID="{FC8092F7-2673-48A9-8FA2-27E11451231C}" presName="compNode" presStyleCnt="0"/>
      <dgm:spPr/>
    </dgm:pt>
    <dgm:pt modelId="{8939497A-65EF-40E1-839C-044A93863BF8}" type="pres">
      <dgm:prSet presAssocID="{FC8092F7-2673-48A9-8FA2-27E11451231C}" presName="bgRect" presStyleLbl="bgShp" presStyleIdx="3" presStyleCnt="4"/>
      <dgm:spPr/>
    </dgm:pt>
    <dgm:pt modelId="{FA47B5FE-B141-48F2-99CD-3DBECA53ABFF}" type="pres">
      <dgm:prSet presAssocID="{FC8092F7-2673-48A9-8FA2-27E11451231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żytkownicy"/>
        </a:ext>
      </dgm:extLst>
    </dgm:pt>
    <dgm:pt modelId="{96E96178-48B1-4F15-8239-EC3F41D9D5CE}" type="pres">
      <dgm:prSet presAssocID="{FC8092F7-2673-48A9-8FA2-27E11451231C}" presName="spaceRect" presStyleCnt="0"/>
      <dgm:spPr/>
    </dgm:pt>
    <dgm:pt modelId="{8E257F8B-5CEE-4C3A-BBF8-EE350AD480B2}" type="pres">
      <dgm:prSet presAssocID="{FC8092F7-2673-48A9-8FA2-27E11451231C}" presName="parTx" presStyleLbl="revTx" presStyleIdx="3" presStyleCnt="4">
        <dgm:presLayoutVars>
          <dgm:chMax val="0"/>
          <dgm:chPref val="0"/>
        </dgm:presLayoutVars>
      </dgm:prSet>
      <dgm:spPr/>
    </dgm:pt>
  </dgm:ptLst>
  <dgm:cxnLst>
    <dgm:cxn modelId="{68839D01-8284-4C33-935B-B61ED9E1C4F7}" srcId="{F791664D-10C2-44FA-8972-826D4437F9A1}" destId="{571C7F30-F98F-45E9-A59F-891939CA86EC}" srcOrd="2" destOrd="0" parTransId="{C23BF91F-8048-4F62-A109-60B2A9F2739B}" sibTransId="{28B3AD46-36F0-4756-BF7A-3A278967EFEC}"/>
    <dgm:cxn modelId="{15CDF00E-3E07-4F3A-81DA-D929134C5183}" srcId="{F791664D-10C2-44FA-8972-826D4437F9A1}" destId="{15818B21-25BD-4039-8F20-F0EC5CF7CA10}" srcOrd="0" destOrd="0" parTransId="{0F3F4B76-A6FF-4AAD-817E-5B02D58E9E9B}" sibTransId="{783A0FDE-0405-40D4-A96C-18FDD5908268}"/>
    <dgm:cxn modelId="{3B51120F-C4C0-4538-8B23-CF8F5CE6BB15}" srcId="{F791664D-10C2-44FA-8972-826D4437F9A1}" destId="{FC8092F7-2673-48A9-8FA2-27E11451231C}" srcOrd="3" destOrd="0" parTransId="{42B3BFE0-F9E3-4F37-990E-D67152555995}" sibTransId="{42E4EDDE-3A5A-42F4-8C11-6C11FDA66BB0}"/>
    <dgm:cxn modelId="{E1AA2618-D046-4A8E-AC48-E8DA55A7FE02}" type="presOf" srcId="{571C7F30-F98F-45E9-A59F-891939CA86EC}" destId="{F8635B1C-554D-4F90-BCCA-1A0B15D1C18D}" srcOrd="0" destOrd="0" presId="urn:microsoft.com/office/officeart/2018/2/layout/IconVerticalSolidList"/>
    <dgm:cxn modelId="{04E91361-81F2-4CBF-9AD8-5F2E2060A265}" type="presOf" srcId="{E062E71B-0188-41AF-8EE2-10F5624737D9}" destId="{4D478548-5882-494D-B5D9-0D5E38F8D03E}" srcOrd="0" destOrd="0" presId="urn:microsoft.com/office/officeart/2018/2/layout/IconVerticalSolidList"/>
    <dgm:cxn modelId="{2A0BA962-077C-42E0-A4B7-1875795DC285}" type="presOf" srcId="{FC8092F7-2673-48A9-8FA2-27E11451231C}" destId="{8E257F8B-5CEE-4C3A-BBF8-EE350AD480B2}" srcOrd="0" destOrd="0" presId="urn:microsoft.com/office/officeart/2018/2/layout/IconVerticalSolidList"/>
    <dgm:cxn modelId="{791405C6-0CB3-4D85-BF7D-5E7D4B30C3A6}" type="presOf" srcId="{15818B21-25BD-4039-8F20-F0EC5CF7CA10}" destId="{9D2F39BB-7F34-46F1-BC48-46769C875E38}" srcOrd="0" destOrd="0" presId="urn:microsoft.com/office/officeart/2018/2/layout/IconVerticalSolidList"/>
    <dgm:cxn modelId="{9A9A13CC-E15C-4034-8DD7-A6CC75077E56}" type="presOf" srcId="{F791664D-10C2-44FA-8972-826D4437F9A1}" destId="{390142D7-EE48-44D1-92CA-64F50D93D8DE}" srcOrd="0" destOrd="0" presId="urn:microsoft.com/office/officeart/2018/2/layout/IconVerticalSolidList"/>
    <dgm:cxn modelId="{9E8284ED-FC3D-4C72-86BB-BE11A6AECDAA}" srcId="{F791664D-10C2-44FA-8972-826D4437F9A1}" destId="{E062E71B-0188-41AF-8EE2-10F5624737D9}" srcOrd="1" destOrd="0" parTransId="{840545B2-28E7-4572-8206-B06053ABC2FE}" sibTransId="{EC2682C6-B63B-421A-ABB5-E78465F8C966}"/>
    <dgm:cxn modelId="{4F4854C2-6E01-40AD-9831-02D65DD5FDB0}" type="presParOf" srcId="{390142D7-EE48-44D1-92CA-64F50D93D8DE}" destId="{F406F768-1A30-47EE-9279-AE6BDA809804}" srcOrd="0" destOrd="0" presId="urn:microsoft.com/office/officeart/2018/2/layout/IconVerticalSolidList"/>
    <dgm:cxn modelId="{CB33C0FA-B039-41CA-A0EC-539ABC25B6CD}" type="presParOf" srcId="{F406F768-1A30-47EE-9279-AE6BDA809804}" destId="{40CA1C40-B94E-4EDA-81C9-D850F129D26D}" srcOrd="0" destOrd="0" presId="urn:microsoft.com/office/officeart/2018/2/layout/IconVerticalSolidList"/>
    <dgm:cxn modelId="{FA80DF9B-0E59-4955-8990-3CAEFDCF6581}" type="presParOf" srcId="{F406F768-1A30-47EE-9279-AE6BDA809804}" destId="{D9579C7B-4119-4873-906D-0F9FD0668E05}" srcOrd="1" destOrd="0" presId="urn:microsoft.com/office/officeart/2018/2/layout/IconVerticalSolidList"/>
    <dgm:cxn modelId="{1CC7D393-4818-4AA7-8AC8-7AB3346BCE28}" type="presParOf" srcId="{F406F768-1A30-47EE-9279-AE6BDA809804}" destId="{DF0D4F2E-4F92-4B29-A729-14C0C30C3576}" srcOrd="2" destOrd="0" presId="urn:microsoft.com/office/officeart/2018/2/layout/IconVerticalSolidList"/>
    <dgm:cxn modelId="{D7C1E928-6D4D-43F2-93E1-46157EE916F9}" type="presParOf" srcId="{F406F768-1A30-47EE-9279-AE6BDA809804}" destId="{9D2F39BB-7F34-46F1-BC48-46769C875E38}" srcOrd="3" destOrd="0" presId="urn:microsoft.com/office/officeart/2018/2/layout/IconVerticalSolidList"/>
    <dgm:cxn modelId="{672D8E2A-4C3F-4F04-9E0E-F3DEE5435F82}" type="presParOf" srcId="{390142D7-EE48-44D1-92CA-64F50D93D8DE}" destId="{13B409E5-6622-4F7F-B088-908DA2299188}" srcOrd="1" destOrd="0" presId="urn:microsoft.com/office/officeart/2018/2/layout/IconVerticalSolidList"/>
    <dgm:cxn modelId="{77748525-125E-4853-B7DD-B686C769ABD7}" type="presParOf" srcId="{390142D7-EE48-44D1-92CA-64F50D93D8DE}" destId="{977D9D15-0F3F-41D9-9501-844BF378E781}" srcOrd="2" destOrd="0" presId="urn:microsoft.com/office/officeart/2018/2/layout/IconVerticalSolidList"/>
    <dgm:cxn modelId="{7D208D6E-5682-4C78-B97A-21E2A440A8F8}" type="presParOf" srcId="{977D9D15-0F3F-41D9-9501-844BF378E781}" destId="{0F63CCD7-ED0A-406A-A145-920148C446B6}" srcOrd="0" destOrd="0" presId="urn:microsoft.com/office/officeart/2018/2/layout/IconVerticalSolidList"/>
    <dgm:cxn modelId="{9467F01A-51B1-4AFE-9014-A31005C62550}" type="presParOf" srcId="{977D9D15-0F3F-41D9-9501-844BF378E781}" destId="{380DD864-6CAC-4AFC-A121-8C909A17DC14}" srcOrd="1" destOrd="0" presId="urn:microsoft.com/office/officeart/2018/2/layout/IconVerticalSolidList"/>
    <dgm:cxn modelId="{5C9B1DD1-46EE-4B99-85B1-BF7D81AA219E}" type="presParOf" srcId="{977D9D15-0F3F-41D9-9501-844BF378E781}" destId="{865042BE-EF29-4ACE-88AB-A05256BC5384}" srcOrd="2" destOrd="0" presId="urn:microsoft.com/office/officeart/2018/2/layout/IconVerticalSolidList"/>
    <dgm:cxn modelId="{C6D36B86-CE17-4377-A2F9-50FAB728AB6F}" type="presParOf" srcId="{977D9D15-0F3F-41D9-9501-844BF378E781}" destId="{4D478548-5882-494D-B5D9-0D5E38F8D03E}" srcOrd="3" destOrd="0" presId="urn:microsoft.com/office/officeart/2018/2/layout/IconVerticalSolidList"/>
    <dgm:cxn modelId="{B67068BB-196D-4945-AA0E-2E5A1689A2DE}" type="presParOf" srcId="{390142D7-EE48-44D1-92CA-64F50D93D8DE}" destId="{C1EE248F-F913-4103-A3C8-5AF039D96C06}" srcOrd="3" destOrd="0" presId="urn:microsoft.com/office/officeart/2018/2/layout/IconVerticalSolidList"/>
    <dgm:cxn modelId="{F4022DD9-38F7-4741-9CD0-0D43B38EE64E}" type="presParOf" srcId="{390142D7-EE48-44D1-92CA-64F50D93D8DE}" destId="{DB382863-8999-4891-8FB5-6B959D6D1F83}" srcOrd="4" destOrd="0" presId="urn:microsoft.com/office/officeart/2018/2/layout/IconVerticalSolidList"/>
    <dgm:cxn modelId="{10B39013-3E08-40C7-84F6-DD5FB3B99EE3}" type="presParOf" srcId="{DB382863-8999-4891-8FB5-6B959D6D1F83}" destId="{B6EA8BD7-0019-480A-9AE5-907164E579EB}" srcOrd="0" destOrd="0" presId="urn:microsoft.com/office/officeart/2018/2/layout/IconVerticalSolidList"/>
    <dgm:cxn modelId="{9E515C85-55DE-4DF9-978A-095D9A581F52}" type="presParOf" srcId="{DB382863-8999-4891-8FB5-6B959D6D1F83}" destId="{36A7E413-83DF-4B96-B438-A7C2F367971E}" srcOrd="1" destOrd="0" presId="urn:microsoft.com/office/officeart/2018/2/layout/IconVerticalSolidList"/>
    <dgm:cxn modelId="{A42AB7B1-A2B1-4788-9F9A-2A15818D354F}" type="presParOf" srcId="{DB382863-8999-4891-8FB5-6B959D6D1F83}" destId="{36EDF043-7B25-4F1F-A13B-7ED7BF3A565C}" srcOrd="2" destOrd="0" presId="urn:microsoft.com/office/officeart/2018/2/layout/IconVerticalSolidList"/>
    <dgm:cxn modelId="{9B30E600-A03D-4FA4-A726-BCD3D4F931E4}" type="presParOf" srcId="{DB382863-8999-4891-8FB5-6B959D6D1F83}" destId="{F8635B1C-554D-4F90-BCCA-1A0B15D1C18D}" srcOrd="3" destOrd="0" presId="urn:microsoft.com/office/officeart/2018/2/layout/IconVerticalSolidList"/>
    <dgm:cxn modelId="{97389DF0-9917-4680-A361-7DEACECD071A}" type="presParOf" srcId="{390142D7-EE48-44D1-92CA-64F50D93D8DE}" destId="{E76FCC06-4AF8-4CF8-BD68-B1AB6AC51882}" srcOrd="5" destOrd="0" presId="urn:microsoft.com/office/officeart/2018/2/layout/IconVerticalSolidList"/>
    <dgm:cxn modelId="{2957D979-0419-4271-922A-966EB51EF148}" type="presParOf" srcId="{390142D7-EE48-44D1-92CA-64F50D93D8DE}" destId="{ACFC9CD4-C9D6-4F7C-9C5E-A34D4EFB9B63}" srcOrd="6" destOrd="0" presId="urn:microsoft.com/office/officeart/2018/2/layout/IconVerticalSolidList"/>
    <dgm:cxn modelId="{323FFA6F-D30F-417D-B23B-3AF1924A2FDA}" type="presParOf" srcId="{ACFC9CD4-C9D6-4F7C-9C5E-A34D4EFB9B63}" destId="{8939497A-65EF-40E1-839C-044A93863BF8}" srcOrd="0" destOrd="0" presId="urn:microsoft.com/office/officeart/2018/2/layout/IconVerticalSolidList"/>
    <dgm:cxn modelId="{E45AFEE4-A7EC-4FDD-A6A9-684177BB3F8D}" type="presParOf" srcId="{ACFC9CD4-C9D6-4F7C-9C5E-A34D4EFB9B63}" destId="{FA47B5FE-B141-48F2-99CD-3DBECA53ABFF}" srcOrd="1" destOrd="0" presId="urn:microsoft.com/office/officeart/2018/2/layout/IconVerticalSolidList"/>
    <dgm:cxn modelId="{B0A664BA-7377-463A-9D49-BF678BD5BCC7}" type="presParOf" srcId="{ACFC9CD4-C9D6-4F7C-9C5E-A34D4EFB9B63}" destId="{96E96178-48B1-4F15-8239-EC3F41D9D5CE}" srcOrd="2" destOrd="0" presId="urn:microsoft.com/office/officeart/2018/2/layout/IconVerticalSolidList"/>
    <dgm:cxn modelId="{1DCF0099-FC2F-4872-A11B-2DDBFB61142D}" type="presParOf" srcId="{ACFC9CD4-C9D6-4F7C-9C5E-A34D4EFB9B63}" destId="{8E257F8B-5CEE-4C3A-BBF8-EE350AD480B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540706-250A-4340-86F9-BD24BBA25AE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6082425-C9B8-4549-94EA-1F9A9114A2B5}">
      <dgm:prSet/>
      <dgm:spPr/>
      <dgm:t>
        <a:bodyPr/>
        <a:lstStyle/>
        <a:p>
          <a:r>
            <a:rPr lang="pl-PL"/>
            <a:t>Ryzyko </a:t>
          </a:r>
          <a:r>
            <a:rPr lang="en-US"/>
            <a:t>–</a:t>
          </a:r>
          <a:r>
            <a:rPr lang="pl-PL"/>
            <a:t> coś, co może się wydarzyć</a:t>
          </a:r>
          <a:br>
            <a:rPr lang="pl-PL"/>
          </a:br>
          <a:r>
            <a:rPr lang="pl-PL"/>
            <a:t>Problem </a:t>
          </a:r>
          <a:r>
            <a:rPr lang="en-US"/>
            <a:t>–</a:t>
          </a:r>
          <a:r>
            <a:rPr lang="pl-PL"/>
            <a:t> coś, co już się wydarzyło</a:t>
          </a:r>
          <a:endParaRPr lang="en-US"/>
        </a:p>
      </dgm:t>
    </dgm:pt>
    <dgm:pt modelId="{5F6BA8C6-A281-4B3E-B4AE-E65EB3A4EEAE}" type="parTrans" cxnId="{BCC4FD79-9F98-454E-BCF0-8317C3834DC2}">
      <dgm:prSet/>
      <dgm:spPr/>
      <dgm:t>
        <a:bodyPr/>
        <a:lstStyle/>
        <a:p>
          <a:endParaRPr lang="en-US"/>
        </a:p>
      </dgm:t>
    </dgm:pt>
    <dgm:pt modelId="{F93465F7-E9ED-42F1-95B9-2BAA3F35ED2B}" type="sibTrans" cxnId="{BCC4FD79-9F98-454E-BCF0-8317C3834DC2}">
      <dgm:prSet/>
      <dgm:spPr/>
      <dgm:t>
        <a:bodyPr/>
        <a:lstStyle/>
        <a:p>
          <a:endParaRPr lang="en-US"/>
        </a:p>
      </dgm:t>
    </dgm:pt>
    <dgm:pt modelId="{38DA52DC-DBF9-4E52-98FA-24D4BFD05179}">
      <dgm:prSet/>
      <dgm:spPr/>
      <dgm:t>
        <a:bodyPr/>
        <a:lstStyle/>
        <a:p>
          <a:r>
            <a:rPr lang="pl-PL"/>
            <a:t>Ryzyko </a:t>
          </a:r>
          <a:r>
            <a:rPr lang="en-US"/>
            <a:t>=</a:t>
          </a:r>
          <a:r>
            <a:rPr lang="pl-PL"/>
            <a:t> przyszłość</a:t>
          </a:r>
          <a:br>
            <a:rPr lang="pl-PL"/>
          </a:br>
          <a:r>
            <a:rPr lang="pl-PL"/>
            <a:t>Problem </a:t>
          </a:r>
          <a:r>
            <a:rPr lang="en-US"/>
            <a:t>=</a:t>
          </a:r>
          <a:r>
            <a:rPr lang="pl-PL"/>
            <a:t> teraźniejszość</a:t>
          </a:r>
          <a:endParaRPr lang="en-US"/>
        </a:p>
      </dgm:t>
    </dgm:pt>
    <dgm:pt modelId="{128827DD-0929-4025-BA7E-490A244C5E7E}" type="parTrans" cxnId="{6DD93B88-FF57-4772-A099-43A143EB5BB5}">
      <dgm:prSet/>
      <dgm:spPr/>
      <dgm:t>
        <a:bodyPr/>
        <a:lstStyle/>
        <a:p>
          <a:endParaRPr lang="en-US"/>
        </a:p>
      </dgm:t>
    </dgm:pt>
    <dgm:pt modelId="{63354B91-47B2-4C3E-9DCB-7351571347CD}" type="sibTrans" cxnId="{6DD93B88-FF57-4772-A099-43A143EB5BB5}">
      <dgm:prSet/>
      <dgm:spPr/>
      <dgm:t>
        <a:bodyPr/>
        <a:lstStyle/>
        <a:p>
          <a:endParaRPr lang="en-US"/>
        </a:p>
      </dgm:t>
    </dgm:pt>
    <dgm:pt modelId="{EA3D0C87-7CB2-4CCC-B056-3ED3D4A3E379}" type="pres">
      <dgm:prSet presAssocID="{F2540706-250A-4340-86F9-BD24BBA25AE6}" presName="root" presStyleCnt="0">
        <dgm:presLayoutVars>
          <dgm:dir/>
          <dgm:resizeHandles val="exact"/>
        </dgm:presLayoutVars>
      </dgm:prSet>
      <dgm:spPr/>
    </dgm:pt>
    <dgm:pt modelId="{632A3133-59AD-43FE-B078-DF1F6FA1B51A}" type="pres">
      <dgm:prSet presAssocID="{66082425-C9B8-4549-94EA-1F9A9114A2B5}" presName="compNode" presStyleCnt="0"/>
      <dgm:spPr/>
    </dgm:pt>
    <dgm:pt modelId="{D51A0405-0D32-4E23-A717-2D7E2988AE19}" type="pres">
      <dgm:prSet presAssocID="{66082425-C9B8-4549-94EA-1F9A9114A2B5}" presName="bgRect" presStyleLbl="bgShp" presStyleIdx="0" presStyleCnt="2"/>
      <dgm:spPr/>
    </dgm:pt>
    <dgm:pt modelId="{89390A1E-52A2-4241-83FD-591563590F62}" type="pres">
      <dgm:prSet presAssocID="{66082425-C9B8-4549-94EA-1F9A9114A2B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strzeżenie"/>
        </a:ext>
      </dgm:extLst>
    </dgm:pt>
    <dgm:pt modelId="{FE0695C3-3314-43E3-A82C-AF67985FE8E3}" type="pres">
      <dgm:prSet presAssocID="{66082425-C9B8-4549-94EA-1F9A9114A2B5}" presName="spaceRect" presStyleCnt="0"/>
      <dgm:spPr/>
    </dgm:pt>
    <dgm:pt modelId="{BB363C17-D22F-4BB7-95B5-8D84A948F23F}" type="pres">
      <dgm:prSet presAssocID="{66082425-C9B8-4549-94EA-1F9A9114A2B5}" presName="parTx" presStyleLbl="revTx" presStyleIdx="0" presStyleCnt="2">
        <dgm:presLayoutVars>
          <dgm:chMax val="0"/>
          <dgm:chPref val="0"/>
        </dgm:presLayoutVars>
      </dgm:prSet>
      <dgm:spPr/>
    </dgm:pt>
    <dgm:pt modelId="{4A6BEBEC-0834-4161-9060-08751CB234C8}" type="pres">
      <dgm:prSet presAssocID="{F93465F7-E9ED-42F1-95B9-2BAA3F35ED2B}" presName="sibTrans" presStyleCnt="0"/>
      <dgm:spPr/>
    </dgm:pt>
    <dgm:pt modelId="{D8D82B96-63BD-4E68-BEFB-3D2C76B75230}" type="pres">
      <dgm:prSet presAssocID="{38DA52DC-DBF9-4E52-98FA-24D4BFD05179}" presName="compNode" presStyleCnt="0"/>
      <dgm:spPr/>
    </dgm:pt>
    <dgm:pt modelId="{F8D8FAD3-4030-4C53-B86F-51E101CFFBD5}" type="pres">
      <dgm:prSet presAssocID="{38DA52DC-DBF9-4E52-98FA-24D4BFD05179}" presName="bgRect" presStyleLbl="bgShp" presStyleIdx="1" presStyleCnt="2"/>
      <dgm:spPr/>
    </dgm:pt>
    <dgm:pt modelId="{49C4C805-6767-4E2E-B6D5-CF632FDB79DA}" type="pres">
      <dgm:prSet presAssocID="{38DA52DC-DBF9-4E52-98FA-24D4BFD0517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gh Voltage"/>
        </a:ext>
      </dgm:extLst>
    </dgm:pt>
    <dgm:pt modelId="{635501E2-3E5A-4A1E-B4A3-55AEAF038D28}" type="pres">
      <dgm:prSet presAssocID="{38DA52DC-DBF9-4E52-98FA-24D4BFD05179}" presName="spaceRect" presStyleCnt="0"/>
      <dgm:spPr/>
    </dgm:pt>
    <dgm:pt modelId="{D9D04F90-67AC-42E2-AEE0-C2C8F90332F5}" type="pres">
      <dgm:prSet presAssocID="{38DA52DC-DBF9-4E52-98FA-24D4BFD05179}" presName="parTx" presStyleLbl="revTx" presStyleIdx="1" presStyleCnt="2">
        <dgm:presLayoutVars>
          <dgm:chMax val="0"/>
          <dgm:chPref val="0"/>
        </dgm:presLayoutVars>
      </dgm:prSet>
      <dgm:spPr/>
    </dgm:pt>
  </dgm:ptLst>
  <dgm:cxnLst>
    <dgm:cxn modelId="{A4A89D37-1F78-4F65-8C1D-FB2B07C42C20}" type="presOf" srcId="{66082425-C9B8-4549-94EA-1F9A9114A2B5}" destId="{BB363C17-D22F-4BB7-95B5-8D84A948F23F}" srcOrd="0" destOrd="0" presId="urn:microsoft.com/office/officeart/2018/2/layout/IconVerticalSolidList"/>
    <dgm:cxn modelId="{28E40B74-7E6B-4CB7-BFC6-857161283A40}" type="presOf" srcId="{38DA52DC-DBF9-4E52-98FA-24D4BFD05179}" destId="{D9D04F90-67AC-42E2-AEE0-C2C8F90332F5}" srcOrd="0" destOrd="0" presId="urn:microsoft.com/office/officeart/2018/2/layout/IconVerticalSolidList"/>
    <dgm:cxn modelId="{BCC4FD79-9F98-454E-BCF0-8317C3834DC2}" srcId="{F2540706-250A-4340-86F9-BD24BBA25AE6}" destId="{66082425-C9B8-4549-94EA-1F9A9114A2B5}" srcOrd="0" destOrd="0" parTransId="{5F6BA8C6-A281-4B3E-B4AE-E65EB3A4EEAE}" sibTransId="{F93465F7-E9ED-42F1-95B9-2BAA3F35ED2B}"/>
    <dgm:cxn modelId="{6DD93B88-FF57-4772-A099-43A143EB5BB5}" srcId="{F2540706-250A-4340-86F9-BD24BBA25AE6}" destId="{38DA52DC-DBF9-4E52-98FA-24D4BFD05179}" srcOrd="1" destOrd="0" parTransId="{128827DD-0929-4025-BA7E-490A244C5E7E}" sibTransId="{63354B91-47B2-4C3E-9DCB-7351571347CD}"/>
    <dgm:cxn modelId="{2F7BADE0-10A8-4FC9-9F91-6E8829109B85}" type="presOf" srcId="{F2540706-250A-4340-86F9-BD24BBA25AE6}" destId="{EA3D0C87-7CB2-4CCC-B056-3ED3D4A3E379}" srcOrd="0" destOrd="0" presId="urn:microsoft.com/office/officeart/2018/2/layout/IconVerticalSolidList"/>
    <dgm:cxn modelId="{163CE64B-6840-443C-AB9D-91007D1FE5F3}" type="presParOf" srcId="{EA3D0C87-7CB2-4CCC-B056-3ED3D4A3E379}" destId="{632A3133-59AD-43FE-B078-DF1F6FA1B51A}" srcOrd="0" destOrd="0" presId="urn:microsoft.com/office/officeart/2018/2/layout/IconVerticalSolidList"/>
    <dgm:cxn modelId="{83524D10-D910-4473-B721-61EAEA23E949}" type="presParOf" srcId="{632A3133-59AD-43FE-B078-DF1F6FA1B51A}" destId="{D51A0405-0D32-4E23-A717-2D7E2988AE19}" srcOrd="0" destOrd="0" presId="urn:microsoft.com/office/officeart/2018/2/layout/IconVerticalSolidList"/>
    <dgm:cxn modelId="{57BED2C4-99B3-4C09-83AB-5EAFB0FD2071}" type="presParOf" srcId="{632A3133-59AD-43FE-B078-DF1F6FA1B51A}" destId="{89390A1E-52A2-4241-83FD-591563590F62}" srcOrd="1" destOrd="0" presId="urn:microsoft.com/office/officeart/2018/2/layout/IconVerticalSolidList"/>
    <dgm:cxn modelId="{85E58B97-751D-405A-8EB3-D4E96E247E60}" type="presParOf" srcId="{632A3133-59AD-43FE-B078-DF1F6FA1B51A}" destId="{FE0695C3-3314-43E3-A82C-AF67985FE8E3}" srcOrd="2" destOrd="0" presId="urn:microsoft.com/office/officeart/2018/2/layout/IconVerticalSolidList"/>
    <dgm:cxn modelId="{644D0D88-C8F3-424F-A0B4-0A20592E6A2A}" type="presParOf" srcId="{632A3133-59AD-43FE-B078-DF1F6FA1B51A}" destId="{BB363C17-D22F-4BB7-95B5-8D84A948F23F}" srcOrd="3" destOrd="0" presId="urn:microsoft.com/office/officeart/2018/2/layout/IconVerticalSolidList"/>
    <dgm:cxn modelId="{05AE85E4-AAEA-4318-AFB0-659E33628C44}" type="presParOf" srcId="{EA3D0C87-7CB2-4CCC-B056-3ED3D4A3E379}" destId="{4A6BEBEC-0834-4161-9060-08751CB234C8}" srcOrd="1" destOrd="0" presId="urn:microsoft.com/office/officeart/2018/2/layout/IconVerticalSolidList"/>
    <dgm:cxn modelId="{697B9733-DF65-478A-935F-BFEC36DA01A2}" type="presParOf" srcId="{EA3D0C87-7CB2-4CCC-B056-3ED3D4A3E379}" destId="{D8D82B96-63BD-4E68-BEFB-3D2C76B75230}" srcOrd="2" destOrd="0" presId="urn:microsoft.com/office/officeart/2018/2/layout/IconVerticalSolidList"/>
    <dgm:cxn modelId="{93F2EB76-1E87-4148-942C-DAFE1386D550}" type="presParOf" srcId="{D8D82B96-63BD-4E68-BEFB-3D2C76B75230}" destId="{F8D8FAD3-4030-4C53-B86F-51E101CFFBD5}" srcOrd="0" destOrd="0" presId="urn:microsoft.com/office/officeart/2018/2/layout/IconVerticalSolidList"/>
    <dgm:cxn modelId="{D8924262-0880-4401-B989-8D62379D17F6}" type="presParOf" srcId="{D8D82B96-63BD-4E68-BEFB-3D2C76B75230}" destId="{49C4C805-6767-4E2E-B6D5-CF632FDB79DA}" srcOrd="1" destOrd="0" presId="urn:microsoft.com/office/officeart/2018/2/layout/IconVerticalSolidList"/>
    <dgm:cxn modelId="{FC5E0B59-AEE5-44FF-BECC-9F7CD2002D87}" type="presParOf" srcId="{D8D82B96-63BD-4E68-BEFB-3D2C76B75230}" destId="{635501E2-3E5A-4A1E-B4A3-55AEAF038D28}" srcOrd="2" destOrd="0" presId="urn:microsoft.com/office/officeart/2018/2/layout/IconVerticalSolidList"/>
    <dgm:cxn modelId="{A5EA1518-EBF2-4C44-A59B-B069EC857B4C}" type="presParOf" srcId="{D8D82B96-63BD-4E68-BEFB-3D2C76B75230}" destId="{D9D04F90-67AC-42E2-AEE0-C2C8F90332F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2CF2AE6-DBE8-4658-8170-A1110B2842A8}"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EE92FF41-2364-4C07-B241-C14B3F2D2FED}">
      <dgm:prSet/>
      <dgm:spPr/>
      <dgm:t>
        <a:bodyPr/>
        <a:lstStyle/>
        <a:p>
          <a:r>
            <a:rPr lang="pl-PL"/>
            <a:t>Rejestr ryzyk to dokument zawierający:</a:t>
          </a:r>
          <a:endParaRPr lang="en-US"/>
        </a:p>
      </dgm:t>
    </dgm:pt>
    <dgm:pt modelId="{533ACA1A-3A14-49AA-94F6-260C053507FB}" type="parTrans" cxnId="{64113C85-CC39-4918-8AF5-A75BC1A2ACFF}">
      <dgm:prSet/>
      <dgm:spPr/>
      <dgm:t>
        <a:bodyPr/>
        <a:lstStyle/>
        <a:p>
          <a:endParaRPr lang="en-US"/>
        </a:p>
      </dgm:t>
    </dgm:pt>
    <dgm:pt modelId="{BAD2F25D-3D13-4B3E-A5F7-0EE06930229E}" type="sibTrans" cxnId="{64113C85-CC39-4918-8AF5-A75BC1A2ACFF}">
      <dgm:prSet/>
      <dgm:spPr/>
      <dgm:t>
        <a:bodyPr/>
        <a:lstStyle/>
        <a:p>
          <a:endParaRPr lang="en-US"/>
        </a:p>
      </dgm:t>
    </dgm:pt>
    <dgm:pt modelId="{D080DB27-7AF0-40C7-912A-0B6E0D01720D}">
      <dgm:prSet/>
      <dgm:spPr/>
      <dgm:t>
        <a:bodyPr/>
        <a:lstStyle/>
        <a:p>
          <a:r>
            <a:rPr lang="pl-PL"/>
            <a:t>listę ryzyk </a:t>
          </a:r>
          <a:endParaRPr lang="en-US"/>
        </a:p>
      </dgm:t>
    </dgm:pt>
    <dgm:pt modelId="{ED444619-D2C5-4D48-B9CD-CF0B871866C5}" type="parTrans" cxnId="{645BF21F-511E-4135-8D7B-04030EB177FC}">
      <dgm:prSet/>
      <dgm:spPr/>
      <dgm:t>
        <a:bodyPr/>
        <a:lstStyle/>
        <a:p>
          <a:endParaRPr lang="en-US"/>
        </a:p>
      </dgm:t>
    </dgm:pt>
    <dgm:pt modelId="{38FE24BA-C7B5-43BB-AFD0-7729D2C2C9FF}" type="sibTrans" cxnId="{645BF21F-511E-4135-8D7B-04030EB177FC}">
      <dgm:prSet/>
      <dgm:spPr/>
      <dgm:t>
        <a:bodyPr/>
        <a:lstStyle/>
        <a:p>
          <a:endParaRPr lang="en-US"/>
        </a:p>
      </dgm:t>
    </dgm:pt>
    <dgm:pt modelId="{720D112B-868F-4D17-B0E4-7E0D9FA873F3}">
      <dgm:prSet/>
      <dgm:spPr/>
      <dgm:t>
        <a:bodyPr/>
        <a:lstStyle/>
        <a:p>
          <a:r>
            <a:rPr lang="pl-PL"/>
            <a:t>ich opis </a:t>
          </a:r>
          <a:endParaRPr lang="en-US"/>
        </a:p>
      </dgm:t>
    </dgm:pt>
    <dgm:pt modelId="{C7F95100-7E07-4E7C-8567-3C6D6B8995B6}" type="parTrans" cxnId="{D042CDAB-245A-42D9-BDF2-37F308CF5006}">
      <dgm:prSet/>
      <dgm:spPr/>
      <dgm:t>
        <a:bodyPr/>
        <a:lstStyle/>
        <a:p>
          <a:endParaRPr lang="en-US"/>
        </a:p>
      </dgm:t>
    </dgm:pt>
    <dgm:pt modelId="{889B4CBB-FA67-4740-A5AA-0F12483C6CCC}" type="sibTrans" cxnId="{D042CDAB-245A-42D9-BDF2-37F308CF5006}">
      <dgm:prSet/>
      <dgm:spPr/>
      <dgm:t>
        <a:bodyPr/>
        <a:lstStyle/>
        <a:p>
          <a:endParaRPr lang="en-US"/>
        </a:p>
      </dgm:t>
    </dgm:pt>
    <dgm:pt modelId="{A388C566-EE0E-4157-AC51-C3939A8E868B}">
      <dgm:prSet/>
      <dgm:spPr/>
      <dgm:t>
        <a:bodyPr/>
        <a:lstStyle/>
        <a:p>
          <a:r>
            <a:rPr lang="pl-PL"/>
            <a:t>prawdopodobieństwo i wpływ </a:t>
          </a:r>
          <a:endParaRPr lang="en-US"/>
        </a:p>
      </dgm:t>
    </dgm:pt>
    <dgm:pt modelId="{2DAA1605-243F-45A6-BC5A-A846D4118F32}" type="parTrans" cxnId="{7DA82251-AF77-4A3A-8A6B-43FD10F97C4E}">
      <dgm:prSet/>
      <dgm:spPr/>
      <dgm:t>
        <a:bodyPr/>
        <a:lstStyle/>
        <a:p>
          <a:endParaRPr lang="en-US"/>
        </a:p>
      </dgm:t>
    </dgm:pt>
    <dgm:pt modelId="{50746FC9-EA40-486D-9544-68C592EDEE65}" type="sibTrans" cxnId="{7DA82251-AF77-4A3A-8A6B-43FD10F97C4E}">
      <dgm:prSet/>
      <dgm:spPr/>
      <dgm:t>
        <a:bodyPr/>
        <a:lstStyle/>
        <a:p>
          <a:endParaRPr lang="en-US"/>
        </a:p>
      </dgm:t>
    </dgm:pt>
    <dgm:pt modelId="{B612710D-6D9B-4E17-A3E2-DAF9B15D6536}">
      <dgm:prSet/>
      <dgm:spPr/>
      <dgm:t>
        <a:bodyPr/>
        <a:lstStyle/>
        <a:p>
          <a:r>
            <a:rPr lang="pl-PL"/>
            <a:t>właściciela ryzyka </a:t>
          </a:r>
          <a:endParaRPr lang="en-US"/>
        </a:p>
      </dgm:t>
    </dgm:pt>
    <dgm:pt modelId="{87D67DC9-7248-4246-891B-9DA5D6411EB9}" type="parTrans" cxnId="{7E691D7E-5449-432F-83E6-4948D5BA4888}">
      <dgm:prSet/>
      <dgm:spPr/>
      <dgm:t>
        <a:bodyPr/>
        <a:lstStyle/>
        <a:p>
          <a:endParaRPr lang="en-US"/>
        </a:p>
      </dgm:t>
    </dgm:pt>
    <dgm:pt modelId="{5FEDF11B-5B3B-4429-A192-874A64027B2B}" type="sibTrans" cxnId="{7E691D7E-5449-432F-83E6-4948D5BA4888}">
      <dgm:prSet/>
      <dgm:spPr/>
      <dgm:t>
        <a:bodyPr/>
        <a:lstStyle/>
        <a:p>
          <a:endParaRPr lang="en-US"/>
        </a:p>
      </dgm:t>
    </dgm:pt>
    <dgm:pt modelId="{ABD93459-2DF1-4BB6-914B-23604146983B}">
      <dgm:prSet/>
      <dgm:spPr/>
      <dgm:t>
        <a:bodyPr/>
        <a:lstStyle/>
        <a:p>
          <a:r>
            <a:rPr lang="pl-PL"/>
            <a:t>plan reakcji</a:t>
          </a:r>
          <a:endParaRPr lang="en-US"/>
        </a:p>
      </dgm:t>
    </dgm:pt>
    <dgm:pt modelId="{B9ED2687-CCDA-46E0-8755-74201BEFD8B8}" type="parTrans" cxnId="{3127D9F0-FB90-4172-827A-CFC678E2B8B4}">
      <dgm:prSet/>
      <dgm:spPr/>
      <dgm:t>
        <a:bodyPr/>
        <a:lstStyle/>
        <a:p>
          <a:endParaRPr lang="en-US"/>
        </a:p>
      </dgm:t>
    </dgm:pt>
    <dgm:pt modelId="{275177C7-BCB8-4A43-97B7-2624CB0A19D7}" type="sibTrans" cxnId="{3127D9F0-FB90-4172-827A-CFC678E2B8B4}">
      <dgm:prSet/>
      <dgm:spPr/>
      <dgm:t>
        <a:bodyPr/>
        <a:lstStyle/>
        <a:p>
          <a:endParaRPr lang="en-US"/>
        </a:p>
      </dgm:t>
    </dgm:pt>
    <dgm:pt modelId="{5826273E-4E4A-4216-AE45-4EAF0B81FA7A}">
      <dgm:prSet/>
      <dgm:spPr/>
      <dgm:t>
        <a:bodyPr/>
        <a:lstStyle/>
        <a:p>
          <a:r>
            <a:rPr lang="en-US"/>
            <a:t>Podsumowując, r</a:t>
          </a:r>
          <a:r>
            <a:rPr lang="pl-PL"/>
            <a:t>ejestr ryzyk to miejsce, gdzie zbieramy wszystkie informacje o zagrożeniach projektu</a:t>
          </a:r>
          <a:endParaRPr lang="en-US"/>
        </a:p>
      </dgm:t>
    </dgm:pt>
    <dgm:pt modelId="{3C35FF7F-CEAA-4B69-A625-554ADF578C07}" type="parTrans" cxnId="{BD0415A8-2E86-4C3D-83FE-C262DE1BE295}">
      <dgm:prSet/>
      <dgm:spPr/>
      <dgm:t>
        <a:bodyPr/>
        <a:lstStyle/>
        <a:p>
          <a:endParaRPr lang="en-US"/>
        </a:p>
      </dgm:t>
    </dgm:pt>
    <dgm:pt modelId="{AF907F19-9F48-4460-B2B3-794A2ADEEDC5}" type="sibTrans" cxnId="{BD0415A8-2E86-4C3D-83FE-C262DE1BE295}">
      <dgm:prSet/>
      <dgm:spPr/>
      <dgm:t>
        <a:bodyPr/>
        <a:lstStyle/>
        <a:p>
          <a:endParaRPr lang="en-US"/>
        </a:p>
      </dgm:t>
    </dgm:pt>
    <dgm:pt modelId="{A9444FEC-0866-4AC5-A0B0-CD7AFF3F8506}" type="pres">
      <dgm:prSet presAssocID="{32CF2AE6-DBE8-4658-8170-A1110B2842A8}" presName="linear" presStyleCnt="0">
        <dgm:presLayoutVars>
          <dgm:animLvl val="lvl"/>
          <dgm:resizeHandles val="exact"/>
        </dgm:presLayoutVars>
      </dgm:prSet>
      <dgm:spPr/>
    </dgm:pt>
    <dgm:pt modelId="{BEDE4FCC-80A6-458A-B24F-6CDBD39C35CA}" type="pres">
      <dgm:prSet presAssocID="{EE92FF41-2364-4C07-B241-C14B3F2D2FED}" presName="parentText" presStyleLbl="node1" presStyleIdx="0" presStyleCnt="2">
        <dgm:presLayoutVars>
          <dgm:chMax val="0"/>
          <dgm:bulletEnabled val="1"/>
        </dgm:presLayoutVars>
      </dgm:prSet>
      <dgm:spPr/>
    </dgm:pt>
    <dgm:pt modelId="{52764C0F-A1B2-49A7-9753-8A04FA8F5C7A}" type="pres">
      <dgm:prSet presAssocID="{EE92FF41-2364-4C07-B241-C14B3F2D2FED}" presName="childText" presStyleLbl="revTx" presStyleIdx="0" presStyleCnt="1">
        <dgm:presLayoutVars>
          <dgm:bulletEnabled val="1"/>
        </dgm:presLayoutVars>
      </dgm:prSet>
      <dgm:spPr/>
    </dgm:pt>
    <dgm:pt modelId="{6178F0C6-E009-4329-918F-B90133D46FFE}" type="pres">
      <dgm:prSet presAssocID="{5826273E-4E4A-4216-AE45-4EAF0B81FA7A}" presName="parentText" presStyleLbl="node1" presStyleIdx="1" presStyleCnt="2">
        <dgm:presLayoutVars>
          <dgm:chMax val="0"/>
          <dgm:bulletEnabled val="1"/>
        </dgm:presLayoutVars>
      </dgm:prSet>
      <dgm:spPr/>
    </dgm:pt>
  </dgm:ptLst>
  <dgm:cxnLst>
    <dgm:cxn modelId="{645BF21F-511E-4135-8D7B-04030EB177FC}" srcId="{EE92FF41-2364-4C07-B241-C14B3F2D2FED}" destId="{D080DB27-7AF0-40C7-912A-0B6E0D01720D}" srcOrd="0" destOrd="0" parTransId="{ED444619-D2C5-4D48-B9CD-CF0B871866C5}" sibTransId="{38FE24BA-C7B5-43BB-AFD0-7729D2C2C9FF}"/>
    <dgm:cxn modelId="{221C935B-BABD-4B1A-A3AA-F7723714A682}" type="presOf" srcId="{ABD93459-2DF1-4BB6-914B-23604146983B}" destId="{52764C0F-A1B2-49A7-9753-8A04FA8F5C7A}" srcOrd="0" destOrd="4" presId="urn:microsoft.com/office/officeart/2005/8/layout/vList2"/>
    <dgm:cxn modelId="{B4F5BF4C-7648-4A69-AFDC-7F6176B2DA8E}" type="presOf" srcId="{D080DB27-7AF0-40C7-912A-0B6E0D01720D}" destId="{52764C0F-A1B2-49A7-9753-8A04FA8F5C7A}" srcOrd="0" destOrd="0" presId="urn:microsoft.com/office/officeart/2005/8/layout/vList2"/>
    <dgm:cxn modelId="{86C3F56C-6C07-4639-A7DA-FEDFECF44807}" type="presOf" srcId="{32CF2AE6-DBE8-4658-8170-A1110B2842A8}" destId="{A9444FEC-0866-4AC5-A0B0-CD7AFF3F8506}" srcOrd="0" destOrd="0" presId="urn:microsoft.com/office/officeart/2005/8/layout/vList2"/>
    <dgm:cxn modelId="{7DA82251-AF77-4A3A-8A6B-43FD10F97C4E}" srcId="{EE92FF41-2364-4C07-B241-C14B3F2D2FED}" destId="{A388C566-EE0E-4157-AC51-C3939A8E868B}" srcOrd="2" destOrd="0" parTransId="{2DAA1605-243F-45A6-BC5A-A846D4118F32}" sibTransId="{50746FC9-EA40-486D-9544-68C592EDEE65}"/>
    <dgm:cxn modelId="{8213E177-EC4B-4BAA-AC07-CABFBBEF111E}" type="presOf" srcId="{720D112B-868F-4D17-B0E4-7E0D9FA873F3}" destId="{52764C0F-A1B2-49A7-9753-8A04FA8F5C7A}" srcOrd="0" destOrd="1" presId="urn:microsoft.com/office/officeart/2005/8/layout/vList2"/>
    <dgm:cxn modelId="{7E691D7E-5449-432F-83E6-4948D5BA4888}" srcId="{EE92FF41-2364-4C07-B241-C14B3F2D2FED}" destId="{B612710D-6D9B-4E17-A3E2-DAF9B15D6536}" srcOrd="3" destOrd="0" parTransId="{87D67DC9-7248-4246-891B-9DA5D6411EB9}" sibTransId="{5FEDF11B-5B3B-4429-A192-874A64027B2B}"/>
    <dgm:cxn modelId="{783DFD80-695E-454B-9FEA-EC9AFF7105D0}" type="presOf" srcId="{B612710D-6D9B-4E17-A3E2-DAF9B15D6536}" destId="{52764C0F-A1B2-49A7-9753-8A04FA8F5C7A}" srcOrd="0" destOrd="3" presId="urn:microsoft.com/office/officeart/2005/8/layout/vList2"/>
    <dgm:cxn modelId="{64113C85-CC39-4918-8AF5-A75BC1A2ACFF}" srcId="{32CF2AE6-DBE8-4658-8170-A1110B2842A8}" destId="{EE92FF41-2364-4C07-B241-C14B3F2D2FED}" srcOrd="0" destOrd="0" parTransId="{533ACA1A-3A14-49AA-94F6-260C053507FB}" sibTransId="{BAD2F25D-3D13-4B3E-A5F7-0EE06930229E}"/>
    <dgm:cxn modelId="{CF287986-415F-4448-8E6C-877AC962AA5D}" type="presOf" srcId="{5826273E-4E4A-4216-AE45-4EAF0B81FA7A}" destId="{6178F0C6-E009-4329-918F-B90133D46FFE}" srcOrd="0" destOrd="0" presId="urn:microsoft.com/office/officeart/2005/8/layout/vList2"/>
    <dgm:cxn modelId="{BD0415A8-2E86-4C3D-83FE-C262DE1BE295}" srcId="{32CF2AE6-DBE8-4658-8170-A1110B2842A8}" destId="{5826273E-4E4A-4216-AE45-4EAF0B81FA7A}" srcOrd="1" destOrd="0" parTransId="{3C35FF7F-CEAA-4B69-A625-554ADF578C07}" sibTransId="{AF907F19-9F48-4460-B2B3-794A2ADEEDC5}"/>
    <dgm:cxn modelId="{D042CDAB-245A-42D9-BDF2-37F308CF5006}" srcId="{EE92FF41-2364-4C07-B241-C14B3F2D2FED}" destId="{720D112B-868F-4D17-B0E4-7E0D9FA873F3}" srcOrd="1" destOrd="0" parTransId="{C7F95100-7E07-4E7C-8567-3C6D6B8995B6}" sibTransId="{889B4CBB-FA67-4740-A5AA-0F12483C6CCC}"/>
    <dgm:cxn modelId="{A41FA0D0-C69D-47DF-9EC3-CBCAD4332ABA}" type="presOf" srcId="{A388C566-EE0E-4157-AC51-C3939A8E868B}" destId="{52764C0F-A1B2-49A7-9753-8A04FA8F5C7A}" srcOrd="0" destOrd="2" presId="urn:microsoft.com/office/officeart/2005/8/layout/vList2"/>
    <dgm:cxn modelId="{7DA056D7-0C0C-4122-AD34-248DC4DD9F9F}" type="presOf" srcId="{EE92FF41-2364-4C07-B241-C14B3F2D2FED}" destId="{BEDE4FCC-80A6-458A-B24F-6CDBD39C35CA}" srcOrd="0" destOrd="0" presId="urn:microsoft.com/office/officeart/2005/8/layout/vList2"/>
    <dgm:cxn modelId="{3127D9F0-FB90-4172-827A-CFC678E2B8B4}" srcId="{EE92FF41-2364-4C07-B241-C14B3F2D2FED}" destId="{ABD93459-2DF1-4BB6-914B-23604146983B}" srcOrd="4" destOrd="0" parTransId="{B9ED2687-CCDA-46E0-8755-74201BEFD8B8}" sibTransId="{275177C7-BCB8-4A43-97B7-2624CB0A19D7}"/>
    <dgm:cxn modelId="{A636AFF3-85BA-4225-8D70-C729DFFEC7A6}" type="presParOf" srcId="{A9444FEC-0866-4AC5-A0B0-CD7AFF3F8506}" destId="{BEDE4FCC-80A6-458A-B24F-6CDBD39C35CA}" srcOrd="0" destOrd="0" presId="urn:microsoft.com/office/officeart/2005/8/layout/vList2"/>
    <dgm:cxn modelId="{38924C1A-8026-4EA7-A8B8-02A03355A27F}" type="presParOf" srcId="{A9444FEC-0866-4AC5-A0B0-CD7AFF3F8506}" destId="{52764C0F-A1B2-49A7-9753-8A04FA8F5C7A}" srcOrd="1" destOrd="0" presId="urn:microsoft.com/office/officeart/2005/8/layout/vList2"/>
    <dgm:cxn modelId="{3186C22D-A53C-49FE-BEC5-80E853630209}" type="presParOf" srcId="{A9444FEC-0866-4AC5-A0B0-CD7AFF3F8506}" destId="{6178F0C6-E009-4329-918F-B90133D46FFE}"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A8B2C7E-2C19-41F1-B0C6-8A287A63B9FD}"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A8DE74A7-820F-40A3-A8F6-740A3DFF87A3}">
      <dgm:prSet/>
      <dgm:spPr/>
      <dgm:t>
        <a:bodyPr/>
        <a:lstStyle/>
        <a:p>
          <a:r>
            <a:rPr lang="pl-PL" b="0" i="0" baseline="0" dirty="0"/>
            <a:t>unikanie (</a:t>
          </a:r>
          <a:r>
            <a:rPr lang="pl-PL" b="0" i="0" baseline="0" dirty="0" err="1"/>
            <a:t>avoid</a:t>
          </a:r>
          <a:r>
            <a:rPr lang="pl-PL" b="0" i="0" baseline="0" dirty="0"/>
            <a:t>) </a:t>
          </a:r>
          <a:r>
            <a:rPr lang="en-US" b="0" i="0" baseline="0" dirty="0"/>
            <a:t>–</a:t>
          </a:r>
          <a:r>
            <a:rPr lang="pl-PL" b="0" i="0" baseline="0" dirty="0"/>
            <a:t> eliminacja ryzyka </a:t>
          </a:r>
          <a:endParaRPr lang="en-US" dirty="0"/>
        </a:p>
      </dgm:t>
    </dgm:pt>
    <dgm:pt modelId="{7C9DF15D-E679-4E13-A7AB-BD94E5294E80}" type="parTrans" cxnId="{AD166460-26A3-48FC-A95F-2EA8F197C168}">
      <dgm:prSet/>
      <dgm:spPr/>
      <dgm:t>
        <a:bodyPr/>
        <a:lstStyle/>
        <a:p>
          <a:endParaRPr lang="en-US"/>
        </a:p>
      </dgm:t>
    </dgm:pt>
    <dgm:pt modelId="{CDFD0B40-FE2F-482D-9DBE-AD7A29F8D24F}" type="sibTrans" cxnId="{AD166460-26A3-48FC-A95F-2EA8F197C168}">
      <dgm:prSet/>
      <dgm:spPr/>
      <dgm:t>
        <a:bodyPr/>
        <a:lstStyle/>
        <a:p>
          <a:endParaRPr lang="en-US"/>
        </a:p>
      </dgm:t>
    </dgm:pt>
    <dgm:pt modelId="{CF68605B-484E-4DF9-9215-0203585606CD}">
      <dgm:prSet/>
      <dgm:spPr/>
      <dgm:t>
        <a:bodyPr/>
        <a:lstStyle/>
        <a:p>
          <a:r>
            <a:rPr lang="pl-PL" b="0" i="0" baseline="0" dirty="0"/>
            <a:t>ograniczanie (</a:t>
          </a:r>
          <a:r>
            <a:rPr lang="pl-PL" b="0" i="0" baseline="0" dirty="0" err="1"/>
            <a:t>mitigate</a:t>
          </a:r>
          <a:r>
            <a:rPr lang="pl-PL" b="0" i="0" baseline="0" dirty="0"/>
            <a:t>) </a:t>
          </a:r>
          <a:r>
            <a:rPr lang="en-US" b="0" i="0" baseline="0" dirty="0"/>
            <a:t>–</a:t>
          </a:r>
          <a:r>
            <a:rPr lang="pl-PL" b="0" i="0" baseline="0" dirty="0"/>
            <a:t> zmniejszenie wpływu lub prawdopodobieństwa </a:t>
          </a:r>
          <a:endParaRPr lang="en-US" dirty="0"/>
        </a:p>
      </dgm:t>
    </dgm:pt>
    <dgm:pt modelId="{2E5C8102-A04A-4CD4-9954-0BB1D7ED1259}" type="parTrans" cxnId="{E8448982-B6AF-4FBA-90D1-03607F61AA45}">
      <dgm:prSet/>
      <dgm:spPr/>
      <dgm:t>
        <a:bodyPr/>
        <a:lstStyle/>
        <a:p>
          <a:endParaRPr lang="en-US"/>
        </a:p>
      </dgm:t>
    </dgm:pt>
    <dgm:pt modelId="{8AC5B572-D077-4E8B-B7B7-5569E06E1CE3}" type="sibTrans" cxnId="{E8448982-B6AF-4FBA-90D1-03607F61AA45}">
      <dgm:prSet/>
      <dgm:spPr/>
      <dgm:t>
        <a:bodyPr/>
        <a:lstStyle/>
        <a:p>
          <a:endParaRPr lang="en-US"/>
        </a:p>
      </dgm:t>
    </dgm:pt>
    <dgm:pt modelId="{881C9E83-0DDC-473B-9A5F-D618FD5F5EE9}">
      <dgm:prSet/>
      <dgm:spPr/>
      <dgm:t>
        <a:bodyPr/>
        <a:lstStyle/>
        <a:p>
          <a:r>
            <a:rPr lang="pl-PL" b="0" i="0" baseline="0" dirty="0"/>
            <a:t>przeniesienie (transfer) </a:t>
          </a:r>
          <a:r>
            <a:rPr lang="en-US" b="0" i="0" baseline="0" dirty="0"/>
            <a:t>–</a:t>
          </a:r>
          <a:r>
            <a:rPr lang="pl-PL" b="0" i="0" baseline="0" dirty="0"/>
            <a:t> przekazanie ryzyka innemu podmiotowi </a:t>
          </a:r>
          <a:endParaRPr lang="en-US" dirty="0"/>
        </a:p>
      </dgm:t>
    </dgm:pt>
    <dgm:pt modelId="{B3A05CA6-20BB-4112-AB48-F7D8B021A71F}" type="parTrans" cxnId="{FFD13368-8949-4C8A-B686-6C910E6C182D}">
      <dgm:prSet/>
      <dgm:spPr/>
      <dgm:t>
        <a:bodyPr/>
        <a:lstStyle/>
        <a:p>
          <a:endParaRPr lang="en-US"/>
        </a:p>
      </dgm:t>
    </dgm:pt>
    <dgm:pt modelId="{5CE20DAB-337B-4C1F-8584-1982050DC47D}" type="sibTrans" cxnId="{FFD13368-8949-4C8A-B686-6C910E6C182D}">
      <dgm:prSet/>
      <dgm:spPr/>
      <dgm:t>
        <a:bodyPr/>
        <a:lstStyle/>
        <a:p>
          <a:endParaRPr lang="en-US"/>
        </a:p>
      </dgm:t>
    </dgm:pt>
    <dgm:pt modelId="{05A78851-7507-4C96-AC20-FBDA9E23D5CB}">
      <dgm:prSet/>
      <dgm:spPr/>
      <dgm:t>
        <a:bodyPr/>
        <a:lstStyle/>
        <a:p>
          <a:r>
            <a:rPr lang="pl-PL" b="0" i="0" baseline="0" dirty="0"/>
            <a:t>akceptacja (</a:t>
          </a:r>
          <a:r>
            <a:rPr lang="pl-PL" b="0" i="0" baseline="0" dirty="0" err="1"/>
            <a:t>accept</a:t>
          </a:r>
          <a:r>
            <a:rPr lang="pl-PL" b="0" i="0" baseline="0" dirty="0"/>
            <a:t>) </a:t>
          </a:r>
          <a:r>
            <a:rPr lang="en-US" b="0" i="0" baseline="0" dirty="0"/>
            <a:t>–</a:t>
          </a:r>
          <a:r>
            <a:rPr lang="pl-PL" b="0" i="0" baseline="0" dirty="0"/>
            <a:t> świadome przyjęcie ryzyka </a:t>
          </a:r>
          <a:endParaRPr lang="en-US" dirty="0"/>
        </a:p>
      </dgm:t>
    </dgm:pt>
    <dgm:pt modelId="{1F714F4C-560E-444B-AA5C-63E0D317D193}" type="parTrans" cxnId="{18DC8BD7-4CDD-4DEB-9433-4826018B8A68}">
      <dgm:prSet/>
      <dgm:spPr/>
      <dgm:t>
        <a:bodyPr/>
        <a:lstStyle/>
        <a:p>
          <a:endParaRPr lang="en-US"/>
        </a:p>
      </dgm:t>
    </dgm:pt>
    <dgm:pt modelId="{39C7E6F7-5E39-4AF0-B95C-3460FD0615BD}" type="sibTrans" cxnId="{18DC8BD7-4CDD-4DEB-9433-4826018B8A68}">
      <dgm:prSet/>
      <dgm:spPr/>
      <dgm:t>
        <a:bodyPr/>
        <a:lstStyle/>
        <a:p>
          <a:endParaRPr lang="en-US"/>
        </a:p>
      </dgm:t>
    </dgm:pt>
    <dgm:pt modelId="{49949E1E-EEFE-4545-9802-05D5660AA842}" type="pres">
      <dgm:prSet presAssocID="{AA8B2C7E-2C19-41F1-B0C6-8A287A63B9FD}" presName="linear" presStyleCnt="0">
        <dgm:presLayoutVars>
          <dgm:animLvl val="lvl"/>
          <dgm:resizeHandles val="exact"/>
        </dgm:presLayoutVars>
      </dgm:prSet>
      <dgm:spPr/>
    </dgm:pt>
    <dgm:pt modelId="{CB26AC85-0968-4FD3-AC4C-509482BF5A8F}" type="pres">
      <dgm:prSet presAssocID="{A8DE74A7-820F-40A3-A8F6-740A3DFF87A3}" presName="parentText" presStyleLbl="node1" presStyleIdx="0" presStyleCnt="4">
        <dgm:presLayoutVars>
          <dgm:chMax val="0"/>
          <dgm:bulletEnabled val="1"/>
        </dgm:presLayoutVars>
      </dgm:prSet>
      <dgm:spPr/>
    </dgm:pt>
    <dgm:pt modelId="{8A7D407F-0D1A-410C-B45F-715F76EA37CF}" type="pres">
      <dgm:prSet presAssocID="{CDFD0B40-FE2F-482D-9DBE-AD7A29F8D24F}" presName="spacer" presStyleCnt="0"/>
      <dgm:spPr/>
    </dgm:pt>
    <dgm:pt modelId="{A250431F-B3AD-471E-A81A-E375E2AAB37A}" type="pres">
      <dgm:prSet presAssocID="{CF68605B-484E-4DF9-9215-0203585606CD}" presName="parentText" presStyleLbl="node1" presStyleIdx="1" presStyleCnt="4">
        <dgm:presLayoutVars>
          <dgm:chMax val="0"/>
          <dgm:bulletEnabled val="1"/>
        </dgm:presLayoutVars>
      </dgm:prSet>
      <dgm:spPr/>
    </dgm:pt>
    <dgm:pt modelId="{0A39A8BA-FCB4-4244-B9FF-948B6A55DE23}" type="pres">
      <dgm:prSet presAssocID="{8AC5B572-D077-4E8B-B7B7-5569E06E1CE3}" presName="spacer" presStyleCnt="0"/>
      <dgm:spPr/>
    </dgm:pt>
    <dgm:pt modelId="{549DAEF1-87F9-42B1-BDCD-04DB10E962E6}" type="pres">
      <dgm:prSet presAssocID="{881C9E83-0DDC-473B-9A5F-D618FD5F5EE9}" presName="parentText" presStyleLbl="node1" presStyleIdx="2" presStyleCnt="4">
        <dgm:presLayoutVars>
          <dgm:chMax val="0"/>
          <dgm:bulletEnabled val="1"/>
        </dgm:presLayoutVars>
      </dgm:prSet>
      <dgm:spPr/>
    </dgm:pt>
    <dgm:pt modelId="{C7096E7E-BE25-4396-B992-E7599E4B5AD3}" type="pres">
      <dgm:prSet presAssocID="{5CE20DAB-337B-4C1F-8584-1982050DC47D}" presName="spacer" presStyleCnt="0"/>
      <dgm:spPr/>
    </dgm:pt>
    <dgm:pt modelId="{3B18C3AC-730D-486B-BE85-E6878B69F9D7}" type="pres">
      <dgm:prSet presAssocID="{05A78851-7507-4C96-AC20-FBDA9E23D5CB}" presName="parentText" presStyleLbl="node1" presStyleIdx="3" presStyleCnt="4">
        <dgm:presLayoutVars>
          <dgm:chMax val="0"/>
          <dgm:bulletEnabled val="1"/>
        </dgm:presLayoutVars>
      </dgm:prSet>
      <dgm:spPr/>
    </dgm:pt>
  </dgm:ptLst>
  <dgm:cxnLst>
    <dgm:cxn modelId="{5E3BDD22-F75D-4585-9380-340DB936A1FC}" type="presOf" srcId="{AA8B2C7E-2C19-41F1-B0C6-8A287A63B9FD}" destId="{49949E1E-EEFE-4545-9802-05D5660AA842}" srcOrd="0" destOrd="0" presId="urn:microsoft.com/office/officeart/2005/8/layout/vList2"/>
    <dgm:cxn modelId="{E8C53F29-DAE4-46A5-ABBB-F303ACAD00C1}" type="presOf" srcId="{A8DE74A7-820F-40A3-A8F6-740A3DFF87A3}" destId="{CB26AC85-0968-4FD3-AC4C-509482BF5A8F}" srcOrd="0" destOrd="0" presId="urn:microsoft.com/office/officeart/2005/8/layout/vList2"/>
    <dgm:cxn modelId="{AD166460-26A3-48FC-A95F-2EA8F197C168}" srcId="{AA8B2C7E-2C19-41F1-B0C6-8A287A63B9FD}" destId="{A8DE74A7-820F-40A3-A8F6-740A3DFF87A3}" srcOrd="0" destOrd="0" parTransId="{7C9DF15D-E679-4E13-A7AB-BD94E5294E80}" sibTransId="{CDFD0B40-FE2F-482D-9DBE-AD7A29F8D24F}"/>
    <dgm:cxn modelId="{FFD13368-8949-4C8A-B686-6C910E6C182D}" srcId="{AA8B2C7E-2C19-41F1-B0C6-8A287A63B9FD}" destId="{881C9E83-0DDC-473B-9A5F-D618FD5F5EE9}" srcOrd="2" destOrd="0" parTransId="{B3A05CA6-20BB-4112-AB48-F7D8B021A71F}" sibTransId="{5CE20DAB-337B-4C1F-8584-1982050DC47D}"/>
    <dgm:cxn modelId="{B19D8A7A-96C3-48D8-84B1-C4350E815302}" type="presOf" srcId="{05A78851-7507-4C96-AC20-FBDA9E23D5CB}" destId="{3B18C3AC-730D-486B-BE85-E6878B69F9D7}" srcOrd="0" destOrd="0" presId="urn:microsoft.com/office/officeart/2005/8/layout/vList2"/>
    <dgm:cxn modelId="{E8448982-B6AF-4FBA-90D1-03607F61AA45}" srcId="{AA8B2C7E-2C19-41F1-B0C6-8A287A63B9FD}" destId="{CF68605B-484E-4DF9-9215-0203585606CD}" srcOrd="1" destOrd="0" parTransId="{2E5C8102-A04A-4CD4-9954-0BB1D7ED1259}" sibTransId="{8AC5B572-D077-4E8B-B7B7-5569E06E1CE3}"/>
    <dgm:cxn modelId="{38F30EAE-9F50-439E-B62E-64FE2BC19C61}" type="presOf" srcId="{CF68605B-484E-4DF9-9215-0203585606CD}" destId="{A250431F-B3AD-471E-A81A-E375E2AAB37A}" srcOrd="0" destOrd="0" presId="urn:microsoft.com/office/officeart/2005/8/layout/vList2"/>
    <dgm:cxn modelId="{142861C3-E40E-43EC-B608-848EE4CD3AA5}" type="presOf" srcId="{881C9E83-0DDC-473B-9A5F-D618FD5F5EE9}" destId="{549DAEF1-87F9-42B1-BDCD-04DB10E962E6}" srcOrd="0" destOrd="0" presId="urn:microsoft.com/office/officeart/2005/8/layout/vList2"/>
    <dgm:cxn modelId="{18DC8BD7-4CDD-4DEB-9433-4826018B8A68}" srcId="{AA8B2C7E-2C19-41F1-B0C6-8A287A63B9FD}" destId="{05A78851-7507-4C96-AC20-FBDA9E23D5CB}" srcOrd="3" destOrd="0" parTransId="{1F714F4C-560E-444B-AA5C-63E0D317D193}" sibTransId="{39C7E6F7-5E39-4AF0-B95C-3460FD0615BD}"/>
    <dgm:cxn modelId="{F8D89897-40B7-4831-ADE3-6C493BB3504D}" type="presParOf" srcId="{49949E1E-EEFE-4545-9802-05D5660AA842}" destId="{CB26AC85-0968-4FD3-AC4C-509482BF5A8F}" srcOrd="0" destOrd="0" presId="urn:microsoft.com/office/officeart/2005/8/layout/vList2"/>
    <dgm:cxn modelId="{84B4AF2D-A585-4A3B-BA25-0CE651C0D978}" type="presParOf" srcId="{49949E1E-EEFE-4545-9802-05D5660AA842}" destId="{8A7D407F-0D1A-410C-B45F-715F76EA37CF}" srcOrd="1" destOrd="0" presId="urn:microsoft.com/office/officeart/2005/8/layout/vList2"/>
    <dgm:cxn modelId="{091F4DC2-4636-416A-8528-AA3425C96B72}" type="presParOf" srcId="{49949E1E-EEFE-4545-9802-05D5660AA842}" destId="{A250431F-B3AD-471E-A81A-E375E2AAB37A}" srcOrd="2" destOrd="0" presId="urn:microsoft.com/office/officeart/2005/8/layout/vList2"/>
    <dgm:cxn modelId="{053C4818-97EF-4545-AE0D-B6F2CDE898DB}" type="presParOf" srcId="{49949E1E-EEFE-4545-9802-05D5660AA842}" destId="{0A39A8BA-FCB4-4244-B9FF-948B6A55DE23}" srcOrd="3" destOrd="0" presId="urn:microsoft.com/office/officeart/2005/8/layout/vList2"/>
    <dgm:cxn modelId="{1978007C-F968-4EB9-A1A0-6AEAA602B89F}" type="presParOf" srcId="{49949E1E-EEFE-4545-9802-05D5660AA842}" destId="{549DAEF1-87F9-42B1-BDCD-04DB10E962E6}" srcOrd="4" destOrd="0" presId="urn:microsoft.com/office/officeart/2005/8/layout/vList2"/>
    <dgm:cxn modelId="{D29418BF-929E-4061-9A87-5692B76D1214}" type="presParOf" srcId="{49949E1E-EEFE-4545-9802-05D5660AA842}" destId="{C7096E7E-BE25-4396-B992-E7599E4B5AD3}" srcOrd="5" destOrd="0" presId="urn:microsoft.com/office/officeart/2005/8/layout/vList2"/>
    <dgm:cxn modelId="{75EA8372-4F25-4B37-BDC0-A4088DF6A80A}" type="presParOf" srcId="{49949E1E-EEFE-4545-9802-05D5660AA842}" destId="{3B18C3AC-730D-486B-BE85-E6878B69F9D7}"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CC95601-91F5-42B0-92CC-46EBE2AEEEC3}"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CFE2257A-4FDF-4BA6-9091-D43C6CCBACD8}">
      <dgm:prSet/>
      <dgm:spPr/>
      <dgm:t>
        <a:bodyPr/>
        <a:lstStyle/>
        <a:p>
          <a:pPr>
            <a:lnSpc>
              <a:spcPct val="100000"/>
            </a:lnSpc>
          </a:pPr>
          <a:r>
            <a:rPr lang="pl-PL"/>
            <a:t>Ryzyko technologiczne:</a:t>
          </a:r>
          <a:endParaRPr lang="en-US"/>
        </a:p>
      </dgm:t>
    </dgm:pt>
    <dgm:pt modelId="{B9124D44-0A69-432A-BA4E-E60554AE8B60}" type="parTrans" cxnId="{94367A00-09F2-4D42-9EB9-6F3B5036293E}">
      <dgm:prSet/>
      <dgm:spPr/>
      <dgm:t>
        <a:bodyPr/>
        <a:lstStyle/>
        <a:p>
          <a:endParaRPr lang="en-US"/>
        </a:p>
      </dgm:t>
    </dgm:pt>
    <dgm:pt modelId="{CFDFB672-8D36-4154-9508-1C4C99BBBF0A}" type="sibTrans" cxnId="{94367A00-09F2-4D42-9EB9-6F3B5036293E}">
      <dgm:prSet/>
      <dgm:spPr/>
      <dgm:t>
        <a:bodyPr/>
        <a:lstStyle/>
        <a:p>
          <a:pPr>
            <a:lnSpc>
              <a:spcPct val="100000"/>
            </a:lnSpc>
          </a:pPr>
          <a:endParaRPr lang="en-US"/>
        </a:p>
      </dgm:t>
    </dgm:pt>
    <dgm:pt modelId="{DF9A72E7-E601-4A94-9344-4C1077D0D04B}">
      <dgm:prSet/>
      <dgm:spPr/>
      <dgm:t>
        <a:bodyPr/>
        <a:lstStyle/>
        <a:p>
          <a:pPr>
            <a:lnSpc>
              <a:spcPct val="100000"/>
            </a:lnSpc>
          </a:pPr>
          <a:r>
            <a:rPr lang="pl-PL"/>
            <a:t>związane z systemem, kodem, wydajnością </a:t>
          </a:r>
          <a:endParaRPr lang="en-US"/>
        </a:p>
      </dgm:t>
    </dgm:pt>
    <dgm:pt modelId="{FB7DA01C-3CC2-4616-906A-257319156A5C}" type="parTrans" cxnId="{B8FAE089-FA9C-4139-8AAC-FA54498269D0}">
      <dgm:prSet/>
      <dgm:spPr/>
      <dgm:t>
        <a:bodyPr/>
        <a:lstStyle/>
        <a:p>
          <a:endParaRPr lang="en-US"/>
        </a:p>
      </dgm:t>
    </dgm:pt>
    <dgm:pt modelId="{23D294B7-F657-45D4-ABFB-88610F1030C8}" type="sibTrans" cxnId="{B8FAE089-FA9C-4139-8AAC-FA54498269D0}">
      <dgm:prSet/>
      <dgm:spPr/>
      <dgm:t>
        <a:bodyPr/>
        <a:lstStyle/>
        <a:p>
          <a:pPr>
            <a:lnSpc>
              <a:spcPct val="100000"/>
            </a:lnSpc>
          </a:pPr>
          <a:endParaRPr lang="en-US"/>
        </a:p>
      </dgm:t>
    </dgm:pt>
    <dgm:pt modelId="{9ECF0E67-89DC-4161-9178-084F122E42D3}">
      <dgm:prSet/>
      <dgm:spPr/>
      <dgm:t>
        <a:bodyPr/>
        <a:lstStyle/>
        <a:p>
          <a:pPr>
            <a:lnSpc>
              <a:spcPct val="100000"/>
            </a:lnSpc>
          </a:pPr>
          <a:r>
            <a:rPr lang="pl-PL"/>
            <a:t>Ryzyko biznesowe:</a:t>
          </a:r>
          <a:endParaRPr lang="en-US"/>
        </a:p>
      </dgm:t>
    </dgm:pt>
    <dgm:pt modelId="{B7765551-9854-44F4-8A14-27CE25D28F91}" type="parTrans" cxnId="{0CC4A166-CE7F-4806-85CB-19F4DDDA34C2}">
      <dgm:prSet/>
      <dgm:spPr/>
      <dgm:t>
        <a:bodyPr/>
        <a:lstStyle/>
        <a:p>
          <a:endParaRPr lang="en-US"/>
        </a:p>
      </dgm:t>
    </dgm:pt>
    <dgm:pt modelId="{157650DF-C493-4ADB-B059-DBC803700D26}" type="sibTrans" cxnId="{0CC4A166-CE7F-4806-85CB-19F4DDDA34C2}">
      <dgm:prSet/>
      <dgm:spPr/>
      <dgm:t>
        <a:bodyPr/>
        <a:lstStyle/>
        <a:p>
          <a:pPr>
            <a:lnSpc>
              <a:spcPct val="100000"/>
            </a:lnSpc>
          </a:pPr>
          <a:endParaRPr lang="en-US"/>
        </a:p>
      </dgm:t>
    </dgm:pt>
    <dgm:pt modelId="{B8330D77-D497-4664-9571-4A8CD884B7A6}">
      <dgm:prSet/>
      <dgm:spPr/>
      <dgm:t>
        <a:bodyPr/>
        <a:lstStyle/>
        <a:p>
          <a:pPr>
            <a:lnSpc>
              <a:spcPct val="100000"/>
            </a:lnSpc>
          </a:pPr>
          <a:r>
            <a:rPr lang="pl-PL"/>
            <a:t>związane z klientem, rynkiem, wymaganiami</a:t>
          </a:r>
          <a:endParaRPr lang="en-US"/>
        </a:p>
      </dgm:t>
    </dgm:pt>
    <dgm:pt modelId="{7DA812B2-F9D8-4A56-B24B-A440ADA6B345}" type="parTrans" cxnId="{A97505AE-73C4-464E-A9DE-D2A754B05DC4}">
      <dgm:prSet/>
      <dgm:spPr/>
      <dgm:t>
        <a:bodyPr/>
        <a:lstStyle/>
        <a:p>
          <a:endParaRPr lang="en-US"/>
        </a:p>
      </dgm:t>
    </dgm:pt>
    <dgm:pt modelId="{79730645-B752-452C-BADF-1288967392D4}" type="sibTrans" cxnId="{A97505AE-73C4-464E-A9DE-D2A754B05DC4}">
      <dgm:prSet/>
      <dgm:spPr/>
      <dgm:t>
        <a:bodyPr/>
        <a:lstStyle/>
        <a:p>
          <a:endParaRPr lang="en-US"/>
        </a:p>
      </dgm:t>
    </dgm:pt>
    <dgm:pt modelId="{CC91B601-0BF2-4EFC-9048-B09E85EBA8E6}" type="pres">
      <dgm:prSet presAssocID="{9CC95601-91F5-42B0-92CC-46EBE2AEEEC3}" presName="root" presStyleCnt="0">
        <dgm:presLayoutVars>
          <dgm:dir/>
          <dgm:resizeHandles val="exact"/>
        </dgm:presLayoutVars>
      </dgm:prSet>
      <dgm:spPr/>
    </dgm:pt>
    <dgm:pt modelId="{577EA78E-CF0C-4A2A-BCFA-EEC512674BBE}" type="pres">
      <dgm:prSet presAssocID="{9CC95601-91F5-42B0-92CC-46EBE2AEEEC3}" presName="container" presStyleCnt="0">
        <dgm:presLayoutVars>
          <dgm:dir/>
          <dgm:resizeHandles val="exact"/>
        </dgm:presLayoutVars>
      </dgm:prSet>
      <dgm:spPr/>
    </dgm:pt>
    <dgm:pt modelId="{F6AFBFCC-D0A6-4F6F-86F5-662936F4997E}" type="pres">
      <dgm:prSet presAssocID="{CFE2257A-4FDF-4BA6-9091-D43C6CCBACD8}" presName="compNode" presStyleCnt="0"/>
      <dgm:spPr/>
    </dgm:pt>
    <dgm:pt modelId="{60A9F6A2-71E9-435B-BD7C-9407B2AB9D84}" type="pres">
      <dgm:prSet presAssocID="{CFE2257A-4FDF-4BA6-9091-D43C6CCBACD8}" presName="iconBgRect" presStyleLbl="bgShp" presStyleIdx="0" presStyleCnt="4"/>
      <dgm:spPr/>
    </dgm:pt>
    <dgm:pt modelId="{158BBF98-D5EF-4D17-A1A4-5FC32C39DF89}" type="pres">
      <dgm:prSet presAssocID="{CFE2257A-4FDF-4BA6-9091-D43C6CCBACD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Ostrzeżenie"/>
        </a:ext>
      </dgm:extLst>
    </dgm:pt>
    <dgm:pt modelId="{58ADB6FE-7ECE-4902-A841-F2D1AF45B2A5}" type="pres">
      <dgm:prSet presAssocID="{CFE2257A-4FDF-4BA6-9091-D43C6CCBACD8}" presName="spaceRect" presStyleCnt="0"/>
      <dgm:spPr/>
    </dgm:pt>
    <dgm:pt modelId="{6D32A85B-3909-4350-9F7F-292017316F9A}" type="pres">
      <dgm:prSet presAssocID="{CFE2257A-4FDF-4BA6-9091-D43C6CCBACD8}" presName="textRect" presStyleLbl="revTx" presStyleIdx="0" presStyleCnt="4">
        <dgm:presLayoutVars>
          <dgm:chMax val="1"/>
          <dgm:chPref val="1"/>
        </dgm:presLayoutVars>
      </dgm:prSet>
      <dgm:spPr/>
    </dgm:pt>
    <dgm:pt modelId="{8C155DAA-6D2F-4B88-AE9A-F6D8192E8BF2}" type="pres">
      <dgm:prSet presAssocID="{CFDFB672-8D36-4154-9508-1C4C99BBBF0A}" presName="sibTrans" presStyleLbl="sibTrans2D1" presStyleIdx="0" presStyleCnt="0"/>
      <dgm:spPr/>
    </dgm:pt>
    <dgm:pt modelId="{9B965569-8B53-42E4-BF13-690CDAC3A363}" type="pres">
      <dgm:prSet presAssocID="{DF9A72E7-E601-4A94-9344-4C1077D0D04B}" presName="compNode" presStyleCnt="0"/>
      <dgm:spPr/>
    </dgm:pt>
    <dgm:pt modelId="{65B3022C-E973-460E-8CE0-E62BD8D9B64B}" type="pres">
      <dgm:prSet presAssocID="{DF9A72E7-E601-4A94-9344-4C1077D0D04B}" presName="iconBgRect" presStyleLbl="bgShp" presStyleIdx="1" presStyleCnt="4"/>
      <dgm:spPr/>
    </dgm:pt>
    <dgm:pt modelId="{E8343802-D20A-4E30-B968-2E0EA359B10F}" type="pres">
      <dgm:prSet presAssocID="{DF9A72E7-E601-4A94-9344-4C1077D0D04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ocial Network"/>
        </a:ext>
      </dgm:extLst>
    </dgm:pt>
    <dgm:pt modelId="{56E54311-6043-4085-BE19-9A5824834170}" type="pres">
      <dgm:prSet presAssocID="{DF9A72E7-E601-4A94-9344-4C1077D0D04B}" presName="spaceRect" presStyleCnt="0"/>
      <dgm:spPr/>
    </dgm:pt>
    <dgm:pt modelId="{E4342E9D-C754-41FB-B203-201CF3621B45}" type="pres">
      <dgm:prSet presAssocID="{DF9A72E7-E601-4A94-9344-4C1077D0D04B}" presName="textRect" presStyleLbl="revTx" presStyleIdx="1" presStyleCnt="4">
        <dgm:presLayoutVars>
          <dgm:chMax val="1"/>
          <dgm:chPref val="1"/>
        </dgm:presLayoutVars>
      </dgm:prSet>
      <dgm:spPr/>
    </dgm:pt>
    <dgm:pt modelId="{D46844CA-5795-4F50-AF5A-7BE67EB051F0}" type="pres">
      <dgm:prSet presAssocID="{23D294B7-F657-45D4-ABFB-88610F1030C8}" presName="sibTrans" presStyleLbl="sibTrans2D1" presStyleIdx="0" presStyleCnt="0"/>
      <dgm:spPr/>
    </dgm:pt>
    <dgm:pt modelId="{004A0984-F5F7-47FD-AFC6-8436EE218B1F}" type="pres">
      <dgm:prSet presAssocID="{9ECF0E67-89DC-4161-9178-084F122E42D3}" presName="compNode" presStyleCnt="0"/>
      <dgm:spPr/>
    </dgm:pt>
    <dgm:pt modelId="{A7D5F8B3-9DF1-47B3-B41F-0DCC5111FDE2}" type="pres">
      <dgm:prSet presAssocID="{9ECF0E67-89DC-4161-9178-084F122E42D3}" presName="iconBgRect" presStyleLbl="bgShp" presStyleIdx="2" presStyleCnt="4"/>
      <dgm:spPr/>
    </dgm:pt>
    <dgm:pt modelId="{2828A8AA-060B-4FFC-B14D-782C560BE5D3}" type="pres">
      <dgm:prSet presAssocID="{9ECF0E67-89DC-4161-9178-084F122E42D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adioaktywny"/>
        </a:ext>
      </dgm:extLst>
    </dgm:pt>
    <dgm:pt modelId="{0F1F8EE4-1690-4098-A7FC-5B1220293A4C}" type="pres">
      <dgm:prSet presAssocID="{9ECF0E67-89DC-4161-9178-084F122E42D3}" presName="spaceRect" presStyleCnt="0"/>
      <dgm:spPr/>
    </dgm:pt>
    <dgm:pt modelId="{CC74B548-E0FA-4E2B-A9DC-1027148029E5}" type="pres">
      <dgm:prSet presAssocID="{9ECF0E67-89DC-4161-9178-084F122E42D3}" presName="textRect" presStyleLbl="revTx" presStyleIdx="2" presStyleCnt="4">
        <dgm:presLayoutVars>
          <dgm:chMax val="1"/>
          <dgm:chPref val="1"/>
        </dgm:presLayoutVars>
      </dgm:prSet>
      <dgm:spPr/>
    </dgm:pt>
    <dgm:pt modelId="{FCCF4A2A-5E5C-4AB4-8311-904E1A8085E7}" type="pres">
      <dgm:prSet presAssocID="{157650DF-C493-4ADB-B059-DBC803700D26}" presName="sibTrans" presStyleLbl="sibTrans2D1" presStyleIdx="0" presStyleCnt="0"/>
      <dgm:spPr/>
    </dgm:pt>
    <dgm:pt modelId="{F68E3E85-26BA-4F49-93FE-E7669390CC97}" type="pres">
      <dgm:prSet presAssocID="{B8330D77-D497-4664-9571-4A8CD884B7A6}" presName="compNode" presStyleCnt="0"/>
      <dgm:spPr/>
    </dgm:pt>
    <dgm:pt modelId="{0F75DBE3-3223-4428-8AD3-8A5A802B4E29}" type="pres">
      <dgm:prSet presAssocID="{B8330D77-D497-4664-9571-4A8CD884B7A6}" presName="iconBgRect" presStyleLbl="bgShp" presStyleIdx="3" presStyleCnt="4"/>
      <dgm:spPr/>
    </dgm:pt>
    <dgm:pt modelId="{ADDDA720-42FB-4F90-8888-81323C69883B}" type="pres">
      <dgm:prSet presAssocID="{B8330D77-D497-4664-9571-4A8CD884B7A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ołączenia"/>
        </a:ext>
      </dgm:extLst>
    </dgm:pt>
    <dgm:pt modelId="{CAFCA3D8-0B69-4C6B-8050-464E9DB22389}" type="pres">
      <dgm:prSet presAssocID="{B8330D77-D497-4664-9571-4A8CD884B7A6}" presName="spaceRect" presStyleCnt="0"/>
      <dgm:spPr/>
    </dgm:pt>
    <dgm:pt modelId="{A4266F4D-501D-4AD1-9003-4543B0F18679}" type="pres">
      <dgm:prSet presAssocID="{B8330D77-D497-4664-9571-4A8CD884B7A6}" presName="textRect" presStyleLbl="revTx" presStyleIdx="3" presStyleCnt="4">
        <dgm:presLayoutVars>
          <dgm:chMax val="1"/>
          <dgm:chPref val="1"/>
        </dgm:presLayoutVars>
      </dgm:prSet>
      <dgm:spPr/>
    </dgm:pt>
  </dgm:ptLst>
  <dgm:cxnLst>
    <dgm:cxn modelId="{94367A00-09F2-4D42-9EB9-6F3B5036293E}" srcId="{9CC95601-91F5-42B0-92CC-46EBE2AEEEC3}" destId="{CFE2257A-4FDF-4BA6-9091-D43C6CCBACD8}" srcOrd="0" destOrd="0" parTransId="{B9124D44-0A69-432A-BA4E-E60554AE8B60}" sibTransId="{CFDFB672-8D36-4154-9508-1C4C99BBBF0A}"/>
    <dgm:cxn modelId="{86F9BF00-1994-4FE8-9A30-E5032B975315}" type="presOf" srcId="{DF9A72E7-E601-4A94-9344-4C1077D0D04B}" destId="{E4342E9D-C754-41FB-B203-201CF3621B45}" srcOrd="0" destOrd="0" presId="urn:microsoft.com/office/officeart/2018/2/layout/IconCircleList"/>
    <dgm:cxn modelId="{83A19441-A8AF-4E6F-8A58-35A616FC79BB}" type="presOf" srcId="{9CC95601-91F5-42B0-92CC-46EBE2AEEEC3}" destId="{CC91B601-0BF2-4EFC-9048-B09E85EBA8E6}" srcOrd="0" destOrd="0" presId="urn:microsoft.com/office/officeart/2018/2/layout/IconCircleList"/>
    <dgm:cxn modelId="{CFA9F765-6F3C-491F-A7E7-4CFF413795E7}" type="presOf" srcId="{157650DF-C493-4ADB-B059-DBC803700D26}" destId="{FCCF4A2A-5E5C-4AB4-8311-904E1A8085E7}" srcOrd="0" destOrd="0" presId="urn:microsoft.com/office/officeart/2018/2/layout/IconCircleList"/>
    <dgm:cxn modelId="{0CC4A166-CE7F-4806-85CB-19F4DDDA34C2}" srcId="{9CC95601-91F5-42B0-92CC-46EBE2AEEEC3}" destId="{9ECF0E67-89DC-4161-9178-084F122E42D3}" srcOrd="2" destOrd="0" parTransId="{B7765551-9854-44F4-8A14-27CE25D28F91}" sibTransId="{157650DF-C493-4ADB-B059-DBC803700D26}"/>
    <dgm:cxn modelId="{B96EE85A-244B-43F1-9404-A07A9BFF2135}" type="presOf" srcId="{9ECF0E67-89DC-4161-9178-084F122E42D3}" destId="{CC74B548-E0FA-4E2B-A9DC-1027148029E5}" srcOrd="0" destOrd="0" presId="urn:microsoft.com/office/officeart/2018/2/layout/IconCircleList"/>
    <dgm:cxn modelId="{B8FAE089-FA9C-4139-8AAC-FA54498269D0}" srcId="{9CC95601-91F5-42B0-92CC-46EBE2AEEEC3}" destId="{DF9A72E7-E601-4A94-9344-4C1077D0D04B}" srcOrd="1" destOrd="0" parTransId="{FB7DA01C-3CC2-4616-906A-257319156A5C}" sibTransId="{23D294B7-F657-45D4-ABFB-88610F1030C8}"/>
    <dgm:cxn modelId="{18E9A093-7BF1-420F-B5D2-E03A481CFDA9}" type="presOf" srcId="{23D294B7-F657-45D4-ABFB-88610F1030C8}" destId="{D46844CA-5795-4F50-AF5A-7BE67EB051F0}" srcOrd="0" destOrd="0" presId="urn:microsoft.com/office/officeart/2018/2/layout/IconCircleList"/>
    <dgm:cxn modelId="{BE444D9E-BB6D-4486-8C78-C7363C07D71F}" type="presOf" srcId="{CFDFB672-8D36-4154-9508-1C4C99BBBF0A}" destId="{8C155DAA-6D2F-4B88-AE9A-F6D8192E8BF2}" srcOrd="0" destOrd="0" presId="urn:microsoft.com/office/officeart/2018/2/layout/IconCircleList"/>
    <dgm:cxn modelId="{A97505AE-73C4-464E-A9DE-D2A754B05DC4}" srcId="{9CC95601-91F5-42B0-92CC-46EBE2AEEEC3}" destId="{B8330D77-D497-4664-9571-4A8CD884B7A6}" srcOrd="3" destOrd="0" parTransId="{7DA812B2-F9D8-4A56-B24B-A440ADA6B345}" sibTransId="{79730645-B752-452C-BADF-1288967392D4}"/>
    <dgm:cxn modelId="{6092FBB6-6AD3-4691-A793-85DADDC6B410}" type="presOf" srcId="{B8330D77-D497-4664-9571-4A8CD884B7A6}" destId="{A4266F4D-501D-4AD1-9003-4543B0F18679}" srcOrd="0" destOrd="0" presId="urn:microsoft.com/office/officeart/2018/2/layout/IconCircleList"/>
    <dgm:cxn modelId="{852EE1BB-19A8-4292-906B-D1D806D88CF7}" type="presOf" srcId="{CFE2257A-4FDF-4BA6-9091-D43C6CCBACD8}" destId="{6D32A85B-3909-4350-9F7F-292017316F9A}" srcOrd="0" destOrd="0" presId="urn:microsoft.com/office/officeart/2018/2/layout/IconCircleList"/>
    <dgm:cxn modelId="{A91D602B-F7F4-4260-86DA-64FD8FFB4D29}" type="presParOf" srcId="{CC91B601-0BF2-4EFC-9048-B09E85EBA8E6}" destId="{577EA78E-CF0C-4A2A-BCFA-EEC512674BBE}" srcOrd="0" destOrd="0" presId="urn:microsoft.com/office/officeart/2018/2/layout/IconCircleList"/>
    <dgm:cxn modelId="{C6404E4E-8495-43AF-A016-1632217D029D}" type="presParOf" srcId="{577EA78E-CF0C-4A2A-BCFA-EEC512674BBE}" destId="{F6AFBFCC-D0A6-4F6F-86F5-662936F4997E}" srcOrd="0" destOrd="0" presId="urn:microsoft.com/office/officeart/2018/2/layout/IconCircleList"/>
    <dgm:cxn modelId="{B459603D-AE30-4232-99A2-11322B9C0BD1}" type="presParOf" srcId="{F6AFBFCC-D0A6-4F6F-86F5-662936F4997E}" destId="{60A9F6A2-71E9-435B-BD7C-9407B2AB9D84}" srcOrd="0" destOrd="0" presId="urn:microsoft.com/office/officeart/2018/2/layout/IconCircleList"/>
    <dgm:cxn modelId="{A1B48739-5FF5-4AE2-9BBC-B834750B23B9}" type="presParOf" srcId="{F6AFBFCC-D0A6-4F6F-86F5-662936F4997E}" destId="{158BBF98-D5EF-4D17-A1A4-5FC32C39DF89}" srcOrd="1" destOrd="0" presId="urn:microsoft.com/office/officeart/2018/2/layout/IconCircleList"/>
    <dgm:cxn modelId="{5AFB41CA-30CE-4911-90AD-3C3211F837EC}" type="presParOf" srcId="{F6AFBFCC-D0A6-4F6F-86F5-662936F4997E}" destId="{58ADB6FE-7ECE-4902-A841-F2D1AF45B2A5}" srcOrd="2" destOrd="0" presId="urn:microsoft.com/office/officeart/2018/2/layout/IconCircleList"/>
    <dgm:cxn modelId="{7F24F7DB-8DE0-42F4-8934-A9AA5E5D0AC0}" type="presParOf" srcId="{F6AFBFCC-D0A6-4F6F-86F5-662936F4997E}" destId="{6D32A85B-3909-4350-9F7F-292017316F9A}" srcOrd="3" destOrd="0" presId="urn:microsoft.com/office/officeart/2018/2/layout/IconCircleList"/>
    <dgm:cxn modelId="{E5AC4464-2C90-43F7-ADAD-C0CC12A90B58}" type="presParOf" srcId="{577EA78E-CF0C-4A2A-BCFA-EEC512674BBE}" destId="{8C155DAA-6D2F-4B88-AE9A-F6D8192E8BF2}" srcOrd="1" destOrd="0" presId="urn:microsoft.com/office/officeart/2018/2/layout/IconCircleList"/>
    <dgm:cxn modelId="{17D5CDDA-75AD-4A82-A260-05A496FA6BD6}" type="presParOf" srcId="{577EA78E-CF0C-4A2A-BCFA-EEC512674BBE}" destId="{9B965569-8B53-42E4-BF13-690CDAC3A363}" srcOrd="2" destOrd="0" presId="urn:microsoft.com/office/officeart/2018/2/layout/IconCircleList"/>
    <dgm:cxn modelId="{96F59B8A-2E8B-41B5-AE35-CDA1F36529A2}" type="presParOf" srcId="{9B965569-8B53-42E4-BF13-690CDAC3A363}" destId="{65B3022C-E973-460E-8CE0-E62BD8D9B64B}" srcOrd="0" destOrd="0" presId="urn:microsoft.com/office/officeart/2018/2/layout/IconCircleList"/>
    <dgm:cxn modelId="{B910B442-17A4-4AB1-8220-9FEE206D2CAA}" type="presParOf" srcId="{9B965569-8B53-42E4-BF13-690CDAC3A363}" destId="{E8343802-D20A-4E30-B968-2E0EA359B10F}" srcOrd="1" destOrd="0" presId="urn:microsoft.com/office/officeart/2018/2/layout/IconCircleList"/>
    <dgm:cxn modelId="{5660D2F4-D777-46C9-9FBC-5E57FC96653F}" type="presParOf" srcId="{9B965569-8B53-42E4-BF13-690CDAC3A363}" destId="{56E54311-6043-4085-BE19-9A5824834170}" srcOrd="2" destOrd="0" presId="urn:microsoft.com/office/officeart/2018/2/layout/IconCircleList"/>
    <dgm:cxn modelId="{D4CD15B9-CDC7-4C89-AD76-853E7C59B456}" type="presParOf" srcId="{9B965569-8B53-42E4-BF13-690CDAC3A363}" destId="{E4342E9D-C754-41FB-B203-201CF3621B45}" srcOrd="3" destOrd="0" presId="urn:microsoft.com/office/officeart/2018/2/layout/IconCircleList"/>
    <dgm:cxn modelId="{92BE004E-7F88-4ED4-A4BB-00FDF6526B07}" type="presParOf" srcId="{577EA78E-CF0C-4A2A-BCFA-EEC512674BBE}" destId="{D46844CA-5795-4F50-AF5A-7BE67EB051F0}" srcOrd="3" destOrd="0" presId="urn:microsoft.com/office/officeart/2018/2/layout/IconCircleList"/>
    <dgm:cxn modelId="{DF1CBFA0-0D3C-4B83-B5B5-EDEEA8ACA897}" type="presParOf" srcId="{577EA78E-CF0C-4A2A-BCFA-EEC512674BBE}" destId="{004A0984-F5F7-47FD-AFC6-8436EE218B1F}" srcOrd="4" destOrd="0" presId="urn:microsoft.com/office/officeart/2018/2/layout/IconCircleList"/>
    <dgm:cxn modelId="{4A74885D-868E-4B53-8169-C57B23A9B31A}" type="presParOf" srcId="{004A0984-F5F7-47FD-AFC6-8436EE218B1F}" destId="{A7D5F8B3-9DF1-47B3-B41F-0DCC5111FDE2}" srcOrd="0" destOrd="0" presId="urn:microsoft.com/office/officeart/2018/2/layout/IconCircleList"/>
    <dgm:cxn modelId="{96FF39AD-3E4C-4DB4-B670-9EA4DFB9D836}" type="presParOf" srcId="{004A0984-F5F7-47FD-AFC6-8436EE218B1F}" destId="{2828A8AA-060B-4FFC-B14D-782C560BE5D3}" srcOrd="1" destOrd="0" presId="urn:microsoft.com/office/officeart/2018/2/layout/IconCircleList"/>
    <dgm:cxn modelId="{55695E3C-3857-4E28-A419-AEF3EB3054BD}" type="presParOf" srcId="{004A0984-F5F7-47FD-AFC6-8436EE218B1F}" destId="{0F1F8EE4-1690-4098-A7FC-5B1220293A4C}" srcOrd="2" destOrd="0" presId="urn:microsoft.com/office/officeart/2018/2/layout/IconCircleList"/>
    <dgm:cxn modelId="{8679D1A3-13B9-498C-A6C3-FC678EB6507E}" type="presParOf" srcId="{004A0984-F5F7-47FD-AFC6-8436EE218B1F}" destId="{CC74B548-E0FA-4E2B-A9DC-1027148029E5}" srcOrd="3" destOrd="0" presId="urn:microsoft.com/office/officeart/2018/2/layout/IconCircleList"/>
    <dgm:cxn modelId="{0EA90602-4817-4877-B841-21A67D39444B}" type="presParOf" srcId="{577EA78E-CF0C-4A2A-BCFA-EEC512674BBE}" destId="{FCCF4A2A-5E5C-4AB4-8311-904E1A8085E7}" srcOrd="5" destOrd="0" presId="urn:microsoft.com/office/officeart/2018/2/layout/IconCircleList"/>
    <dgm:cxn modelId="{8CCC41B5-613C-4FBC-9C68-58309A79B382}" type="presParOf" srcId="{577EA78E-CF0C-4A2A-BCFA-EEC512674BBE}" destId="{F68E3E85-26BA-4F49-93FE-E7669390CC97}" srcOrd="6" destOrd="0" presId="urn:microsoft.com/office/officeart/2018/2/layout/IconCircleList"/>
    <dgm:cxn modelId="{64E44CE6-2E6B-4582-A8C3-F963B36BA3FA}" type="presParOf" srcId="{F68E3E85-26BA-4F49-93FE-E7669390CC97}" destId="{0F75DBE3-3223-4428-8AD3-8A5A802B4E29}" srcOrd="0" destOrd="0" presId="urn:microsoft.com/office/officeart/2018/2/layout/IconCircleList"/>
    <dgm:cxn modelId="{E68B3F0F-F306-4877-9867-8A867B3436E8}" type="presParOf" srcId="{F68E3E85-26BA-4F49-93FE-E7669390CC97}" destId="{ADDDA720-42FB-4F90-8888-81323C69883B}" srcOrd="1" destOrd="0" presId="urn:microsoft.com/office/officeart/2018/2/layout/IconCircleList"/>
    <dgm:cxn modelId="{26B03059-3F15-4CB5-AB56-81E3A078A5A9}" type="presParOf" srcId="{F68E3E85-26BA-4F49-93FE-E7669390CC97}" destId="{CAFCA3D8-0B69-4C6B-8050-464E9DB22389}" srcOrd="2" destOrd="0" presId="urn:microsoft.com/office/officeart/2018/2/layout/IconCircleList"/>
    <dgm:cxn modelId="{DFFB658E-DF2D-4F52-9008-6D819E203CF5}" type="presParOf" srcId="{F68E3E85-26BA-4F49-93FE-E7669390CC97}" destId="{A4266F4D-501D-4AD1-9003-4543B0F18679}"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50B201A-73CA-4D96-8274-D31F3CBF33DD}"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0EDA628E-BD4C-40CF-9DC6-511F62B2B415}">
      <dgm:prSet/>
      <dgm:spPr/>
      <dgm:t>
        <a:bodyPr/>
        <a:lstStyle/>
        <a:p>
          <a:r>
            <a:rPr lang="pl-PL"/>
            <a:t>Kultura ryzyka oznacza:</a:t>
          </a:r>
          <a:endParaRPr lang="en-US"/>
        </a:p>
      </dgm:t>
    </dgm:pt>
    <dgm:pt modelId="{3906B36F-7E27-4B3D-96F5-018FF72B5393}" type="parTrans" cxnId="{1E93B2AA-7378-48F0-8051-525E3CF81F05}">
      <dgm:prSet/>
      <dgm:spPr/>
      <dgm:t>
        <a:bodyPr/>
        <a:lstStyle/>
        <a:p>
          <a:endParaRPr lang="en-US"/>
        </a:p>
      </dgm:t>
    </dgm:pt>
    <dgm:pt modelId="{3E68EB06-C04C-431E-B472-CD374AF4C642}" type="sibTrans" cxnId="{1E93B2AA-7378-48F0-8051-525E3CF81F05}">
      <dgm:prSet/>
      <dgm:spPr/>
      <dgm:t>
        <a:bodyPr/>
        <a:lstStyle/>
        <a:p>
          <a:endParaRPr lang="en-US"/>
        </a:p>
      </dgm:t>
    </dgm:pt>
    <dgm:pt modelId="{02E21A89-B907-4A3C-967D-58EB3B735F6C}">
      <dgm:prSet/>
      <dgm:spPr/>
      <dgm:t>
        <a:bodyPr/>
        <a:lstStyle/>
        <a:p>
          <a:r>
            <a:rPr lang="pl-PL"/>
            <a:t>otwartość na zgłaszanie problemów </a:t>
          </a:r>
          <a:endParaRPr lang="en-US"/>
        </a:p>
      </dgm:t>
    </dgm:pt>
    <dgm:pt modelId="{052D21BD-1A40-4C23-BFA3-5E5DC94895CD}" type="parTrans" cxnId="{72D7A9FC-B9ED-4B99-AD4C-5840EE5E73D6}">
      <dgm:prSet/>
      <dgm:spPr/>
      <dgm:t>
        <a:bodyPr/>
        <a:lstStyle/>
        <a:p>
          <a:endParaRPr lang="en-US"/>
        </a:p>
      </dgm:t>
    </dgm:pt>
    <dgm:pt modelId="{C3E4A1E8-68AB-41E9-A43F-B55CBBC28AB8}" type="sibTrans" cxnId="{72D7A9FC-B9ED-4B99-AD4C-5840EE5E73D6}">
      <dgm:prSet/>
      <dgm:spPr/>
      <dgm:t>
        <a:bodyPr/>
        <a:lstStyle/>
        <a:p>
          <a:endParaRPr lang="en-US"/>
        </a:p>
      </dgm:t>
    </dgm:pt>
    <dgm:pt modelId="{54DF0037-EB73-4D42-B4C7-6584E8576321}">
      <dgm:prSet/>
      <dgm:spPr/>
      <dgm:t>
        <a:bodyPr/>
        <a:lstStyle/>
        <a:p>
          <a:r>
            <a:rPr lang="pl-PL"/>
            <a:t>brak karania za identyfikację ryzyka </a:t>
          </a:r>
          <a:endParaRPr lang="en-US"/>
        </a:p>
      </dgm:t>
    </dgm:pt>
    <dgm:pt modelId="{C9A94972-C625-4A9A-A1CB-1FA0AFD57C3A}" type="parTrans" cxnId="{83B8E861-5AEA-4719-B007-CBDB9620C5F6}">
      <dgm:prSet/>
      <dgm:spPr/>
      <dgm:t>
        <a:bodyPr/>
        <a:lstStyle/>
        <a:p>
          <a:endParaRPr lang="en-US"/>
        </a:p>
      </dgm:t>
    </dgm:pt>
    <dgm:pt modelId="{05EBD073-B614-4240-AC87-5DD9354BA43E}" type="sibTrans" cxnId="{83B8E861-5AEA-4719-B007-CBDB9620C5F6}">
      <dgm:prSet/>
      <dgm:spPr/>
      <dgm:t>
        <a:bodyPr/>
        <a:lstStyle/>
        <a:p>
          <a:endParaRPr lang="en-US"/>
        </a:p>
      </dgm:t>
    </dgm:pt>
    <dgm:pt modelId="{B9202E5E-63F1-4742-BF04-C04893616715}">
      <dgm:prSet/>
      <dgm:spPr/>
      <dgm:t>
        <a:bodyPr/>
        <a:lstStyle/>
        <a:p>
          <a:r>
            <a:rPr lang="pl-PL"/>
            <a:t>wspólna odpowiedzialność zespołu </a:t>
          </a:r>
          <a:endParaRPr lang="en-US"/>
        </a:p>
      </dgm:t>
    </dgm:pt>
    <dgm:pt modelId="{F2751206-7D3F-448F-91F4-783D61BA05BA}" type="parTrans" cxnId="{76576FF6-54B0-4B8F-AE36-EF84D2C32D3E}">
      <dgm:prSet/>
      <dgm:spPr/>
      <dgm:t>
        <a:bodyPr/>
        <a:lstStyle/>
        <a:p>
          <a:endParaRPr lang="en-US"/>
        </a:p>
      </dgm:t>
    </dgm:pt>
    <dgm:pt modelId="{5096413C-6B45-46E9-A449-5D63FB659B4C}" type="sibTrans" cxnId="{76576FF6-54B0-4B8F-AE36-EF84D2C32D3E}">
      <dgm:prSet/>
      <dgm:spPr/>
      <dgm:t>
        <a:bodyPr/>
        <a:lstStyle/>
        <a:p>
          <a:endParaRPr lang="en-US"/>
        </a:p>
      </dgm:t>
    </dgm:pt>
    <dgm:pt modelId="{83155724-AA1A-4CFC-8696-09522EE2A844}">
      <dgm:prSet/>
      <dgm:spPr/>
      <dgm:t>
        <a:bodyPr/>
        <a:lstStyle/>
        <a:p>
          <a:r>
            <a:rPr lang="pl-PL"/>
            <a:t>ciągłe uczenie się na błędach</a:t>
          </a:r>
          <a:endParaRPr lang="en-US"/>
        </a:p>
      </dgm:t>
    </dgm:pt>
    <dgm:pt modelId="{EF190525-1C2E-42DC-909D-883A996AE353}" type="parTrans" cxnId="{FF70ADC1-FD6C-4E75-B60D-6E025BFA31D6}">
      <dgm:prSet/>
      <dgm:spPr/>
      <dgm:t>
        <a:bodyPr/>
        <a:lstStyle/>
        <a:p>
          <a:endParaRPr lang="en-US"/>
        </a:p>
      </dgm:t>
    </dgm:pt>
    <dgm:pt modelId="{8519B54B-9F2F-4316-BD16-28707EC2A936}" type="sibTrans" cxnId="{FF70ADC1-FD6C-4E75-B60D-6E025BFA31D6}">
      <dgm:prSet/>
      <dgm:spPr/>
      <dgm:t>
        <a:bodyPr/>
        <a:lstStyle/>
        <a:p>
          <a:endParaRPr lang="en-US"/>
        </a:p>
      </dgm:t>
    </dgm:pt>
    <dgm:pt modelId="{97EBB5F7-7299-435B-A784-C7E6861E0D14}" type="pres">
      <dgm:prSet presAssocID="{F50B201A-73CA-4D96-8274-D31F3CBF33DD}" presName="vert0" presStyleCnt="0">
        <dgm:presLayoutVars>
          <dgm:dir/>
          <dgm:animOne val="branch"/>
          <dgm:animLvl val="lvl"/>
        </dgm:presLayoutVars>
      </dgm:prSet>
      <dgm:spPr/>
    </dgm:pt>
    <dgm:pt modelId="{8DA78F04-908C-4F58-B465-9C95A90C920D}" type="pres">
      <dgm:prSet presAssocID="{0EDA628E-BD4C-40CF-9DC6-511F62B2B415}" presName="thickLine" presStyleLbl="alignNode1" presStyleIdx="0" presStyleCnt="5"/>
      <dgm:spPr/>
    </dgm:pt>
    <dgm:pt modelId="{E5FE978E-C607-445D-97FB-DA51A8EF865F}" type="pres">
      <dgm:prSet presAssocID="{0EDA628E-BD4C-40CF-9DC6-511F62B2B415}" presName="horz1" presStyleCnt="0"/>
      <dgm:spPr/>
    </dgm:pt>
    <dgm:pt modelId="{E053DD47-7066-4940-BD11-894AE69B418D}" type="pres">
      <dgm:prSet presAssocID="{0EDA628E-BD4C-40CF-9DC6-511F62B2B415}" presName="tx1" presStyleLbl="revTx" presStyleIdx="0" presStyleCnt="5"/>
      <dgm:spPr/>
    </dgm:pt>
    <dgm:pt modelId="{25BE9102-B94E-40C9-BFDC-5AE2F7310554}" type="pres">
      <dgm:prSet presAssocID="{0EDA628E-BD4C-40CF-9DC6-511F62B2B415}" presName="vert1" presStyleCnt="0"/>
      <dgm:spPr/>
    </dgm:pt>
    <dgm:pt modelId="{1F650ED5-90CE-4D28-8DC5-8D382820DB4D}" type="pres">
      <dgm:prSet presAssocID="{02E21A89-B907-4A3C-967D-58EB3B735F6C}" presName="thickLine" presStyleLbl="alignNode1" presStyleIdx="1" presStyleCnt="5"/>
      <dgm:spPr/>
    </dgm:pt>
    <dgm:pt modelId="{40B2D880-BBB1-49B6-AEFF-816995ECDD37}" type="pres">
      <dgm:prSet presAssocID="{02E21A89-B907-4A3C-967D-58EB3B735F6C}" presName="horz1" presStyleCnt="0"/>
      <dgm:spPr/>
    </dgm:pt>
    <dgm:pt modelId="{A2303703-2C06-4A10-A35A-338BDC9B3BEA}" type="pres">
      <dgm:prSet presAssocID="{02E21A89-B907-4A3C-967D-58EB3B735F6C}" presName="tx1" presStyleLbl="revTx" presStyleIdx="1" presStyleCnt="5"/>
      <dgm:spPr/>
    </dgm:pt>
    <dgm:pt modelId="{302D47E7-3173-4C48-AE85-A501F84CCAD5}" type="pres">
      <dgm:prSet presAssocID="{02E21A89-B907-4A3C-967D-58EB3B735F6C}" presName="vert1" presStyleCnt="0"/>
      <dgm:spPr/>
    </dgm:pt>
    <dgm:pt modelId="{AB8FC0B0-2C6F-484A-BF04-B1F0993B35F2}" type="pres">
      <dgm:prSet presAssocID="{54DF0037-EB73-4D42-B4C7-6584E8576321}" presName="thickLine" presStyleLbl="alignNode1" presStyleIdx="2" presStyleCnt="5"/>
      <dgm:spPr/>
    </dgm:pt>
    <dgm:pt modelId="{C12D2655-FC57-4C71-81E9-D9006414079D}" type="pres">
      <dgm:prSet presAssocID="{54DF0037-EB73-4D42-B4C7-6584E8576321}" presName="horz1" presStyleCnt="0"/>
      <dgm:spPr/>
    </dgm:pt>
    <dgm:pt modelId="{8795529E-4556-4EA7-A22B-F965B8D7C098}" type="pres">
      <dgm:prSet presAssocID="{54DF0037-EB73-4D42-B4C7-6584E8576321}" presName="tx1" presStyleLbl="revTx" presStyleIdx="2" presStyleCnt="5"/>
      <dgm:spPr/>
    </dgm:pt>
    <dgm:pt modelId="{80EFF798-8124-4AED-92B1-5526B8A88479}" type="pres">
      <dgm:prSet presAssocID="{54DF0037-EB73-4D42-B4C7-6584E8576321}" presName="vert1" presStyleCnt="0"/>
      <dgm:spPr/>
    </dgm:pt>
    <dgm:pt modelId="{62840ED7-B655-4931-81A7-5CE09E058DF0}" type="pres">
      <dgm:prSet presAssocID="{B9202E5E-63F1-4742-BF04-C04893616715}" presName="thickLine" presStyleLbl="alignNode1" presStyleIdx="3" presStyleCnt="5"/>
      <dgm:spPr/>
    </dgm:pt>
    <dgm:pt modelId="{3BD8C6F6-47AF-4514-9FDB-8541E1850020}" type="pres">
      <dgm:prSet presAssocID="{B9202E5E-63F1-4742-BF04-C04893616715}" presName="horz1" presStyleCnt="0"/>
      <dgm:spPr/>
    </dgm:pt>
    <dgm:pt modelId="{85E48CCE-0F12-416D-8446-F90A66FE1BEB}" type="pres">
      <dgm:prSet presAssocID="{B9202E5E-63F1-4742-BF04-C04893616715}" presName="tx1" presStyleLbl="revTx" presStyleIdx="3" presStyleCnt="5"/>
      <dgm:spPr/>
    </dgm:pt>
    <dgm:pt modelId="{51CE1374-B582-44F8-AAC3-E0ACACCF14C1}" type="pres">
      <dgm:prSet presAssocID="{B9202E5E-63F1-4742-BF04-C04893616715}" presName="vert1" presStyleCnt="0"/>
      <dgm:spPr/>
    </dgm:pt>
    <dgm:pt modelId="{B0760D80-ADFD-49FE-9857-72365C3F5A7A}" type="pres">
      <dgm:prSet presAssocID="{83155724-AA1A-4CFC-8696-09522EE2A844}" presName="thickLine" presStyleLbl="alignNode1" presStyleIdx="4" presStyleCnt="5"/>
      <dgm:spPr/>
    </dgm:pt>
    <dgm:pt modelId="{539A5CFC-59BD-46FF-B688-CBCB1B41D120}" type="pres">
      <dgm:prSet presAssocID="{83155724-AA1A-4CFC-8696-09522EE2A844}" presName="horz1" presStyleCnt="0"/>
      <dgm:spPr/>
    </dgm:pt>
    <dgm:pt modelId="{C2718EA4-99F6-4C3E-9D8E-F92CE6BF4AF2}" type="pres">
      <dgm:prSet presAssocID="{83155724-AA1A-4CFC-8696-09522EE2A844}" presName="tx1" presStyleLbl="revTx" presStyleIdx="4" presStyleCnt="5"/>
      <dgm:spPr/>
    </dgm:pt>
    <dgm:pt modelId="{058FE33C-BE21-4CDA-B776-14B459ADE790}" type="pres">
      <dgm:prSet presAssocID="{83155724-AA1A-4CFC-8696-09522EE2A844}" presName="vert1" presStyleCnt="0"/>
      <dgm:spPr/>
    </dgm:pt>
  </dgm:ptLst>
  <dgm:cxnLst>
    <dgm:cxn modelId="{90FE5A1F-98F7-4538-9ED5-D19BCD8B00E2}" type="presOf" srcId="{B9202E5E-63F1-4742-BF04-C04893616715}" destId="{85E48CCE-0F12-416D-8446-F90A66FE1BEB}" srcOrd="0" destOrd="0" presId="urn:microsoft.com/office/officeart/2008/layout/LinedList"/>
    <dgm:cxn modelId="{83B8E861-5AEA-4719-B007-CBDB9620C5F6}" srcId="{F50B201A-73CA-4D96-8274-D31F3CBF33DD}" destId="{54DF0037-EB73-4D42-B4C7-6584E8576321}" srcOrd="2" destOrd="0" parTransId="{C9A94972-C625-4A9A-A1CB-1FA0AFD57C3A}" sibTransId="{05EBD073-B614-4240-AC87-5DD9354BA43E}"/>
    <dgm:cxn modelId="{79B6BA6D-1F7E-4634-868C-5DDDE20908BF}" type="presOf" srcId="{F50B201A-73CA-4D96-8274-D31F3CBF33DD}" destId="{97EBB5F7-7299-435B-A784-C7E6861E0D14}" srcOrd="0" destOrd="0" presId="urn:microsoft.com/office/officeart/2008/layout/LinedList"/>
    <dgm:cxn modelId="{01DFA586-BF13-400E-B2BE-7EE11972B3CC}" type="presOf" srcId="{02E21A89-B907-4A3C-967D-58EB3B735F6C}" destId="{A2303703-2C06-4A10-A35A-338BDC9B3BEA}" srcOrd="0" destOrd="0" presId="urn:microsoft.com/office/officeart/2008/layout/LinedList"/>
    <dgm:cxn modelId="{1E93B2AA-7378-48F0-8051-525E3CF81F05}" srcId="{F50B201A-73CA-4D96-8274-D31F3CBF33DD}" destId="{0EDA628E-BD4C-40CF-9DC6-511F62B2B415}" srcOrd="0" destOrd="0" parTransId="{3906B36F-7E27-4B3D-96F5-018FF72B5393}" sibTransId="{3E68EB06-C04C-431E-B472-CD374AF4C642}"/>
    <dgm:cxn modelId="{71A0B5B1-4304-4490-B745-CF942DA257B3}" type="presOf" srcId="{83155724-AA1A-4CFC-8696-09522EE2A844}" destId="{C2718EA4-99F6-4C3E-9D8E-F92CE6BF4AF2}" srcOrd="0" destOrd="0" presId="urn:microsoft.com/office/officeart/2008/layout/LinedList"/>
    <dgm:cxn modelId="{A0C7D4BD-C965-4F0A-A208-338012DBED37}" type="presOf" srcId="{54DF0037-EB73-4D42-B4C7-6584E8576321}" destId="{8795529E-4556-4EA7-A22B-F965B8D7C098}" srcOrd="0" destOrd="0" presId="urn:microsoft.com/office/officeart/2008/layout/LinedList"/>
    <dgm:cxn modelId="{FF70ADC1-FD6C-4E75-B60D-6E025BFA31D6}" srcId="{F50B201A-73CA-4D96-8274-D31F3CBF33DD}" destId="{83155724-AA1A-4CFC-8696-09522EE2A844}" srcOrd="4" destOrd="0" parTransId="{EF190525-1C2E-42DC-909D-883A996AE353}" sibTransId="{8519B54B-9F2F-4316-BD16-28707EC2A936}"/>
    <dgm:cxn modelId="{CE882CEC-AEEE-4331-AEC2-A3A773A2255D}" type="presOf" srcId="{0EDA628E-BD4C-40CF-9DC6-511F62B2B415}" destId="{E053DD47-7066-4940-BD11-894AE69B418D}" srcOrd="0" destOrd="0" presId="urn:microsoft.com/office/officeart/2008/layout/LinedList"/>
    <dgm:cxn modelId="{76576FF6-54B0-4B8F-AE36-EF84D2C32D3E}" srcId="{F50B201A-73CA-4D96-8274-D31F3CBF33DD}" destId="{B9202E5E-63F1-4742-BF04-C04893616715}" srcOrd="3" destOrd="0" parTransId="{F2751206-7D3F-448F-91F4-783D61BA05BA}" sibTransId="{5096413C-6B45-46E9-A449-5D63FB659B4C}"/>
    <dgm:cxn modelId="{72D7A9FC-B9ED-4B99-AD4C-5840EE5E73D6}" srcId="{F50B201A-73CA-4D96-8274-D31F3CBF33DD}" destId="{02E21A89-B907-4A3C-967D-58EB3B735F6C}" srcOrd="1" destOrd="0" parTransId="{052D21BD-1A40-4C23-BFA3-5E5DC94895CD}" sibTransId="{C3E4A1E8-68AB-41E9-A43F-B55CBBC28AB8}"/>
    <dgm:cxn modelId="{FEFBD6D5-4395-48B7-ABE1-D00D9A1469B6}" type="presParOf" srcId="{97EBB5F7-7299-435B-A784-C7E6861E0D14}" destId="{8DA78F04-908C-4F58-B465-9C95A90C920D}" srcOrd="0" destOrd="0" presId="urn:microsoft.com/office/officeart/2008/layout/LinedList"/>
    <dgm:cxn modelId="{3BDBD636-23A8-475B-AE97-B472E471DED1}" type="presParOf" srcId="{97EBB5F7-7299-435B-A784-C7E6861E0D14}" destId="{E5FE978E-C607-445D-97FB-DA51A8EF865F}" srcOrd="1" destOrd="0" presId="urn:microsoft.com/office/officeart/2008/layout/LinedList"/>
    <dgm:cxn modelId="{5C3EF015-25DD-4F44-A849-8BAA1AC180C4}" type="presParOf" srcId="{E5FE978E-C607-445D-97FB-DA51A8EF865F}" destId="{E053DD47-7066-4940-BD11-894AE69B418D}" srcOrd="0" destOrd="0" presId="urn:microsoft.com/office/officeart/2008/layout/LinedList"/>
    <dgm:cxn modelId="{CA35B7B1-8439-4F39-AB5A-752331346F88}" type="presParOf" srcId="{E5FE978E-C607-445D-97FB-DA51A8EF865F}" destId="{25BE9102-B94E-40C9-BFDC-5AE2F7310554}" srcOrd="1" destOrd="0" presId="urn:microsoft.com/office/officeart/2008/layout/LinedList"/>
    <dgm:cxn modelId="{2D44C1C5-6B83-450F-B8E8-19810B0DD174}" type="presParOf" srcId="{97EBB5F7-7299-435B-A784-C7E6861E0D14}" destId="{1F650ED5-90CE-4D28-8DC5-8D382820DB4D}" srcOrd="2" destOrd="0" presId="urn:microsoft.com/office/officeart/2008/layout/LinedList"/>
    <dgm:cxn modelId="{1F1D492E-5697-429E-B824-1DB7A3D9D73D}" type="presParOf" srcId="{97EBB5F7-7299-435B-A784-C7E6861E0D14}" destId="{40B2D880-BBB1-49B6-AEFF-816995ECDD37}" srcOrd="3" destOrd="0" presId="urn:microsoft.com/office/officeart/2008/layout/LinedList"/>
    <dgm:cxn modelId="{D223938A-003A-4BDF-B77C-A11306F9AD92}" type="presParOf" srcId="{40B2D880-BBB1-49B6-AEFF-816995ECDD37}" destId="{A2303703-2C06-4A10-A35A-338BDC9B3BEA}" srcOrd="0" destOrd="0" presId="urn:microsoft.com/office/officeart/2008/layout/LinedList"/>
    <dgm:cxn modelId="{35B962FB-A0A5-4EF0-8EF3-0FFBF6A4549B}" type="presParOf" srcId="{40B2D880-BBB1-49B6-AEFF-816995ECDD37}" destId="{302D47E7-3173-4C48-AE85-A501F84CCAD5}" srcOrd="1" destOrd="0" presId="urn:microsoft.com/office/officeart/2008/layout/LinedList"/>
    <dgm:cxn modelId="{7F266DA6-FAA8-44BD-A237-C26406F39285}" type="presParOf" srcId="{97EBB5F7-7299-435B-A784-C7E6861E0D14}" destId="{AB8FC0B0-2C6F-484A-BF04-B1F0993B35F2}" srcOrd="4" destOrd="0" presId="urn:microsoft.com/office/officeart/2008/layout/LinedList"/>
    <dgm:cxn modelId="{A1D5B16F-9F8C-4921-B024-6F0314D5492A}" type="presParOf" srcId="{97EBB5F7-7299-435B-A784-C7E6861E0D14}" destId="{C12D2655-FC57-4C71-81E9-D9006414079D}" srcOrd="5" destOrd="0" presId="urn:microsoft.com/office/officeart/2008/layout/LinedList"/>
    <dgm:cxn modelId="{FBE586BC-D52C-4C9F-A7C8-A8D00947018C}" type="presParOf" srcId="{C12D2655-FC57-4C71-81E9-D9006414079D}" destId="{8795529E-4556-4EA7-A22B-F965B8D7C098}" srcOrd="0" destOrd="0" presId="urn:microsoft.com/office/officeart/2008/layout/LinedList"/>
    <dgm:cxn modelId="{DA5039AF-59A6-4729-AD7F-0FD8206EA8F6}" type="presParOf" srcId="{C12D2655-FC57-4C71-81E9-D9006414079D}" destId="{80EFF798-8124-4AED-92B1-5526B8A88479}" srcOrd="1" destOrd="0" presId="urn:microsoft.com/office/officeart/2008/layout/LinedList"/>
    <dgm:cxn modelId="{D313B931-12F6-446A-8201-0523B40E8BA5}" type="presParOf" srcId="{97EBB5F7-7299-435B-A784-C7E6861E0D14}" destId="{62840ED7-B655-4931-81A7-5CE09E058DF0}" srcOrd="6" destOrd="0" presId="urn:microsoft.com/office/officeart/2008/layout/LinedList"/>
    <dgm:cxn modelId="{2D90C18C-2290-45DB-ADBD-91165BE9AFAA}" type="presParOf" srcId="{97EBB5F7-7299-435B-A784-C7E6861E0D14}" destId="{3BD8C6F6-47AF-4514-9FDB-8541E1850020}" srcOrd="7" destOrd="0" presId="urn:microsoft.com/office/officeart/2008/layout/LinedList"/>
    <dgm:cxn modelId="{43DBBF46-C034-4C37-9AB2-E21C04EB3075}" type="presParOf" srcId="{3BD8C6F6-47AF-4514-9FDB-8541E1850020}" destId="{85E48CCE-0F12-416D-8446-F90A66FE1BEB}" srcOrd="0" destOrd="0" presId="urn:microsoft.com/office/officeart/2008/layout/LinedList"/>
    <dgm:cxn modelId="{DBE0DE32-A352-4B85-BC8F-E2C5A9E68743}" type="presParOf" srcId="{3BD8C6F6-47AF-4514-9FDB-8541E1850020}" destId="{51CE1374-B582-44F8-AAC3-E0ACACCF14C1}" srcOrd="1" destOrd="0" presId="urn:microsoft.com/office/officeart/2008/layout/LinedList"/>
    <dgm:cxn modelId="{55EB2CD3-D26F-467B-9D5B-29E9202571E4}" type="presParOf" srcId="{97EBB5F7-7299-435B-A784-C7E6861E0D14}" destId="{B0760D80-ADFD-49FE-9857-72365C3F5A7A}" srcOrd="8" destOrd="0" presId="urn:microsoft.com/office/officeart/2008/layout/LinedList"/>
    <dgm:cxn modelId="{50168DDA-CEB3-4E4B-AE7D-54817B965EA6}" type="presParOf" srcId="{97EBB5F7-7299-435B-A784-C7E6861E0D14}" destId="{539A5CFC-59BD-46FF-B688-CBCB1B41D120}" srcOrd="9" destOrd="0" presId="urn:microsoft.com/office/officeart/2008/layout/LinedList"/>
    <dgm:cxn modelId="{FB225150-25B7-4898-B6B9-A05288D9EC52}" type="presParOf" srcId="{539A5CFC-59BD-46FF-B688-CBCB1B41D120}" destId="{C2718EA4-99F6-4C3E-9D8E-F92CE6BF4AF2}" srcOrd="0" destOrd="0" presId="urn:microsoft.com/office/officeart/2008/layout/LinedList"/>
    <dgm:cxn modelId="{DE9E7422-AD7C-429D-BCB9-E88D883BD1D7}" type="presParOf" srcId="{539A5CFC-59BD-46FF-B688-CBCB1B41D120}" destId="{058FE33C-BE21-4CDA-B776-14B459ADE79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682395D-6091-482D-8760-2FAF27BC1A22}" type="doc">
      <dgm:prSet loTypeId="urn:microsoft.com/office/officeart/2016/7/layout/BasicLinearProcessNumbered" loCatId="process" qsTypeId="urn:microsoft.com/office/officeart/2005/8/quickstyle/simple1" qsCatId="simple" csTypeId="urn:microsoft.com/office/officeart/2005/8/colors/accent1_2" csCatId="accent1"/>
      <dgm:spPr/>
      <dgm:t>
        <a:bodyPr/>
        <a:lstStyle/>
        <a:p>
          <a:endParaRPr lang="en-US"/>
        </a:p>
      </dgm:t>
    </dgm:pt>
    <dgm:pt modelId="{4D371393-2A70-49D5-9047-5289B675D6D1}">
      <dgm:prSet/>
      <dgm:spPr/>
      <dgm:t>
        <a:bodyPr/>
        <a:lstStyle/>
        <a:p>
          <a:r>
            <a:rPr lang="pl-PL" b="0" i="0" baseline="0"/>
            <a:t>niepewność pogody </a:t>
          </a:r>
          <a:r>
            <a:rPr lang="en-US" b="0" i="0" baseline="0"/>
            <a:t>–</a:t>
          </a:r>
          <a:r>
            <a:rPr lang="pl-PL" b="0" i="0" baseline="0"/>
            <a:t> brak wpływu </a:t>
          </a:r>
          <a:r>
            <a:rPr lang="en-US" b="0" i="0" baseline="0"/>
            <a:t>–</a:t>
          </a:r>
          <a:r>
            <a:rPr lang="pl-PL" b="0" i="0" baseline="0"/>
            <a:t> nie jest ryzykiem </a:t>
          </a:r>
          <a:endParaRPr lang="en-US"/>
        </a:p>
      </dgm:t>
    </dgm:pt>
    <dgm:pt modelId="{DCE64547-87D0-4C14-B34B-B336E100AA60}" type="parTrans" cxnId="{6B0498A2-3BFA-487C-94FA-11F5DC28594F}">
      <dgm:prSet/>
      <dgm:spPr/>
      <dgm:t>
        <a:bodyPr/>
        <a:lstStyle/>
        <a:p>
          <a:endParaRPr lang="en-US"/>
        </a:p>
      </dgm:t>
    </dgm:pt>
    <dgm:pt modelId="{B5B76196-4411-4B6E-BC4B-4523C10EE01E}" type="sibTrans" cxnId="{6B0498A2-3BFA-487C-94FA-11F5DC28594F}">
      <dgm:prSet phldrT="1" phldr="0"/>
      <dgm:spPr/>
      <dgm:t>
        <a:bodyPr/>
        <a:lstStyle/>
        <a:p>
          <a:r>
            <a:rPr lang="en-US"/>
            <a:t>1</a:t>
          </a:r>
        </a:p>
      </dgm:t>
    </dgm:pt>
    <dgm:pt modelId="{12BA5157-424C-493A-9F92-6DC3BB328BCB}">
      <dgm:prSet/>
      <dgm:spPr/>
      <dgm:t>
        <a:bodyPr/>
        <a:lstStyle/>
        <a:p>
          <a:r>
            <a:rPr lang="pl-PL" b="0" i="0" baseline="0"/>
            <a:t>niepewność działania API </a:t>
          </a:r>
          <a:r>
            <a:rPr lang="en-US" b="0" i="0" baseline="0"/>
            <a:t>–</a:t>
          </a:r>
          <a:r>
            <a:rPr lang="pl-PL" b="0" i="0" baseline="0"/>
            <a:t> wpływ na projekt </a:t>
          </a:r>
          <a:r>
            <a:rPr lang="en-US" b="0" i="0" baseline="0"/>
            <a:t>–</a:t>
          </a:r>
          <a:r>
            <a:rPr lang="pl-PL" b="0" i="0" baseline="0"/>
            <a:t> jest ryzykiem </a:t>
          </a:r>
          <a:endParaRPr lang="en-US"/>
        </a:p>
      </dgm:t>
    </dgm:pt>
    <dgm:pt modelId="{6AF81DCB-D0D0-450A-BD40-82E2CDAFDC10}" type="parTrans" cxnId="{DEB9DD57-8A39-4F0D-A98E-E3D9B84D92BE}">
      <dgm:prSet/>
      <dgm:spPr/>
      <dgm:t>
        <a:bodyPr/>
        <a:lstStyle/>
        <a:p>
          <a:endParaRPr lang="en-US"/>
        </a:p>
      </dgm:t>
    </dgm:pt>
    <dgm:pt modelId="{EA0B5298-5E60-4C04-81DA-1BF9F7719548}" type="sibTrans" cxnId="{DEB9DD57-8A39-4F0D-A98E-E3D9B84D92BE}">
      <dgm:prSet phldrT="2" phldr="0"/>
      <dgm:spPr/>
      <dgm:t>
        <a:bodyPr/>
        <a:lstStyle/>
        <a:p>
          <a:r>
            <a:rPr lang="en-US"/>
            <a:t>2</a:t>
          </a:r>
        </a:p>
      </dgm:t>
    </dgm:pt>
    <dgm:pt modelId="{32962301-01BD-43AB-9295-DDF8E7BB648F}" type="pres">
      <dgm:prSet presAssocID="{A682395D-6091-482D-8760-2FAF27BC1A22}" presName="Name0" presStyleCnt="0">
        <dgm:presLayoutVars>
          <dgm:animLvl val="lvl"/>
          <dgm:resizeHandles val="exact"/>
        </dgm:presLayoutVars>
      </dgm:prSet>
      <dgm:spPr/>
    </dgm:pt>
    <dgm:pt modelId="{B1E5FF6F-66A6-428C-B61A-6651C567A92E}" type="pres">
      <dgm:prSet presAssocID="{4D371393-2A70-49D5-9047-5289B675D6D1}" presName="compositeNode" presStyleCnt="0">
        <dgm:presLayoutVars>
          <dgm:bulletEnabled val="1"/>
        </dgm:presLayoutVars>
      </dgm:prSet>
      <dgm:spPr/>
    </dgm:pt>
    <dgm:pt modelId="{699362EA-D113-44D1-B179-3D184D3067DF}" type="pres">
      <dgm:prSet presAssocID="{4D371393-2A70-49D5-9047-5289B675D6D1}" presName="bgRect" presStyleLbl="bgAccFollowNode1" presStyleIdx="0" presStyleCnt="2"/>
      <dgm:spPr/>
    </dgm:pt>
    <dgm:pt modelId="{404B635B-51FB-470B-887F-AA33C5ED7D7A}" type="pres">
      <dgm:prSet presAssocID="{B5B76196-4411-4B6E-BC4B-4523C10EE01E}" presName="sibTransNodeCircle" presStyleLbl="alignNode1" presStyleIdx="0" presStyleCnt="4">
        <dgm:presLayoutVars>
          <dgm:chMax val="0"/>
          <dgm:bulletEnabled/>
        </dgm:presLayoutVars>
      </dgm:prSet>
      <dgm:spPr/>
    </dgm:pt>
    <dgm:pt modelId="{005E3F7A-A45E-4A01-8F2B-B74161C7C1FE}" type="pres">
      <dgm:prSet presAssocID="{4D371393-2A70-49D5-9047-5289B675D6D1}" presName="bottomLine" presStyleLbl="alignNode1" presStyleIdx="1" presStyleCnt="4">
        <dgm:presLayoutVars/>
      </dgm:prSet>
      <dgm:spPr/>
    </dgm:pt>
    <dgm:pt modelId="{9297E9A6-EC13-4CF6-96FD-2772314CADE5}" type="pres">
      <dgm:prSet presAssocID="{4D371393-2A70-49D5-9047-5289B675D6D1}" presName="nodeText" presStyleLbl="bgAccFollowNode1" presStyleIdx="0" presStyleCnt="2">
        <dgm:presLayoutVars>
          <dgm:bulletEnabled val="1"/>
        </dgm:presLayoutVars>
      </dgm:prSet>
      <dgm:spPr/>
    </dgm:pt>
    <dgm:pt modelId="{989575DF-DFF4-4D2B-8DF6-399D676CDD49}" type="pres">
      <dgm:prSet presAssocID="{B5B76196-4411-4B6E-BC4B-4523C10EE01E}" presName="sibTrans" presStyleCnt="0"/>
      <dgm:spPr/>
    </dgm:pt>
    <dgm:pt modelId="{428881E9-E264-4E6F-AB8B-B689B5E84C06}" type="pres">
      <dgm:prSet presAssocID="{12BA5157-424C-493A-9F92-6DC3BB328BCB}" presName="compositeNode" presStyleCnt="0">
        <dgm:presLayoutVars>
          <dgm:bulletEnabled val="1"/>
        </dgm:presLayoutVars>
      </dgm:prSet>
      <dgm:spPr/>
    </dgm:pt>
    <dgm:pt modelId="{BD1CC68D-118C-4EB1-8DA9-BF68BE653ED6}" type="pres">
      <dgm:prSet presAssocID="{12BA5157-424C-493A-9F92-6DC3BB328BCB}" presName="bgRect" presStyleLbl="bgAccFollowNode1" presStyleIdx="1" presStyleCnt="2"/>
      <dgm:spPr/>
    </dgm:pt>
    <dgm:pt modelId="{EF36047C-0D69-45B4-A3CA-6C2B14598963}" type="pres">
      <dgm:prSet presAssocID="{EA0B5298-5E60-4C04-81DA-1BF9F7719548}" presName="sibTransNodeCircle" presStyleLbl="alignNode1" presStyleIdx="2" presStyleCnt="4">
        <dgm:presLayoutVars>
          <dgm:chMax val="0"/>
          <dgm:bulletEnabled/>
        </dgm:presLayoutVars>
      </dgm:prSet>
      <dgm:spPr/>
    </dgm:pt>
    <dgm:pt modelId="{F6D029DF-7AC3-482E-919A-B440CED424CC}" type="pres">
      <dgm:prSet presAssocID="{12BA5157-424C-493A-9F92-6DC3BB328BCB}" presName="bottomLine" presStyleLbl="alignNode1" presStyleIdx="3" presStyleCnt="4">
        <dgm:presLayoutVars/>
      </dgm:prSet>
      <dgm:spPr/>
    </dgm:pt>
    <dgm:pt modelId="{90FA76FA-61BB-47FE-B050-D1645478B411}" type="pres">
      <dgm:prSet presAssocID="{12BA5157-424C-493A-9F92-6DC3BB328BCB}" presName="nodeText" presStyleLbl="bgAccFollowNode1" presStyleIdx="1" presStyleCnt="2">
        <dgm:presLayoutVars>
          <dgm:bulletEnabled val="1"/>
        </dgm:presLayoutVars>
      </dgm:prSet>
      <dgm:spPr/>
    </dgm:pt>
  </dgm:ptLst>
  <dgm:cxnLst>
    <dgm:cxn modelId="{45B49714-2828-4C73-BBC7-C16F96EA294F}" type="presOf" srcId="{4D371393-2A70-49D5-9047-5289B675D6D1}" destId="{9297E9A6-EC13-4CF6-96FD-2772314CADE5}" srcOrd="1" destOrd="0" presId="urn:microsoft.com/office/officeart/2016/7/layout/BasicLinearProcessNumbered"/>
    <dgm:cxn modelId="{F5A4E96C-165B-42AD-A5C8-7D3E889CE044}" type="presOf" srcId="{B5B76196-4411-4B6E-BC4B-4523C10EE01E}" destId="{404B635B-51FB-470B-887F-AA33C5ED7D7A}" srcOrd="0" destOrd="0" presId="urn:microsoft.com/office/officeart/2016/7/layout/BasicLinearProcessNumbered"/>
    <dgm:cxn modelId="{DEB9DD57-8A39-4F0D-A98E-E3D9B84D92BE}" srcId="{A682395D-6091-482D-8760-2FAF27BC1A22}" destId="{12BA5157-424C-493A-9F92-6DC3BB328BCB}" srcOrd="1" destOrd="0" parTransId="{6AF81DCB-D0D0-450A-BD40-82E2CDAFDC10}" sibTransId="{EA0B5298-5E60-4C04-81DA-1BF9F7719548}"/>
    <dgm:cxn modelId="{CBC5A48B-2AF6-4766-A0CF-795E06F59ECE}" type="presOf" srcId="{EA0B5298-5E60-4C04-81DA-1BF9F7719548}" destId="{EF36047C-0D69-45B4-A3CA-6C2B14598963}" srcOrd="0" destOrd="0" presId="urn:microsoft.com/office/officeart/2016/7/layout/BasicLinearProcessNumbered"/>
    <dgm:cxn modelId="{FAF4598F-C3D7-4B66-98C0-EFE44DBDBD18}" type="presOf" srcId="{A682395D-6091-482D-8760-2FAF27BC1A22}" destId="{32962301-01BD-43AB-9295-DDF8E7BB648F}" srcOrd="0" destOrd="0" presId="urn:microsoft.com/office/officeart/2016/7/layout/BasicLinearProcessNumbered"/>
    <dgm:cxn modelId="{E7BB8D9D-5E58-4620-A5E6-C7B77295618A}" type="presOf" srcId="{4D371393-2A70-49D5-9047-5289B675D6D1}" destId="{699362EA-D113-44D1-B179-3D184D3067DF}" srcOrd="0" destOrd="0" presId="urn:microsoft.com/office/officeart/2016/7/layout/BasicLinearProcessNumbered"/>
    <dgm:cxn modelId="{6B0498A2-3BFA-487C-94FA-11F5DC28594F}" srcId="{A682395D-6091-482D-8760-2FAF27BC1A22}" destId="{4D371393-2A70-49D5-9047-5289B675D6D1}" srcOrd="0" destOrd="0" parTransId="{DCE64547-87D0-4C14-B34B-B336E100AA60}" sibTransId="{B5B76196-4411-4B6E-BC4B-4523C10EE01E}"/>
    <dgm:cxn modelId="{C4AA0EB6-80C5-445D-818B-06001CBFBE5B}" type="presOf" srcId="{12BA5157-424C-493A-9F92-6DC3BB328BCB}" destId="{BD1CC68D-118C-4EB1-8DA9-BF68BE653ED6}" srcOrd="0" destOrd="0" presId="urn:microsoft.com/office/officeart/2016/7/layout/BasicLinearProcessNumbered"/>
    <dgm:cxn modelId="{91943AFD-E492-40EE-A0F0-758905E22BE7}" type="presOf" srcId="{12BA5157-424C-493A-9F92-6DC3BB328BCB}" destId="{90FA76FA-61BB-47FE-B050-D1645478B411}" srcOrd="1" destOrd="0" presId="urn:microsoft.com/office/officeart/2016/7/layout/BasicLinearProcessNumbered"/>
    <dgm:cxn modelId="{0865C55C-CCB9-41DE-8E6B-8132553E9C87}" type="presParOf" srcId="{32962301-01BD-43AB-9295-DDF8E7BB648F}" destId="{B1E5FF6F-66A6-428C-B61A-6651C567A92E}" srcOrd="0" destOrd="0" presId="urn:microsoft.com/office/officeart/2016/7/layout/BasicLinearProcessNumbered"/>
    <dgm:cxn modelId="{3C21C9D5-9A7D-41C0-8E3D-B3636AB51BB9}" type="presParOf" srcId="{B1E5FF6F-66A6-428C-B61A-6651C567A92E}" destId="{699362EA-D113-44D1-B179-3D184D3067DF}" srcOrd="0" destOrd="0" presId="urn:microsoft.com/office/officeart/2016/7/layout/BasicLinearProcessNumbered"/>
    <dgm:cxn modelId="{A8A8478E-C9A2-4B97-99C8-1BBAFA41B09B}" type="presParOf" srcId="{B1E5FF6F-66A6-428C-B61A-6651C567A92E}" destId="{404B635B-51FB-470B-887F-AA33C5ED7D7A}" srcOrd="1" destOrd="0" presId="urn:microsoft.com/office/officeart/2016/7/layout/BasicLinearProcessNumbered"/>
    <dgm:cxn modelId="{DE43DC44-99B3-47EF-8D4F-B83AA1E1F834}" type="presParOf" srcId="{B1E5FF6F-66A6-428C-B61A-6651C567A92E}" destId="{005E3F7A-A45E-4A01-8F2B-B74161C7C1FE}" srcOrd="2" destOrd="0" presId="urn:microsoft.com/office/officeart/2016/7/layout/BasicLinearProcessNumbered"/>
    <dgm:cxn modelId="{67503E0D-9510-43BC-83F7-18C898FEDE5D}" type="presParOf" srcId="{B1E5FF6F-66A6-428C-B61A-6651C567A92E}" destId="{9297E9A6-EC13-4CF6-96FD-2772314CADE5}" srcOrd="3" destOrd="0" presId="urn:microsoft.com/office/officeart/2016/7/layout/BasicLinearProcessNumbered"/>
    <dgm:cxn modelId="{89E58E0D-A949-429A-A8B0-DC1254E4CCB0}" type="presParOf" srcId="{32962301-01BD-43AB-9295-DDF8E7BB648F}" destId="{989575DF-DFF4-4D2B-8DF6-399D676CDD49}" srcOrd="1" destOrd="0" presId="urn:microsoft.com/office/officeart/2016/7/layout/BasicLinearProcessNumbered"/>
    <dgm:cxn modelId="{19D3A8AB-B979-4386-9CD0-47C07D73E260}" type="presParOf" srcId="{32962301-01BD-43AB-9295-DDF8E7BB648F}" destId="{428881E9-E264-4E6F-AB8B-B689B5E84C06}" srcOrd="2" destOrd="0" presId="urn:microsoft.com/office/officeart/2016/7/layout/BasicLinearProcessNumbered"/>
    <dgm:cxn modelId="{2AA383C4-DA8A-4858-ABA4-44F756F1726A}" type="presParOf" srcId="{428881E9-E264-4E6F-AB8B-B689B5E84C06}" destId="{BD1CC68D-118C-4EB1-8DA9-BF68BE653ED6}" srcOrd="0" destOrd="0" presId="urn:microsoft.com/office/officeart/2016/7/layout/BasicLinearProcessNumbered"/>
    <dgm:cxn modelId="{7A7DBCFB-253A-40E2-B341-1D8AE83E4D71}" type="presParOf" srcId="{428881E9-E264-4E6F-AB8B-B689B5E84C06}" destId="{EF36047C-0D69-45B4-A3CA-6C2B14598963}" srcOrd="1" destOrd="0" presId="urn:microsoft.com/office/officeart/2016/7/layout/BasicLinearProcessNumbered"/>
    <dgm:cxn modelId="{4DECD2BB-73EC-4D26-986B-2B6646EFC24C}" type="presParOf" srcId="{428881E9-E264-4E6F-AB8B-B689B5E84C06}" destId="{F6D029DF-7AC3-482E-919A-B440CED424CC}" srcOrd="2" destOrd="0" presId="urn:microsoft.com/office/officeart/2016/7/layout/BasicLinearProcessNumbered"/>
    <dgm:cxn modelId="{0A4F6653-EF02-4572-A87E-945A5670858D}" type="presParOf" srcId="{428881E9-E264-4E6F-AB8B-B689B5E84C06}" destId="{90FA76FA-61BB-47FE-B050-D1645478B411}"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1ECE146-5B3E-4D7B-9952-8BB4B2D7C15B}"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84C2A34-3B23-4235-AB3F-E75CE0014D7C}">
      <dgm:prSet/>
      <dgm:spPr/>
      <dgm:t>
        <a:bodyPr/>
        <a:lstStyle/>
        <a:p>
          <a:pPr>
            <a:defRPr cap="all"/>
          </a:pPr>
          <a:r>
            <a:rPr lang="pl-PL"/>
            <a:t>Ryzyko negatywne (zagrożenie):</a:t>
          </a:r>
          <a:br>
            <a:rPr lang="pl-PL"/>
          </a:br>
          <a:r>
            <a:rPr lang="pl-PL"/>
            <a:t>może zaszkodzić projektowi</a:t>
          </a:r>
          <a:endParaRPr lang="en-US"/>
        </a:p>
      </dgm:t>
    </dgm:pt>
    <dgm:pt modelId="{AE792807-F188-45B3-8A96-BD1D0D8DA862}" type="parTrans" cxnId="{655C7F8D-F49A-4621-B510-458A9ECC2A2C}">
      <dgm:prSet/>
      <dgm:spPr/>
      <dgm:t>
        <a:bodyPr/>
        <a:lstStyle/>
        <a:p>
          <a:endParaRPr lang="en-US"/>
        </a:p>
      </dgm:t>
    </dgm:pt>
    <dgm:pt modelId="{C3C01B9D-2C66-4DE4-ABFB-C01073FB73E8}" type="sibTrans" cxnId="{655C7F8D-F49A-4621-B510-458A9ECC2A2C}">
      <dgm:prSet/>
      <dgm:spPr/>
      <dgm:t>
        <a:bodyPr/>
        <a:lstStyle/>
        <a:p>
          <a:endParaRPr lang="en-US"/>
        </a:p>
      </dgm:t>
    </dgm:pt>
    <dgm:pt modelId="{EB9DB7E7-35F0-47E9-8DD1-47712D668364}">
      <dgm:prSet/>
      <dgm:spPr/>
      <dgm:t>
        <a:bodyPr/>
        <a:lstStyle/>
        <a:p>
          <a:pPr>
            <a:defRPr cap="all"/>
          </a:pPr>
          <a:r>
            <a:rPr lang="pl-PL"/>
            <a:t>Ryzyko pozytywne (szansa):</a:t>
          </a:r>
          <a:br>
            <a:rPr lang="pl-PL"/>
          </a:br>
          <a:r>
            <a:rPr lang="pl-PL"/>
            <a:t>może przynieść korzyści</a:t>
          </a:r>
          <a:endParaRPr lang="en-US"/>
        </a:p>
      </dgm:t>
    </dgm:pt>
    <dgm:pt modelId="{183DEBE3-A5A2-44DC-95B5-A4582E52B00E}" type="parTrans" cxnId="{BBEBDC27-4A7E-4243-880E-4CC7FF0990CF}">
      <dgm:prSet/>
      <dgm:spPr/>
      <dgm:t>
        <a:bodyPr/>
        <a:lstStyle/>
        <a:p>
          <a:endParaRPr lang="en-US"/>
        </a:p>
      </dgm:t>
    </dgm:pt>
    <dgm:pt modelId="{1F9DB19A-4AFB-40B8-90B9-B135BACC2C6B}" type="sibTrans" cxnId="{BBEBDC27-4A7E-4243-880E-4CC7FF0990CF}">
      <dgm:prSet/>
      <dgm:spPr/>
      <dgm:t>
        <a:bodyPr/>
        <a:lstStyle/>
        <a:p>
          <a:endParaRPr lang="en-US"/>
        </a:p>
      </dgm:t>
    </dgm:pt>
    <dgm:pt modelId="{BA647452-C21C-4DD6-9C32-61D37D1287DC}" type="pres">
      <dgm:prSet presAssocID="{81ECE146-5B3E-4D7B-9952-8BB4B2D7C15B}" presName="root" presStyleCnt="0">
        <dgm:presLayoutVars>
          <dgm:dir/>
          <dgm:resizeHandles val="exact"/>
        </dgm:presLayoutVars>
      </dgm:prSet>
      <dgm:spPr/>
    </dgm:pt>
    <dgm:pt modelId="{EDC82286-418E-48B7-B61D-800DED41DD45}" type="pres">
      <dgm:prSet presAssocID="{884C2A34-3B23-4235-AB3F-E75CE0014D7C}" presName="compNode" presStyleCnt="0"/>
      <dgm:spPr/>
    </dgm:pt>
    <dgm:pt modelId="{34B75650-62D5-495D-89B1-7761A267EE89}" type="pres">
      <dgm:prSet presAssocID="{884C2A34-3B23-4235-AB3F-E75CE0014D7C}" presName="iconBgRect" presStyleLbl="bgShp" presStyleIdx="0" presStyleCnt="2"/>
      <dgm:spPr/>
    </dgm:pt>
    <dgm:pt modelId="{3CA367CE-BF23-4498-A5EE-B8BB37A6439E}" type="pres">
      <dgm:prSet presAssocID="{884C2A34-3B23-4235-AB3F-E75CE0014D7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strzeżenie"/>
        </a:ext>
      </dgm:extLst>
    </dgm:pt>
    <dgm:pt modelId="{E65E08DA-693C-4208-B5F0-889E42446DCD}" type="pres">
      <dgm:prSet presAssocID="{884C2A34-3B23-4235-AB3F-E75CE0014D7C}" presName="spaceRect" presStyleCnt="0"/>
      <dgm:spPr/>
    </dgm:pt>
    <dgm:pt modelId="{626432C5-7A2E-4864-AA99-5F5955ACD7FA}" type="pres">
      <dgm:prSet presAssocID="{884C2A34-3B23-4235-AB3F-E75CE0014D7C}" presName="textRect" presStyleLbl="revTx" presStyleIdx="0" presStyleCnt="2">
        <dgm:presLayoutVars>
          <dgm:chMax val="1"/>
          <dgm:chPref val="1"/>
        </dgm:presLayoutVars>
      </dgm:prSet>
      <dgm:spPr/>
    </dgm:pt>
    <dgm:pt modelId="{E8F28973-CF8D-40C9-8CA7-BF7EBB1CC7C7}" type="pres">
      <dgm:prSet presAssocID="{C3C01B9D-2C66-4DE4-ABFB-C01073FB73E8}" presName="sibTrans" presStyleCnt="0"/>
      <dgm:spPr/>
    </dgm:pt>
    <dgm:pt modelId="{B99EE356-46C6-423D-8ED5-20642E5AEC06}" type="pres">
      <dgm:prSet presAssocID="{EB9DB7E7-35F0-47E9-8DD1-47712D668364}" presName="compNode" presStyleCnt="0"/>
      <dgm:spPr/>
    </dgm:pt>
    <dgm:pt modelId="{DC9370D4-0938-4DDB-9874-F959DCAE74CD}" type="pres">
      <dgm:prSet presAssocID="{EB9DB7E7-35F0-47E9-8DD1-47712D668364}" presName="iconBgRect" presStyleLbl="bgShp" presStyleIdx="1" presStyleCnt="2"/>
      <dgm:spPr/>
    </dgm:pt>
    <dgm:pt modelId="{F28EE023-24B2-42E6-825E-8F4965C7DCB7}" type="pres">
      <dgm:prSet presAssocID="{EB9DB7E7-35F0-47E9-8DD1-47712D66836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adioaktywny"/>
        </a:ext>
      </dgm:extLst>
    </dgm:pt>
    <dgm:pt modelId="{B82297A2-A8D7-47E7-86C5-3138926E04C2}" type="pres">
      <dgm:prSet presAssocID="{EB9DB7E7-35F0-47E9-8DD1-47712D668364}" presName="spaceRect" presStyleCnt="0"/>
      <dgm:spPr/>
    </dgm:pt>
    <dgm:pt modelId="{2461A523-2CE9-4409-93E7-49056D4A43EA}" type="pres">
      <dgm:prSet presAssocID="{EB9DB7E7-35F0-47E9-8DD1-47712D668364}" presName="textRect" presStyleLbl="revTx" presStyleIdx="1" presStyleCnt="2">
        <dgm:presLayoutVars>
          <dgm:chMax val="1"/>
          <dgm:chPref val="1"/>
        </dgm:presLayoutVars>
      </dgm:prSet>
      <dgm:spPr/>
    </dgm:pt>
  </dgm:ptLst>
  <dgm:cxnLst>
    <dgm:cxn modelId="{BBEBDC27-4A7E-4243-880E-4CC7FF0990CF}" srcId="{81ECE146-5B3E-4D7B-9952-8BB4B2D7C15B}" destId="{EB9DB7E7-35F0-47E9-8DD1-47712D668364}" srcOrd="1" destOrd="0" parTransId="{183DEBE3-A5A2-44DC-95B5-A4582E52B00E}" sibTransId="{1F9DB19A-4AFB-40B8-90B9-B135BACC2C6B}"/>
    <dgm:cxn modelId="{655C7F8D-F49A-4621-B510-458A9ECC2A2C}" srcId="{81ECE146-5B3E-4D7B-9952-8BB4B2D7C15B}" destId="{884C2A34-3B23-4235-AB3F-E75CE0014D7C}" srcOrd="0" destOrd="0" parTransId="{AE792807-F188-45B3-8A96-BD1D0D8DA862}" sibTransId="{C3C01B9D-2C66-4DE4-ABFB-C01073FB73E8}"/>
    <dgm:cxn modelId="{A37BA0A7-7660-4BDD-B331-9A9521578307}" type="presOf" srcId="{884C2A34-3B23-4235-AB3F-E75CE0014D7C}" destId="{626432C5-7A2E-4864-AA99-5F5955ACD7FA}" srcOrd="0" destOrd="0" presId="urn:microsoft.com/office/officeart/2018/5/layout/IconCircleLabelList"/>
    <dgm:cxn modelId="{B3F4DFB1-EF8B-4568-98E9-40C8387702E7}" type="presOf" srcId="{81ECE146-5B3E-4D7B-9952-8BB4B2D7C15B}" destId="{BA647452-C21C-4DD6-9C32-61D37D1287DC}" srcOrd="0" destOrd="0" presId="urn:microsoft.com/office/officeart/2018/5/layout/IconCircleLabelList"/>
    <dgm:cxn modelId="{2DF4D3D3-27B4-4205-ACAD-3E8BF4A6A394}" type="presOf" srcId="{EB9DB7E7-35F0-47E9-8DD1-47712D668364}" destId="{2461A523-2CE9-4409-93E7-49056D4A43EA}" srcOrd="0" destOrd="0" presId="urn:microsoft.com/office/officeart/2018/5/layout/IconCircleLabelList"/>
    <dgm:cxn modelId="{265602AC-564F-4C6F-9559-6EBECCBEF7C7}" type="presParOf" srcId="{BA647452-C21C-4DD6-9C32-61D37D1287DC}" destId="{EDC82286-418E-48B7-B61D-800DED41DD45}" srcOrd="0" destOrd="0" presId="urn:microsoft.com/office/officeart/2018/5/layout/IconCircleLabelList"/>
    <dgm:cxn modelId="{46780692-9156-4DBB-9B02-F916AB776737}" type="presParOf" srcId="{EDC82286-418E-48B7-B61D-800DED41DD45}" destId="{34B75650-62D5-495D-89B1-7761A267EE89}" srcOrd="0" destOrd="0" presId="urn:microsoft.com/office/officeart/2018/5/layout/IconCircleLabelList"/>
    <dgm:cxn modelId="{C7F9FEC1-6FB3-4020-87BB-466CAD0D0BA2}" type="presParOf" srcId="{EDC82286-418E-48B7-B61D-800DED41DD45}" destId="{3CA367CE-BF23-4498-A5EE-B8BB37A6439E}" srcOrd="1" destOrd="0" presId="urn:microsoft.com/office/officeart/2018/5/layout/IconCircleLabelList"/>
    <dgm:cxn modelId="{7ECFDEC8-0367-4E52-80E4-0A3BEF026E52}" type="presParOf" srcId="{EDC82286-418E-48B7-B61D-800DED41DD45}" destId="{E65E08DA-693C-4208-B5F0-889E42446DCD}" srcOrd="2" destOrd="0" presId="urn:microsoft.com/office/officeart/2018/5/layout/IconCircleLabelList"/>
    <dgm:cxn modelId="{08FF6795-4A34-48BD-A9C6-B52105A0EABB}" type="presParOf" srcId="{EDC82286-418E-48B7-B61D-800DED41DD45}" destId="{626432C5-7A2E-4864-AA99-5F5955ACD7FA}" srcOrd="3" destOrd="0" presId="urn:microsoft.com/office/officeart/2018/5/layout/IconCircleLabelList"/>
    <dgm:cxn modelId="{6FE620FF-3309-43C3-B3DD-C403E9F50BA8}" type="presParOf" srcId="{BA647452-C21C-4DD6-9C32-61D37D1287DC}" destId="{E8F28973-CF8D-40C9-8CA7-BF7EBB1CC7C7}" srcOrd="1" destOrd="0" presId="urn:microsoft.com/office/officeart/2018/5/layout/IconCircleLabelList"/>
    <dgm:cxn modelId="{E1A120ED-E0C0-4597-B9CF-DB4D41615A93}" type="presParOf" srcId="{BA647452-C21C-4DD6-9C32-61D37D1287DC}" destId="{B99EE356-46C6-423D-8ED5-20642E5AEC06}" srcOrd="2" destOrd="0" presId="urn:microsoft.com/office/officeart/2018/5/layout/IconCircleLabelList"/>
    <dgm:cxn modelId="{F2A3FBB0-9A62-40A4-AA76-B170768EAE38}" type="presParOf" srcId="{B99EE356-46C6-423D-8ED5-20642E5AEC06}" destId="{DC9370D4-0938-4DDB-9874-F959DCAE74CD}" srcOrd="0" destOrd="0" presId="urn:microsoft.com/office/officeart/2018/5/layout/IconCircleLabelList"/>
    <dgm:cxn modelId="{CA9DF2AA-654F-4A31-82AE-D6E37DE132BC}" type="presParOf" srcId="{B99EE356-46C6-423D-8ED5-20642E5AEC06}" destId="{F28EE023-24B2-42E6-825E-8F4965C7DCB7}" srcOrd="1" destOrd="0" presId="urn:microsoft.com/office/officeart/2018/5/layout/IconCircleLabelList"/>
    <dgm:cxn modelId="{6FF4B137-CDA1-44FA-B940-BAA08DE2BA12}" type="presParOf" srcId="{B99EE356-46C6-423D-8ED5-20642E5AEC06}" destId="{B82297A2-A8D7-47E7-86C5-3138926E04C2}" srcOrd="2" destOrd="0" presId="urn:microsoft.com/office/officeart/2018/5/layout/IconCircleLabelList"/>
    <dgm:cxn modelId="{D974F1ED-8AD7-4321-9F68-33D0E2BE93C3}" type="presParOf" srcId="{B99EE356-46C6-423D-8ED5-20642E5AEC06}" destId="{2461A523-2CE9-4409-93E7-49056D4A43EA}"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C188E31-CB78-4FB6-815B-1742B833FC03}"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900078E7-0297-47D0-A01C-8A91CFE75678}">
      <dgm:prSet/>
      <dgm:spPr/>
      <dgm:t>
        <a:bodyPr/>
        <a:lstStyle/>
        <a:p>
          <a:r>
            <a:rPr lang="pl-PL"/>
            <a:t>Apetyt na ryzyko (anag. risk apetite) – szeroko rozumiana wielkość ryzyka, jakie organizacja jest gotowa podjąć, w celu realizacji swojej misji (lub wizji);</a:t>
          </a:r>
          <a:endParaRPr lang="en-US"/>
        </a:p>
      </dgm:t>
    </dgm:pt>
    <dgm:pt modelId="{7F8EDA17-4262-4E7B-89C1-4BA842591DA8}" type="parTrans" cxnId="{173295A1-3958-4905-A0BD-BB91F94417FD}">
      <dgm:prSet/>
      <dgm:spPr/>
      <dgm:t>
        <a:bodyPr/>
        <a:lstStyle/>
        <a:p>
          <a:endParaRPr lang="en-US"/>
        </a:p>
      </dgm:t>
    </dgm:pt>
    <dgm:pt modelId="{798443F7-DB06-413D-ADFA-705610507479}" type="sibTrans" cxnId="{173295A1-3958-4905-A0BD-BB91F94417FD}">
      <dgm:prSet/>
      <dgm:spPr/>
      <dgm:t>
        <a:bodyPr/>
        <a:lstStyle/>
        <a:p>
          <a:endParaRPr lang="en-US"/>
        </a:p>
      </dgm:t>
    </dgm:pt>
    <dgm:pt modelId="{259A560A-6C9E-4D81-AC3F-298FD1518807}">
      <dgm:prSet/>
      <dgm:spPr/>
      <dgm:t>
        <a:bodyPr/>
        <a:lstStyle/>
        <a:p>
          <a:r>
            <a:rPr lang="pl-PL"/>
            <a:t>Wielkość ryzyka, w szerokim sensie, jakie organizacja jest gotowa zaakceptować na drodze do osiągnięcia wartości.</a:t>
          </a:r>
          <a:endParaRPr lang="en-US"/>
        </a:p>
      </dgm:t>
    </dgm:pt>
    <dgm:pt modelId="{C66BCCD2-D19F-42AE-A210-D02ED5244269}" type="parTrans" cxnId="{E02BEBF4-91C3-43AC-9123-89878B97C07B}">
      <dgm:prSet/>
      <dgm:spPr/>
      <dgm:t>
        <a:bodyPr/>
        <a:lstStyle/>
        <a:p>
          <a:endParaRPr lang="en-US"/>
        </a:p>
      </dgm:t>
    </dgm:pt>
    <dgm:pt modelId="{3407B856-BDF6-4335-8656-610D2D5BAE1C}" type="sibTrans" cxnId="{E02BEBF4-91C3-43AC-9123-89878B97C07B}">
      <dgm:prSet/>
      <dgm:spPr/>
      <dgm:t>
        <a:bodyPr/>
        <a:lstStyle/>
        <a:p>
          <a:endParaRPr lang="en-US"/>
        </a:p>
      </dgm:t>
    </dgm:pt>
    <dgm:pt modelId="{5251E56E-5AEA-47C2-B9F6-93817682697C}" type="pres">
      <dgm:prSet presAssocID="{EC188E31-CB78-4FB6-815B-1742B833FC03}" presName="hierChild1" presStyleCnt="0">
        <dgm:presLayoutVars>
          <dgm:chPref val="1"/>
          <dgm:dir/>
          <dgm:animOne val="branch"/>
          <dgm:animLvl val="lvl"/>
          <dgm:resizeHandles/>
        </dgm:presLayoutVars>
      </dgm:prSet>
      <dgm:spPr/>
    </dgm:pt>
    <dgm:pt modelId="{F4573609-0AA1-4A64-8748-B882AF0A14F8}" type="pres">
      <dgm:prSet presAssocID="{900078E7-0297-47D0-A01C-8A91CFE75678}" presName="hierRoot1" presStyleCnt="0"/>
      <dgm:spPr/>
    </dgm:pt>
    <dgm:pt modelId="{7B417E68-BC9E-4777-804D-AFF5EB0830AB}" type="pres">
      <dgm:prSet presAssocID="{900078E7-0297-47D0-A01C-8A91CFE75678}" presName="composite" presStyleCnt="0"/>
      <dgm:spPr/>
    </dgm:pt>
    <dgm:pt modelId="{F1E5E327-C503-4F9D-9192-F0E6BD6618A8}" type="pres">
      <dgm:prSet presAssocID="{900078E7-0297-47D0-A01C-8A91CFE75678}" presName="background" presStyleLbl="node0" presStyleIdx="0" presStyleCnt="2"/>
      <dgm:spPr/>
    </dgm:pt>
    <dgm:pt modelId="{7248E417-F0DF-4340-968C-DD1133BDA09D}" type="pres">
      <dgm:prSet presAssocID="{900078E7-0297-47D0-A01C-8A91CFE75678}" presName="text" presStyleLbl="fgAcc0" presStyleIdx="0" presStyleCnt="2">
        <dgm:presLayoutVars>
          <dgm:chPref val="3"/>
        </dgm:presLayoutVars>
      </dgm:prSet>
      <dgm:spPr/>
    </dgm:pt>
    <dgm:pt modelId="{0F6CA783-D627-413C-96CA-C29864F7D5D9}" type="pres">
      <dgm:prSet presAssocID="{900078E7-0297-47D0-A01C-8A91CFE75678}" presName="hierChild2" presStyleCnt="0"/>
      <dgm:spPr/>
    </dgm:pt>
    <dgm:pt modelId="{34483D6A-B914-4248-B31B-D42961278B8F}" type="pres">
      <dgm:prSet presAssocID="{259A560A-6C9E-4D81-AC3F-298FD1518807}" presName="hierRoot1" presStyleCnt="0"/>
      <dgm:spPr/>
    </dgm:pt>
    <dgm:pt modelId="{D857B40D-1738-4349-844D-3C3755E24C17}" type="pres">
      <dgm:prSet presAssocID="{259A560A-6C9E-4D81-AC3F-298FD1518807}" presName="composite" presStyleCnt="0"/>
      <dgm:spPr/>
    </dgm:pt>
    <dgm:pt modelId="{2DADCC7D-2654-469D-8D68-D487B7CDFBA4}" type="pres">
      <dgm:prSet presAssocID="{259A560A-6C9E-4D81-AC3F-298FD1518807}" presName="background" presStyleLbl="node0" presStyleIdx="1" presStyleCnt="2"/>
      <dgm:spPr/>
    </dgm:pt>
    <dgm:pt modelId="{6936E7E3-5868-4E92-9E50-B17C7B295690}" type="pres">
      <dgm:prSet presAssocID="{259A560A-6C9E-4D81-AC3F-298FD1518807}" presName="text" presStyleLbl="fgAcc0" presStyleIdx="1" presStyleCnt="2">
        <dgm:presLayoutVars>
          <dgm:chPref val="3"/>
        </dgm:presLayoutVars>
      </dgm:prSet>
      <dgm:spPr/>
    </dgm:pt>
    <dgm:pt modelId="{74821724-5B5A-4A5A-92AD-88922A505B9D}" type="pres">
      <dgm:prSet presAssocID="{259A560A-6C9E-4D81-AC3F-298FD1518807}" presName="hierChild2" presStyleCnt="0"/>
      <dgm:spPr/>
    </dgm:pt>
  </dgm:ptLst>
  <dgm:cxnLst>
    <dgm:cxn modelId="{2209CA02-DF72-4A5A-8AE4-AD31CE3004E0}" type="presOf" srcId="{259A560A-6C9E-4D81-AC3F-298FD1518807}" destId="{6936E7E3-5868-4E92-9E50-B17C7B295690}" srcOrd="0" destOrd="0" presId="urn:microsoft.com/office/officeart/2005/8/layout/hierarchy1"/>
    <dgm:cxn modelId="{925CA344-BA4C-4CA7-82CD-00422FD1F751}" type="presOf" srcId="{EC188E31-CB78-4FB6-815B-1742B833FC03}" destId="{5251E56E-5AEA-47C2-B9F6-93817682697C}" srcOrd="0" destOrd="0" presId="urn:microsoft.com/office/officeart/2005/8/layout/hierarchy1"/>
    <dgm:cxn modelId="{173295A1-3958-4905-A0BD-BB91F94417FD}" srcId="{EC188E31-CB78-4FB6-815B-1742B833FC03}" destId="{900078E7-0297-47D0-A01C-8A91CFE75678}" srcOrd="0" destOrd="0" parTransId="{7F8EDA17-4262-4E7B-89C1-4BA842591DA8}" sibTransId="{798443F7-DB06-413D-ADFA-705610507479}"/>
    <dgm:cxn modelId="{266EA6D1-997F-409E-8792-3389E0D1267B}" type="presOf" srcId="{900078E7-0297-47D0-A01C-8A91CFE75678}" destId="{7248E417-F0DF-4340-968C-DD1133BDA09D}" srcOrd="0" destOrd="0" presId="urn:microsoft.com/office/officeart/2005/8/layout/hierarchy1"/>
    <dgm:cxn modelId="{E02BEBF4-91C3-43AC-9123-89878B97C07B}" srcId="{EC188E31-CB78-4FB6-815B-1742B833FC03}" destId="{259A560A-6C9E-4D81-AC3F-298FD1518807}" srcOrd="1" destOrd="0" parTransId="{C66BCCD2-D19F-42AE-A210-D02ED5244269}" sibTransId="{3407B856-BDF6-4335-8656-610D2D5BAE1C}"/>
    <dgm:cxn modelId="{732F7A07-F9D5-4079-BE53-B92864A805F5}" type="presParOf" srcId="{5251E56E-5AEA-47C2-B9F6-93817682697C}" destId="{F4573609-0AA1-4A64-8748-B882AF0A14F8}" srcOrd="0" destOrd="0" presId="urn:microsoft.com/office/officeart/2005/8/layout/hierarchy1"/>
    <dgm:cxn modelId="{B5ED4D8E-ACDB-4410-8003-351E40B3C924}" type="presParOf" srcId="{F4573609-0AA1-4A64-8748-B882AF0A14F8}" destId="{7B417E68-BC9E-4777-804D-AFF5EB0830AB}" srcOrd="0" destOrd="0" presId="urn:microsoft.com/office/officeart/2005/8/layout/hierarchy1"/>
    <dgm:cxn modelId="{406A59A9-E8DC-457E-9BDA-57B4F82F5E79}" type="presParOf" srcId="{7B417E68-BC9E-4777-804D-AFF5EB0830AB}" destId="{F1E5E327-C503-4F9D-9192-F0E6BD6618A8}" srcOrd="0" destOrd="0" presId="urn:microsoft.com/office/officeart/2005/8/layout/hierarchy1"/>
    <dgm:cxn modelId="{8C09B0C1-BA31-4DA5-B598-C62091425056}" type="presParOf" srcId="{7B417E68-BC9E-4777-804D-AFF5EB0830AB}" destId="{7248E417-F0DF-4340-968C-DD1133BDA09D}" srcOrd="1" destOrd="0" presId="urn:microsoft.com/office/officeart/2005/8/layout/hierarchy1"/>
    <dgm:cxn modelId="{A92D8980-D408-4DAA-825E-6A5366E519A3}" type="presParOf" srcId="{F4573609-0AA1-4A64-8748-B882AF0A14F8}" destId="{0F6CA783-D627-413C-96CA-C29864F7D5D9}" srcOrd="1" destOrd="0" presId="urn:microsoft.com/office/officeart/2005/8/layout/hierarchy1"/>
    <dgm:cxn modelId="{974277B0-0D2B-4A79-9FED-63EE7DE1DDD9}" type="presParOf" srcId="{5251E56E-5AEA-47C2-B9F6-93817682697C}" destId="{34483D6A-B914-4248-B31B-D42961278B8F}" srcOrd="1" destOrd="0" presId="urn:microsoft.com/office/officeart/2005/8/layout/hierarchy1"/>
    <dgm:cxn modelId="{0E546A58-0F71-4FC4-AF36-D4C8CC77F399}" type="presParOf" srcId="{34483D6A-B914-4248-B31B-D42961278B8F}" destId="{D857B40D-1738-4349-844D-3C3755E24C17}" srcOrd="0" destOrd="0" presId="urn:microsoft.com/office/officeart/2005/8/layout/hierarchy1"/>
    <dgm:cxn modelId="{3B2F5FC2-9818-4A9B-872D-FEF542EC087C}" type="presParOf" srcId="{D857B40D-1738-4349-844D-3C3755E24C17}" destId="{2DADCC7D-2654-469D-8D68-D487B7CDFBA4}" srcOrd="0" destOrd="0" presId="urn:microsoft.com/office/officeart/2005/8/layout/hierarchy1"/>
    <dgm:cxn modelId="{AA1AC4EB-456B-4806-85BB-BE1A81C7776A}" type="presParOf" srcId="{D857B40D-1738-4349-844D-3C3755E24C17}" destId="{6936E7E3-5868-4E92-9E50-B17C7B295690}" srcOrd="1" destOrd="0" presId="urn:microsoft.com/office/officeart/2005/8/layout/hierarchy1"/>
    <dgm:cxn modelId="{ADBCA8C4-BC32-4BD0-B261-1D9ED07E8126}" type="presParOf" srcId="{34483D6A-B914-4248-B31B-D42961278B8F}" destId="{74821724-5B5A-4A5A-92AD-88922A505B9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7812367-0233-4791-AA25-07F6D55D6FD7}"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en-US"/>
        </a:p>
      </dgm:t>
    </dgm:pt>
    <dgm:pt modelId="{56F83397-FA4C-48EA-AFB5-F06B85BEED6C}">
      <dgm:prSet/>
      <dgm:spPr/>
      <dgm:t>
        <a:bodyPr/>
        <a:lstStyle/>
        <a:p>
          <a:r>
            <a:rPr lang="pl-PL" b="0" i="0" baseline="0"/>
            <a:t>unikanie </a:t>
          </a:r>
          <a:r>
            <a:rPr lang="en-US" b="0" i="0" baseline="0"/>
            <a:t>–</a:t>
          </a:r>
          <a:r>
            <a:rPr lang="pl-PL" b="0" i="0" baseline="0"/>
            <a:t> eliminacja ryzyka </a:t>
          </a:r>
          <a:endParaRPr lang="en-US"/>
        </a:p>
      </dgm:t>
    </dgm:pt>
    <dgm:pt modelId="{75475BBD-7F27-4E98-9A32-6DC520A0F1E2}" type="parTrans" cxnId="{FB2EE665-1829-4823-9492-76FB7E1A89D9}">
      <dgm:prSet/>
      <dgm:spPr/>
      <dgm:t>
        <a:bodyPr/>
        <a:lstStyle/>
        <a:p>
          <a:endParaRPr lang="en-US"/>
        </a:p>
      </dgm:t>
    </dgm:pt>
    <dgm:pt modelId="{30A46F20-CCF9-4569-B207-84A24FC2AC22}" type="sibTrans" cxnId="{FB2EE665-1829-4823-9492-76FB7E1A89D9}">
      <dgm:prSet/>
      <dgm:spPr/>
      <dgm:t>
        <a:bodyPr/>
        <a:lstStyle/>
        <a:p>
          <a:endParaRPr lang="en-US"/>
        </a:p>
      </dgm:t>
    </dgm:pt>
    <dgm:pt modelId="{BDF05459-A122-4E93-8DBC-2E5E0C6386FA}">
      <dgm:prSet/>
      <dgm:spPr/>
      <dgm:t>
        <a:bodyPr/>
        <a:lstStyle/>
        <a:p>
          <a:r>
            <a:rPr lang="pl-PL" b="0" i="0" baseline="0"/>
            <a:t>mitygacja </a:t>
          </a:r>
          <a:r>
            <a:rPr lang="en-US" b="0" i="0" baseline="0"/>
            <a:t>–</a:t>
          </a:r>
          <a:r>
            <a:rPr lang="pl-PL" b="0" i="0" baseline="0"/>
            <a:t> zmniejszenie wpływu lub prawdopodobieństwa </a:t>
          </a:r>
          <a:endParaRPr lang="en-US"/>
        </a:p>
      </dgm:t>
    </dgm:pt>
    <dgm:pt modelId="{87B4B194-985F-48D3-90C5-4845875A8B03}" type="parTrans" cxnId="{DDA290E5-E1FB-43B9-A0FB-A20F837A1DCE}">
      <dgm:prSet/>
      <dgm:spPr/>
      <dgm:t>
        <a:bodyPr/>
        <a:lstStyle/>
        <a:p>
          <a:endParaRPr lang="en-US"/>
        </a:p>
      </dgm:t>
    </dgm:pt>
    <dgm:pt modelId="{E06E5761-8F3A-447B-B74B-61BCCD49EF79}" type="sibTrans" cxnId="{DDA290E5-E1FB-43B9-A0FB-A20F837A1DCE}">
      <dgm:prSet/>
      <dgm:spPr/>
      <dgm:t>
        <a:bodyPr/>
        <a:lstStyle/>
        <a:p>
          <a:endParaRPr lang="en-US"/>
        </a:p>
      </dgm:t>
    </dgm:pt>
    <dgm:pt modelId="{692C58A6-18C0-48B8-940B-90A6F10964C3}">
      <dgm:prSet/>
      <dgm:spPr/>
      <dgm:t>
        <a:bodyPr/>
        <a:lstStyle/>
        <a:p>
          <a:r>
            <a:rPr lang="pl-PL" b="0" i="0" baseline="0"/>
            <a:t>transfer </a:t>
          </a:r>
          <a:r>
            <a:rPr lang="en-US" b="0" i="0" baseline="0"/>
            <a:t>–</a:t>
          </a:r>
          <a:r>
            <a:rPr lang="pl-PL" b="0" i="0" baseline="0"/>
            <a:t> przeniesienie odpowiedzialności </a:t>
          </a:r>
          <a:endParaRPr lang="en-US"/>
        </a:p>
      </dgm:t>
    </dgm:pt>
    <dgm:pt modelId="{0A7F2612-5B18-4B3E-A7FB-C65290B3E07A}" type="parTrans" cxnId="{1F2FBBA3-CDFA-4B2D-9E37-6DBFD889C630}">
      <dgm:prSet/>
      <dgm:spPr/>
      <dgm:t>
        <a:bodyPr/>
        <a:lstStyle/>
        <a:p>
          <a:endParaRPr lang="en-US"/>
        </a:p>
      </dgm:t>
    </dgm:pt>
    <dgm:pt modelId="{84307917-9CF4-441B-9778-C98A9A332723}" type="sibTrans" cxnId="{1F2FBBA3-CDFA-4B2D-9E37-6DBFD889C630}">
      <dgm:prSet/>
      <dgm:spPr/>
      <dgm:t>
        <a:bodyPr/>
        <a:lstStyle/>
        <a:p>
          <a:endParaRPr lang="en-US"/>
        </a:p>
      </dgm:t>
    </dgm:pt>
    <dgm:pt modelId="{EE43EA05-3D35-4784-A63A-675625329F8C}">
      <dgm:prSet/>
      <dgm:spPr/>
      <dgm:t>
        <a:bodyPr/>
        <a:lstStyle/>
        <a:p>
          <a:r>
            <a:rPr lang="pl-PL" b="0" i="0" baseline="0"/>
            <a:t>akceptacja </a:t>
          </a:r>
          <a:r>
            <a:rPr lang="en-US" b="0" i="0" baseline="0"/>
            <a:t>–</a:t>
          </a:r>
          <a:r>
            <a:rPr lang="pl-PL" b="0" i="0" baseline="0"/>
            <a:t> świadome przyjęcie ryzyka </a:t>
          </a:r>
          <a:endParaRPr lang="en-US"/>
        </a:p>
      </dgm:t>
    </dgm:pt>
    <dgm:pt modelId="{CDCED2B4-EADB-4F02-AAB6-F1728EFED3ED}" type="parTrans" cxnId="{022E40E8-93F8-419A-96E8-EC8B4F01AD65}">
      <dgm:prSet/>
      <dgm:spPr/>
      <dgm:t>
        <a:bodyPr/>
        <a:lstStyle/>
        <a:p>
          <a:endParaRPr lang="en-US"/>
        </a:p>
      </dgm:t>
    </dgm:pt>
    <dgm:pt modelId="{15146E6E-F7A4-4153-AB26-D24778A4D6CA}" type="sibTrans" cxnId="{022E40E8-93F8-419A-96E8-EC8B4F01AD65}">
      <dgm:prSet/>
      <dgm:spPr/>
      <dgm:t>
        <a:bodyPr/>
        <a:lstStyle/>
        <a:p>
          <a:endParaRPr lang="en-US"/>
        </a:p>
      </dgm:t>
    </dgm:pt>
    <dgm:pt modelId="{48D555F9-170B-446D-8C21-CD5D20FE313F}" type="pres">
      <dgm:prSet presAssocID="{E7812367-0233-4791-AA25-07F6D55D6FD7}" presName="matrix" presStyleCnt="0">
        <dgm:presLayoutVars>
          <dgm:chMax val="1"/>
          <dgm:dir/>
          <dgm:resizeHandles val="exact"/>
        </dgm:presLayoutVars>
      </dgm:prSet>
      <dgm:spPr/>
    </dgm:pt>
    <dgm:pt modelId="{652642B2-4D70-40B2-B846-E0E55B9156FC}" type="pres">
      <dgm:prSet presAssocID="{E7812367-0233-4791-AA25-07F6D55D6FD7}" presName="diamond" presStyleLbl="bgShp" presStyleIdx="0" presStyleCnt="1"/>
      <dgm:spPr/>
    </dgm:pt>
    <dgm:pt modelId="{ADB9CFE5-755D-4F92-9379-349DFD16EA17}" type="pres">
      <dgm:prSet presAssocID="{E7812367-0233-4791-AA25-07F6D55D6FD7}" presName="quad1" presStyleLbl="node1" presStyleIdx="0" presStyleCnt="4">
        <dgm:presLayoutVars>
          <dgm:chMax val="0"/>
          <dgm:chPref val="0"/>
          <dgm:bulletEnabled val="1"/>
        </dgm:presLayoutVars>
      </dgm:prSet>
      <dgm:spPr/>
    </dgm:pt>
    <dgm:pt modelId="{481A3A00-7C98-4D61-99E8-75B5CEB6F1B8}" type="pres">
      <dgm:prSet presAssocID="{E7812367-0233-4791-AA25-07F6D55D6FD7}" presName="quad2" presStyleLbl="node1" presStyleIdx="1" presStyleCnt="4">
        <dgm:presLayoutVars>
          <dgm:chMax val="0"/>
          <dgm:chPref val="0"/>
          <dgm:bulletEnabled val="1"/>
        </dgm:presLayoutVars>
      </dgm:prSet>
      <dgm:spPr/>
    </dgm:pt>
    <dgm:pt modelId="{CF85B77E-2D39-4A3A-8E73-F26BE2E4BC6E}" type="pres">
      <dgm:prSet presAssocID="{E7812367-0233-4791-AA25-07F6D55D6FD7}" presName="quad3" presStyleLbl="node1" presStyleIdx="2" presStyleCnt="4">
        <dgm:presLayoutVars>
          <dgm:chMax val="0"/>
          <dgm:chPref val="0"/>
          <dgm:bulletEnabled val="1"/>
        </dgm:presLayoutVars>
      </dgm:prSet>
      <dgm:spPr/>
    </dgm:pt>
    <dgm:pt modelId="{D5154167-C278-4C23-A8FF-D29B98EF169D}" type="pres">
      <dgm:prSet presAssocID="{E7812367-0233-4791-AA25-07F6D55D6FD7}" presName="quad4" presStyleLbl="node1" presStyleIdx="3" presStyleCnt="4">
        <dgm:presLayoutVars>
          <dgm:chMax val="0"/>
          <dgm:chPref val="0"/>
          <dgm:bulletEnabled val="1"/>
        </dgm:presLayoutVars>
      </dgm:prSet>
      <dgm:spPr/>
    </dgm:pt>
  </dgm:ptLst>
  <dgm:cxnLst>
    <dgm:cxn modelId="{7E0AD712-96D1-4169-B66C-C137C9D2D790}" type="presOf" srcId="{E7812367-0233-4791-AA25-07F6D55D6FD7}" destId="{48D555F9-170B-446D-8C21-CD5D20FE313F}" srcOrd="0" destOrd="0" presId="urn:microsoft.com/office/officeart/2005/8/layout/matrix3"/>
    <dgm:cxn modelId="{7890552F-7178-4897-BABE-ADCD3D663AF6}" type="presOf" srcId="{EE43EA05-3D35-4784-A63A-675625329F8C}" destId="{D5154167-C278-4C23-A8FF-D29B98EF169D}" srcOrd="0" destOrd="0" presId="urn:microsoft.com/office/officeart/2005/8/layout/matrix3"/>
    <dgm:cxn modelId="{FB2EE665-1829-4823-9492-76FB7E1A89D9}" srcId="{E7812367-0233-4791-AA25-07F6D55D6FD7}" destId="{56F83397-FA4C-48EA-AFB5-F06B85BEED6C}" srcOrd="0" destOrd="0" parTransId="{75475BBD-7F27-4E98-9A32-6DC520A0F1E2}" sibTransId="{30A46F20-CCF9-4569-B207-84A24FC2AC22}"/>
    <dgm:cxn modelId="{1F2FBBA3-CDFA-4B2D-9E37-6DBFD889C630}" srcId="{E7812367-0233-4791-AA25-07F6D55D6FD7}" destId="{692C58A6-18C0-48B8-940B-90A6F10964C3}" srcOrd="2" destOrd="0" parTransId="{0A7F2612-5B18-4B3E-A7FB-C65290B3E07A}" sibTransId="{84307917-9CF4-441B-9778-C98A9A332723}"/>
    <dgm:cxn modelId="{E55FF6DB-454C-4890-BB40-081415B50334}" type="presOf" srcId="{692C58A6-18C0-48B8-940B-90A6F10964C3}" destId="{CF85B77E-2D39-4A3A-8E73-F26BE2E4BC6E}" srcOrd="0" destOrd="0" presId="urn:microsoft.com/office/officeart/2005/8/layout/matrix3"/>
    <dgm:cxn modelId="{DDA290E5-E1FB-43B9-A0FB-A20F837A1DCE}" srcId="{E7812367-0233-4791-AA25-07F6D55D6FD7}" destId="{BDF05459-A122-4E93-8DBC-2E5E0C6386FA}" srcOrd="1" destOrd="0" parTransId="{87B4B194-985F-48D3-90C5-4845875A8B03}" sibTransId="{E06E5761-8F3A-447B-B74B-61BCCD49EF79}"/>
    <dgm:cxn modelId="{022E40E8-93F8-419A-96E8-EC8B4F01AD65}" srcId="{E7812367-0233-4791-AA25-07F6D55D6FD7}" destId="{EE43EA05-3D35-4784-A63A-675625329F8C}" srcOrd="3" destOrd="0" parTransId="{CDCED2B4-EADB-4F02-AAB6-F1728EFED3ED}" sibTransId="{15146E6E-F7A4-4153-AB26-D24778A4D6CA}"/>
    <dgm:cxn modelId="{122CF3F1-87E7-402B-AB51-D0CE75B8AC8D}" type="presOf" srcId="{BDF05459-A122-4E93-8DBC-2E5E0C6386FA}" destId="{481A3A00-7C98-4D61-99E8-75B5CEB6F1B8}" srcOrd="0" destOrd="0" presId="urn:microsoft.com/office/officeart/2005/8/layout/matrix3"/>
    <dgm:cxn modelId="{ABDC4DF5-E286-4C52-88DD-DDBDA4E4AA28}" type="presOf" srcId="{56F83397-FA4C-48EA-AFB5-F06B85BEED6C}" destId="{ADB9CFE5-755D-4F92-9379-349DFD16EA17}" srcOrd="0" destOrd="0" presId="urn:microsoft.com/office/officeart/2005/8/layout/matrix3"/>
    <dgm:cxn modelId="{89DA65CD-57B9-4992-88D1-F595765E12BA}" type="presParOf" srcId="{48D555F9-170B-446D-8C21-CD5D20FE313F}" destId="{652642B2-4D70-40B2-B846-E0E55B9156FC}" srcOrd="0" destOrd="0" presId="urn:microsoft.com/office/officeart/2005/8/layout/matrix3"/>
    <dgm:cxn modelId="{45EDA238-5AC4-4F71-8330-1D321F7FEA2C}" type="presParOf" srcId="{48D555F9-170B-446D-8C21-CD5D20FE313F}" destId="{ADB9CFE5-755D-4F92-9379-349DFD16EA17}" srcOrd="1" destOrd="0" presId="urn:microsoft.com/office/officeart/2005/8/layout/matrix3"/>
    <dgm:cxn modelId="{F8764360-1877-4642-82F0-F280D709965B}" type="presParOf" srcId="{48D555F9-170B-446D-8C21-CD5D20FE313F}" destId="{481A3A00-7C98-4D61-99E8-75B5CEB6F1B8}" srcOrd="2" destOrd="0" presId="urn:microsoft.com/office/officeart/2005/8/layout/matrix3"/>
    <dgm:cxn modelId="{9FA859E4-5B4C-434C-8B2A-63E7234E3646}" type="presParOf" srcId="{48D555F9-170B-446D-8C21-CD5D20FE313F}" destId="{CF85B77E-2D39-4A3A-8E73-F26BE2E4BC6E}" srcOrd="3" destOrd="0" presId="urn:microsoft.com/office/officeart/2005/8/layout/matrix3"/>
    <dgm:cxn modelId="{8E57412D-1247-4FFE-BE0E-97216AC3C9DD}" type="presParOf" srcId="{48D555F9-170B-446D-8C21-CD5D20FE313F}" destId="{D5154167-C278-4C23-A8FF-D29B98EF169D}"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67B8B4B-A9F5-412E-B19B-6642767DB771}"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en-US"/>
        </a:p>
      </dgm:t>
    </dgm:pt>
    <dgm:pt modelId="{A6A5CC2E-60CB-4A3C-98A4-8AC8CD7B26FC}">
      <dgm:prSet/>
      <dgm:spPr/>
      <dgm:t>
        <a:bodyPr/>
        <a:lstStyle/>
        <a:p>
          <a:r>
            <a:rPr lang="pl-PL" b="0" i="0" baseline="0"/>
            <a:t>eksploatacja </a:t>
          </a:r>
          <a:r>
            <a:rPr lang="en-US" b="0" i="0" baseline="0"/>
            <a:t>–</a:t>
          </a:r>
          <a:r>
            <a:rPr lang="pl-PL" b="0" i="0" baseline="0"/>
            <a:t> maksymalne wykorzystanie szansy </a:t>
          </a:r>
          <a:endParaRPr lang="en-US"/>
        </a:p>
      </dgm:t>
    </dgm:pt>
    <dgm:pt modelId="{82E1A20D-CC6A-41A9-92AF-D877B4379B90}" type="parTrans" cxnId="{4727CBCA-E70E-4BBE-AB68-E1EACFCE70BA}">
      <dgm:prSet/>
      <dgm:spPr/>
      <dgm:t>
        <a:bodyPr/>
        <a:lstStyle/>
        <a:p>
          <a:endParaRPr lang="en-US"/>
        </a:p>
      </dgm:t>
    </dgm:pt>
    <dgm:pt modelId="{B9414E0A-825A-43D2-B8C5-E201C6135075}" type="sibTrans" cxnId="{4727CBCA-E70E-4BBE-AB68-E1EACFCE70BA}">
      <dgm:prSet/>
      <dgm:spPr/>
      <dgm:t>
        <a:bodyPr/>
        <a:lstStyle/>
        <a:p>
          <a:endParaRPr lang="en-US"/>
        </a:p>
      </dgm:t>
    </dgm:pt>
    <dgm:pt modelId="{732FB735-51C8-40D5-98F9-50E268BD39B5}">
      <dgm:prSet/>
      <dgm:spPr/>
      <dgm:t>
        <a:bodyPr/>
        <a:lstStyle/>
        <a:p>
          <a:r>
            <a:rPr lang="pl-PL" b="0" i="0" baseline="0"/>
            <a:t>wzmacnianie </a:t>
          </a:r>
          <a:r>
            <a:rPr lang="en-US" b="0" i="0" baseline="0"/>
            <a:t>–</a:t>
          </a:r>
          <a:r>
            <a:rPr lang="pl-PL" b="0" i="0" baseline="0"/>
            <a:t> zwiększenie prawdopodobieństwa </a:t>
          </a:r>
          <a:endParaRPr lang="en-US"/>
        </a:p>
      </dgm:t>
    </dgm:pt>
    <dgm:pt modelId="{35712D00-D81E-438D-BACD-EB0EBF7AFB27}" type="parTrans" cxnId="{937470BA-BC44-4DAA-8227-91424C705AD1}">
      <dgm:prSet/>
      <dgm:spPr/>
      <dgm:t>
        <a:bodyPr/>
        <a:lstStyle/>
        <a:p>
          <a:endParaRPr lang="en-US"/>
        </a:p>
      </dgm:t>
    </dgm:pt>
    <dgm:pt modelId="{E94BDEC9-798E-4550-8EFD-3F13AC993CAD}" type="sibTrans" cxnId="{937470BA-BC44-4DAA-8227-91424C705AD1}">
      <dgm:prSet/>
      <dgm:spPr/>
      <dgm:t>
        <a:bodyPr/>
        <a:lstStyle/>
        <a:p>
          <a:endParaRPr lang="en-US"/>
        </a:p>
      </dgm:t>
    </dgm:pt>
    <dgm:pt modelId="{4EA1AB38-6443-4BE5-9694-A523FF4504FA}">
      <dgm:prSet/>
      <dgm:spPr/>
      <dgm:t>
        <a:bodyPr/>
        <a:lstStyle/>
        <a:p>
          <a:r>
            <a:rPr lang="pl-PL" b="0" i="0" baseline="0"/>
            <a:t>dzielenie </a:t>
          </a:r>
          <a:r>
            <a:rPr lang="en-US" b="0" i="0" baseline="0"/>
            <a:t>–</a:t>
          </a:r>
          <a:r>
            <a:rPr lang="pl-PL" b="0" i="0" baseline="0"/>
            <a:t> współpraca z partnerem </a:t>
          </a:r>
          <a:endParaRPr lang="en-US"/>
        </a:p>
      </dgm:t>
    </dgm:pt>
    <dgm:pt modelId="{44A33307-FBE7-44C3-9D23-842CFE4C9D04}" type="parTrans" cxnId="{22368303-7979-478F-9D6D-948BCED8E25A}">
      <dgm:prSet/>
      <dgm:spPr/>
      <dgm:t>
        <a:bodyPr/>
        <a:lstStyle/>
        <a:p>
          <a:endParaRPr lang="en-US"/>
        </a:p>
      </dgm:t>
    </dgm:pt>
    <dgm:pt modelId="{65AF2416-495F-4B9C-A083-1072AFBE0739}" type="sibTrans" cxnId="{22368303-7979-478F-9D6D-948BCED8E25A}">
      <dgm:prSet/>
      <dgm:spPr/>
      <dgm:t>
        <a:bodyPr/>
        <a:lstStyle/>
        <a:p>
          <a:endParaRPr lang="en-US"/>
        </a:p>
      </dgm:t>
    </dgm:pt>
    <dgm:pt modelId="{0CC22A4D-F040-43D6-A8F2-F982649CC3BE}">
      <dgm:prSet/>
      <dgm:spPr/>
      <dgm:t>
        <a:bodyPr/>
        <a:lstStyle/>
        <a:p>
          <a:r>
            <a:rPr lang="pl-PL" b="0" i="0" baseline="0"/>
            <a:t>akceptacja </a:t>
          </a:r>
          <a:r>
            <a:rPr lang="en-US" b="0" i="0" baseline="0"/>
            <a:t>–</a:t>
          </a:r>
          <a:r>
            <a:rPr lang="pl-PL" b="0" i="0" baseline="0"/>
            <a:t> obserwacja bez działań </a:t>
          </a:r>
          <a:endParaRPr lang="en-US"/>
        </a:p>
      </dgm:t>
    </dgm:pt>
    <dgm:pt modelId="{655A0812-58F2-480B-9507-EE72DA9F0B1D}" type="parTrans" cxnId="{DD338891-6AD4-48E5-955A-51E37E462BD0}">
      <dgm:prSet/>
      <dgm:spPr/>
      <dgm:t>
        <a:bodyPr/>
        <a:lstStyle/>
        <a:p>
          <a:endParaRPr lang="en-US"/>
        </a:p>
      </dgm:t>
    </dgm:pt>
    <dgm:pt modelId="{63BE0512-CBFC-4D76-AA53-E56F3416A5A7}" type="sibTrans" cxnId="{DD338891-6AD4-48E5-955A-51E37E462BD0}">
      <dgm:prSet/>
      <dgm:spPr/>
      <dgm:t>
        <a:bodyPr/>
        <a:lstStyle/>
        <a:p>
          <a:endParaRPr lang="en-US"/>
        </a:p>
      </dgm:t>
    </dgm:pt>
    <dgm:pt modelId="{9CB51D1C-7759-4ED5-8EC2-A7BCCEE8C239}" type="pres">
      <dgm:prSet presAssocID="{767B8B4B-A9F5-412E-B19B-6642767DB771}" presName="matrix" presStyleCnt="0">
        <dgm:presLayoutVars>
          <dgm:chMax val="1"/>
          <dgm:dir/>
          <dgm:resizeHandles val="exact"/>
        </dgm:presLayoutVars>
      </dgm:prSet>
      <dgm:spPr/>
    </dgm:pt>
    <dgm:pt modelId="{CE9D6D2E-B080-4CCC-8496-F843FA09C9AB}" type="pres">
      <dgm:prSet presAssocID="{767B8B4B-A9F5-412E-B19B-6642767DB771}" presName="diamond" presStyleLbl="bgShp" presStyleIdx="0" presStyleCnt="1"/>
      <dgm:spPr/>
    </dgm:pt>
    <dgm:pt modelId="{7FE3DB9F-3B65-4412-8F00-E4660ED84A81}" type="pres">
      <dgm:prSet presAssocID="{767B8B4B-A9F5-412E-B19B-6642767DB771}" presName="quad1" presStyleLbl="node1" presStyleIdx="0" presStyleCnt="4">
        <dgm:presLayoutVars>
          <dgm:chMax val="0"/>
          <dgm:chPref val="0"/>
          <dgm:bulletEnabled val="1"/>
        </dgm:presLayoutVars>
      </dgm:prSet>
      <dgm:spPr/>
    </dgm:pt>
    <dgm:pt modelId="{CAA00AC0-A736-4B28-A17B-BE9F8A91EFFF}" type="pres">
      <dgm:prSet presAssocID="{767B8B4B-A9F5-412E-B19B-6642767DB771}" presName="quad2" presStyleLbl="node1" presStyleIdx="1" presStyleCnt="4">
        <dgm:presLayoutVars>
          <dgm:chMax val="0"/>
          <dgm:chPref val="0"/>
          <dgm:bulletEnabled val="1"/>
        </dgm:presLayoutVars>
      </dgm:prSet>
      <dgm:spPr/>
    </dgm:pt>
    <dgm:pt modelId="{45BC3AB0-AFA8-421F-BEF4-98851AAE479D}" type="pres">
      <dgm:prSet presAssocID="{767B8B4B-A9F5-412E-B19B-6642767DB771}" presName="quad3" presStyleLbl="node1" presStyleIdx="2" presStyleCnt="4">
        <dgm:presLayoutVars>
          <dgm:chMax val="0"/>
          <dgm:chPref val="0"/>
          <dgm:bulletEnabled val="1"/>
        </dgm:presLayoutVars>
      </dgm:prSet>
      <dgm:spPr/>
    </dgm:pt>
    <dgm:pt modelId="{5B0DC4E6-C647-46C3-BDB5-6D6F0FB13696}" type="pres">
      <dgm:prSet presAssocID="{767B8B4B-A9F5-412E-B19B-6642767DB771}" presName="quad4" presStyleLbl="node1" presStyleIdx="3" presStyleCnt="4">
        <dgm:presLayoutVars>
          <dgm:chMax val="0"/>
          <dgm:chPref val="0"/>
          <dgm:bulletEnabled val="1"/>
        </dgm:presLayoutVars>
      </dgm:prSet>
      <dgm:spPr/>
    </dgm:pt>
  </dgm:ptLst>
  <dgm:cxnLst>
    <dgm:cxn modelId="{22368303-7979-478F-9D6D-948BCED8E25A}" srcId="{767B8B4B-A9F5-412E-B19B-6642767DB771}" destId="{4EA1AB38-6443-4BE5-9694-A523FF4504FA}" srcOrd="2" destOrd="0" parTransId="{44A33307-FBE7-44C3-9D23-842CFE4C9D04}" sibTransId="{65AF2416-495F-4B9C-A083-1072AFBE0739}"/>
    <dgm:cxn modelId="{776D1038-882A-4F4D-AC7F-2B96AAADF2E8}" type="presOf" srcId="{4EA1AB38-6443-4BE5-9694-A523FF4504FA}" destId="{45BC3AB0-AFA8-421F-BEF4-98851AAE479D}" srcOrd="0" destOrd="0" presId="urn:microsoft.com/office/officeart/2005/8/layout/matrix3"/>
    <dgm:cxn modelId="{A1F2E63A-E732-470D-B4CE-E5958B568289}" type="presOf" srcId="{767B8B4B-A9F5-412E-B19B-6642767DB771}" destId="{9CB51D1C-7759-4ED5-8EC2-A7BCCEE8C239}" srcOrd="0" destOrd="0" presId="urn:microsoft.com/office/officeart/2005/8/layout/matrix3"/>
    <dgm:cxn modelId="{66333E7F-FCAA-4ABF-A978-1C8E7B105F29}" type="presOf" srcId="{0CC22A4D-F040-43D6-A8F2-F982649CC3BE}" destId="{5B0DC4E6-C647-46C3-BDB5-6D6F0FB13696}" srcOrd="0" destOrd="0" presId="urn:microsoft.com/office/officeart/2005/8/layout/matrix3"/>
    <dgm:cxn modelId="{DD338891-6AD4-48E5-955A-51E37E462BD0}" srcId="{767B8B4B-A9F5-412E-B19B-6642767DB771}" destId="{0CC22A4D-F040-43D6-A8F2-F982649CC3BE}" srcOrd="3" destOrd="0" parTransId="{655A0812-58F2-480B-9507-EE72DA9F0B1D}" sibTransId="{63BE0512-CBFC-4D76-AA53-E56F3416A5A7}"/>
    <dgm:cxn modelId="{937470BA-BC44-4DAA-8227-91424C705AD1}" srcId="{767B8B4B-A9F5-412E-B19B-6642767DB771}" destId="{732FB735-51C8-40D5-98F9-50E268BD39B5}" srcOrd="1" destOrd="0" parTransId="{35712D00-D81E-438D-BACD-EB0EBF7AFB27}" sibTransId="{E94BDEC9-798E-4550-8EFD-3F13AC993CAD}"/>
    <dgm:cxn modelId="{4727CBCA-E70E-4BBE-AB68-E1EACFCE70BA}" srcId="{767B8B4B-A9F5-412E-B19B-6642767DB771}" destId="{A6A5CC2E-60CB-4A3C-98A4-8AC8CD7B26FC}" srcOrd="0" destOrd="0" parTransId="{82E1A20D-CC6A-41A9-92AF-D877B4379B90}" sibTransId="{B9414E0A-825A-43D2-B8C5-E201C6135075}"/>
    <dgm:cxn modelId="{CC1998D6-4D05-4DA4-8C10-5356D1C83588}" type="presOf" srcId="{732FB735-51C8-40D5-98F9-50E268BD39B5}" destId="{CAA00AC0-A736-4B28-A17B-BE9F8A91EFFF}" srcOrd="0" destOrd="0" presId="urn:microsoft.com/office/officeart/2005/8/layout/matrix3"/>
    <dgm:cxn modelId="{DE1FDBDC-B704-4159-8960-60B15E3263E3}" type="presOf" srcId="{A6A5CC2E-60CB-4A3C-98A4-8AC8CD7B26FC}" destId="{7FE3DB9F-3B65-4412-8F00-E4660ED84A81}" srcOrd="0" destOrd="0" presId="urn:microsoft.com/office/officeart/2005/8/layout/matrix3"/>
    <dgm:cxn modelId="{69FDCD95-F4D7-496D-8059-C1EF9AF4C5C1}" type="presParOf" srcId="{9CB51D1C-7759-4ED5-8EC2-A7BCCEE8C239}" destId="{CE9D6D2E-B080-4CCC-8496-F843FA09C9AB}" srcOrd="0" destOrd="0" presId="urn:microsoft.com/office/officeart/2005/8/layout/matrix3"/>
    <dgm:cxn modelId="{B9786B66-82F6-45FA-87E6-E293D291A5EB}" type="presParOf" srcId="{9CB51D1C-7759-4ED5-8EC2-A7BCCEE8C239}" destId="{7FE3DB9F-3B65-4412-8F00-E4660ED84A81}" srcOrd="1" destOrd="0" presId="urn:microsoft.com/office/officeart/2005/8/layout/matrix3"/>
    <dgm:cxn modelId="{91202996-8D7D-40A2-8069-7943EE142ABB}" type="presParOf" srcId="{9CB51D1C-7759-4ED5-8EC2-A7BCCEE8C239}" destId="{CAA00AC0-A736-4B28-A17B-BE9F8A91EFFF}" srcOrd="2" destOrd="0" presId="urn:microsoft.com/office/officeart/2005/8/layout/matrix3"/>
    <dgm:cxn modelId="{DEFE6FD8-D588-4A58-BE9E-837384FD1E8B}" type="presParOf" srcId="{9CB51D1C-7759-4ED5-8EC2-A7BCCEE8C239}" destId="{45BC3AB0-AFA8-421F-BEF4-98851AAE479D}" srcOrd="3" destOrd="0" presId="urn:microsoft.com/office/officeart/2005/8/layout/matrix3"/>
    <dgm:cxn modelId="{18261DA8-C044-4B18-9446-103E5B5D21BE}" type="presParOf" srcId="{9CB51D1C-7759-4ED5-8EC2-A7BCCEE8C239}" destId="{5B0DC4E6-C647-46C3-BDB5-6D6F0FB13696}"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3131348-25D7-4F90-A712-A601C5C979C0}"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CD27305F-5C4D-411C-B1A3-03FE08D0F1BF}">
      <dgm:prSet/>
      <dgm:spPr/>
      <dgm:t>
        <a:bodyPr/>
        <a:lstStyle/>
        <a:p>
          <a:r>
            <a:rPr lang="pl-PL" b="0" i="0" baseline="0"/>
            <a:t>proste </a:t>
          </a:r>
          <a:endParaRPr lang="en-US"/>
        </a:p>
      </dgm:t>
    </dgm:pt>
    <dgm:pt modelId="{8BA402FE-D1C3-46B7-9C2A-91323B36B544}" type="parTrans" cxnId="{F4648E8A-F6EE-4F0C-BA31-1E83443E8FE6}">
      <dgm:prSet/>
      <dgm:spPr/>
      <dgm:t>
        <a:bodyPr/>
        <a:lstStyle/>
        <a:p>
          <a:endParaRPr lang="en-US"/>
        </a:p>
      </dgm:t>
    </dgm:pt>
    <dgm:pt modelId="{6A15E711-5599-4229-AB8F-8D1A73B8A5CA}" type="sibTrans" cxnId="{F4648E8A-F6EE-4F0C-BA31-1E83443E8FE6}">
      <dgm:prSet/>
      <dgm:spPr/>
      <dgm:t>
        <a:bodyPr/>
        <a:lstStyle/>
        <a:p>
          <a:endParaRPr lang="en-US"/>
        </a:p>
      </dgm:t>
    </dgm:pt>
    <dgm:pt modelId="{8692AAB4-C6D2-466F-ABB3-F3B862D9A206}">
      <dgm:prSet/>
      <dgm:spPr/>
      <dgm:t>
        <a:bodyPr/>
        <a:lstStyle/>
        <a:p>
          <a:r>
            <a:rPr lang="pl-PL" b="0" i="0" baseline="0" dirty="0"/>
            <a:t>Skomplikowane</a:t>
          </a:r>
          <a:endParaRPr lang="en-US" b="0" i="0" baseline="0" dirty="0"/>
        </a:p>
        <a:p>
          <a:r>
            <a:rPr lang="en-US" b="0" i="0" baseline="0" dirty="0"/>
            <a:t>(</a:t>
          </a:r>
          <a:r>
            <a:rPr lang="en-US" b="0" i="0" baseline="0" dirty="0" err="1"/>
            <a:t>społecznie</a:t>
          </a:r>
          <a:r>
            <a:rPr lang="en-US" b="0" i="0" baseline="0" dirty="0"/>
            <a:t>, </a:t>
          </a:r>
          <a:r>
            <a:rPr lang="en-US" b="0" i="0" baseline="0" dirty="0" err="1"/>
            <a:t>politycznie</a:t>
          </a:r>
          <a:r>
            <a:rPr lang="en-US" b="0" i="0" baseline="0" dirty="0"/>
            <a:t>)</a:t>
          </a:r>
          <a:r>
            <a:rPr lang="pl-PL" b="0" i="0" baseline="0" dirty="0"/>
            <a:t> </a:t>
          </a:r>
          <a:endParaRPr lang="en-US" dirty="0"/>
        </a:p>
      </dgm:t>
    </dgm:pt>
    <dgm:pt modelId="{B0E9307E-E0BC-4B2A-A152-88C4D55E7F77}" type="parTrans" cxnId="{30A76226-66A4-43B2-9396-69A9F095A84F}">
      <dgm:prSet/>
      <dgm:spPr/>
      <dgm:t>
        <a:bodyPr/>
        <a:lstStyle/>
        <a:p>
          <a:endParaRPr lang="en-US"/>
        </a:p>
      </dgm:t>
    </dgm:pt>
    <dgm:pt modelId="{12116120-EED2-4101-B112-ED16C768EF56}" type="sibTrans" cxnId="{30A76226-66A4-43B2-9396-69A9F095A84F}">
      <dgm:prSet/>
      <dgm:spPr/>
      <dgm:t>
        <a:bodyPr/>
        <a:lstStyle/>
        <a:p>
          <a:endParaRPr lang="en-US"/>
        </a:p>
      </dgm:t>
    </dgm:pt>
    <dgm:pt modelId="{35EFC503-D177-4C4E-A050-7D61D50A44DD}">
      <dgm:prSet/>
      <dgm:spPr/>
      <dgm:t>
        <a:bodyPr/>
        <a:lstStyle/>
        <a:p>
          <a:r>
            <a:rPr lang="en-US" b="0" i="0" baseline="0" dirty="0" err="1"/>
            <a:t>Skomplikowane</a:t>
          </a:r>
          <a:r>
            <a:rPr lang="en-US" b="0" i="0" baseline="0" dirty="0"/>
            <a:t> (</a:t>
          </a:r>
          <a:r>
            <a:rPr lang="en-US" b="0" i="0" baseline="0" dirty="0" err="1"/>
            <a:t>technologicznie</a:t>
          </a:r>
          <a:r>
            <a:rPr lang="en-US" b="0" i="0" baseline="0" dirty="0"/>
            <a:t>)</a:t>
          </a:r>
          <a:r>
            <a:rPr lang="pl-PL" b="0" i="0" baseline="0" dirty="0"/>
            <a:t> </a:t>
          </a:r>
          <a:endParaRPr lang="en-US" dirty="0"/>
        </a:p>
      </dgm:t>
    </dgm:pt>
    <dgm:pt modelId="{9023B03E-3AC8-432A-B1C5-1E6F601F9485}" type="parTrans" cxnId="{461C5A0F-5076-421C-8401-AAC41F0E729C}">
      <dgm:prSet/>
      <dgm:spPr/>
      <dgm:t>
        <a:bodyPr/>
        <a:lstStyle/>
        <a:p>
          <a:endParaRPr lang="en-US"/>
        </a:p>
      </dgm:t>
    </dgm:pt>
    <dgm:pt modelId="{D1169C7A-FDB7-45FF-A77D-12B5F5AD63FD}" type="sibTrans" cxnId="{461C5A0F-5076-421C-8401-AAC41F0E729C}">
      <dgm:prSet/>
      <dgm:spPr/>
      <dgm:t>
        <a:bodyPr/>
        <a:lstStyle/>
        <a:p>
          <a:endParaRPr lang="en-US"/>
        </a:p>
      </dgm:t>
    </dgm:pt>
    <dgm:pt modelId="{F4EC7591-2207-40C3-AF3E-64541EC2C068}">
      <dgm:prSet/>
      <dgm:spPr/>
      <dgm:t>
        <a:bodyPr/>
        <a:lstStyle/>
        <a:p>
          <a:r>
            <a:rPr lang="pl-PL" b="0" i="0" baseline="0"/>
            <a:t>chaotyczne </a:t>
          </a:r>
          <a:endParaRPr lang="en-US"/>
        </a:p>
      </dgm:t>
    </dgm:pt>
    <dgm:pt modelId="{821803FD-67BA-4923-A5AE-C001505A853F}" type="parTrans" cxnId="{BFF6CACE-50CC-4DBB-9416-9148661A93F7}">
      <dgm:prSet/>
      <dgm:spPr/>
      <dgm:t>
        <a:bodyPr/>
        <a:lstStyle/>
        <a:p>
          <a:endParaRPr lang="en-US"/>
        </a:p>
      </dgm:t>
    </dgm:pt>
    <dgm:pt modelId="{376C34D2-87F6-408A-B281-96DF6F865679}" type="sibTrans" cxnId="{BFF6CACE-50CC-4DBB-9416-9148661A93F7}">
      <dgm:prSet/>
      <dgm:spPr/>
      <dgm:t>
        <a:bodyPr/>
        <a:lstStyle/>
        <a:p>
          <a:endParaRPr lang="en-US"/>
        </a:p>
      </dgm:t>
    </dgm:pt>
    <dgm:pt modelId="{C7E4A4B8-0309-47CB-A836-483A8BCA613E}" type="pres">
      <dgm:prSet presAssocID="{63131348-25D7-4F90-A712-A601C5C979C0}" presName="hierChild1" presStyleCnt="0">
        <dgm:presLayoutVars>
          <dgm:chPref val="1"/>
          <dgm:dir/>
          <dgm:animOne val="branch"/>
          <dgm:animLvl val="lvl"/>
          <dgm:resizeHandles/>
        </dgm:presLayoutVars>
      </dgm:prSet>
      <dgm:spPr/>
    </dgm:pt>
    <dgm:pt modelId="{5288FFC3-E451-4727-8AED-A7A3C715B96F}" type="pres">
      <dgm:prSet presAssocID="{CD27305F-5C4D-411C-B1A3-03FE08D0F1BF}" presName="hierRoot1" presStyleCnt="0"/>
      <dgm:spPr/>
    </dgm:pt>
    <dgm:pt modelId="{21111D63-00DF-4AB9-927B-A869F453532E}" type="pres">
      <dgm:prSet presAssocID="{CD27305F-5C4D-411C-B1A3-03FE08D0F1BF}" presName="composite" presStyleCnt="0"/>
      <dgm:spPr/>
    </dgm:pt>
    <dgm:pt modelId="{8E132F9E-71B7-439F-9262-33D7C24FE7E8}" type="pres">
      <dgm:prSet presAssocID="{CD27305F-5C4D-411C-B1A3-03FE08D0F1BF}" presName="background" presStyleLbl="node0" presStyleIdx="0" presStyleCnt="4"/>
      <dgm:spPr/>
    </dgm:pt>
    <dgm:pt modelId="{0E67508D-5DEF-4595-AC93-47D975F30310}" type="pres">
      <dgm:prSet presAssocID="{CD27305F-5C4D-411C-B1A3-03FE08D0F1BF}" presName="text" presStyleLbl="fgAcc0" presStyleIdx="0" presStyleCnt="4">
        <dgm:presLayoutVars>
          <dgm:chPref val="3"/>
        </dgm:presLayoutVars>
      </dgm:prSet>
      <dgm:spPr/>
    </dgm:pt>
    <dgm:pt modelId="{5F6AA2BE-9ED1-4A07-888C-6D2BDECFF45C}" type="pres">
      <dgm:prSet presAssocID="{CD27305F-5C4D-411C-B1A3-03FE08D0F1BF}" presName="hierChild2" presStyleCnt="0"/>
      <dgm:spPr/>
    </dgm:pt>
    <dgm:pt modelId="{D46FC19C-0CDB-45F9-90CD-98F1D577904A}" type="pres">
      <dgm:prSet presAssocID="{8692AAB4-C6D2-466F-ABB3-F3B862D9A206}" presName="hierRoot1" presStyleCnt="0"/>
      <dgm:spPr/>
    </dgm:pt>
    <dgm:pt modelId="{239F32D0-5A7C-4110-B6C3-D313D065E7FA}" type="pres">
      <dgm:prSet presAssocID="{8692AAB4-C6D2-466F-ABB3-F3B862D9A206}" presName="composite" presStyleCnt="0"/>
      <dgm:spPr/>
    </dgm:pt>
    <dgm:pt modelId="{71BC2646-6490-4F0E-87D5-8918318229A2}" type="pres">
      <dgm:prSet presAssocID="{8692AAB4-C6D2-466F-ABB3-F3B862D9A206}" presName="background" presStyleLbl="node0" presStyleIdx="1" presStyleCnt="4"/>
      <dgm:spPr/>
    </dgm:pt>
    <dgm:pt modelId="{5CE90555-A902-4C5A-A6EA-6FA587575A36}" type="pres">
      <dgm:prSet presAssocID="{8692AAB4-C6D2-466F-ABB3-F3B862D9A206}" presName="text" presStyleLbl="fgAcc0" presStyleIdx="1" presStyleCnt="4">
        <dgm:presLayoutVars>
          <dgm:chPref val="3"/>
        </dgm:presLayoutVars>
      </dgm:prSet>
      <dgm:spPr/>
    </dgm:pt>
    <dgm:pt modelId="{3D449AC2-BF14-4461-B078-AA20E0499743}" type="pres">
      <dgm:prSet presAssocID="{8692AAB4-C6D2-466F-ABB3-F3B862D9A206}" presName="hierChild2" presStyleCnt="0"/>
      <dgm:spPr/>
    </dgm:pt>
    <dgm:pt modelId="{28ACC1DA-45A9-4835-9A4C-8AB9F9739CF6}" type="pres">
      <dgm:prSet presAssocID="{35EFC503-D177-4C4E-A050-7D61D50A44DD}" presName="hierRoot1" presStyleCnt="0"/>
      <dgm:spPr/>
    </dgm:pt>
    <dgm:pt modelId="{4357D2AC-0100-497D-AB5C-055556AC5DA7}" type="pres">
      <dgm:prSet presAssocID="{35EFC503-D177-4C4E-A050-7D61D50A44DD}" presName="composite" presStyleCnt="0"/>
      <dgm:spPr/>
    </dgm:pt>
    <dgm:pt modelId="{0D172EA7-A05E-4929-AFFF-4202101911B5}" type="pres">
      <dgm:prSet presAssocID="{35EFC503-D177-4C4E-A050-7D61D50A44DD}" presName="background" presStyleLbl="node0" presStyleIdx="2" presStyleCnt="4"/>
      <dgm:spPr/>
    </dgm:pt>
    <dgm:pt modelId="{4C0A5F26-D1C7-461A-A72C-E528B15A63B1}" type="pres">
      <dgm:prSet presAssocID="{35EFC503-D177-4C4E-A050-7D61D50A44DD}" presName="text" presStyleLbl="fgAcc0" presStyleIdx="2" presStyleCnt="4">
        <dgm:presLayoutVars>
          <dgm:chPref val="3"/>
        </dgm:presLayoutVars>
      </dgm:prSet>
      <dgm:spPr/>
    </dgm:pt>
    <dgm:pt modelId="{9FB032F6-F5DE-4459-B458-3F9E69AC3175}" type="pres">
      <dgm:prSet presAssocID="{35EFC503-D177-4C4E-A050-7D61D50A44DD}" presName="hierChild2" presStyleCnt="0"/>
      <dgm:spPr/>
    </dgm:pt>
    <dgm:pt modelId="{38CC3B2D-E80C-41DC-8993-18484916B58B}" type="pres">
      <dgm:prSet presAssocID="{F4EC7591-2207-40C3-AF3E-64541EC2C068}" presName="hierRoot1" presStyleCnt="0"/>
      <dgm:spPr/>
    </dgm:pt>
    <dgm:pt modelId="{912EDD9F-D545-403F-A97E-EC50AFF99C56}" type="pres">
      <dgm:prSet presAssocID="{F4EC7591-2207-40C3-AF3E-64541EC2C068}" presName="composite" presStyleCnt="0"/>
      <dgm:spPr/>
    </dgm:pt>
    <dgm:pt modelId="{F647741C-580C-4ED2-843A-70CCC646E7DD}" type="pres">
      <dgm:prSet presAssocID="{F4EC7591-2207-40C3-AF3E-64541EC2C068}" presName="background" presStyleLbl="node0" presStyleIdx="3" presStyleCnt="4"/>
      <dgm:spPr/>
    </dgm:pt>
    <dgm:pt modelId="{D7207468-DF88-4413-BE1B-C78BF4406D67}" type="pres">
      <dgm:prSet presAssocID="{F4EC7591-2207-40C3-AF3E-64541EC2C068}" presName="text" presStyleLbl="fgAcc0" presStyleIdx="3" presStyleCnt="4">
        <dgm:presLayoutVars>
          <dgm:chPref val="3"/>
        </dgm:presLayoutVars>
      </dgm:prSet>
      <dgm:spPr/>
    </dgm:pt>
    <dgm:pt modelId="{0C1BC743-FEAC-4F02-B971-1929BA62CA6E}" type="pres">
      <dgm:prSet presAssocID="{F4EC7591-2207-40C3-AF3E-64541EC2C068}" presName="hierChild2" presStyleCnt="0"/>
      <dgm:spPr/>
    </dgm:pt>
  </dgm:ptLst>
  <dgm:cxnLst>
    <dgm:cxn modelId="{461C5A0F-5076-421C-8401-AAC41F0E729C}" srcId="{63131348-25D7-4F90-A712-A601C5C979C0}" destId="{35EFC503-D177-4C4E-A050-7D61D50A44DD}" srcOrd="2" destOrd="0" parTransId="{9023B03E-3AC8-432A-B1C5-1E6F601F9485}" sibTransId="{D1169C7A-FDB7-45FF-A77D-12B5F5AD63FD}"/>
    <dgm:cxn modelId="{C15C2823-D27A-4105-84CF-ABC057E83B21}" type="presOf" srcId="{35EFC503-D177-4C4E-A050-7D61D50A44DD}" destId="{4C0A5F26-D1C7-461A-A72C-E528B15A63B1}" srcOrd="0" destOrd="0" presId="urn:microsoft.com/office/officeart/2005/8/layout/hierarchy1"/>
    <dgm:cxn modelId="{30A76226-66A4-43B2-9396-69A9F095A84F}" srcId="{63131348-25D7-4F90-A712-A601C5C979C0}" destId="{8692AAB4-C6D2-466F-ABB3-F3B862D9A206}" srcOrd="1" destOrd="0" parTransId="{B0E9307E-E0BC-4B2A-A152-88C4D55E7F77}" sibTransId="{12116120-EED2-4101-B112-ED16C768EF56}"/>
    <dgm:cxn modelId="{11917D4B-8988-48A2-821B-A3B8467ADCAA}" type="presOf" srcId="{63131348-25D7-4F90-A712-A601C5C979C0}" destId="{C7E4A4B8-0309-47CB-A836-483A8BCA613E}" srcOrd="0" destOrd="0" presId="urn:microsoft.com/office/officeart/2005/8/layout/hierarchy1"/>
    <dgm:cxn modelId="{F4648E8A-F6EE-4F0C-BA31-1E83443E8FE6}" srcId="{63131348-25D7-4F90-A712-A601C5C979C0}" destId="{CD27305F-5C4D-411C-B1A3-03FE08D0F1BF}" srcOrd="0" destOrd="0" parTransId="{8BA402FE-D1C3-46B7-9C2A-91323B36B544}" sibTransId="{6A15E711-5599-4229-AB8F-8D1A73B8A5CA}"/>
    <dgm:cxn modelId="{458A69B0-4B5C-471F-9042-559760960A2E}" type="presOf" srcId="{8692AAB4-C6D2-466F-ABB3-F3B862D9A206}" destId="{5CE90555-A902-4C5A-A6EA-6FA587575A36}" srcOrd="0" destOrd="0" presId="urn:microsoft.com/office/officeart/2005/8/layout/hierarchy1"/>
    <dgm:cxn modelId="{9D0D3CB9-FCF4-4427-8E8A-25733DD522EB}" type="presOf" srcId="{F4EC7591-2207-40C3-AF3E-64541EC2C068}" destId="{D7207468-DF88-4413-BE1B-C78BF4406D67}" srcOrd="0" destOrd="0" presId="urn:microsoft.com/office/officeart/2005/8/layout/hierarchy1"/>
    <dgm:cxn modelId="{BFF6CACE-50CC-4DBB-9416-9148661A93F7}" srcId="{63131348-25D7-4F90-A712-A601C5C979C0}" destId="{F4EC7591-2207-40C3-AF3E-64541EC2C068}" srcOrd="3" destOrd="0" parTransId="{821803FD-67BA-4923-A5AE-C001505A853F}" sibTransId="{376C34D2-87F6-408A-B281-96DF6F865679}"/>
    <dgm:cxn modelId="{09315DEF-49F5-448B-9DAF-C94D1AA923F0}" type="presOf" srcId="{CD27305F-5C4D-411C-B1A3-03FE08D0F1BF}" destId="{0E67508D-5DEF-4595-AC93-47D975F30310}" srcOrd="0" destOrd="0" presId="urn:microsoft.com/office/officeart/2005/8/layout/hierarchy1"/>
    <dgm:cxn modelId="{55B9B6AA-161D-4719-877C-A5FB9E9B72C8}" type="presParOf" srcId="{C7E4A4B8-0309-47CB-A836-483A8BCA613E}" destId="{5288FFC3-E451-4727-8AED-A7A3C715B96F}" srcOrd="0" destOrd="0" presId="urn:microsoft.com/office/officeart/2005/8/layout/hierarchy1"/>
    <dgm:cxn modelId="{7E855DFB-1E97-4416-8AAC-AD36DCDB2E23}" type="presParOf" srcId="{5288FFC3-E451-4727-8AED-A7A3C715B96F}" destId="{21111D63-00DF-4AB9-927B-A869F453532E}" srcOrd="0" destOrd="0" presId="urn:microsoft.com/office/officeart/2005/8/layout/hierarchy1"/>
    <dgm:cxn modelId="{B6398560-40BE-47CF-ADEE-3E4A25B96829}" type="presParOf" srcId="{21111D63-00DF-4AB9-927B-A869F453532E}" destId="{8E132F9E-71B7-439F-9262-33D7C24FE7E8}" srcOrd="0" destOrd="0" presId="urn:microsoft.com/office/officeart/2005/8/layout/hierarchy1"/>
    <dgm:cxn modelId="{866C89F0-62DD-46EE-A854-9CD2A16F7317}" type="presParOf" srcId="{21111D63-00DF-4AB9-927B-A869F453532E}" destId="{0E67508D-5DEF-4595-AC93-47D975F30310}" srcOrd="1" destOrd="0" presId="urn:microsoft.com/office/officeart/2005/8/layout/hierarchy1"/>
    <dgm:cxn modelId="{5CE6EF82-AB34-48D3-A4C7-A7A0B2F967E5}" type="presParOf" srcId="{5288FFC3-E451-4727-8AED-A7A3C715B96F}" destId="{5F6AA2BE-9ED1-4A07-888C-6D2BDECFF45C}" srcOrd="1" destOrd="0" presId="urn:microsoft.com/office/officeart/2005/8/layout/hierarchy1"/>
    <dgm:cxn modelId="{099B1126-3E25-40D4-9FE8-23F1B5DF3370}" type="presParOf" srcId="{C7E4A4B8-0309-47CB-A836-483A8BCA613E}" destId="{D46FC19C-0CDB-45F9-90CD-98F1D577904A}" srcOrd="1" destOrd="0" presId="urn:microsoft.com/office/officeart/2005/8/layout/hierarchy1"/>
    <dgm:cxn modelId="{D8F5AD2D-BD48-409B-8DEF-655FD665CA4D}" type="presParOf" srcId="{D46FC19C-0CDB-45F9-90CD-98F1D577904A}" destId="{239F32D0-5A7C-4110-B6C3-D313D065E7FA}" srcOrd="0" destOrd="0" presId="urn:microsoft.com/office/officeart/2005/8/layout/hierarchy1"/>
    <dgm:cxn modelId="{0239E88F-3E21-45EC-88E5-FF3C0742779F}" type="presParOf" srcId="{239F32D0-5A7C-4110-B6C3-D313D065E7FA}" destId="{71BC2646-6490-4F0E-87D5-8918318229A2}" srcOrd="0" destOrd="0" presId="urn:microsoft.com/office/officeart/2005/8/layout/hierarchy1"/>
    <dgm:cxn modelId="{7AF29A22-778C-485B-9CA0-3D2A40BF7DED}" type="presParOf" srcId="{239F32D0-5A7C-4110-B6C3-D313D065E7FA}" destId="{5CE90555-A902-4C5A-A6EA-6FA587575A36}" srcOrd="1" destOrd="0" presId="urn:microsoft.com/office/officeart/2005/8/layout/hierarchy1"/>
    <dgm:cxn modelId="{3955F5D3-9072-41B8-A8AC-F3444ACAA796}" type="presParOf" srcId="{D46FC19C-0CDB-45F9-90CD-98F1D577904A}" destId="{3D449AC2-BF14-4461-B078-AA20E0499743}" srcOrd="1" destOrd="0" presId="urn:microsoft.com/office/officeart/2005/8/layout/hierarchy1"/>
    <dgm:cxn modelId="{F9FEB932-9233-498D-A61B-B80EA214129D}" type="presParOf" srcId="{C7E4A4B8-0309-47CB-A836-483A8BCA613E}" destId="{28ACC1DA-45A9-4835-9A4C-8AB9F9739CF6}" srcOrd="2" destOrd="0" presId="urn:microsoft.com/office/officeart/2005/8/layout/hierarchy1"/>
    <dgm:cxn modelId="{493B8933-428A-4663-A734-62184E3F1491}" type="presParOf" srcId="{28ACC1DA-45A9-4835-9A4C-8AB9F9739CF6}" destId="{4357D2AC-0100-497D-AB5C-055556AC5DA7}" srcOrd="0" destOrd="0" presId="urn:microsoft.com/office/officeart/2005/8/layout/hierarchy1"/>
    <dgm:cxn modelId="{21E03A47-F272-47F9-B498-03F29734034E}" type="presParOf" srcId="{4357D2AC-0100-497D-AB5C-055556AC5DA7}" destId="{0D172EA7-A05E-4929-AFFF-4202101911B5}" srcOrd="0" destOrd="0" presId="urn:microsoft.com/office/officeart/2005/8/layout/hierarchy1"/>
    <dgm:cxn modelId="{5EA9B59B-A313-42E7-9B1B-66F8E24EDCB3}" type="presParOf" srcId="{4357D2AC-0100-497D-AB5C-055556AC5DA7}" destId="{4C0A5F26-D1C7-461A-A72C-E528B15A63B1}" srcOrd="1" destOrd="0" presId="urn:microsoft.com/office/officeart/2005/8/layout/hierarchy1"/>
    <dgm:cxn modelId="{6E2CF855-4F24-4C34-BB0D-8F755AF4C3F4}" type="presParOf" srcId="{28ACC1DA-45A9-4835-9A4C-8AB9F9739CF6}" destId="{9FB032F6-F5DE-4459-B458-3F9E69AC3175}" srcOrd="1" destOrd="0" presId="urn:microsoft.com/office/officeart/2005/8/layout/hierarchy1"/>
    <dgm:cxn modelId="{F6007701-4CC5-4C66-B4BB-25395FE0E349}" type="presParOf" srcId="{C7E4A4B8-0309-47CB-A836-483A8BCA613E}" destId="{38CC3B2D-E80C-41DC-8993-18484916B58B}" srcOrd="3" destOrd="0" presId="urn:microsoft.com/office/officeart/2005/8/layout/hierarchy1"/>
    <dgm:cxn modelId="{E71B11A5-D844-44A4-8164-1B019DDE3C60}" type="presParOf" srcId="{38CC3B2D-E80C-41DC-8993-18484916B58B}" destId="{912EDD9F-D545-403F-A97E-EC50AFF99C56}" srcOrd="0" destOrd="0" presId="urn:microsoft.com/office/officeart/2005/8/layout/hierarchy1"/>
    <dgm:cxn modelId="{C63DD816-DFAB-4ABA-B76B-B0F76E579B78}" type="presParOf" srcId="{912EDD9F-D545-403F-A97E-EC50AFF99C56}" destId="{F647741C-580C-4ED2-843A-70CCC646E7DD}" srcOrd="0" destOrd="0" presId="urn:microsoft.com/office/officeart/2005/8/layout/hierarchy1"/>
    <dgm:cxn modelId="{50A53C79-6EFA-4DA2-8DFA-8096AFB02FCF}" type="presParOf" srcId="{912EDD9F-D545-403F-A97E-EC50AFF99C56}" destId="{D7207468-DF88-4413-BE1B-C78BF4406D67}" srcOrd="1" destOrd="0" presId="urn:microsoft.com/office/officeart/2005/8/layout/hierarchy1"/>
    <dgm:cxn modelId="{FF254D6D-6841-4349-99D1-BC454933D4DA}" type="presParOf" srcId="{38CC3B2D-E80C-41DC-8993-18484916B58B}" destId="{0C1BC743-FEAC-4F02-B971-1929BA62CA6E}"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CA1C40-B94E-4EDA-81C9-D850F129D26D}">
      <dsp:nvSpPr>
        <dsp:cNvPr id="0" name=""/>
        <dsp:cNvSpPr/>
      </dsp:nvSpPr>
      <dsp:spPr>
        <a:xfrm>
          <a:off x="0" y="2121"/>
          <a:ext cx="7216416" cy="10751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579C7B-4119-4873-906D-0F9FD0668E05}">
      <dsp:nvSpPr>
        <dsp:cNvPr id="0" name=""/>
        <dsp:cNvSpPr/>
      </dsp:nvSpPr>
      <dsp:spPr>
        <a:xfrm>
          <a:off x="325236" y="244032"/>
          <a:ext cx="591338" cy="59133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2F39BB-7F34-46F1-BC48-46769C875E38}">
      <dsp:nvSpPr>
        <dsp:cNvPr id="0" name=""/>
        <dsp:cNvSpPr/>
      </dsp:nvSpPr>
      <dsp:spPr>
        <a:xfrm>
          <a:off x="1241811" y="2121"/>
          <a:ext cx="5974604" cy="1075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88" tIns="113788" rIns="113788" bIns="113788" numCol="1" spcCol="1270" anchor="ctr" anchorCtr="0">
          <a:noAutofit/>
        </a:bodyPr>
        <a:lstStyle/>
        <a:p>
          <a:pPr marL="0" lvl="0" indent="0" algn="l" defTabSz="977900">
            <a:lnSpc>
              <a:spcPct val="90000"/>
            </a:lnSpc>
            <a:spcBef>
              <a:spcPct val="0"/>
            </a:spcBef>
            <a:spcAft>
              <a:spcPct val="35000"/>
            </a:spcAft>
            <a:buNone/>
          </a:pPr>
          <a:r>
            <a:rPr lang="pl-PL" sz="2200" kern="1200"/>
            <a:t>Firma FuelSoft:</a:t>
          </a:r>
          <a:endParaRPr lang="en-US" sz="2200" kern="1200"/>
        </a:p>
      </dsp:txBody>
      <dsp:txXfrm>
        <a:off x="1241811" y="2121"/>
        <a:ext cx="5974604" cy="1075161"/>
      </dsp:txXfrm>
    </dsp:sp>
    <dsp:sp modelId="{0F63CCD7-ED0A-406A-A145-920148C446B6}">
      <dsp:nvSpPr>
        <dsp:cNvPr id="0" name=""/>
        <dsp:cNvSpPr/>
      </dsp:nvSpPr>
      <dsp:spPr>
        <a:xfrm>
          <a:off x="0" y="1346073"/>
          <a:ext cx="7216416" cy="10751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DD864-6CAC-4AFC-A121-8C909A17DC14}">
      <dsp:nvSpPr>
        <dsp:cNvPr id="0" name=""/>
        <dsp:cNvSpPr/>
      </dsp:nvSpPr>
      <dsp:spPr>
        <a:xfrm>
          <a:off x="325236" y="1587984"/>
          <a:ext cx="591338" cy="59133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478548-5882-494D-B5D9-0D5E38F8D03E}">
      <dsp:nvSpPr>
        <dsp:cNvPr id="0" name=""/>
        <dsp:cNvSpPr/>
      </dsp:nvSpPr>
      <dsp:spPr>
        <a:xfrm>
          <a:off x="1241811" y="1346073"/>
          <a:ext cx="5974604" cy="1075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88" tIns="113788" rIns="113788" bIns="113788" numCol="1" spcCol="1270" anchor="ctr" anchorCtr="0">
          <a:noAutofit/>
        </a:bodyPr>
        <a:lstStyle/>
        <a:p>
          <a:pPr marL="0" lvl="0" indent="0" algn="l" defTabSz="977900">
            <a:lnSpc>
              <a:spcPct val="90000"/>
            </a:lnSpc>
            <a:spcBef>
              <a:spcPct val="0"/>
            </a:spcBef>
            <a:spcAft>
              <a:spcPct val="35000"/>
            </a:spcAft>
            <a:buNone/>
          </a:pPr>
          <a:r>
            <a:rPr lang="pl-PL" sz="2200" kern="1200"/>
            <a:t>tworzy system sprzedaży i logistyki dla stacji paliw </a:t>
          </a:r>
          <a:endParaRPr lang="en-US" sz="2200" kern="1200"/>
        </a:p>
      </dsp:txBody>
      <dsp:txXfrm>
        <a:off x="1241811" y="1346073"/>
        <a:ext cx="5974604" cy="1075161"/>
      </dsp:txXfrm>
    </dsp:sp>
    <dsp:sp modelId="{B6EA8BD7-0019-480A-9AE5-907164E579EB}">
      <dsp:nvSpPr>
        <dsp:cNvPr id="0" name=""/>
        <dsp:cNvSpPr/>
      </dsp:nvSpPr>
      <dsp:spPr>
        <a:xfrm>
          <a:off x="0" y="2690025"/>
          <a:ext cx="7216416" cy="10751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A7E413-83DF-4B96-B438-A7C2F367971E}">
      <dsp:nvSpPr>
        <dsp:cNvPr id="0" name=""/>
        <dsp:cNvSpPr/>
      </dsp:nvSpPr>
      <dsp:spPr>
        <a:xfrm>
          <a:off x="325236" y="2931936"/>
          <a:ext cx="591338" cy="59133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635B1C-554D-4F90-BCCA-1A0B15D1C18D}">
      <dsp:nvSpPr>
        <dsp:cNvPr id="0" name=""/>
        <dsp:cNvSpPr/>
      </dsp:nvSpPr>
      <dsp:spPr>
        <a:xfrm>
          <a:off x="1241811" y="2690025"/>
          <a:ext cx="5974604" cy="1075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88" tIns="113788" rIns="113788" bIns="113788" numCol="1" spcCol="1270" anchor="ctr" anchorCtr="0">
          <a:noAutofit/>
        </a:bodyPr>
        <a:lstStyle/>
        <a:p>
          <a:pPr marL="0" lvl="0" indent="0" algn="l" defTabSz="977900">
            <a:lnSpc>
              <a:spcPct val="90000"/>
            </a:lnSpc>
            <a:spcBef>
              <a:spcPct val="0"/>
            </a:spcBef>
            <a:spcAft>
              <a:spcPct val="35000"/>
            </a:spcAft>
            <a:buNone/>
          </a:pPr>
          <a:r>
            <a:rPr lang="pl-PL" sz="2200" kern="1200"/>
            <a:t>projekt obejmuje integrację z terminalami, systemami płatności i raportowaniem </a:t>
          </a:r>
          <a:endParaRPr lang="en-US" sz="2200" kern="1200"/>
        </a:p>
      </dsp:txBody>
      <dsp:txXfrm>
        <a:off x="1241811" y="2690025"/>
        <a:ext cx="5974604" cy="1075161"/>
      </dsp:txXfrm>
    </dsp:sp>
    <dsp:sp modelId="{8939497A-65EF-40E1-839C-044A93863BF8}">
      <dsp:nvSpPr>
        <dsp:cNvPr id="0" name=""/>
        <dsp:cNvSpPr/>
      </dsp:nvSpPr>
      <dsp:spPr>
        <a:xfrm>
          <a:off x="0" y="4033977"/>
          <a:ext cx="7216416" cy="10751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47B5FE-B141-48F2-99CD-3DBECA53ABFF}">
      <dsp:nvSpPr>
        <dsp:cNvPr id="0" name=""/>
        <dsp:cNvSpPr/>
      </dsp:nvSpPr>
      <dsp:spPr>
        <a:xfrm>
          <a:off x="325236" y="4275888"/>
          <a:ext cx="591338" cy="59133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257F8B-5CEE-4C3A-BBF8-EE350AD480B2}">
      <dsp:nvSpPr>
        <dsp:cNvPr id="0" name=""/>
        <dsp:cNvSpPr/>
      </dsp:nvSpPr>
      <dsp:spPr>
        <a:xfrm>
          <a:off x="1241811" y="4033977"/>
          <a:ext cx="5974604" cy="1075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88" tIns="113788" rIns="113788" bIns="113788" numCol="1" spcCol="1270" anchor="ctr" anchorCtr="0">
          <a:noAutofit/>
        </a:bodyPr>
        <a:lstStyle/>
        <a:p>
          <a:pPr marL="0" lvl="0" indent="0" algn="l" defTabSz="977900">
            <a:lnSpc>
              <a:spcPct val="90000"/>
            </a:lnSpc>
            <a:spcBef>
              <a:spcPct val="0"/>
            </a:spcBef>
            <a:spcAft>
              <a:spcPct val="35000"/>
            </a:spcAft>
            <a:buNone/>
          </a:pPr>
          <a:r>
            <a:rPr lang="pl-PL" sz="2200" kern="1200"/>
            <a:t>duża liczba zależności i interesariuszy</a:t>
          </a:r>
          <a:endParaRPr lang="en-US" sz="2200" kern="1200"/>
        </a:p>
      </dsp:txBody>
      <dsp:txXfrm>
        <a:off x="1241811" y="4033977"/>
        <a:ext cx="5974604" cy="10751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1A0405-0D32-4E23-A717-2D7E2988AE19}">
      <dsp:nvSpPr>
        <dsp:cNvPr id="0" name=""/>
        <dsp:cNvSpPr/>
      </dsp:nvSpPr>
      <dsp:spPr>
        <a:xfrm>
          <a:off x="0" y="830579"/>
          <a:ext cx="7216416" cy="153337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390A1E-52A2-4241-83FD-591563590F62}">
      <dsp:nvSpPr>
        <dsp:cNvPr id="0" name=""/>
        <dsp:cNvSpPr/>
      </dsp:nvSpPr>
      <dsp:spPr>
        <a:xfrm>
          <a:off x="463846" y="1175589"/>
          <a:ext cx="843357" cy="8433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363C17-D22F-4BB7-95B5-8D84A948F23F}">
      <dsp:nvSpPr>
        <dsp:cNvPr id="0" name=""/>
        <dsp:cNvSpPr/>
      </dsp:nvSpPr>
      <dsp:spPr>
        <a:xfrm>
          <a:off x="1771051" y="830579"/>
          <a:ext cx="5445364" cy="1533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2283" tIns="162283" rIns="162283" bIns="162283" numCol="1" spcCol="1270" anchor="ctr" anchorCtr="0">
          <a:noAutofit/>
        </a:bodyPr>
        <a:lstStyle/>
        <a:p>
          <a:pPr marL="0" lvl="0" indent="0" algn="l" defTabSz="1111250">
            <a:lnSpc>
              <a:spcPct val="90000"/>
            </a:lnSpc>
            <a:spcBef>
              <a:spcPct val="0"/>
            </a:spcBef>
            <a:spcAft>
              <a:spcPct val="35000"/>
            </a:spcAft>
            <a:buNone/>
          </a:pPr>
          <a:r>
            <a:rPr lang="pl-PL" sz="2500" kern="1200"/>
            <a:t>Ryzyko </a:t>
          </a:r>
          <a:r>
            <a:rPr lang="en-US" sz="2500" kern="1200"/>
            <a:t>–</a:t>
          </a:r>
          <a:r>
            <a:rPr lang="pl-PL" sz="2500" kern="1200"/>
            <a:t> coś, co może się wydarzyć</a:t>
          </a:r>
          <a:br>
            <a:rPr lang="pl-PL" sz="2500" kern="1200"/>
          </a:br>
          <a:r>
            <a:rPr lang="pl-PL" sz="2500" kern="1200"/>
            <a:t>Problem </a:t>
          </a:r>
          <a:r>
            <a:rPr lang="en-US" sz="2500" kern="1200"/>
            <a:t>–</a:t>
          </a:r>
          <a:r>
            <a:rPr lang="pl-PL" sz="2500" kern="1200"/>
            <a:t> coś, co już się wydarzyło</a:t>
          </a:r>
          <a:endParaRPr lang="en-US" sz="2500" kern="1200"/>
        </a:p>
      </dsp:txBody>
      <dsp:txXfrm>
        <a:off x="1771051" y="830579"/>
        <a:ext cx="5445364" cy="1533378"/>
      </dsp:txXfrm>
    </dsp:sp>
    <dsp:sp modelId="{F8D8FAD3-4030-4C53-B86F-51E101CFFBD5}">
      <dsp:nvSpPr>
        <dsp:cNvPr id="0" name=""/>
        <dsp:cNvSpPr/>
      </dsp:nvSpPr>
      <dsp:spPr>
        <a:xfrm>
          <a:off x="0" y="2747302"/>
          <a:ext cx="7216416" cy="153337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C4C805-6767-4E2E-B6D5-CF632FDB79DA}">
      <dsp:nvSpPr>
        <dsp:cNvPr id="0" name=""/>
        <dsp:cNvSpPr/>
      </dsp:nvSpPr>
      <dsp:spPr>
        <a:xfrm>
          <a:off x="463846" y="3092312"/>
          <a:ext cx="843357" cy="8433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D04F90-67AC-42E2-AEE0-C2C8F90332F5}">
      <dsp:nvSpPr>
        <dsp:cNvPr id="0" name=""/>
        <dsp:cNvSpPr/>
      </dsp:nvSpPr>
      <dsp:spPr>
        <a:xfrm>
          <a:off x="1771051" y="2747302"/>
          <a:ext cx="5445364" cy="1533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2283" tIns="162283" rIns="162283" bIns="162283" numCol="1" spcCol="1270" anchor="ctr" anchorCtr="0">
          <a:noAutofit/>
        </a:bodyPr>
        <a:lstStyle/>
        <a:p>
          <a:pPr marL="0" lvl="0" indent="0" algn="l" defTabSz="1111250">
            <a:lnSpc>
              <a:spcPct val="90000"/>
            </a:lnSpc>
            <a:spcBef>
              <a:spcPct val="0"/>
            </a:spcBef>
            <a:spcAft>
              <a:spcPct val="35000"/>
            </a:spcAft>
            <a:buNone/>
          </a:pPr>
          <a:r>
            <a:rPr lang="pl-PL" sz="2500" kern="1200"/>
            <a:t>Ryzyko </a:t>
          </a:r>
          <a:r>
            <a:rPr lang="en-US" sz="2500" kern="1200"/>
            <a:t>=</a:t>
          </a:r>
          <a:r>
            <a:rPr lang="pl-PL" sz="2500" kern="1200"/>
            <a:t> przyszłość</a:t>
          </a:r>
          <a:br>
            <a:rPr lang="pl-PL" sz="2500" kern="1200"/>
          </a:br>
          <a:r>
            <a:rPr lang="pl-PL" sz="2500" kern="1200"/>
            <a:t>Problem </a:t>
          </a:r>
          <a:r>
            <a:rPr lang="en-US" sz="2500" kern="1200"/>
            <a:t>=</a:t>
          </a:r>
          <a:r>
            <a:rPr lang="pl-PL" sz="2500" kern="1200"/>
            <a:t> teraźniejszość</a:t>
          </a:r>
          <a:endParaRPr lang="en-US" sz="2500" kern="1200"/>
        </a:p>
      </dsp:txBody>
      <dsp:txXfrm>
        <a:off x="1771051" y="2747302"/>
        <a:ext cx="5445364" cy="15333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DE4FCC-80A6-458A-B24F-6CDBD39C35CA}">
      <dsp:nvSpPr>
        <dsp:cNvPr id="0" name=""/>
        <dsp:cNvSpPr/>
      </dsp:nvSpPr>
      <dsp:spPr>
        <a:xfrm>
          <a:off x="0" y="71355"/>
          <a:ext cx="6479357" cy="1497563"/>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pl-PL" sz="2700" kern="1200"/>
            <a:t>Rejestr ryzyk to dokument zawierający:</a:t>
          </a:r>
          <a:endParaRPr lang="en-US" sz="2700" kern="1200"/>
        </a:p>
      </dsp:txBody>
      <dsp:txXfrm>
        <a:off x="73105" y="144460"/>
        <a:ext cx="6333147" cy="1351353"/>
      </dsp:txXfrm>
    </dsp:sp>
    <dsp:sp modelId="{52764C0F-A1B2-49A7-9753-8A04FA8F5C7A}">
      <dsp:nvSpPr>
        <dsp:cNvPr id="0" name=""/>
        <dsp:cNvSpPr/>
      </dsp:nvSpPr>
      <dsp:spPr>
        <a:xfrm>
          <a:off x="0" y="1568919"/>
          <a:ext cx="6479357" cy="1788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720"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pl-PL" sz="2100" kern="1200"/>
            <a:t>listę ryzyk </a:t>
          </a:r>
          <a:endParaRPr lang="en-US" sz="2100" kern="1200"/>
        </a:p>
        <a:p>
          <a:pPr marL="228600" lvl="1" indent="-228600" algn="l" defTabSz="933450">
            <a:lnSpc>
              <a:spcPct val="90000"/>
            </a:lnSpc>
            <a:spcBef>
              <a:spcPct val="0"/>
            </a:spcBef>
            <a:spcAft>
              <a:spcPct val="20000"/>
            </a:spcAft>
            <a:buChar char="•"/>
          </a:pPr>
          <a:r>
            <a:rPr lang="pl-PL" sz="2100" kern="1200"/>
            <a:t>ich opis </a:t>
          </a:r>
          <a:endParaRPr lang="en-US" sz="2100" kern="1200"/>
        </a:p>
        <a:p>
          <a:pPr marL="228600" lvl="1" indent="-228600" algn="l" defTabSz="933450">
            <a:lnSpc>
              <a:spcPct val="90000"/>
            </a:lnSpc>
            <a:spcBef>
              <a:spcPct val="0"/>
            </a:spcBef>
            <a:spcAft>
              <a:spcPct val="20000"/>
            </a:spcAft>
            <a:buChar char="•"/>
          </a:pPr>
          <a:r>
            <a:rPr lang="pl-PL" sz="2100" kern="1200"/>
            <a:t>prawdopodobieństwo i wpływ </a:t>
          </a:r>
          <a:endParaRPr lang="en-US" sz="2100" kern="1200"/>
        </a:p>
        <a:p>
          <a:pPr marL="228600" lvl="1" indent="-228600" algn="l" defTabSz="933450">
            <a:lnSpc>
              <a:spcPct val="90000"/>
            </a:lnSpc>
            <a:spcBef>
              <a:spcPct val="0"/>
            </a:spcBef>
            <a:spcAft>
              <a:spcPct val="20000"/>
            </a:spcAft>
            <a:buChar char="•"/>
          </a:pPr>
          <a:r>
            <a:rPr lang="pl-PL" sz="2100" kern="1200"/>
            <a:t>właściciela ryzyka </a:t>
          </a:r>
          <a:endParaRPr lang="en-US" sz="2100" kern="1200"/>
        </a:p>
        <a:p>
          <a:pPr marL="228600" lvl="1" indent="-228600" algn="l" defTabSz="933450">
            <a:lnSpc>
              <a:spcPct val="90000"/>
            </a:lnSpc>
            <a:spcBef>
              <a:spcPct val="0"/>
            </a:spcBef>
            <a:spcAft>
              <a:spcPct val="20000"/>
            </a:spcAft>
            <a:buChar char="•"/>
          </a:pPr>
          <a:r>
            <a:rPr lang="pl-PL" sz="2100" kern="1200"/>
            <a:t>plan reakcji</a:t>
          </a:r>
          <a:endParaRPr lang="en-US" sz="2100" kern="1200"/>
        </a:p>
      </dsp:txBody>
      <dsp:txXfrm>
        <a:off x="0" y="1568919"/>
        <a:ext cx="6479357" cy="1788480"/>
      </dsp:txXfrm>
    </dsp:sp>
    <dsp:sp modelId="{6178F0C6-E009-4329-918F-B90133D46FFE}">
      <dsp:nvSpPr>
        <dsp:cNvPr id="0" name=""/>
        <dsp:cNvSpPr/>
      </dsp:nvSpPr>
      <dsp:spPr>
        <a:xfrm>
          <a:off x="0" y="3357399"/>
          <a:ext cx="6479357" cy="1497563"/>
        </a:xfrm>
        <a:prstGeom prst="roundRect">
          <a:avLst/>
        </a:prstGeom>
        <a:solidFill>
          <a:schemeClr val="accent5">
            <a:hueOff val="9010794"/>
            <a:satOff val="-22539"/>
            <a:lumOff val="-2451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Podsumowując, r</a:t>
          </a:r>
          <a:r>
            <a:rPr lang="pl-PL" sz="2700" kern="1200"/>
            <a:t>ejestr ryzyk to miejsce, gdzie zbieramy wszystkie informacje o zagrożeniach projektu</a:t>
          </a:r>
          <a:endParaRPr lang="en-US" sz="2700" kern="1200"/>
        </a:p>
      </dsp:txBody>
      <dsp:txXfrm>
        <a:off x="73105" y="3430504"/>
        <a:ext cx="6333147" cy="135135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6AC85-0968-4FD3-AC4C-509482BF5A8F}">
      <dsp:nvSpPr>
        <dsp:cNvPr id="0" name=""/>
        <dsp:cNvSpPr/>
      </dsp:nvSpPr>
      <dsp:spPr>
        <a:xfrm>
          <a:off x="0" y="159563"/>
          <a:ext cx="6479357" cy="1091317"/>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pl-PL" sz="2800" b="0" i="0" kern="1200" baseline="0" dirty="0"/>
            <a:t>unikanie (</a:t>
          </a:r>
          <a:r>
            <a:rPr lang="pl-PL" sz="2800" b="0" i="0" kern="1200" baseline="0" dirty="0" err="1"/>
            <a:t>avoid</a:t>
          </a:r>
          <a:r>
            <a:rPr lang="pl-PL" sz="2800" b="0" i="0" kern="1200" baseline="0" dirty="0"/>
            <a:t>) </a:t>
          </a:r>
          <a:r>
            <a:rPr lang="en-US" sz="2800" b="0" i="0" kern="1200" baseline="0" dirty="0"/>
            <a:t>–</a:t>
          </a:r>
          <a:r>
            <a:rPr lang="pl-PL" sz="2800" b="0" i="0" kern="1200" baseline="0" dirty="0"/>
            <a:t> eliminacja ryzyka </a:t>
          </a:r>
          <a:endParaRPr lang="en-US" sz="2800" kern="1200" dirty="0"/>
        </a:p>
      </dsp:txBody>
      <dsp:txXfrm>
        <a:off x="53274" y="212837"/>
        <a:ext cx="6372809" cy="984769"/>
      </dsp:txXfrm>
    </dsp:sp>
    <dsp:sp modelId="{A250431F-B3AD-471E-A81A-E375E2AAB37A}">
      <dsp:nvSpPr>
        <dsp:cNvPr id="0" name=""/>
        <dsp:cNvSpPr/>
      </dsp:nvSpPr>
      <dsp:spPr>
        <a:xfrm>
          <a:off x="0" y="1331521"/>
          <a:ext cx="6479357" cy="1091317"/>
        </a:xfrm>
        <a:prstGeom prst="roundRect">
          <a:avLst/>
        </a:prstGeom>
        <a:solidFill>
          <a:schemeClr val="accent5">
            <a:hueOff val="3003598"/>
            <a:satOff val="-7513"/>
            <a:lumOff val="-817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pl-PL" sz="2800" b="0" i="0" kern="1200" baseline="0" dirty="0"/>
            <a:t>ograniczanie (</a:t>
          </a:r>
          <a:r>
            <a:rPr lang="pl-PL" sz="2800" b="0" i="0" kern="1200" baseline="0" dirty="0" err="1"/>
            <a:t>mitigate</a:t>
          </a:r>
          <a:r>
            <a:rPr lang="pl-PL" sz="2800" b="0" i="0" kern="1200" baseline="0" dirty="0"/>
            <a:t>) </a:t>
          </a:r>
          <a:r>
            <a:rPr lang="en-US" sz="2800" b="0" i="0" kern="1200" baseline="0" dirty="0"/>
            <a:t>–</a:t>
          </a:r>
          <a:r>
            <a:rPr lang="pl-PL" sz="2800" b="0" i="0" kern="1200" baseline="0" dirty="0"/>
            <a:t> zmniejszenie wpływu lub prawdopodobieństwa </a:t>
          </a:r>
          <a:endParaRPr lang="en-US" sz="2800" kern="1200" dirty="0"/>
        </a:p>
      </dsp:txBody>
      <dsp:txXfrm>
        <a:off x="53274" y="1384795"/>
        <a:ext cx="6372809" cy="984769"/>
      </dsp:txXfrm>
    </dsp:sp>
    <dsp:sp modelId="{549DAEF1-87F9-42B1-BDCD-04DB10E962E6}">
      <dsp:nvSpPr>
        <dsp:cNvPr id="0" name=""/>
        <dsp:cNvSpPr/>
      </dsp:nvSpPr>
      <dsp:spPr>
        <a:xfrm>
          <a:off x="0" y="2503479"/>
          <a:ext cx="6479357" cy="1091317"/>
        </a:xfrm>
        <a:prstGeom prst="roundRect">
          <a:avLst/>
        </a:prstGeom>
        <a:solidFill>
          <a:schemeClr val="accent5">
            <a:hueOff val="6007196"/>
            <a:satOff val="-15026"/>
            <a:lumOff val="-1634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pl-PL" sz="2800" b="0" i="0" kern="1200" baseline="0" dirty="0"/>
            <a:t>przeniesienie (transfer) </a:t>
          </a:r>
          <a:r>
            <a:rPr lang="en-US" sz="2800" b="0" i="0" kern="1200" baseline="0" dirty="0"/>
            <a:t>–</a:t>
          </a:r>
          <a:r>
            <a:rPr lang="pl-PL" sz="2800" b="0" i="0" kern="1200" baseline="0" dirty="0"/>
            <a:t> przekazanie ryzyka innemu podmiotowi </a:t>
          </a:r>
          <a:endParaRPr lang="en-US" sz="2800" kern="1200" dirty="0"/>
        </a:p>
      </dsp:txBody>
      <dsp:txXfrm>
        <a:off x="53274" y="2556753"/>
        <a:ext cx="6372809" cy="984769"/>
      </dsp:txXfrm>
    </dsp:sp>
    <dsp:sp modelId="{3B18C3AC-730D-486B-BE85-E6878B69F9D7}">
      <dsp:nvSpPr>
        <dsp:cNvPr id="0" name=""/>
        <dsp:cNvSpPr/>
      </dsp:nvSpPr>
      <dsp:spPr>
        <a:xfrm>
          <a:off x="0" y="3675436"/>
          <a:ext cx="6479357" cy="1091317"/>
        </a:xfrm>
        <a:prstGeom prst="roundRect">
          <a:avLst/>
        </a:prstGeom>
        <a:solidFill>
          <a:schemeClr val="accent5">
            <a:hueOff val="9010794"/>
            <a:satOff val="-22539"/>
            <a:lumOff val="-2451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pl-PL" sz="2800" b="0" i="0" kern="1200" baseline="0" dirty="0"/>
            <a:t>akceptacja (</a:t>
          </a:r>
          <a:r>
            <a:rPr lang="pl-PL" sz="2800" b="0" i="0" kern="1200" baseline="0" dirty="0" err="1"/>
            <a:t>accept</a:t>
          </a:r>
          <a:r>
            <a:rPr lang="pl-PL" sz="2800" b="0" i="0" kern="1200" baseline="0" dirty="0"/>
            <a:t>) </a:t>
          </a:r>
          <a:r>
            <a:rPr lang="en-US" sz="2800" b="0" i="0" kern="1200" baseline="0" dirty="0"/>
            <a:t>–</a:t>
          </a:r>
          <a:r>
            <a:rPr lang="pl-PL" sz="2800" b="0" i="0" kern="1200" baseline="0" dirty="0"/>
            <a:t> świadome przyjęcie ryzyka </a:t>
          </a:r>
          <a:endParaRPr lang="en-US" sz="2800" kern="1200" dirty="0"/>
        </a:p>
      </dsp:txBody>
      <dsp:txXfrm>
        <a:off x="53274" y="3728710"/>
        <a:ext cx="6372809" cy="98476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A9F6A2-71E9-435B-BD7C-9407B2AB9D84}">
      <dsp:nvSpPr>
        <dsp:cNvPr id="0" name=""/>
        <dsp:cNvSpPr/>
      </dsp:nvSpPr>
      <dsp:spPr>
        <a:xfrm>
          <a:off x="275965" y="111200"/>
          <a:ext cx="1368756" cy="136875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8BBF98-D5EF-4D17-A1A4-5FC32C39DF89}">
      <dsp:nvSpPr>
        <dsp:cNvPr id="0" name=""/>
        <dsp:cNvSpPr/>
      </dsp:nvSpPr>
      <dsp:spPr>
        <a:xfrm>
          <a:off x="563403" y="398639"/>
          <a:ext cx="793878" cy="7938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32A85B-3909-4350-9F7F-292017316F9A}">
      <dsp:nvSpPr>
        <dsp:cNvPr id="0" name=""/>
        <dsp:cNvSpPr/>
      </dsp:nvSpPr>
      <dsp:spPr>
        <a:xfrm>
          <a:off x="1938026" y="111200"/>
          <a:ext cx="3226353" cy="1368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pl-PL" sz="2400" kern="1200"/>
            <a:t>Ryzyko technologiczne:</a:t>
          </a:r>
          <a:endParaRPr lang="en-US" sz="2400" kern="1200"/>
        </a:p>
      </dsp:txBody>
      <dsp:txXfrm>
        <a:off x="1938026" y="111200"/>
        <a:ext cx="3226353" cy="1368756"/>
      </dsp:txXfrm>
    </dsp:sp>
    <dsp:sp modelId="{65B3022C-E973-460E-8CE0-E62BD8D9B64B}">
      <dsp:nvSpPr>
        <dsp:cNvPr id="0" name=""/>
        <dsp:cNvSpPr/>
      </dsp:nvSpPr>
      <dsp:spPr>
        <a:xfrm>
          <a:off x="5726547" y="111200"/>
          <a:ext cx="1368756" cy="136875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343802-D20A-4E30-B968-2E0EA359B10F}">
      <dsp:nvSpPr>
        <dsp:cNvPr id="0" name=""/>
        <dsp:cNvSpPr/>
      </dsp:nvSpPr>
      <dsp:spPr>
        <a:xfrm>
          <a:off x="6013986" y="398639"/>
          <a:ext cx="793878" cy="7938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342E9D-C754-41FB-B203-201CF3621B45}">
      <dsp:nvSpPr>
        <dsp:cNvPr id="0" name=""/>
        <dsp:cNvSpPr/>
      </dsp:nvSpPr>
      <dsp:spPr>
        <a:xfrm>
          <a:off x="7388608" y="111200"/>
          <a:ext cx="3226353" cy="1368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pl-PL" sz="2400" kern="1200"/>
            <a:t>związane z systemem, kodem, wydajnością </a:t>
          </a:r>
          <a:endParaRPr lang="en-US" sz="2400" kern="1200"/>
        </a:p>
      </dsp:txBody>
      <dsp:txXfrm>
        <a:off x="7388608" y="111200"/>
        <a:ext cx="3226353" cy="1368756"/>
      </dsp:txXfrm>
    </dsp:sp>
    <dsp:sp modelId="{A7D5F8B3-9DF1-47B3-B41F-0DCC5111FDE2}">
      <dsp:nvSpPr>
        <dsp:cNvPr id="0" name=""/>
        <dsp:cNvSpPr/>
      </dsp:nvSpPr>
      <dsp:spPr>
        <a:xfrm>
          <a:off x="275965" y="2086203"/>
          <a:ext cx="1368756" cy="136875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28A8AA-060B-4FFC-B14D-782C560BE5D3}">
      <dsp:nvSpPr>
        <dsp:cNvPr id="0" name=""/>
        <dsp:cNvSpPr/>
      </dsp:nvSpPr>
      <dsp:spPr>
        <a:xfrm>
          <a:off x="563403" y="2373642"/>
          <a:ext cx="793878" cy="7938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74B548-E0FA-4E2B-A9DC-1027148029E5}">
      <dsp:nvSpPr>
        <dsp:cNvPr id="0" name=""/>
        <dsp:cNvSpPr/>
      </dsp:nvSpPr>
      <dsp:spPr>
        <a:xfrm>
          <a:off x="1938026" y="2086203"/>
          <a:ext cx="3226353" cy="1368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pl-PL" sz="2400" kern="1200"/>
            <a:t>Ryzyko biznesowe:</a:t>
          </a:r>
          <a:endParaRPr lang="en-US" sz="2400" kern="1200"/>
        </a:p>
      </dsp:txBody>
      <dsp:txXfrm>
        <a:off x="1938026" y="2086203"/>
        <a:ext cx="3226353" cy="1368756"/>
      </dsp:txXfrm>
    </dsp:sp>
    <dsp:sp modelId="{0F75DBE3-3223-4428-8AD3-8A5A802B4E29}">
      <dsp:nvSpPr>
        <dsp:cNvPr id="0" name=""/>
        <dsp:cNvSpPr/>
      </dsp:nvSpPr>
      <dsp:spPr>
        <a:xfrm>
          <a:off x="5726547" y="2086203"/>
          <a:ext cx="1368756" cy="136875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DDA720-42FB-4F90-8888-81323C69883B}">
      <dsp:nvSpPr>
        <dsp:cNvPr id="0" name=""/>
        <dsp:cNvSpPr/>
      </dsp:nvSpPr>
      <dsp:spPr>
        <a:xfrm>
          <a:off x="6013986" y="2373642"/>
          <a:ext cx="793878" cy="79387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266F4D-501D-4AD1-9003-4543B0F18679}">
      <dsp:nvSpPr>
        <dsp:cNvPr id="0" name=""/>
        <dsp:cNvSpPr/>
      </dsp:nvSpPr>
      <dsp:spPr>
        <a:xfrm>
          <a:off x="7388608" y="2086203"/>
          <a:ext cx="3226353" cy="1368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pl-PL" sz="2400" kern="1200"/>
            <a:t>związane z klientem, rynkiem, wymaganiami</a:t>
          </a:r>
          <a:endParaRPr lang="en-US" sz="2400" kern="1200"/>
        </a:p>
      </dsp:txBody>
      <dsp:txXfrm>
        <a:off x="7388608" y="2086203"/>
        <a:ext cx="3226353" cy="136875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A78F04-908C-4F58-B465-9C95A90C920D}">
      <dsp:nvSpPr>
        <dsp:cNvPr id="0" name=""/>
        <dsp:cNvSpPr/>
      </dsp:nvSpPr>
      <dsp:spPr>
        <a:xfrm>
          <a:off x="0" y="435"/>
          <a:ext cx="1089092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53DD47-7066-4940-BD11-894AE69B418D}">
      <dsp:nvSpPr>
        <dsp:cNvPr id="0" name=""/>
        <dsp:cNvSpPr/>
      </dsp:nvSpPr>
      <dsp:spPr>
        <a:xfrm>
          <a:off x="0" y="435"/>
          <a:ext cx="10890928" cy="7130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pl-PL" sz="3300" kern="1200"/>
            <a:t>Kultura ryzyka oznacza:</a:t>
          </a:r>
          <a:endParaRPr lang="en-US" sz="3300" kern="1200"/>
        </a:p>
      </dsp:txBody>
      <dsp:txXfrm>
        <a:off x="0" y="435"/>
        <a:ext cx="10890928" cy="713057"/>
      </dsp:txXfrm>
    </dsp:sp>
    <dsp:sp modelId="{1F650ED5-90CE-4D28-8DC5-8D382820DB4D}">
      <dsp:nvSpPr>
        <dsp:cNvPr id="0" name=""/>
        <dsp:cNvSpPr/>
      </dsp:nvSpPr>
      <dsp:spPr>
        <a:xfrm>
          <a:off x="0" y="713493"/>
          <a:ext cx="1089092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303703-2C06-4A10-A35A-338BDC9B3BEA}">
      <dsp:nvSpPr>
        <dsp:cNvPr id="0" name=""/>
        <dsp:cNvSpPr/>
      </dsp:nvSpPr>
      <dsp:spPr>
        <a:xfrm>
          <a:off x="0" y="713493"/>
          <a:ext cx="10890928" cy="7130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pl-PL" sz="3300" kern="1200"/>
            <a:t>otwartość na zgłaszanie problemów </a:t>
          </a:r>
          <a:endParaRPr lang="en-US" sz="3300" kern="1200"/>
        </a:p>
      </dsp:txBody>
      <dsp:txXfrm>
        <a:off x="0" y="713493"/>
        <a:ext cx="10890928" cy="713057"/>
      </dsp:txXfrm>
    </dsp:sp>
    <dsp:sp modelId="{AB8FC0B0-2C6F-484A-BF04-B1F0993B35F2}">
      <dsp:nvSpPr>
        <dsp:cNvPr id="0" name=""/>
        <dsp:cNvSpPr/>
      </dsp:nvSpPr>
      <dsp:spPr>
        <a:xfrm>
          <a:off x="0" y="1426551"/>
          <a:ext cx="1089092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95529E-4556-4EA7-A22B-F965B8D7C098}">
      <dsp:nvSpPr>
        <dsp:cNvPr id="0" name=""/>
        <dsp:cNvSpPr/>
      </dsp:nvSpPr>
      <dsp:spPr>
        <a:xfrm>
          <a:off x="0" y="1426551"/>
          <a:ext cx="10890928" cy="7130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pl-PL" sz="3300" kern="1200"/>
            <a:t>brak karania za identyfikację ryzyka </a:t>
          </a:r>
          <a:endParaRPr lang="en-US" sz="3300" kern="1200"/>
        </a:p>
      </dsp:txBody>
      <dsp:txXfrm>
        <a:off x="0" y="1426551"/>
        <a:ext cx="10890928" cy="713057"/>
      </dsp:txXfrm>
    </dsp:sp>
    <dsp:sp modelId="{62840ED7-B655-4931-81A7-5CE09E058DF0}">
      <dsp:nvSpPr>
        <dsp:cNvPr id="0" name=""/>
        <dsp:cNvSpPr/>
      </dsp:nvSpPr>
      <dsp:spPr>
        <a:xfrm>
          <a:off x="0" y="2139608"/>
          <a:ext cx="1089092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E48CCE-0F12-416D-8446-F90A66FE1BEB}">
      <dsp:nvSpPr>
        <dsp:cNvPr id="0" name=""/>
        <dsp:cNvSpPr/>
      </dsp:nvSpPr>
      <dsp:spPr>
        <a:xfrm>
          <a:off x="0" y="2139608"/>
          <a:ext cx="10890928" cy="7130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pl-PL" sz="3300" kern="1200"/>
            <a:t>wspólna odpowiedzialność zespołu </a:t>
          </a:r>
          <a:endParaRPr lang="en-US" sz="3300" kern="1200"/>
        </a:p>
      </dsp:txBody>
      <dsp:txXfrm>
        <a:off x="0" y="2139608"/>
        <a:ext cx="10890928" cy="713057"/>
      </dsp:txXfrm>
    </dsp:sp>
    <dsp:sp modelId="{B0760D80-ADFD-49FE-9857-72365C3F5A7A}">
      <dsp:nvSpPr>
        <dsp:cNvPr id="0" name=""/>
        <dsp:cNvSpPr/>
      </dsp:nvSpPr>
      <dsp:spPr>
        <a:xfrm>
          <a:off x="0" y="2852666"/>
          <a:ext cx="1089092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718EA4-99F6-4C3E-9D8E-F92CE6BF4AF2}">
      <dsp:nvSpPr>
        <dsp:cNvPr id="0" name=""/>
        <dsp:cNvSpPr/>
      </dsp:nvSpPr>
      <dsp:spPr>
        <a:xfrm>
          <a:off x="0" y="2852666"/>
          <a:ext cx="10890928" cy="7130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pl-PL" sz="3300" kern="1200"/>
            <a:t>ciągłe uczenie się na błędach</a:t>
          </a:r>
          <a:endParaRPr lang="en-US" sz="3300" kern="1200"/>
        </a:p>
      </dsp:txBody>
      <dsp:txXfrm>
        <a:off x="0" y="2852666"/>
        <a:ext cx="10890928" cy="71305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9362EA-D113-44D1-B179-3D184D3067DF}">
      <dsp:nvSpPr>
        <dsp:cNvPr id="0" name=""/>
        <dsp:cNvSpPr/>
      </dsp:nvSpPr>
      <dsp:spPr>
        <a:xfrm>
          <a:off x="1329" y="0"/>
          <a:ext cx="5184890" cy="373886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4234" tIns="330200" rIns="404234" bIns="330200" numCol="1" spcCol="1270" anchor="t" anchorCtr="0">
          <a:noAutofit/>
        </a:bodyPr>
        <a:lstStyle/>
        <a:p>
          <a:pPr marL="0" lvl="0" indent="0" algn="l" defTabSz="1155700">
            <a:lnSpc>
              <a:spcPct val="90000"/>
            </a:lnSpc>
            <a:spcBef>
              <a:spcPct val="0"/>
            </a:spcBef>
            <a:spcAft>
              <a:spcPct val="35000"/>
            </a:spcAft>
            <a:buNone/>
          </a:pPr>
          <a:r>
            <a:rPr lang="pl-PL" sz="2600" b="0" i="0" kern="1200" baseline="0"/>
            <a:t>niepewność pogody </a:t>
          </a:r>
          <a:r>
            <a:rPr lang="en-US" sz="2600" b="0" i="0" kern="1200" baseline="0"/>
            <a:t>–</a:t>
          </a:r>
          <a:r>
            <a:rPr lang="pl-PL" sz="2600" b="0" i="0" kern="1200" baseline="0"/>
            <a:t> brak wpływu </a:t>
          </a:r>
          <a:r>
            <a:rPr lang="en-US" sz="2600" b="0" i="0" kern="1200" baseline="0"/>
            <a:t>–</a:t>
          </a:r>
          <a:r>
            <a:rPr lang="pl-PL" sz="2600" b="0" i="0" kern="1200" baseline="0"/>
            <a:t> nie jest ryzykiem </a:t>
          </a:r>
          <a:endParaRPr lang="en-US" sz="2600" kern="1200"/>
        </a:p>
      </dsp:txBody>
      <dsp:txXfrm>
        <a:off x="1329" y="1420767"/>
        <a:ext cx="5184890" cy="2243317"/>
      </dsp:txXfrm>
    </dsp:sp>
    <dsp:sp modelId="{404B635B-51FB-470B-887F-AA33C5ED7D7A}">
      <dsp:nvSpPr>
        <dsp:cNvPr id="0" name=""/>
        <dsp:cNvSpPr/>
      </dsp:nvSpPr>
      <dsp:spPr>
        <a:xfrm>
          <a:off x="2032945" y="373886"/>
          <a:ext cx="1121658" cy="112165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49" tIns="12700" rIns="87449"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2197208" y="538149"/>
        <a:ext cx="793132" cy="793132"/>
      </dsp:txXfrm>
    </dsp:sp>
    <dsp:sp modelId="{005E3F7A-A45E-4A01-8F2B-B74161C7C1FE}">
      <dsp:nvSpPr>
        <dsp:cNvPr id="0" name=""/>
        <dsp:cNvSpPr/>
      </dsp:nvSpPr>
      <dsp:spPr>
        <a:xfrm>
          <a:off x="1329" y="3738791"/>
          <a:ext cx="5184890"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1CC68D-118C-4EB1-8DA9-BF68BE653ED6}">
      <dsp:nvSpPr>
        <dsp:cNvPr id="0" name=""/>
        <dsp:cNvSpPr/>
      </dsp:nvSpPr>
      <dsp:spPr>
        <a:xfrm>
          <a:off x="5704709" y="0"/>
          <a:ext cx="5184890" cy="373886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4234" tIns="330200" rIns="404234" bIns="330200" numCol="1" spcCol="1270" anchor="t" anchorCtr="0">
          <a:noAutofit/>
        </a:bodyPr>
        <a:lstStyle/>
        <a:p>
          <a:pPr marL="0" lvl="0" indent="0" algn="l" defTabSz="1155700">
            <a:lnSpc>
              <a:spcPct val="90000"/>
            </a:lnSpc>
            <a:spcBef>
              <a:spcPct val="0"/>
            </a:spcBef>
            <a:spcAft>
              <a:spcPct val="35000"/>
            </a:spcAft>
            <a:buNone/>
          </a:pPr>
          <a:r>
            <a:rPr lang="pl-PL" sz="2600" b="0" i="0" kern="1200" baseline="0"/>
            <a:t>niepewność działania API </a:t>
          </a:r>
          <a:r>
            <a:rPr lang="en-US" sz="2600" b="0" i="0" kern="1200" baseline="0"/>
            <a:t>–</a:t>
          </a:r>
          <a:r>
            <a:rPr lang="pl-PL" sz="2600" b="0" i="0" kern="1200" baseline="0"/>
            <a:t> wpływ na projekt </a:t>
          </a:r>
          <a:r>
            <a:rPr lang="en-US" sz="2600" b="0" i="0" kern="1200" baseline="0"/>
            <a:t>–</a:t>
          </a:r>
          <a:r>
            <a:rPr lang="pl-PL" sz="2600" b="0" i="0" kern="1200" baseline="0"/>
            <a:t> jest ryzykiem </a:t>
          </a:r>
          <a:endParaRPr lang="en-US" sz="2600" kern="1200"/>
        </a:p>
      </dsp:txBody>
      <dsp:txXfrm>
        <a:off x="5704709" y="1420767"/>
        <a:ext cx="5184890" cy="2243317"/>
      </dsp:txXfrm>
    </dsp:sp>
    <dsp:sp modelId="{EF36047C-0D69-45B4-A3CA-6C2B14598963}">
      <dsp:nvSpPr>
        <dsp:cNvPr id="0" name=""/>
        <dsp:cNvSpPr/>
      </dsp:nvSpPr>
      <dsp:spPr>
        <a:xfrm>
          <a:off x="7736324" y="373886"/>
          <a:ext cx="1121658" cy="112165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49" tIns="12700" rIns="87449"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7900587" y="538149"/>
        <a:ext cx="793132" cy="793132"/>
      </dsp:txXfrm>
    </dsp:sp>
    <dsp:sp modelId="{F6D029DF-7AC3-482E-919A-B440CED424CC}">
      <dsp:nvSpPr>
        <dsp:cNvPr id="0" name=""/>
        <dsp:cNvSpPr/>
      </dsp:nvSpPr>
      <dsp:spPr>
        <a:xfrm>
          <a:off x="5704709" y="3738791"/>
          <a:ext cx="5184890"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B75650-62D5-495D-89B1-7761A267EE89}">
      <dsp:nvSpPr>
        <dsp:cNvPr id="0" name=""/>
        <dsp:cNvSpPr/>
      </dsp:nvSpPr>
      <dsp:spPr>
        <a:xfrm>
          <a:off x="2232464" y="69431"/>
          <a:ext cx="2196000" cy="2196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A367CE-BF23-4498-A5EE-B8BB37A6439E}">
      <dsp:nvSpPr>
        <dsp:cNvPr id="0" name=""/>
        <dsp:cNvSpPr/>
      </dsp:nvSpPr>
      <dsp:spPr>
        <a:xfrm>
          <a:off x="2700464" y="537431"/>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6432C5-7A2E-4864-AA99-5F5955ACD7FA}">
      <dsp:nvSpPr>
        <dsp:cNvPr id="0" name=""/>
        <dsp:cNvSpPr/>
      </dsp:nvSpPr>
      <dsp:spPr>
        <a:xfrm>
          <a:off x="1530464" y="2949431"/>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pl-PL" sz="1700" kern="1200"/>
            <a:t>Ryzyko negatywne (zagrożenie):</a:t>
          </a:r>
          <a:br>
            <a:rPr lang="pl-PL" sz="1700" kern="1200"/>
          </a:br>
          <a:r>
            <a:rPr lang="pl-PL" sz="1700" kern="1200"/>
            <a:t>może zaszkodzić projektowi</a:t>
          </a:r>
          <a:endParaRPr lang="en-US" sz="1700" kern="1200"/>
        </a:p>
      </dsp:txBody>
      <dsp:txXfrm>
        <a:off x="1530464" y="2949431"/>
        <a:ext cx="3600000" cy="720000"/>
      </dsp:txXfrm>
    </dsp:sp>
    <dsp:sp modelId="{DC9370D4-0938-4DDB-9874-F959DCAE74CD}">
      <dsp:nvSpPr>
        <dsp:cNvPr id="0" name=""/>
        <dsp:cNvSpPr/>
      </dsp:nvSpPr>
      <dsp:spPr>
        <a:xfrm>
          <a:off x="6462464" y="69431"/>
          <a:ext cx="2196000" cy="2196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8EE023-24B2-42E6-825E-8F4965C7DCB7}">
      <dsp:nvSpPr>
        <dsp:cNvPr id="0" name=""/>
        <dsp:cNvSpPr/>
      </dsp:nvSpPr>
      <dsp:spPr>
        <a:xfrm>
          <a:off x="6930464" y="537431"/>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61A523-2CE9-4409-93E7-49056D4A43EA}">
      <dsp:nvSpPr>
        <dsp:cNvPr id="0" name=""/>
        <dsp:cNvSpPr/>
      </dsp:nvSpPr>
      <dsp:spPr>
        <a:xfrm>
          <a:off x="5760464" y="2949431"/>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pl-PL" sz="1700" kern="1200"/>
            <a:t>Ryzyko pozytywne (szansa):</a:t>
          </a:r>
          <a:br>
            <a:rPr lang="pl-PL" sz="1700" kern="1200"/>
          </a:br>
          <a:r>
            <a:rPr lang="pl-PL" sz="1700" kern="1200"/>
            <a:t>może przynieść korzyści</a:t>
          </a:r>
          <a:endParaRPr lang="en-US" sz="1700" kern="1200"/>
        </a:p>
      </dsp:txBody>
      <dsp:txXfrm>
        <a:off x="5760464" y="2949431"/>
        <a:ext cx="3600000" cy="720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E5E327-C503-4F9D-9192-F0E6BD6618A8}">
      <dsp:nvSpPr>
        <dsp:cNvPr id="0" name=""/>
        <dsp:cNvSpPr/>
      </dsp:nvSpPr>
      <dsp:spPr>
        <a:xfrm>
          <a:off x="1329" y="141566"/>
          <a:ext cx="4666401" cy="29631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48E417-F0DF-4340-968C-DD1133BDA09D}">
      <dsp:nvSpPr>
        <dsp:cNvPr id="0" name=""/>
        <dsp:cNvSpPr/>
      </dsp:nvSpPr>
      <dsp:spPr>
        <a:xfrm>
          <a:off x="519818" y="634131"/>
          <a:ext cx="4666401" cy="29631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pl-PL" sz="2600" kern="1200"/>
            <a:t>Apetyt na ryzyko (anag. risk apetite) – szeroko rozumiana wielkość ryzyka, jakie organizacja jest gotowa podjąć, w celu realizacji swojej misji (lub wizji);</a:t>
          </a:r>
          <a:endParaRPr lang="en-US" sz="2600" kern="1200"/>
        </a:p>
      </dsp:txBody>
      <dsp:txXfrm>
        <a:off x="606606" y="720919"/>
        <a:ext cx="4492825" cy="2789588"/>
      </dsp:txXfrm>
    </dsp:sp>
    <dsp:sp modelId="{2DADCC7D-2654-469D-8D68-D487B7CDFBA4}">
      <dsp:nvSpPr>
        <dsp:cNvPr id="0" name=""/>
        <dsp:cNvSpPr/>
      </dsp:nvSpPr>
      <dsp:spPr>
        <a:xfrm>
          <a:off x="5704709" y="141566"/>
          <a:ext cx="4666401" cy="29631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36E7E3-5868-4E92-9E50-B17C7B295690}">
      <dsp:nvSpPr>
        <dsp:cNvPr id="0" name=""/>
        <dsp:cNvSpPr/>
      </dsp:nvSpPr>
      <dsp:spPr>
        <a:xfrm>
          <a:off x="6223198" y="634131"/>
          <a:ext cx="4666401" cy="29631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pl-PL" sz="2600" kern="1200"/>
            <a:t>Wielkość ryzyka, w szerokim sensie, jakie organizacja jest gotowa zaakceptować na drodze do osiągnięcia wartości.</a:t>
          </a:r>
          <a:endParaRPr lang="en-US" sz="2600" kern="1200"/>
        </a:p>
      </dsp:txBody>
      <dsp:txXfrm>
        <a:off x="6309986" y="720919"/>
        <a:ext cx="4492825" cy="278958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2642B2-4D70-40B2-B846-E0E55B9156FC}">
      <dsp:nvSpPr>
        <dsp:cNvPr id="0" name=""/>
        <dsp:cNvSpPr/>
      </dsp:nvSpPr>
      <dsp:spPr>
        <a:xfrm>
          <a:off x="134991" y="0"/>
          <a:ext cx="5105400" cy="510540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B9CFE5-755D-4F92-9379-349DFD16EA17}">
      <dsp:nvSpPr>
        <dsp:cNvPr id="0" name=""/>
        <dsp:cNvSpPr/>
      </dsp:nvSpPr>
      <dsp:spPr>
        <a:xfrm>
          <a:off x="620004" y="485013"/>
          <a:ext cx="1991106" cy="199110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l-PL" sz="1400" b="0" i="0" kern="1200" baseline="0"/>
            <a:t>unikanie </a:t>
          </a:r>
          <a:r>
            <a:rPr lang="en-US" sz="1400" b="0" i="0" kern="1200" baseline="0"/>
            <a:t>–</a:t>
          </a:r>
          <a:r>
            <a:rPr lang="pl-PL" sz="1400" b="0" i="0" kern="1200" baseline="0"/>
            <a:t> eliminacja ryzyka </a:t>
          </a:r>
          <a:endParaRPr lang="en-US" sz="1400" kern="1200"/>
        </a:p>
      </dsp:txBody>
      <dsp:txXfrm>
        <a:off x="717202" y="582211"/>
        <a:ext cx="1796710" cy="1796710"/>
      </dsp:txXfrm>
    </dsp:sp>
    <dsp:sp modelId="{481A3A00-7C98-4D61-99E8-75B5CEB6F1B8}">
      <dsp:nvSpPr>
        <dsp:cNvPr id="0" name=""/>
        <dsp:cNvSpPr/>
      </dsp:nvSpPr>
      <dsp:spPr>
        <a:xfrm>
          <a:off x="2764272" y="485013"/>
          <a:ext cx="1991106" cy="199110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l-PL" sz="1400" b="0" i="0" kern="1200" baseline="0"/>
            <a:t>mitygacja </a:t>
          </a:r>
          <a:r>
            <a:rPr lang="en-US" sz="1400" b="0" i="0" kern="1200" baseline="0"/>
            <a:t>–</a:t>
          </a:r>
          <a:r>
            <a:rPr lang="pl-PL" sz="1400" b="0" i="0" kern="1200" baseline="0"/>
            <a:t> zmniejszenie wpływu lub prawdopodobieństwa </a:t>
          </a:r>
          <a:endParaRPr lang="en-US" sz="1400" kern="1200"/>
        </a:p>
      </dsp:txBody>
      <dsp:txXfrm>
        <a:off x="2861470" y="582211"/>
        <a:ext cx="1796710" cy="1796710"/>
      </dsp:txXfrm>
    </dsp:sp>
    <dsp:sp modelId="{CF85B77E-2D39-4A3A-8E73-F26BE2E4BC6E}">
      <dsp:nvSpPr>
        <dsp:cNvPr id="0" name=""/>
        <dsp:cNvSpPr/>
      </dsp:nvSpPr>
      <dsp:spPr>
        <a:xfrm>
          <a:off x="620004" y="2629281"/>
          <a:ext cx="1991106" cy="199110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l-PL" sz="1400" b="0" i="0" kern="1200" baseline="0"/>
            <a:t>transfer </a:t>
          </a:r>
          <a:r>
            <a:rPr lang="en-US" sz="1400" b="0" i="0" kern="1200" baseline="0"/>
            <a:t>–</a:t>
          </a:r>
          <a:r>
            <a:rPr lang="pl-PL" sz="1400" b="0" i="0" kern="1200" baseline="0"/>
            <a:t> przeniesienie odpowiedzialności </a:t>
          </a:r>
          <a:endParaRPr lang="en-US" sz="1400" kern="1200"/>
        </a:p>
      </dsp:txBody>
      <dsp:txXfrm>
        <a:off x="717202" y="2726479"/>
        <a:ext cx="1796710" cy="1796710"/>
      </dsp:txXfrm>
    </dsp:sp>
    <dsp:sp modelId="{D5154167-C278-4C23-A8FF-D29B98EF169D}">
      <dsp:nvSpPr>
        <dsp:cNvPr id="0" name=""/>
        <dsp:cNvSpPr/>
      </dsp:nvSpPr>
      <dsp:spPr>
        <a:xfrm>
          <a:off x="2764272" y="2629281"/>
          <a:ext cx="1991106" cy="199110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l-PL" sz="1400" b="0" i="0" kern="1200" baseline="0"/>
            <a:t>akceptacja </a:t>
          </a:r>
          <a:r>
            <a:rPr lang="en-US" sz="1400" b="0" i="0" kern="1200" baseline="0"/>
            <a:t>–</a:t>
          </a:r>
          <a:r>
            <a:rPr lang="pl-PL" sz="1400" b="0" i="0" kern="1200" baseline="0"/>
            <a:t> świadome przyjęcie ryzyka </a:t>
          </a:r>
          <a:endParaRPr lang="en-US" sz="1400" kern="1200"/>
        </a:p>
      </dsp:txBody>
      <dsp:txXfrm>
        <a:off x="2861470" y="2726479"/>
        <a:ext cx="1796710" cy="179671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9D6D2E-B080-4CCC-8496-F843FA09C9AB}">
      <dsp:nvSpPr>
        <dsp:cNvPr id="0" name=""/>
        <dsp:cNvSpPr/>
      </dsp:nvSpPr>
      <dsp:spPr>
        <a:xfrm>
          <a:off x="134991" y="0"/>
          <a:ext cx="5105400" cy="510540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E3DB9F-3B65-4412-8F00-E4660ED84A81}">
      <dsp:nvSpPr>
        <dsp:cNvPr id="0" name=""/>
        <dsp:cNvSpPr/>
      </dsp:nvSpPr>
      <dsp:spPr>
        <a:xfrm>
          <a:off x="620004" y="485013"/>
          <a:ext cx="1991106" cy="199110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l-PL" sz="1400" b="0" i="0" kern="1200" baseline="0"/>
            <a:t>eksploatacja </a:t>
          </a:r>
          <a:r>
            <a:rPr lang="en-US" sz="1400" b="0" i="0" kern="1200" baseline="0"/>
            <a:t>–</a:t>
          </a:r>
          <a:r>
            <a:rPr lang="pl-PL" sz="1400" b="0" i="0" kern="1200" baseline="0"/>
            <a:t> maksymalne wykorzystanie szansy </a:t>
          </a:r>
          <a:endParaRPr lang="en-US" sz="1400" kern="1200"/>
        </a:p>
      </dsp:txBody>
      <dsp:txXfrm>
        <a:off x="717202" y="582211"/>
        <a:ext cx="1796710" cy="1796710"/>
      </dsp:txXfrm>
    </dsp:sp>
    <dsp:sp modelId="{CAA00AC0-A736-4B28-A17B-BE9F8A91EFFF}">
      <dsp:nvSpPr>
        <dsp:cNvPr id="0" name=""/>
        <dsp:cNvSpPr/>
      </dsp:nvSpPr>
      <dsp:spPr>
        <a:xfrm>
          <a:off x="2764272" y="485013"/>
          <a:ext cx="1991106" cy="199110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l-PL" sz="1400" b="0" i="0" kern="1200" baseline="0"/>
            <a:t>wzmacnianie </a:t>
          </a:r>
          <a:r>
            <a:rPr lang="en-US" sz="1400" b="0" i="0" kern="1200" baseline="0"/>
            <a:t>–</a:t>
          </a:r>
          <a:r>
            <a:rPr lang="pl-PL" sz="1400" b="0" i="0" kern="1200" baseline="0"/>
            <a:t> zwiększenie prawdopodobieństwa </a:t>
          </a:r>
          <a:endParaRPr lang="en-US" sz="1400" kern="1200"/>
        </a:p>
      </dsp:txBody>
      <dsp:txXfrm>
        <a:off x="2861470" y="582211"/>
        <a:ext cx="1796710" cy="1796710"/>
      </dsp:txXfrm>
    </dsp:sp>
    <dsp:sp modelId="{45BC3AB0-AFA8-421F-BEF4-98851AAE479D}">
      <dsp:nvSpPr>
        <dsp:cNvPr id="0" name=""/>
        <dsp:cNvSpPr/>
      </dsp:nvSpPr>
      <dsp:spPr>
        <a:xfrm>
          <a:off x="620004" y="2629281"/>
          <a:ext cx="1991106" cy="199110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l-PL" sz="1400" b="0" i="0" kern="1200" baseline="0"/>
            <a:t>dzielenie </a:t>
          </a:r>
          <a:r>
            <a:rPr lang="en-US" sz="1400" b="0" i="0" kern="1200" baseline="0"/>
            <a:t>–</a:t>
          </a:r>
          <a:r>
            <a:rPr lang="pl-PL" sz="1400" b="0" i="0" kern="1200" baseline="0"/>
            <a:t> współpraca z partnerem </a:t>
          </a:r>
          <a:endParaRPr lang="en-US" sz="1400" kern="1200"/>
        </a:p>
      </dsp:txBody>
      <dsp:txXfrm>
        <a:off x="717202" y="2726479"/>
        <a:ext cx="1796710" cy="1796710"/>
      </dsp:txXfrm>
    </dsp:sp>
    <dsp:sp modelId="{5B0DC4E6-C647-46C3-BDB5-6D6F0FB13696}">
      <dsp:nvSpPr>
        <dsp:cNvPr id="0" name=""/>
        <dsp:cNvSpPr/>
      </dsp:nvSpPr>
      <dsp:spPr>
        <a:xfrm>
          <a:off x="2764272" y="2629281"/>
          <a:ext cx="1991106" cy="199110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l-PL" sz="1400" b="0" i="0" kern="1200" baseline="0"/>
            <a:t>akceptacja </a:t>
          </a:r>
          <a:r>
            <a:rPr lang="en-US" sz="1400" b="0" i="0" kern="1200" baseline="0"/>
            <a:t>–</a:t>
          </a:r>
          <a:r>
            <a:rPr lang="pl-PL" sz="1400" b="0" i="0" kern="1200" baseline="0"/>
            <a:t> obserwacja bez działań </a:t>
          </a:r>
          <a:endParaRPr lang="en-US" sz="1400" kern="1200"/>
        </a:p>
      </dsp:txBody>
      <dsp:txXfrm>
        <a:off x="2861470" y="2726479"/>
        <a:ext cx="1796710" cy="179671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132F9E-71B7-439F-9262-33D7C24FE7E8}">
      <dsp:nvSpPr>
        <dsp:cNvPr id="0" name=""/>
        <dsp:cNvSpPr/>
      </dsp:nvSpPr>
      <dsp:spPr>
        <a:xfrm>
          <a:off x="3190" y="1025879"/>
          <a:ext cx="2278161" cy="144663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67508D-5DEF-4595-AC93-47D975F30310}">
      <dsp:nvSpPr>
        <dsp:cNvPr id="0" name=""/>
        <dsp:cNvSpPr/>
      </dsp:nvSpPr>
      <dsp:spPr>
        <a:xfrm>
          <a:off x="256319" y="1266351"/>
          <a:ext cx="2278161" cy="144663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pl-PL" sz="2100" b="0" i="0" kern="1200" baseline="0"/>
            <a:t>proste </a:t>
          </a:r>
          <a:endParaRPr lang="en-US" sz="2100" kern="1200"/>
        </a:p>
      </dsp:txBody>
      <dsp:txXfrm>
        <a:off x="298689" y="1308721"/>
        <a:ext cx="2193421" cy="1361892"/>
      </dsp:txXfrm>
    </dsp:sp>
    <dsp:sp modelId="{71BC2646-6490-4F0E-87D5-8918318229A2}">
      <dsp:nvSpPr>
        <dsp:cNvPr id="0" name=""/>
        <dsp:cNvSpPr/>
      </dsp:nvSpPr>
      <dsp:spPr>
        <a:xfrm>
          <a:off x="2787609" y="1025879"/>
          <a:ext cx="2278161" cy="144663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E90555-A902-4C5A-A6EA-6FA587575A36}">
      <dsp:nvSpPr>
        <dsp:cNvPr id="0" name=""/>
        <dsp:cNvSpPr/>
      </dsp:nvSpPr>
      <dsp:spPr>
        <a:xfrm>
          <a:off x="3040738" y="1266351"/>
          <a:ext cx="2278161" cy="144663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pl-PL" sz="2100" b="0" i="0" kern="1200" baseline="0" dirty="0"/>
            <a:t>Skomplikowane</a:t>
          </a:r>
          <a:endParaRPr lang="en-US" sz="2100" b="0" i="0" kern="1200" baseline="0" dirty="0"/>
        </a:p>
        <a:p>
          <a:pPr marL="0" lvl="0" indent="0" algn="ctr" defTabSz="933450">
            <a:lnSpc>
              <a:spcPct val="90000"/>
            </a:lnSpc>
            <a:spcBef>
              <a:spcPct val="0"/>
            </a:spcBef>
            <a:spcAft>
              <a:spcPct val="35000"/>
            </a:spcAft>
            <a:buNone/>
          </a:pPr>
          <a:r>
            <a:rPr lang="en-US" sz="2100" b="0" i="0" kern="1200" baseline="0" dirty="0"/>
            <a:t>(</a:t>
          </a:r>
          <a:r>
            <a:rPr lang="en-US" sz="2100" b="0" i="0" kern="1200" baseline="0" dirty="0" err="1"/>
            <a:t>społecznie</a:t>
          </a:r>
          <a:r>
            <a:rPr lang="en-US" sz="2100" b="0" i="0" kern="1200" baseline="0" dirty="0"/>
            <a:t>, </a:t>
          </a:r>
          <a:r>
            <a:rPr lang="en-US" sz="2100" b="0" i="0" kern="1200" baseline="0" dirty="0" err="1"/>
            <a:t>politycznie</a:t>
          </a:r>
          <a:r>
            <a:rPr lang="en-US" sz="2100" b="0" i="0" kern="1200" baseline="0" dirty="0"/>
            <a:t>)</a:t>
          </a:r>
          <a:r>
            <a:rPr lang="pl-PL" sz="2100" b="0" i="0" kern="1200" baseline="0" dirty="0"/>
            <a:t> </a:t>
          </a:r>
          <a:endParaRPr lang="en-US" sz="2100" kern="1200" dirty="0"/>
        </a:p>
      </dsp:txBody>
      <dsp:txXfrm>
        <a:off x="3083108" y="1308721"/>
        <a:ext cx="2193421" cy="1361892"/>
      </dsp:txXfrm>
    </dsp:sp>
    <dsp:sp modelId="{0D172EA7-A05E-4929-AFFF-4202101911B5}">
      <dsp:nvSpPr>
        <dsp:cNvPr id="0" name=""/>
        <dsp:cNvSpPr/>
      </dsp:nvSpPr>
      <dsp:spPr>
        <a:xfrm>
          <a:off x="5572029" y="1025879"/>
          <a:ext cx="2278161" cy="144663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0A5F26-D1C7-461A-A72C-E528B15A63B1}">
      <dsp:nvSpPr>
        <dsp:cNvPr id="0" name=""/>
        <dsp:cNvSpPr/>
      </dsp:nvSpPr>
      <dsp:spPr>
        <a:xfrm>
          <a:off x="5825158" y="1266351"/>
          <a:ext cx="2278161" cy="144663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0" i="0" kern="1200" baseline="0" dirty="0" err="1"/>
            <a:t>Skomplikowane</a:t>
          </a:r>
          <a:r>
            <a:rPr lang="en-US" sz="2100" b="0" i="0" kern="1200" baseline="0" dirty="0"/>
            <a:t> (</a:t>
          </a:r>
          <a:r>
            <a:rPr lang="en-US" sz="2100" b="0" i="0" kern="1200" baseline="0" dirty="0" err="1"/>
            <a:t>technologicznie</a:t>
          </a:r>
          <a:r>
            <a:rPr lang="en-US" sz="2100" b="0" i="0" kern="1200" baseline="0" dirty="0"/>
            <a:t>)</a:t>
          </a:r>
          <a:r>
            <a:rPr lang="pl-PL" sz="2100" b="0" i="0" kern="1200" baseline="0" dirty="0"/>
            <a:t> </a:t>
          </a:r>
          <a:endParaRPr lang="en-US" sz="2100" kern="1200" dirty="0"/>
        </a:p>
      </dsp:txBody>
      <dsp:txXfrm>
        <a:off x="5867528" y="1308721"/>
        <a:ext cx="2193421" cy="1361892"/>
      </dsp:txXfrm>
    </dsp:sp>
    <dsp:sp modelId="{F647741C-580C-4ED2-843A-70CCC646E7DD}">
      <dsp:nvSpPr>
        <dsp:cNvPr id="0" name=""/>
        <dsp:cNvSpPr/>
      </dsp:nvSpPr>
      <dsp:spPr>
        <a:xfrm>
          <a:off x="8356448" y="1025879"/>
          <a:ext cx="2278161" cy="144663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207468-DF88-4413-BE1B-C78BF4406D67}">
      <dsp:nvSpPr>
        <dsp:cNvPr id="0" name=""/>
        <dsp:cNvSpPr/>
      </dsp:nvSpPr>
      <dsp:spPr>
        <a:xfrm>
          <a:off x="8609577" y="1266351"/>
          <a:ext cx="2278161" cy="144663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pl-PL" sz="2100" b="0" i="0" kern="1200" baseline="0"/>
            <a:t>chaotyczne </a:t>
          </a:r>
          <a:endParaRPr lang="en-US" sz="2100" kern="1200"/>
        </a:p>
      </dsp:txBody>
      <dsp:txXfrm>
        <a:off x="8651947" y="1308721"/>
        <a:ext cx="2193421" cy="136189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8.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4EC60B-DE4B-486F-8B44-A3658AB6F6E5}" type="datetimeFigureOut">
              <a:rPr lang="pl-PL" smtClean="0"/>
              <a:t>28.03.2026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ECCDA3-EC3E-4723-89EB-66199A803A4D}" type="slidenum">
              <a:rPr lang="pl-PL" smtClean="0"/>
              <a:t>‹#›</a:t>
            </a:fld>
            <a:endParaRPr lang="pl-PL"/>
          </a:p>
        </p:txBody>
      </p:sp>
    </p:spTree>
    <p:extLst>
      <p:ext uri="{BB962C8B-B14F-4D97-AF65-F5344CB8AC3E}">
        <p14:creationId xmlns:p14="http://schemas.microsoft.com/office/powerpoint/2010/main" val="2550970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share.google/v8fqepf8at7HrGxJ6"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share.google/v8fqepf8at7HrGxJ6"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dirty="0" err="1"/>
              <a:t>Prezentacja</a:t>
            </a:r>
            <a:r>
              <a:rPr lang="en-US" dirty="0"/>
              <a:t> </a:t>
            </a:r>
            <a:r>
              <a:rPr lang="en-US" dirty="0" err="1"/>
              <a:t>będzie</a:t>
            </a:r>
            <a:r>
              <a:rPr lang="en-US" dirty="0"/>
              <a:t> o </a:t>
            </a:r>
            <a:r>
              <a:rPr lang="en-US" dirty="0" err="1"/>
              <a:t>tym</a:t>
            </a:r>
            <a:r>
              <a:rPr lang="en-US" dirty="0"/>
              <a:t> </a:t>
            </a:r>
            <a:r>
              <a:rPr lang="pl-PL" dirty="0"/>
              <a:t>czym jest ryzyko projektowe oraz jak je analizować i kontrolować na przykładzie firmy </a:t>
            </a:r>
            <a:r>
              <a:rPr lang="pl-PL" dirty="0" err="1"/>
              <a:t>FuelSoft</a:t>
            </a:r>
            <a:r>
              <a:rPr lang="pl-PL" dirty="0"/>
              <a:t>, która tworzy system dla stacji paliw</a:t>
            </a:r>
            <a:r>
              <a:rPr lang="en-US" dirty="0"/>
              <a:t>. </a:t>
            </a:r>
          </a:p>
          <a:p>
            <a:r>
              <a:rPr lang="pl-PL" dirty="0" err="1"/>
              <a:t>FuelSoft</a:t>
            </a:r>
            <a:r>
              <a:rPr lang="pl-PL" dirty="0"/>
              <a:t> realizuje złożony projekt IT. W takim środowisku niepewność jest naturalna, a ryzyko pojawia się praktycznie na każdym etapie pracy</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2</a:t>
            </a:fld>
            <a:endParaRPr lang="pl-PL"/>
          </a:p>
        </p:txBody>
      </p:sp>
    </p:spTree>
    <p:extLst>
      <p:ext uri="{BB962C8B-B14F-4D97-AF65-F5344CB8AC3E}">
        <p14:creationId xmlns:p14="http://schemas.microsoft.com/office/powerpoint/2010/main" val="3538767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Ryzyko to nie jest coś, co na pewno się wydarzy. To coś, co może się wydarzyć i właśnie dlatego musimy się na to przygotować.</a:t>
            </a:r>
            <a:endParaRPr lang="en-US" dirty="0"/>
          </a:p>
          <a:p>
            <a:r>
              <a:rPr lang="en-US" dirty="0" err="1"/>
              <a:t>Przykłady</a:t>
            </a:r>
            <a:r>
              <a:rPr lang="en-US" dirty="0"/>
              <a:t> </a:t>
            </a:r>
            <a:r>
              <a:rPr lang="en-US" dirty="0" err="1"/>
              <a:t>ryzyka</a:t>
            </a:r>
            <a:r>
              <a:rPr lang="en-US" dirty="0"/>
              <a:t> w </a:t>
            </a:r>
            <a:r>
              <a:rPr lang="en-US" dirty="0" err="1"/>
              <a:t>FuelSoft</a:t>
            </a:r>
            <a:r>
              <a:rPr lang="en-US" dirty="0"/>
              <a:t>: </a:t>
            </a:r>
            <a:r>
              <a:rPr lang="pl-PL" dirty="0"/>
              <a:t>możliwe opóźnienie integracji z systemem płatności</a:t>
            </a:r>
            <a:r>
              <a:rPr lang="en-US" dirty="0"/>
              <a:t>,</a:t>
            </a:r>
            <a:r>
              <a:rPr lang="pl-PL" dirty="0"/>
              <a:t> ryzyko błędów w danych sprzedażowych</a:t>
            </a:r>
            <a:r>
              <a:rPr lang="en-US" dirty="0"/>
              <a:t>,</a:t>
            </a:r>
            <a:r>
              <a:rPr lang="pl-PL" dirty="0"/>
              <a:t> ryzyko zmiany wymagań klienta</a:t>
            </a:r>
            <a:r>
              <a:rPr lang="en-US" dirty="0"/>
              <a:t>.</a:t>
            </a:r>
          </a:p>
          <a:p>
            <a:r>
              <a:rPr lang="pl-PL" dirty="0" err="1"/>
              <a:t>FuelSoft</a:t>
            </a:r>
            <a:r>
              <a:rPr lang="pl-PL" dirty="0"/>
              <a:t> nie wie, czy te sytuacje wystąpią. Ale wie że mogą i to już wystarczy, żeby traktować je jako ryzyko</a:t>
            </a:r>
            <a:r>
              <a:rPr lang="en-US" dirty="0"/>
              <a:t>.</a:t>
            </a:r>
          </a:p>
          <a:p>
            <a:endParaRPr lang="en-US" dirty="0"/>
          </a:p>
          <a:p>
            <a:r>
              <a:rPr lang="pl-PL" dirty="0"/>
              <a:t>https://flexi-project.com/pl/jak-zidentyfikowac-i-ocenic-ryzyko-projektowe/</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3</a:t>
            </a:fld>
            <a:endParaRPr lang="pl-PL"/>
          </a:p>
        </p:txBody>
      </p:sp>
    </p:spTree>
    <p:extLst>
      <p:ext uri="{BB962C8B-B14F-4D97-AF65-F5344CB8AC3E}">
        <p14:creationId xmlns:p14="http://schemas.microsoft.com/office/powerpoint/2010/main" val="1174838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To jedna z najważniejszych różnic. Jeśli </a:t>
            </a:r>
            <a:r>
              <a:rPr lang="en-US" dirty="0"/>
              <a:t>np. </a:t>
            </a:r>
            <a:r>
              <a:rPr lang="pl-PL" dirty="0"/>
              <a:t>integracja może się opóźnić </a:t>
            </a:r>
            <a:r>
              <a:rPr lang="en-US" dirty="0"/>
              <a:t>–</a:t>
            </a:r>
            <a:r>
              <a:rPr lang="pl-PL" dirty="0"/>
              <a:t> to ryzyko. Jeśli już się opóźniła </a:t>
            </a:r>
            <a:r>
              <a:rPr lang="en-US" dirty="0"/>
              <a:t>–</a:t>
            </a:r>
            <a:r>
              <a:rPr lang="pl-PL" dirty="0"/>
              <a:t> to problem</a:t>
            </a:r>
            <a:endParaRPr lang="en-US" dirty="0"/>
          </a:p>
          <a:p>
            <a:r>
              <a:rPr lang="pl-PL" dirty="0"/>
              <a:t>Dobrze zarządzany projekt zamienia ryzyka w kontrolowane sytuacje, zanim staną się problemami.</a:t>
            </a:r>
            <a:endParaRPr lang="en-US" dirty="0"/>
          </a:p>
          <a:p>
            <a:endParaRPr lang="en-US" dirty="0"/>
          </a:p>
          <a:p>
            <a:r>
              <a:rPr lang="pl-PL" dirty="0"/>
              <a:t>https://clickup.com/pl/blog/219020/ryzyko-a-problemy</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4</a:t>
            </a:fld>
            <a:endParaRPr lang="pl-PL"/>
          </a:p>
        </p:txBody>
      </p:sp>
    </p:spTree>
    <p:extLst>
      <p:ext uri="{BB962C8B-B14F-4D97-AF65-F5344CB8AC3E}">
        <p14:creationId xmlns:p14="http://schemas.microsoft.com/office/powerpoint/2010/main" val="2842729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dirty="0" err="1"/>
              <a:t>Identyfikacja</a:t>
            </a:r>
            <a:r>
              <a:rPr lang="en-US" dirty="0"/>
              <a:t> </a:t>
            </a:r>
            <a:r>
              <a:rPr lang="en-US" dirty="0" err="1"/>
              <a:t>ryzyka</a:t>
            </a:r>
            <a:r>
              <a:rPr lang="en-US" dirty="0"/>
              <a:t> w </a:t>
            </a:r>
            <a:r>
              <a:rPr lang="en-US" dirty="0" err="1"/>
              <a:t>FuelSoft</a:t>
            </a:r>
            <a:r>
              <a:rPr lang="en-US" dirty="0"/>
              <a:t>:</a:t>
            </a:r>
          </a:p>
          <a:p>
            <a:r>
              <a:rPr lang="pl-PL" dirty="0"/>
              <a:t>Zespół identyfikuje ryzyka związane z:</a:t>
            </a:r>
          </a:p>
          <a:p>
            <a:r>
              <a:rPr lang="en-US" dirty="0"/>
              <a:t>- </a:t>
            </a:r>
            <a:r>
              <a:rPr lang="pl-PL" dirty="0"/>
              <a:t>integracją systemów </a:t>
            </a:r>
          </a:p>
          <a:p>
            <a:r>
              <a:rPr lang="en-US" dirty="0"/>
              <a:t>- </a:t>
            </a:r>
            <a:r>
              <a:rPr lang="pl-PL" dirty="0"/>
              <a:t>wydajnością aplikacji </a:t>
            </a:r>
          </a:p>
          <a:p>
            <a:r>
              <a:rPr lang="en-US" dirty="0"/>
              <a:t>- </a:t>
            </a:r>
            <a:r>
              <a:rPr lang="pl-PL" dirty="0"/>
              <a:t>błędami danych </a:t>
            </a:r>
          </a:p>
          <a:p>
            <a:r>
              <a:rPr lang="en-US" dirty="0"/>
              <a:t>- </a:t>
            </a:r>
            <a:r>
              <a:rPr lang="pl-PL" dirty="0"/>
              <a:t>zależnością od zewnętrznych dostawców</a:t>
            </a:r>
          </a:p>
          <a:p>
            <a:pPr marL="0" indent="0">
              <a:buFontTx/>
              <a:buNone/>
            </a:pPr>
            <a:r>
              <a:rPr lang="en-US" dirty="0"/>
              <a:t>- </a:t>
            </a:r>
            <a:r>
              <a:rPr lang="en-US" dirty="0" err="1"/>
              <a:t>itp</a:t>
            </a:r>
            <a:r>
              <a:rPr lang="en-US" dirty="0"/>
              <a:t>.</a:t>
            </a:r>
          </a:p>
          <a:p>
            <a:pPr marL="0" indent="0">
              <a:buFontTx/>
              <a:buNone/>
            </a:pPr>
            <a:r>
              <a:rPr lang="en-US" dirty="0"/>
              <a:t>Przykład: </a:t>
            </a:r>
            <a:r>
              <a:rPr lang="pl-PL" dirty="0" err="1"/>
              <a:t>FuelSoft</a:t>
            </a:r>
            <a:r>
              <a:rPr lang="pl-PL" dirty="0"/>
              <a:t> zorganizował warsztat, podczas którego każdy członek zespołu zgłaszał potencjalne ryzyka. To pozwoliło stworzyć pełniejszy obraz </a:t>
            </a:r>
            <a:r>
              <a:rPr lang="en-US" dirty="0" err="1"/>
              <a:t>potencjalnych</a:t>
            </a:r>
            <a:r>
              <a:rPr lang="en-US" dirty="0"/>
              <a:t> </a:t>
            </a:r>
            <a:r>
              <a:rPr lang="pl-PL" dirty="0"/>
              <a:t>zagrożeń</a:t>
            </a:r>
            <a:endParaRPr lang="en-US" dirty="0"/>
          </a:p>
          <a:p>
            <a:endParaRPr lang="en-US" dirty="0"/>
          </a:p>
          <a:p>
            <a:r>
              <a:rPr lang="pl-PL" dirty="0"/>
              <a:t>https://mfiles.pl/pl/index.php/Analiza_ryzyka</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5</a:t>
            </a:fld>
            <a:endParaRPr lang="pl-PL"/>
          </a:p>
        </p:txBody>
      </p:sp>
    </p:spTree>
    <p:extLst>
      <p:ext uri="{BB962C8B-B14F-4D97-AF65-F5344CB8AC3E}">
        <p14:creationId xmlns:p14="http://schemas.microsoft.com/office/powerpoint/2010/main" val="34832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Ryzyko ocenia się poprzez</a:t>
            </a:r>
            <a:r>
              <a:rPr lang="en-US" dirty="0"/>
              <a:t> </a:t>
            </a:r>
            <a:r>
              <a:rPr lang="pl-PL" dirty="0"/>
              <a:t>prawdopodobieństwo wystąpienia </a:t>
            </a:r>
            <a:r>
              <a:rPr lang="en-US" dirty="0"/>
              <a:t> I </a:t>
            </a:r>
            <a:r>
              <a:rPr lang="pl-PL" dirty="0"/>
              <a:t>wpływ na </a:t>
            </a:r>
            <a:r>
              <a:rPr lang="pl-PL" dirty="0" err="1"/>
              <a:t>project</a:t>
            </a:r>
            <a:r>
              <a:rPr lang="en-US" dirty="0"/>
              <a:t>, </a:t>
            </a:r>
            <a:r>
              <a:rPr lang="en-US" dirty="0" err="1"/>
              <a:t>czyli</a:t>
            </a:r>
            <a:r>
              <a:rPr lang="en-US" dirty="0"/>
              <a:t> </a:t>
            </a:r>
            <a:r>
              <a:rPr lang="en-US" dirty="0" err="1"/>
              <a:t>następstwa</a:t>
            </a:r>
            <a:endParaRPr lang="pl-PL" dirty="0"/>
          </a:p>
          <a:p>
            <a:endParaRPr lang="en-US" dirty="0"/>
          </a:p>
          <a:p>
            <a:endParaRPr lang="en-US" dirty="0"/>
          </a:p>
          <a:p>
            <a:r>
              <a:rPr lang="pl-PL" dirty="0"/>
              <a:t>https://abk.umed.pl/risk-matrix-czyli-macierz-ryzyka/</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6</a:t>
            </a:fld>
            <a:endParaRPr lang="pl-PL"/>
          </a:p>
        </p:txBody>
      </p:sp>
    </p:spTree>
    <p:extLst>
      <p:ext uri="{BB962C8B-B14F-4D97-AF65-F5344CB8AC3E}">
        <p14:creationId xmlns:p14="http://schemas.microsoft.com/office/powerpoint/2010/main" val="1773059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dirty="0"/>
              <a:t>W </a:t>
            </a:r>
            <a:r>
              <a:rPr lang="en-US" dirty="0" err="1"/>
              <a:t>FuelSoft</a:t>
            </a:r>
            <a:endParaRPr lang="en-US" dirty="0"/>
          </a:p>
          <a:p>
            <a:r>
              <a:rPr lang="en-US" dirty="0"/>
              <a:t>O</a:t>
            </a:r>
            <a:r>
              <a:rPr lang="pl-PL" dirty="0"/>
              <a:t>późnienie API </a:t>
            </a:r>
            <a:r>
              <a:rPr lang="en-US" dirty="0"/>
              <a:t>to</a:t>
            </a:r>
            <a:r>
              <a:rPr lang="pl-PL" dirty="0"/>
              <a:t> wysokie prawdopodobieństwo</a:t>
            </a:r>
            <a:r>
              <a:rPr lang="en-US" dirty="0"/>
              <a:t> I </a:t>
            </a:r>
            <a:r>
              <a:rPr lang="pl-PL" dirty="0"/>
              <a:t>duży wpływ </a:t>
            </a:r>
            <a:endParaRPr lang="en-US" dirty="0"/>
          </a:p>
          <a:p>
            <a:r>
              <a:rPr lang="en-US" dirty="0"/>
              <a:t>B</a:t>
            </a:r>
            <a:r>
              <a:rPr lang="pl-PL" dirty="0" err="1"/>
              <a:t>łąd</a:t>
            </a:r>
            <a:r>
              <a:rPr lang="pl-PL" dirty="0"/>
              <a:t> UI </a:t>
            </a:r>
            <a:r>
              <a:rPr lang="en-US" dirty="0"/>
              <a:t>to</a:t>
            </a:r>
            <a:r>
              <a:rPr lang="pl-PL" dirty="0"/>
              <a:t> średnie prawdopodobieństwo</a:t>
            </a:r>
            <a:r>
              <a:rPr lang="en-US" dirty="0"/>
              <a:t> I</a:t>
            </a:r>
            <a:r>
              <a:rPr lang="pl-PL" dirty="0"/>
              <a:t> mały</a:t>
            </a:r>
            <a:r>
              <a:rPr lang="en-US" dirty="0"/>
              <a:t>, </a:t>
            </a:r>
            <a:r>
              <a:rPr lang="en-US" dirty="0" err="1"/>
              <a:t>znikomy</a:t>
            </a:r>
            <a:r>
              <a:rPr lang="pl-PL" dirty="0"/>
              <a:t> wpływ</a:t>
            </a:r>
            <a:endParaRPr lang="en-US" dirty="0"/>
          </a:p>
          <a:p>
            <a:r>
              <a:rPr lang="pl-PL" dirty="0" err="1"/>
              <a:t>FuelSoft</a:t>
            </a:r>
            <a:r>
              <a:rPr lang="pl-PL" dirty="0"/>
              <a:t> skupia się przede wszystkim na ryzykach, które są zarówno prawdopodobne, jak i groźne dla projektu</a:t>
            </a:r>
            <a:endParaRPr lang="en-US" dirty="0"/>
          </a:p>
          <a:p>
            <a:endParaRPr lang="en-US" dirty="0"/>
          </a:p>
          <a:p>
            <a:r>
              <a:rPr lang="en-US" dirty="0"/>
              <a:t>https://abk.umed.pl/risk-matrix-czyli-macierz-ryzyka/</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7</a:t>
            </a:fld>
            <a:endParaRPr lang="pl-PL"/>
          </a:p>
        </p:txBody>
      </p:sp>
    </p:spTree>
    <p:extLst>
      <p:ext uri="{BB962C8B-B14F-4D97-AF65-F5344CB8AC3E}">
        <p14:creationId xmlns:p14="http://schemas.microsoft.com/office/powerpoint/2010/main" val="3146446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Przykład wpisu</a:t>
            </a:r>
            <a:r>
              <a:rPr lang="en-US" dirty="0"/>
              <a:t> w </a:t>
            </a:r>
            <a:r>
              <a:rPr lang="en-US" dirty="0" err="1"/>
              <a:t>FuelSoft</a:t>
            </a:r>
            <a:r>
              <a:rPr lang="pl-PL" dirty="0"/>
              <a:t>:</a:t>
            </a:r>
            <a:br>
              <a:rPr lang="pl-PL" dirty="0"/>
            </a:br>
            <a:r>
              <a:rPr lang="pl-PL" dirty="0"/>
              <a:t>Ryzyko: opóźnienie integracji</a:t>
            </a:r>
            <a:br>
              <a:rPr lang="pl-PL" dirty="0"/>
            </a:br>
            <a:r>
              <a:rPr lang="pl-PL" dirty="0"/>
              <a:t>Prawdopodobieństwo: wysokie</a:t>
            </a:r>
            <a:br>
              <a:rPr lang="pl-PL" dirty="0"/>
            </a:br>
            <a:r>
              <a:rPr lang="pl-PL" dirty="0"/>
              <a:t>Wpływ: wysoki</a:t>
            </a:r>
            <a:br>
              <a:rPr lang="pl-PL" dirty="0"/>
            </a:br>
            <a:r>
              <a:rPr lang="pl-PL" dirty="0"/>
              <a:t>Odpowiedzialny: lider techniczny</a:t>
            </a:r>
            <a:br>
              <a:rPr lang="pl-PL" dirty="0"/>
            </a:br>
            <a:r>
              <a:rPr lang="pl-PL" dirty="0"/>
              <a:t>Plan: alternatywny dostawca</a:t>
            </a:r>
            <a:endParaRPr lang="en-US" dirty="0"/>
          </a:p>
          <a:p>
            <a:endParaRPr lang="en-US" dirty="0"/>
          </a:p>
          <a:p>
            <a:r>
              <a:rPr lang="pl-PL" dirty="0"/>
              <a:t>https://mfiles.pl/pl/index.php/Rejestr_czynnik%C3%B3w_ryzyka</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8</a:t>
            </a:fld>
            <a:endParaRPr lang="pl-PL"/>
          </a:p>
        </p:txBody>
      </p:sp>
    </p:spTree>
    <p:extLst>
      <p:ext uri="{BB962C8B-B14F-4D97-AF65-F5344CB8AC3E}">
        <p14:creationId xmlns:p14="http://schemas.microsoft.com/office/powerpoint/2010/main" val="2989462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Nie każde ryzyko można usunąć. Dlatego wybieramy strategię, która najlepiej pasuje do sytuacji projektu</a:t>
            </a:r>
            <a:endParaRPr lang="en-US" dirty="0"/>
          </a:p>
          <a:p>
            <a:r>
              <a:rPr lang="en-US" dirty="0" err="1"/>
              <a:t>Przykłady</a:t>
            </a:r>
            <a:r>
              <a:rPr lang="en-US" dirty="0"/>
              <a:t> </a:t>
            </a:r>
            <a:r>
              <a:rPr lang="en-US" dirty="0" err="1"/>
              <a:t>reakcji</a:t>
            </a:r>
            <a:r>
              <a:rPr lang="en-US" dirty="0"/>
              <a:t> w </a:t>
            </a:r>
            <a:r>
              <a:rPr lang="en-US" dirty="0" err="1"/>
              <a:t>praktyce</a:t>
            </a:r>
            <a:r>
              <a:rPr lang="en-US" dirty="0"/>
              <a:t>:</a:t>
            </a:r>
          </a:p>
          <a:p>
            <a:r>
              <a:rPr lang="pl-PL" dirty="0"/>
              <a:t>opóźnienie API </a:t>
            </a:r>
            <a:r>
              <a:rPr lang="en-US" dirty="0"/>
              <a:t>–</a:t>
            </a:r>
            <a:r>
              <a:rPr lang="pl-PL" dirty="0"/>
              <a:t> ograniczanie (backup rozwiązanie) </a:t>
            </a:r>
            <a:endParaRPr lang="en-US" dirty="0"/>
          </a:p>
          <a:p>
            <a:r>
              <a:rPr lang="pl-PL" dirty="0"/>
              <a:t>brak kompetencji </a:t>
            </a:r>
            <a:r>
              <a:rPr lang="en-US" dirty="0"/>
              <a:t>–</a:t>
            </a:r>
            <a:r>
              <a:rPr lang="pl-PL" dirty="0"/>
              <a:t> unikanie (szkolenie zespołu) </a:t>
            </a:r>
            <a:endParaRPr lang="en-US" dirty="0"/>
          </a:p>
          <a:p>
            <a:r>
              <a:rPr lang="pl-PL" dirty="0"/>
              <a:t>ryzyko sprzętowe </a:t>
            </a:r>
            <a:r>
              <a:rPr lang="en-US" dirty="0"/>
              <a:t>–</a:t>
            </a:r>
            <a:r>
              <a:rPr lang="pl-PL" dirty="0"/>
              <a:t> przeniesienie (outsourcing) </a:t>
            </a:r>
            <a:endParaRPr lang="en-US" dirty="0"/>
          </a:p>
          <a:p>
            <a:r>
              <a:rPr lang="pl-PL" dirty="0"/>
              <a:t>drobne błędy UI </a:t>
            </a:r>
            <a:r>
              <a:rPr lang="en-US" dirty="0"/>
              <a:t>–</a:t>
            </a:r>
            <a:r>
              <a:rPr lang="pl-PL" dirty="0"/>
              <a:t> akceptacja</a:t>
            </a:r>
            <a:endParaRPr lang="en-US" dirty="0"/>
          </a:p>
          <a:p>
            <a:endParaRPr lang="en-US" dirty="0"/>
          </a:p>
          <a:p>
            <a:r>
              <a:rPr lang="pl-PL" dirty="0"/>
              <a:t>https://mfiles.pl/pl/index.php/Plan_reakcji_na_ryzyko</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9</a:t>
            </a:fld>
            <a:endParaRPr lang="pl-PL"/>
          </a:p>
        </p:txBody>
      </p:sp>
    </p:spTree>
    <p:extLst>
      <p:ext uri="{BB962C8B-B14F-4D97-AF65-F5344CB8AC3E}">
        <p14:creationId xmlns:p14="http://schemas.microsoft.com/office/powerpoint/2010/main" val="3214904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FuelSoft</a:t>
            </a:r>
            <a:r>
              <a:rPr lang="pl-PL" dirty="0"/>
              <a:t> ryzyko związane z integracją systemu płatności</a:t>
            </a:r>
            <a:r>
              <a:rPr lang="en-US" dirty="0"/>
              <a:t> </a:t>
            </a:r>
            <a:r>
              <a:rPr lang="en-US" dirty="0" err="1"/>
              <a:t>było</a:t>
            </a:r>
            <a:r>
              <a:rPr lang="en-US" dirty="0"/>
              <a:t> </a:t>
            </a:r>
            <a:r>
              <a:rPr lang="en-US" dirty="0" err="1"/>
              <a:t>niewielkie</a:t>
            </a:r>
            <a:r>
              <a:rPr lang="en-US" dirty="0"/>
              <a:t>, </a:t>
            </a:r>
            <a:r>
              <a:rPr lang="en-US" dirty="0" err="1"/>
              <a:t>choć</a:t>
            </a:r>
            <a:r>
              <a:rPr lang="en-US" dirty="0"/>
              <a:t> </a:t>
            </a:r>
            <a:r>
              <a:rPr lang="en-US" dirty="0" err="1"/>
              <a:t>ciągły</a:t>
            </a:r>
            <a:r>
              <a:rPr lang="en-US" dirty="0"/>
              <a:t> monitoring </a:t>
            </a:r>
            <a:r>
              <a:rPr lang="en-US" dirty="0" err="1"/>
              <a:t>pozwolił</a:t>
            </a:r>
            <a:r>
              <a:rPr lang="en-US" dirty="0"/>
              <a:t> na </a:t>
            </a:r>
            <a:r>
              <a:rPr lang="en-US" dirty="0" err="1"/>
              <a:t>identyfikację</a:t>
            </a:r>
            <a:r>
              <a:rPr lang="en-US" dirty="0"/>
              <a:t> </a:t>
            </a:r>
            <a:r>
              <a:rPr lang="en-US" dirty="0" err="1"/>
              <a:t>momentu</a:t>
            </a:r>
            <a:r>
              <a:rPr lang="en-US" dirty="0"/>
              <a:t> I </a:t>
            </a:r>
            <a:r>
              <a:rPr lang="en-US" dirty="0" err="1"/>
              <a:t>pwoodu</a:t>
            </a:r>
            <a:r>
              <a:rPr lang="en-US" dirty="0"/>
              <a:t>, </a:t>
            </a:r>
            <a:r>
              <a:rPr lang="en-US" dirty="0" err="1"/>
              <a:t>kiedy</a:t>
            </a:r>
            <a:r>
              <a:rPr lang="pl-PL" dirty="0"/>
              <a:t> zaczęło rosnąć. To był moment, w którym zespół musiał zareagować szybko</a:t>
            </a:r>
            <a:r>
              <a:rPr lang="en-US" dirty="0"/>
              <a:t> (z </a:t>
            </a:r>
            <a:r>
              <a:rPr lang="en-US" dirty="0" err="1"/>
              <a:t>innego</a:t>
            </a:r>
            <a:r>
              <a:rPr lang="en-US" dirty="0"/>
              <a:t> </a:t>
            </a:r>
            <a:r>
              <a:rPr lang="en-US" dirty="0" err="1"/>
              <a:t>zespołu</a:t>
            </a:r>
            <a:r>
              <a:rPr lang="en-US" dirty="0"/>
              <a:t> </a:t>
            </a:r>
            <a:r>
              <a:rPr lang="en-US" dirty="0" err="1"/>
              <a:t>przeniesiono</a:t>
            </a:r>
            <a:r>
              <a:rPr lang="en-US" dirty="0"/>
              <a:t> </a:t>
            </a:r>
            <a:r>
              <a:rPr lang="en-US" dirty="0" err="1"/>
              <a:t>specjalistę</a:t>
            </a:r>
            <a:r>
              <a:rPr lang="en-US" dirty="0"/>
              <a:t> od </a:t>
            </a:r>
            <a:r>
              <a:rPr lang="en-US" dirty="0" err="1"/>
              <a:t>integracji</a:t>
            </a:r>
            <a:r>
              <a:rPr lang="en-US" dirty="0"/>
              <a:t> </a:t>
            </a:r>
            <a:r>
              <a:rPr lang="en-US" dirty="0" err="1"/>
              <a:t>tego</a:t>
            </a:r>
            <a:r>
              <a:rPr lang="en-US" dirty="0"/>
              <a:t> typu systemów), </a:t>
            </a:r>
            <a:r>
              <a:rPr lang="en-US" dirty="0" err="1"/>
              <a:t>przez</a:t>
            </a:r>
            <a:r>
              <a:rPr lang="en-US" dirty="0"/>
              <a:t> co </a:t>
            </a:r>
            <a:r>
              <a:rPr lang="en-US" dirty="0" err="1"/>
              <a:t>zminimalizowano</a:t>
            </a:r>
            <a:r>
              <a:rPr lang="en-US" dirty="0"/>
              <a:t> to </a:t>
            </a:r>
            <a:r>
              <a:rPr lang="en-US" dirty="0" err="1"/>
              <a:t>ryzyko</a:t>
            </a:r>
            <a:r>
              <a:rPr lang="en-US" dirty="0"/>
              <a:t> I </a:t>
            </a:r>
            <a:r>
              <a:rPr lang="en-US" dirty="0" err="1"/>
              <a:t>jego</a:t>
            </a:r>
            <a:r>
              <a:rPr lang="en-US" dirty="0"/>
              <a:t> </a:t>
            </a:r>
            <a:r>
              <a:rPr lang="en-US" dirty="0" err="1"/>
              <a:t>potencjalne</a:t>
            </a:r>
            <a:r>
              <a:rPr lang="en-US" dirty="0"/>
              <a:t> skutki (negatywne)</a:t>
            </a:r>
          </a:p>
          <a:p>
            <a:endParaRPr lang="en-US" dirty="0"/>
          </a:p>
          <a:p>
            <a:r>
              <a:rPr lang="pl-PL" dirty="0"/>
              <a:t>https://mfiles.pl/pl/index.php/Monitorowanie_ryzyka</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10</a:t>
            </a:fld>
            <a:endParaRPr lang="pl-PL"/>
          </a:p>
        </p:txBody>
      </p:sp>
    </p:spTree>
    <p:extLst>
      <p:ext uri="{BB962C8B-B14F-4D97-AF65-F5344CB8AC3E}">
        <p14:creationId xmlns:p14="http://schemas.microsoft.com/office/powerpoint/2010/main" val="18288831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Najgorsze, co można zrobić, to ukrywać ryzyko. W projektach IT transparentność jest kluczowa</a:t>
            </a:r>
            <a:endParaRPr lang="en-US" dirty="0"/>
          </a:p>
          <a:p>
            <a:r>
              <a:rPr lang="en-US" dirty="0" err="1"/>
              <a:t>Dlatego</a:t>
            </a:r>
            <a:r>
              <a:rPr lang="en-US" dirty="0"/>
              <a:t>:</a:t>
            </a:r>
          </a:p>
          <a:p>
            <a:r>
              <a:rPr lang="en-US" dirty="0"/>
              <a:t>W Fuel Soft </a:t>
            </a:r>
            <a:r>
              <a:rPr lang="pl-PL" dirty="0"/>
              <a:t>PM informuje interesariuszy:</a:t>
            </a:r>
            <a:r>
              <a:rPr lang="en-US" dirty="0"/>
              <a:t> </a:t>
            </a:r>
            <a:r>
              <a:rPr lang="pl-PL" dirty="0"/>
              <a:t>o rosnącym ryzyku opóźnienia</a:t>
            </a:r>
            <a:r>
              <a:rPr lang="en-US" dirty="0"/>
              <a:t>, </a:t>
            </a:r>
            <a:r>
              <a:rPr lang="pl-PL" dirty="0"/>
              <a:t>o możliwych konsekwencjach</a:t>
            </a:r>
            <a:r>
              <a:rPr lang="en-US" dirty="0"/>
              <a:t>, </a:t>
            </a:r>
            <a:r>
              <a:rPr lang="pl-PL" dirty="0"/>
              <a:t>o planie działania</a:t>
            </a:r>
            <a:r>
              <a:rPr lang="en-US" dirty="0"/>
              <a:t>. </a:t>
            </a:r>
            <a:r>
              <a:rPr lang="pl-PL" dirty="0"/>
              <a:t>Dzięki dobrej komunikacji interesariusze </a:t>
            </a:r>
            <a:r>
              <a:rPr lang="pl-PL" dirty="0" err="1"/>
              <a:t>FuelSoft</a:t>
            </a:r>
            <a:r>
              <a:rPr lang="pl-PL" dirty="0"/>
              <a:t> nie </a:t>
            </a:r>
            <a:r>
              <a:rPr lang="en-US" dirty="0" err="1"/>
              <a:t>są</a:t>
            </a:r>
            <a:r>
              <a:rPr lang="pl-PL" dirty="0"/>
              <a:t> zaskoczeni problemami. </a:t>
            </a:r>
            <a:r>
              <a:rPr lang="pl-PL" dirty="0" err="1"/>
              <a:t>Mog</a:t>
            </a:r>
            <a:r>
              <a:rPr lang="en-US" dirty="0"/>
              <a:t>ą</a:t>
            </a:r>
            <a:r>
              <a:rPr lang="pl-PL" dirty="0"/>
              <a:t> podjąć decyzje wcześnie</a:t>
            </a:r>
            <a:r>
              <a:rPr lang="en-US" dirty="0"/>
              <a:t>j</a:t>
            </a:r>
            <a:endParaRPr lang="pl-PL" dirty="0"/>
          </a:p>
          <a:p>
            <a:endParaRPr lang="en-US" dirty="0"/>
          </a:p>
          <a:p>
            <a:endParaRPr lang="en-US" dirty="0"/>
          </a:p>
          <a:p>
            <a:r>
              <a:rPr lang="en-US" dirty="0" err="1"/>
              <a:t>Źródło</a:t>
            </a:r>
            <a:r>
              <a:rPr lang="en-US" dirty="0"/>
              <a:t> </a:t>
            </a:r>
            <a:r>
              <a:rPr lang="en-US" dirty="0" err="1"/>
              <a:t>odnośnie</a:t>
            </a:r>
            <a:r>
              <a:rPr lang="en-US" dirty="0"/>
              <a:t> </a:t>
            </a:r>
            <a:r>
              <a:rPr lang="en-US" dirty="0" err="1"/>
              <a:t>ryzyka</a:t>
            </a:r>
            <a:r>
              <a:rPr lang="en-US" dirty="0"/>
              <a:t> </a:t>
            </a:r>
            <a:r>
              <a:rPr lang="en-US" dirty="0" err="1"/>
              <a:t>pogodowego</a:t>
            </a:r>
            <a:r>
              <a:rPr lang="en-US" dirty="0"/>
              <a:t>, nie IT, ale w </a:t>
            </a:r>
            <a:r>
              <a:rPr lang="en-US" dirty="0" err="1"/>
              <a:t>sumie</a:t>
            </a:r>
            <a:r>
              <a:rPr lang="en-US" dirty="0"/>
              <a:t> </a:t>
            </a:r>
            <a:r>
              <a:rPr lang="en-US" dirty="0" err="1"/>
              <a:t>dobrze</a:t>
            </a:r>
            <a:r>
              <a:rPr lang="en-US" dirty="0"/>
              <a:t> się </a:t>
            </a:r>
            <a:r>
              <a:rPr lang="en-US" dirty="0" err="1"/>
              <a:t>wpisuje</a:t>
            </a:r>
            <a:r>
              <a:rPr lang="en-US" dirty="0"/>
              <a:t> w problem</a:t>
            </a:r>
          </a:p>
          <a:p>
            <a:r>
              <a:rPr lang="pl-PL" dirty="0"/>
              <a:t>https://rainman-toolbox.eu/pl/home-5/tools-methods-pl/risk-communication-pl/</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11</a:t>
            </a:fld>
            <a:endParaRPr lang="pl-PL"/>
          </a:p>
        </p:txBody>
      </p:sp>
    </p:spTree>
    <p:extLst>
      <p:ext uri="{BB962C8B-B14F-4D97-AF65-F5344CB8AC3E}">
        <p14:creationId xmlns:p14="http://schemas.microsoft.com/office/powerpoint/2010/main" val="33713432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dirty="0"/>
              <a:t>Przykład w </a:t>
            </a:r>
            <a:r>
              <a:rPr lang="en-US" dirty="0" err="1"/>
              <a:t>FuelSoft</a:t>
            </a:r>
            <a:r>
              <a:rPr lang="en-US" dirty="0"/>
              <a:t>:</a:t>
            </a:r>
          </a:p>
          <a:p>
            <a:r>
              <a:rPr lang="pl-PL" dirty="0"/>
              <a:t>technologiczne </a:t>
            </a:r>
            <a:r>
              <a:rPr lang="en-US" dirty="0"/>
              <a:t>–</a:t>
            </a:r>
            <a:r>
              <a:rPr lang="pl-PL" dirty="0"/>
              <a:t> problemy z integracją API </a:t>
            </a:r>
            <a:endParaRPr lang="en-US" dirty="0"/>
          </a:p>
          <a:p>
            <a:r>
              <a:rPr lang="pl-PL" dirty="0"/>
              <a:t>biznesowe </a:t>
            </a:r>
            <a:r>
              <a:rPr lang="en-US" dirty="0"/>
              <a:t>–</a:t>
            </a:r>
            <a:r>
              <a:rPr lang="pl-PL" dirty="0"/>
              <a:t> zmiana wymagań klienta</a:t>
            </a:r>
            <a:endParaRPr lang="en-US" dirty="0"/>
          </a:p>
          <a:p>
            <a:endParaRPr lang="en-US" dirty="0"/>
          </a:p>
          <a:p>
            <a:r>
              <a:rPr lang="pl-PL" dirty="0"/>
              <a:t>https://www.ey.com/pl_pl/services/consulting/technology-risk-services</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12</a:t>
            </a:fld>
            <a:endParaRPr lang="pl-PL"/>
          </a:p>
        </p:txBody>
      </p:sp>
    </p:spTree>
    <p:extLst>
      <p:ext uri="{BB962C8B-B14F-4D97-AF65-F5344CB8AC3E}">
        <p14:creationId xmlns:p14="http://schemas.microsoft.com/office/powerpoint/2010/main" val="24767512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https://www.efcongress.com/wp-content/uploads/2021/02/Kultura-ryzyka_2018.pdf</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13</a:t>
            </a:fld>
            <a:endParaRPr lang="pl-PL"/>
          </a:p>
        </p:txBody>
      </p:sp>
    </p:spTree>
    <p:extLst>
      <p:ext uri="{BB962C8B-B14F-4D97-AF65-F5344CB8AC3E}">
        <p14:creationId xmlns:p14="http://schemas.microsoft.com/office/powerpoint/2010/main" val="205631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Jeśli ludzie boją się mówić o ryzykach, projekt jest zagrożony. W </a:t>
            </a:r>
            <a:r>
              <a:rPr lang="pl-PL" dirty="0" err="1"/>
              <a:t>FuelSoft</a:t>
            </a:r>
            <a:r>
              <a:rPr lang="pl-PL" dirty="0"/>
              <a:t> ważne było stworzenie środowiska, w którym każdy może zgłosić problem</a:t>
            </a:r>
            <a:r>
              <a:rPr lang="en-US" dirty="0"/>
              <a:t>:</a:t>
            </a:r>
          </a:p>
          <a:p>
            <a:r>
              <a:rPr lang="pl-PL" dirty="0"/>
              <a:t>Na początku:</a:t>
            </a:r>
            <a:r>
              <a:rPr lang="en-US" dirty="0"/>
              <a:t> </a:t>
            </a:r>
            <a:r>
              <a:rPr lang="pl-PL" dirty="0"/>
              <a:t>ukrywanie problemów </a:t>
            </a:r>
            <a:r>
              <a:rPr lang="en-US" dirty="0"/>
              <a:t>I </a:t>
            </a:r>
            <a:r>
              <a:rPr lang="pl-PL" dirty="0"/>
              <a:t>brak komunikacji </a:t>
            </a:r>
          </a:p>
          <a:p>
            <a:r>
              <a:rPr lang="pl-PL" dirty="0"/>
              <a:t>Po zmianie:</a:t>
            </a:r>
            <a:r>
              <a:rPr lang="en-US" dirty="0"/>
              <a:t> </a:t>
            </a:r>
            <a:r>
              <a:rPr lang="pl-PL" dirty="0"/>
              <a:t>otwarte rozmowy</a:t>
            </a:r>
            <a:r>
              <a:rPr lang="en-US" dirty="0"/>
              <a:t> </a:t>
            </a:r>
            <a:r>
              <a:rPr lang="en-US" dirty="0" err="1"/>
              <a:t>oraz</a:t>
            </a:r>
            <a:r>
              <a:rPr lang="en-US" dirty="0"/>
              <a:t> </a:t>
            </a:r>
            <a:r>
              <a:rPr lang="pl-PL" dirty="0"/>
              <a:t>szybka reakcja </a:t>
            </a:r>
            <a:r>
              <a:rPr lang="en-US" dirty="0"/>
              <a:t>-&gt; </a:t>
            </a:r>
            <a:r>
              <a:rPr lang="pl-PL" dirty="0"/>
              <a:t>większe zaufanie</a:t>
            </a:r>
          </a:p>
          <a:p>
            <a:r>
              <a:rPr lang="pl-PL" dirty="0"/>
              <a:t>Zmiana kultury w </a:t>
            </a:r>
            <a:r>
              <a:rPr lang="pl-PL" dirty="0" err="1"/>
              <a:t>FuelSoft</a:t>
            </a:r>
            <a:r>
              <a:rPr lang="pl-PL" dirty="0"/>
              <a:t> była kluczowa</a:t>
            </a:r>
            <a:r>
              <a:rPr lang="en-US" dirty="0"/>
              <a:t>, to d</a:t>
            </a:r>
            <a:r>
              <a:rPr lang="pl-PL" dirty="0" err="1"/>
              <a:t>zięki</a:t>
            </a:r>
            <a:r>
              <a:rPr lang="pl-PL" dirty="0"/>
              <a:t> niej zespół zaczął działać szybciej</a:t>
            </a:r>
            <a:r>
              <a:rPr lang="en-US" dirty="0"/>
              <a:t>,</a:t>
            </a:r>
            <a:r>
              <a:rPr lang="pl-PL" dirty="0"/>
              <a:t> bardziej świadomie</a:t>
            </a:r>
            <a:r>
              <a:rPr lang="en-US" dirty="0"/>
              <a:t> I z </a:t>
            </a:r>
            <a:r>
              <a:rPr lang="en-US" dirty="0" err="1"/>
              <a:t>wiekszym</a:t>
            </a:r>
            <a:r>
              <a:rPr lang="en-US" dirty="0"/>
              <a:t> </a:t>
            </a:r>
            <a:r>
              <a:rPr lang="en-US" dirty="0" err="1"/>
              <a:t>zaufaniem</a:t>
            </a:r>
            <a:endParaRPr lang="pl-PL" dirty="0"/>
          </a:p>
        </p:txBody>
      </p:sp>
      <p:sp>
        <p:nvSpPr>
          <p:cNvPr id="4" name="Symbol zastępczy numeru slajdu 3"/>
          <p:cNvSpPr>
            <a:spLocks noGrp="1"/>
          </p:cNvSpPr>
          <p:nvPr>
            <p:ph type="sldNum" sz="quarter" idx="5"/>
          </p:nvPr>
        </p:nvSpPr>
        <p:spPr/>
        <p:txBody>
          <a:bodyPr/>
          <a:lstStyle/>
          <a:p>
            <a:fld id="{90ECCDA3-EC3E-4723-89EB-66199A803A4D}" type="slidenum">
              <a:rPr lang="pl-PL" smtClean="0"/>
              <a:t>14</a:t>
            </a:fld>
            <a:endParaRPr lang="pl-PL"/>
          </a:p>
        </p:txBody>
      </p:sp>
    </p:spTree>
    <p:extLst>
      <p:ext uri="{BB962C8B-B14F-4D97-AF65-F5344CB8AC3E}">
        <p14:creationId xmlns:p14="http://schemas.microsoft.com/office/powerpoint/2010/main" val="533314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Niepewność bez wpływu = brak ryzyka</a:t>
            </a:r>
            <a:endParaRPr lang="en-US" dirty="0"/>
          </a:p>
          <a:p>
            <a:endParaRPr lang="en-US" dirty="0"/>
          </a:p>
          <a:p>
            <a:r>
              <a:rPr lang="pl-PL" dirty="0"/>
              <a:t>Nie wszystko, czego nie jesteśmy pewni, jest ryzykiem. Ryzykiem jest tylko to, co może wpłynąć na projekt</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15</a:t>
            </a:fld>
            <a:endParaRPr lang="pl-PL"/>
          </a:p>
        </p:txBody>
      </p:sp>
    </p:spTree>
    <p:extLst>
      <p:ext uri="{BB962C8B-B14F-4D97-AF65-F5344CB8AC3E}">
        <p14:creationId xmlns:p14="http://schemas.microsoft.com/office/powerpoint/2010/main" val="26536990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err="1"/>
              <a:t>FuelSoft</a:t>
            </a:r>
            <a:r>
              <a:rPr lang="pl-PL" dirty="0"/>
              <a:t> nauczył się skupiać tylko na tych niepewnościach, które naprawdę mają znaczenie dla projektu</a:t>
            </a:r>
            <a:r>
              <a:rPr lang="en-US" dirty="0"/>
              <a:t>.</a:t>
            </a:r>
          </a:p>
          <a:p>
            <a:endParaRPr lang="en-US" dirty="0"/>
          </a:p>
          <a:p>
            <a:endParaRPr lang="en-US" dirty="0"/>
          </a:p>
        </p:txBody>
      </p:sp>
      <p:sp>
        <p:nvSpPr>
          <p:cNvPr id="4" name="Symbol zastępczy numeru slajdu 3"/>
          <p:cNvSpPr>
            <a:spLocks noGrp="1"/>
          </p:cNvSpPr>
          <p:nvPr>
            <p:ph type="sldNum" sz="quarter" idx="5"/>
          </p:nvPr>
        </p:nvSpPr>
        <p:spPr/>
        <p:txBody>
          <a:bodyPr/>
          <a:lstStyle/>
          <a:p>
            <a:fld id="{90ECCDA3-EC3E-4723-89EB-66199A803A4D}" type="slidenum">
              <a:rPr lang="pl-PL" smtClean="0"/>
              <a:t>16</a:t>
            </a:fld>
            <a:endParaRPr lang="pl-PL"/>
          </a:p>
        </p:txBody>
      </p:sp>
    </p:spTree>
    <p:extLst>
      <p:ext uri="{BB962C8B-B14F-4D97-AF65-F5344CB8AC3E}">
        <p14:creationId xmlns:p14="http://schemas.microsoft.com/office/powerpoint/2010/main" val="2188338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Ryzyko nie zawsze jest złe. Czasem może być okazją do osiągnięcia lepszego wyniku</a:t>
            </a:r>
            <a:endParaRPr lang="en-US" dirty="0"/>
          </a:p>
          <a:p>
            <a:endParaRPr lang="en-US" dirty="0"/>
          </a:p>
          <a:p>
            <a:r>
              <a:rPr lang="en-US" dirty="0"/>
              <a:t>Przykład </a:t>
            </a:r>
            <a:r>
              <a:rPr lang="en-US" dirty="0" err="1"/>
              <a:t>praktyczny</a:t>
            </a:r>
            <a:r>
              <a:rPr lang="en-US" dirty="0"/>
              <a:t> w </a:t>
            </a:r>
            <a:r>
              <a:rPr lang="en-US" dirty="0" err="1"/>
              <a:t>FuelSoft</a:t>
            </a:r>
            <a:r>
              <a:rPr lang="en-US" dirty="0"/>
              <a:t>:</a:t>
            </a:r>
          </a:p>
          <a:p>
            <a:r>
              <a:rPr lang="pl-PL" dirty="0"/>
              <a:t>zagrożenie </a:t>
            </a:r>
            <a:r>
              <a:rPr lang="en-US" dirty="0"/>
              <a:t>=</a:t>
            </a:r>
            <a:r>
              <a:rPr lang="pl-PL" dirty="0"/>
              <a:t> opóźnienie integracji </a:t>
            </a:r>
            <a:endParaRPr lang="en-US" dirty="0"/>
          </a:p>
          <a:p>
            <a:r>
              <a:rPr lang="pl-PL" dirty="0"/>
              <a:t>szansa </a:t>
            </a:r>
            <a:r>
              <a:rPr lang="en-US" dirty="0"/>
              <a:t>=</a:t>
            </a:r>
            <a:r>
              <a:rPr lang="pl-PL" dirty="0"/>
              <a:t> możliwość wykorzystania nowej technologii</a:t>
            </a:r>
            <a:endParaRPr lang="en-US" dirty="0"/>
          </a:p>
          <a:p>
            <a:endParaRPr lang="en-US" dirty="0"/>
          </a:p>
          <a:p>
            <a:r>
              <a:rPr lang="pl-PL" dirty="0"/>
              <a:t>https://mfiles.pl/pl/index.php/Identyfikacja_i_ocena_zagro%C5%BCe%C5%84_i_szans</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17</a:t>
            </a:fld>
            <a:endParaRPr lang="pl-PL"/>
          </a:p>
        </p:txBody>
      </p:sp>
    </p:spTree>
    <p:extLst>
      <p:ext uri="{BB962C8B-B14F-4D97-AF65-F5344CB8AC3E}">
        <p14:creationId xmlns:p14="http://schemas.microsoft.com/office/powerpoint/2010/main" val="32068431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https://ryzyko.pro/baza-wiedzy/apetyt-na-ryzyko/</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18</a:t>
            </a:fld>
            <a:endParaRPr lang="pl-PL"/>
          </a:p>
        </p:txBody>
      </p:sp>
    </p:spTree>
    <p:extLst>
      <p:ext uri="{BB962C8B-B14F-4D97-AF65-F5344CB8AC3E}">
        <p14:creationId xmlns:p14="http://schemas.microsoft.com/office/powerpoint/2010/main" val="33497991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Apetyt na ryzyko mówi: ile ryzyka jesteśmy w stanie zaakceptować. Progi mówią: kiedy musimy zareagować</a:t>
            </a:r>
            <a:endParaRPr lang="en-US" dirty="0"/>
          </a:p>
          <a:p>
            <a:endParaRPr lang="en-US" dirty="0"/>
          </a:p>
          <a:p>
            <a:r>
              <a:rPr lang="en-US" dirty="0"/>
              <a:t>W </a:t>
            </a:r>
            <a:r>
              <a:rPr lang="en-US" dirty="0" err="1"/>
              <a:t>FuelSoft</a:t>
            </a:r>
            <a:r>
              <a:rPr lang="en-US" dirty="0"/>
              <a:t>:</a:t>
            </a:r>
          </a:p>
          <a:p>
            <a:r>
              <a:rPr lang="pl-PL" dirty="0"/>
              <a:t>apetyt </a:t>
            </a:r>
            <a:r>
              <a:rPr lang="en-US" dirty="0"/>
              <a:t>–</a:t>
            </a:r>
            <a:r>
              <a:rPr lang="pl-PL" dirty="0"/>
              <a:t> akceptacja niewielkich opóźnień </a:t>
            </a:r>
            <a:endParaRPr lang="en-US" dirty="0"/>
          </a:p>
          <a:p>
            <a:r>
              <a:rPr lang="pl-PL" dirty="0"/>
              <a:t>próg </a:t>
            </a:r>
            <a:r>
              <a:rPr lang="en-US" dirty="0"/>
              <a:t>–</a:t>
            </a:r>
            <a:r>
              <a:rPr lang="pl-PL" dirty="0"/>
              <a:t> opóźnienie powyżej 2 tygodni</a:t>
            </a:r>
            <a:r>
              <a:rPr lang="en-US" dirty="0"/>
              <a:t> (</a:t>
            </a:r>
            <a:r>
              <a:rPr lang="en-US" dirty="0" err="1"/>
              <a:t>skutek</a:t>
            </a:r>
            <a:r>
              <a:rPr lang="en-US" dirty="0"/>
              <a:t> – np. </a:t>
            </a:r>
            <a:r>
              <a:rPr lang="en-US" dirty="0" err="1"/>
              <a:t>złamanie</a:t>
            </a:r>
            <a:r>
              <a:rPr lang="en-US" dirty="0"/>
              <a:t> </a:t>
            </a:r>
            <a:r>
              <a:rPr lang="en-US" dirty="0" err="1"/>
              <a:t>umowy</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https://ryzyko.pro/baza-wiedzy/apetyt-na-ryzyko/</a:t>
            </a:r>
          </a:p>
          <a:p>
            <a:endParaRPr lang="pl-PL" dirty="0"/>
          </a:p>
        </p:txBody>
      </p:sp>
      <p:sp>
        <p:nvSpPr>
          <p:cNvPr id="4" name="Symbol zastępczy numeru slajdu 3"/>
          <p:cNvSpPr>
            <a:spLocks noGrp="1"/>
          </p:cNvSpPr>
          <p:nvPr>
            <p:ph type="sldNum" sz="quarter" idx="5"/>
          </p:nvPr>
        </p:nvSpPr>
        <p:spPr/>
        <p:txBody>
          <a:bodyPr/>
          <a:lstStyle/>
          <a:p>
            <a:fld id="{90ECCDA3-EC3E-4723-89EB-66199A803A4D}" type="slidenum">
              <a:rPr lang="pl-PL" smtClean="0"/>
              <a:t>19</a:t>
            </a:fld>
            <a:endParaRPr lang="pl-PL"/>
          </a:p>
        </p:txBody>
      </p:sp>
    </p:spTree>
    <p:extLst>
      <p:ext uri="{BB962C8B-B14F-4D97-AF65-F5344CB8AC3E}">
        <p14:creationId xmlns:p14="http://schemas.microsoft.com/office/powerpoint/2010/main" val="33983316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dirty="0"/>
              <a:t>(O </a:t>
            </a:r>
            <a:r>
              <a:rPr lang="en-US" dirty="0" err="1"/>
              <a:t>tym</a:t>
            </a:r>
            <a:r>
              <a:rPr lang="en-US" dirty="0"/>
              <a:t> troche </a:t>
            </a:r>
            <a:r>
              <a:rPr lang="en-US" dirty="0" err="1"/>
              <a:t>już</a:t>
            </a:r>
            <a:r>
              <a:rPr lang="en-US" dirty="0"/>
              <a:t> </a:t>
            </a:r>
            <a:r>
              <a:rPr lang="en-US" dirty="0" err="1"/>
              <a:t>było</a:t>
            </a:r>
            <a:r>
              <a:rPr lang="en-US" dirty="0"/>
              <a:t> na </a:t>
            </a:r>
            <a:r>
              <a:rPr lang="en-US" dirty="0" err="1"/>
              <a:t>poprzedniej</a:t>
            </a:r>
            <a:r>
              <a:rPr lang="en-US" dirty="0"/>
              <a:t> </a:t>
            </a:r>
            <a:r>
              <a:rPr lang="en-US" dirty="0" err="1"/>
              <a:t>prezentacji</a:t>
            </a:r>
            <a:r>
              <a:rPr lang="en-US" dirty="0"/>
              <a:t>)</a:t>
            </a:r>
          </a:p>
          <a:p>
            <a:r>
              <a:rPr lang="pl-PL" dirty="0"/>
              <a:t>To są podstawowe sposoby radzenia sobie z zagrożeniami. Kluczem jest dobranie właściwej strategii do sytuacji</a:t>
            </a:r>
            <a:endParaRPr lang="en-US" dirty="0"/>
          </a:p>
          <a:p>
            <a:endParaRPr lang="en-US" dirty="0"/>
          </a:p>
          <a:p>
            <a:r>
              <a:rPr lang="en-US" dirty="0" err="1"/>
              <a:t>Proste</a:t>
            </a:r>
            <a:r>
              <a:rPr lang="en-US" dirty="0"/>
              <a:t> </a:t>
            </a:r>
            <a:r>
              <a:rPr lang="en-US" dirty="0" err="1"/>
              <a:t>przykłady</a:t>
            </a:r>
            <a:r>
              <a:rPr lang="en-US" dirty="0"/>
              <a:t> dla </a:t>
            </a:r>
            <a:r>
              <a:rPr lang="en-US" dirty="0" err="1"/>
              <a:t>FuelSoft</a:t>
            </a:r>
            <a:r>
              <a:rPr lang="en-US" dirty="0"/>
              <a:t>:</a:t>
            </a:r>
          </a:p>
          <a:p>
            <a:r>
              <a:rPr lang="pl-PL" dirty="0"/>
              <a:t>Unikanie</a:t>
            </a:r>
            <a:r>
              <a:rPr lang="en-US" dirty="0"/>
              <a:t>:</a:t>
            </a:r>
            <a:r>
              <a:rPr lang="pl-PL" dirty="0"/>
              <a:t> zmiana technologii </a:t>
            </a:r>
            <a:endParaRPr lang="en-US" dirty="0"/>
          </a:p>
          <a:p>
            <a:r>
              <a:rPr lang="pl-PL" dirty="0" err="1"/>
              <a:t>Mitygacja</a:t>
            </a:r>
            <a:r>
              <a:rPr lang="en-US" dirty="0"/>
              <a:t>:</a:t>
            </a:r>
            <a:r>
              <a:rPr lang="pl-PL" dirty="0"/>
              <a:t> dodatkowe testy </a:t>
            </a:r>
            <a:endParaRPr lang="en-US" dirty="0"/>
          </a:p>
          <a:p>
            <a:r>
              <a:rPr lang="pl-PL" dirty="0"/>
              <a:t>Transfer</a:t>
            </a:r>
            <a:r>
              <a:rPr lang="en-US" dirty="0"/>
              <a:t>:</a:t>
            </a:r>
            <a:r>
              <a:rPr lang="pl-PL" dirty="0"/>
              <a:t> outsourcing integracji </a:t>
            </a:r>
            <a:endParaRPr lang="en-US" dirty="0"/>
          </a:p>
          <a:p>
            <a:r>
              <a:rPr lang="pl-PL" dirty="0"/>
              <a:t>Akceptacja</a:t>
            </a:r>
            <a:r>
              <a:rPr lang="en-US" dirty="0"/>
              <a:t>:</a:t>
            </a:r>
            <a:r>
              <a:rPr lang="pl-PL" dirty="0"/>
              <a:t> drobne błędy UI</a:t>
            </a:r>
            <a:endParaRPr lang="en-US" dirty="0"/>
          </a:p>
          <a:p>
            <a:endParaRPr lang="en-US" dirty="0"/>
          </a:p>
          <a:p>
            <a:r>
              <a:rPr lang="pl-PL" sz="1200" b="0" i="0" u="none" strike="noStrike" kern="1200" dirty="0">
                <a:solidFill>
                  <a:schemeClr val="tx1"/>
                </a:solidFill>
                <a:effectLst/>
                <a:latin typeface="+mn-lt"/>
                <a:ea typeface="+mn-ea"/>
                <a:cs typeface="+mn-cs"/>
                <a:hlinkClick r:id="rId3"/>
              </a:rPr>
              <a:t>https://share.google/v8fqepf8at7HrGxJ6</a:t>
            </a:r>
            <a:endParaRPr lang="pl-PL" dirty="0"/>
          </a:p>
        </p:txBody>
      </p:sp>
      <p:sp>
        <p:nvSpPr>
          <p:cNvPr id="4" name="Symbol zastępczy numeru slajdu 3"/>
          <p:cNvSpPr>
            <a:spLocks noGrp="1"/>
          </p:cNvSpPr>
          <p:nvPr>
            <p:ph type="sldNum" sz="quarter" idx="5"/>
          </p:nvPr>
        </p:nvSpPr>
        <p:spPr/>
        <p:txBody>
          <a:bodyPr/>
          <a:lstStyle/>
          <a:p>
            <a:fld id="{90ECCDA3-EC3E-4723-89EB-66199A803A4D}" type="slidenum">
              <a:rPr lang="pl-PL" smtClean="0"/>
              <a:t>20</a:t>
            </a:fld>
            <a:endParaRPr lang="pl-PL"/>
          </a:p>
        </p:txBody>
      </p:sp>
    </p:spTree>
    <p:extLst>
      <p:ext uri="{BB962C8B-B14F-4D97-AF65-F5344CB8AC3E}">
        <p14:creationId xmlns:p14="http://schemas.microsoft.com/office/powerpoint/2010/main" val="3651656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Szanse też wymagają zarządzania. Jeśli ich nie wykorzystamy, tracimy potencjalną wartość</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Proste</a:t>
            </a:r>
            <a:r>
              <a:rPr lang="en-US" dirty="0"/>
              <a:t> </a:t>
            </a:r>
            <a:r>
              <a:rPr lang="en-US" dirty="0" err="1"/>
              <a:t>przykłady</a:t>
            </a:r>
            <a:r>
              <a:rPr lang="en-US" dirty="0"/>
              <a:t> dla </a:t>
            </a:r>
            <a:r>
              <a:rPr lang="en-US" dirty="0" err="1"/>
              <a:t>FuelSoft</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Eksploatacja</a:t>
            </a:r>
            <a:r>
              <a:rPr lang="en-US" dirty="0"/>
              <a:t>:</a:t>
            </a:r>
            <a:r>
              <a:rPr lang="pl-PL" dirty="0"/>
              <a:t> wdrożenie nowej funkcji </a:t>
            </a:r>
            <a:r>
              <a:rPr lang="pl-PL" dirty="0" err="1"/>
              <a:t>premium</a:t>
            </a:r>
            <a:r>
              <a:rPr lang="pl-PL" dirty="0"/>
              <a:t>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Wzmacnianie</a:t>
            </a:r>
            <a:r>
              <a:rPr lang="en-US" dirty="0"/>
              <a:t>:</a:t>
            </a:r>
            <a:r>
              <a:rPr lang="pl-PL" dirty="0"/>
              <a:t> zwiększenie zasobów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Dzielenie</a:t>
            </a:r>
            <a:r>
              <a:rPr lang="en-US" dirty="0"/>
              <a:t>:</a:t>
            </a:r>
            <a:r>
              <a:rPr lang="pl-PL" dirty="0"/>
              <a:t> współpraca z dostawcą technologii</a:t>
            </a:r>
            <a:endParaRPr lang="en-US" sz="1200" b="0" i="0" u="none" strike="noStrike" kern="1200" dirty="0">
              <a:solidFill>
                <a:schemeClr val="tx1"/>
              </a:solidFill>
              <a:effectLst/>
              <a:latin typeface="+mn-lt"/>
              <a:ea typeface="+mn-ea"/>
              <a:cs typeface="+mn-cs"/>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l-PL" sz="1200" b="0" i="0" u="none" strike="noStrike" kern="1200" dirty="0">
                <a:solidFill>
                  <a:schemeClr val="tx1"/>
                </a:solidFill>
                <a:effectLst/>
                <a:latin typeface="+mn-lt"/>
                <a:ea typeface="+mn-ea"/>
                <a:cs typeface="+mn-cs"/>
                <a:hlinkClick r:id="rId3"/>
              </a:rPr>
              <a:t>https://share.google/v8fqepf8at7HrGxJ6</a:t>
            </a:r>
            <a:endParaRPr lang="pl-PL" dirty="0"/>
          </a:p>
          <a:p>
            <a:endParaRPr lang="pl-PL" dirty="0"/>
          </a:p>
        </p:txBody>
      </p:sp>
      <p:sp>
        <p:nvSpPr>
          <p:cNvPr id="4" name="Symbol zastępczy numeru slajdu 3"/>
          <p:cNvSpPr>
            <a:spLocks noGrp="1"/>
          </p:cNvSpPr>
          <p:nvPr>
            <p:ph type="sldNum" sz="quarter" idx="5"/>
          </p:nvPr>
        </p:nvSpPr>
        <p:spPr/>
        <p:txBody>
          <a:bodyPr/>
          <a:lstStyle/>
          <a:p>
            <a:fld id="{90ECCDA3-EC3E-4723-89EB-66199A803A4D}" type="slidenum">
              <a:rPr lang="pl-PL" smtClean="0"/>
              <a:t>21</a:t>
            </a:fld>
            <a:endParaRPr lang="pl-PL"/>
          </a:p>
        </p:txBody>
      </p:sp>
    </p:spTree>
    <p:extLst>
      <p:ext uri="{BB962C8B-B14F-4D97-AF65-F5344CB8AC3E}">
        <p14:creationId xmlns:p14="http://schemas.microsoft.com/office/powerpoint/2010/main" val="2147181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Risk </a:t>
            </a:r>
            <a:r>
              <a:rPr lang="pl-PL" dirty="0" err="1"/>
              <a:t>adjusted</a:t>
            </a:r>
            <a:r>
              <a:rPr lang="pl-PL" dirty="0"/>
              <a:t> </a:t>
            </a:r>
            <a:r>
              <a:rPr lang="pl-PL" dirty="0" err="1"/>
              <a:t>backlog</a:t>
            </a:r>
            <a:r>
              <a:rPr lang="pl-PL" dirty="0"/>
              <a:t> to </a:t>
            </a:r>
            <a:r>
              <a:rPr lang="pl-PL" dirty="0" err="1"/>
              <a:t>backlog</a:t>
            </a:r>
            <a:r>
              <a:rPr lang="pl-PL" dirty="0"/>
              <a:t> uwzględniający ryzyko.</a:t>
            </a:r>
            <a:br>
              <a:rPr lang="pl-PL" dirty="0"/>
            </a:br>
            <a:r>
              <a:rPr lang="pl-PL" dirty="0"/>
              <a:t>Zadania są </a:t>
            </a:r>
            <a:r>
              <a:rPr lang="pl-PL" dirty="0" err="1"/>
              <a:t>priorytetyzowane</a:t>
            </a:r>
            <a:r>
              <a:rPr lang="pl-PL" dirty="0"/>
              <a:t> nie tylko według wartości biznesowej, ale także poziomu ryzyka.</a:t>
            </a:r>
            <a:endParaRPr lang="en-US" dirty="0"/>
          </a:p>
          <a:p>
            <a:endParaRPr lang="en-US" dirty="0"/>
          </a:p>
          <a:p>
            <a:r>
              <a:rPr lang="pl-PL" dirty="0"/>
              <a:t>https://www.pmillustrated.com/2-3-manage-risks/risk-adjusted-backlog-2/</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22</a:t>
            </a:fld>
            <a:endParaRPr lang="pl-PL"/>
          </a:p>
        </p:txBody>
      </p:sp>
    </p:spTree>
    <p:extLst>
      <p:ext uri="{BB962C8B-B14F-4D97-AF65-F5344CB8AC3E}">
        <p14:creationId xmlns:p14="http://schemas.microsoft.com/office/powerpoint/2010/main" val="11646780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b="0" dirty="0" err="1"/>
              <a:t>FuelSoft</a:t>
            </a:r>
            <a:r>
              <a:rPr lang="en-US" b="0" dirty="0"/>
              <a:t>, </a:t>
            </a:r>
            <a:r>
              <a:rPr lang="pl-PL" b="0" dirty="0"/>
              <a:t>zastosowania</a:t>
            </a:r>
            <a:r>
              <a:rPr lang="en-US" b="0" dirty="0"/>
              <a:t>:</a:t>
            </a:r>
            <a:endParaRPr lang="pl-PL" b="0" dirty="0"/>
          </a:p>
          <a:p>
            <a:r>
              <a:rPr lang="en-US" dirty="0"/>
              <a:t>- </a:t>
            </a:r>
            <a:r>
              <a:rPr lang="pl-PL" dirty="0"/>
              <a:t>zadania wysokiego ryzyka realizowane </a:t>
            </a:r>
            <a:r>
              <a:rPr lang="en-US" dirty="0" err="1"/>
              <a:t>są</a:t>
            </a:r>
            <a:r>
              <a:rPr lang="en-US" dirty="0"/>
              <a:t> </a:t>
            </a:r>
            <a:r>
              <a:rPr lang="pl-PL" dirty="0"/>
              <a:t>wcześniej </a:t>
            </a:r>
          </a:p>
          <a:p>
            <a:r>
              <a:rPr lang="en-US" dirty="0"/>
              <a:t>- </a:t>
            </a:r>
            <a:r>
              <a:rPr lang="pl-PL" dirty="0"/>
              <a:t>wcześniejsze testowanie trudnych elementów </a:t>
            </a:r>
          </a:p>
          <a:p>
            <a:r>
              <a:rPr lang="en-US" dirty="0"/>
              <a:t>- </a:t>
            </a:r>
            <a:r>
              <a:rPr lang="pl-PL" dirty="0"/>
              <a:t>redukcja niepewności na początku projektu</a:t>
            </a:r>
            <a:endParaRPr lang="en-US" dirty="0"/>
          </a:p>
          <a:p>
            <a:r>
              <a:rPr lang="pl-PL" dirty="0" err="1"/>
              <a:t>FuelSoft</a:t>
            </a:r>
            <a:r>
              <a:rPr lang="pl-PL" dirty="0"/>
              <a:t> zdecydował się najpierw zrealizować najbardziej ryzykowne elementy. Dzięki temu zespół szybciej dowiedział się, czy</a:t>
            </a:r>
            <a:r>
              <a:rPr lang="en-US" dirty="0"/>
              <a:t> w </a:t>
            </a:r>
            <a:r>
              <a:rPr lang="en-US" dirty="0" err="1"/>
              <a:t>ogóle</a:t>
            </a:r>
            <a:r>
              <a:rPr lang="pl-PL" dirty="0"/>
              <a:t> projekt jest wykonalny</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23</a:t>
            </a:fld>
            <a:endParaRPr lang="pl-PL"/>
          </a:p>
        </p:txBody>
      </p:sp>
    </p:spTree>
    <p:extLst>
      <p:ext uri="{BB962C8B-B14F-4D97-AF65-F5344CB8AC3E}">
        <p14:creationId xmlns:p14="http://schemas.microsoft.com/office/powerpoint/2010/main" val="6620892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Macierz </a:t>
            </a:r>
            <a:r>
              <a:rPr lang="pl-PL" dirty="0" err="1"/>
              <a:t>Stacy’ego</a:t>
            </a:r>
            <a:r>
              <a:rPr lang="pl-PL" dirty="0"/>
              <a:t> pokazuje poziom</a:t>
            </a:r>
            <a:r>
              <a:rPr lang="en-US" dirty="0"/>
              <a:t> </a:t>
            </a:r>
            <a:r>
              <a:rPr lang="pl-PL" dirty="0"/>
              <a:t>niepewności wymagań </a:t>
            </a:r>
            <a:r>
              <a:rPr lang="en-US" dirty="0"/>
              <a:t>w </a:t>
            </a:r>
            <a:r>
              <a:rPr lang="en-US" dirty="0" err="1"/>
              <a:t>odniesieniu</a:t>
            </a:r>
            <a:r>
              <a:rPr lang="en-US" dirty="0"/>
              <a:t> do </a:t>
            </a:r>
            <a:r>
              <a:rPr lang="pl-PL" dirty="0"/>
              <a:t>niepewności technologii</a:t>
            </a:r>
            <a:endParaRPr lang="en-US" dirty="0"/>
          </a:p>
          <a:p>
            <a:endParaRPr lang="en-US" dirty="0"/>
          </a:p>
          <a:p>
            <a:r>
              <a:rPr lang="pl-PL" dirty="0"/>
              <a:t>https://pm2pm.pl/macierz-ralpha-stacyego-oraz-roznice-miedzy-podejsciem-tradycyjnym-a-zwinnym/</a:t>
            </a:r>
          </a:p>
          <a:p>
            <a:endParaRPr lang="pl-PL" dirty="0"/>
          </a:p>
        </p:txBody>
      </p:sp>
      <p:sp>
        <p:nvSpPr>
          <p:cNvPr id="4" name="Symbol zastępczy numeru slajdu 3"/>
          <p:cNvSpPr>
            <a:spLocks noGrp="1"/>
          </p:cNvSpPr>
          <p:nvPr>
            <p:ph type="sldNum" sz="quarter" idx="5"/>
          </p:nvPr>
        </p:nvSpPr>
        <p:spPr/>
        <p:txBody>
          <a:bodyPr/>
          <a:lstStyle/>
          <a:p>
            <a:fld id="{90ECCDA3-EC3E-4723-89EB-66199A803A4D}" type="slidenum">
              <a:rPr lang="pl-PL" smtClean="0"/>
              <a:t>24</a:t>
            </a:fld>
            <a:endParaRPr lang="pl-PL"/>
          </a:p>
        </p:txBody>
      </p:sp>
    </p:spTree>
    <p:extLst>
      <p:ext uri="{BB962C8B-B14F-4D97-AF65-F5344CB8AC3E}">
        <p14:creationId xmlns:p14="http://schemas.microsoft.com/office/powerpoint/2010/main" val="18380229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Macierz </a:t>
            </a:r>
            <a:r>
              <a:rPr lang="pl-PL" dirty="0" err="1"/>
              <a:t>Stacy’ego</a:t>
            </a:r>
            <a:r>
              <a:rPr lang="pl-PL" dirty="0"/>
              <a:t> pomaga zrozumieć, z jakim typem projektu mamy do czynienia i jak powinniśmy nim zarządzać</a:t>
            </a:r>
            <a:endParaRPr lang="en-US" dirty="0"/>
          </a:p>
          <a:p>
            <a:endParaRPr lang="en-US" dirty="0"/>
          </a:p>
          <a:p>
            <a:r>
              <a:rPr lang="en-US" dirty="0"/>
              <a:t>Jak to </a:t>
            </a:r>
            <a:r>
              <a:rPr lang="en-US" dirty="0" err="1"/>
              <a:t>wygląda</a:t>
            </a:r>
            <a:r>
              <a:rPr lang="en-US" dirty="0"/>
              <a:t> w </a:t>
            </a:r>
            <a:r>
              <a:rPr lang="en-US" dirty="0" err="1"/>
              <a:t>FuelSoft</a:t>
            </a:r>
            <a:r>
              <a:rPr lang="en-US" dirty="0"/>
              <a:t>? W</a:t>
            </a:r>
            <a:r>
              <a:rPr lang="pl-PL" dirty="0" err="1"/>
              <a:t>ysoka</a:t>
            </a:r>
            <a:r>
              <a:rPr lang="pl-PL" dirty="0"/>
              <a:t> niepewność integracji </a:t>
            </a:r>
            <a:r>
              <a:rPr lang="en-US" dirty="0"/>
              <a:t>I </a:t>
            </a:r>
            <a:r>
              <a:rPr lang="pl-PL" dirty="0"/>
              <a:t>zmienne wymagania klienta</a:t>
            </a:r>
            <a:r>
              <a:rPr lang="en-US" dirty="0"/>
              <a:t>, </a:t>
            </a:r>
            <a:r>
              <a:rPr lang="en-US" dirty="0" err="1"/>
              <a:t>zatem</a:t>
            </a:r>
            <a:r>
              <a:rPr lang="en-US" dirty="0"/>
              <a:t>: </a:t>
            </a:r>
            <a:r>
              <a:rPr lang="pl-PL" dirty="0"/>
              <a:t>obszar </a:t>
            </a:r>
            <a:r>
              <a:rPr lang="en-US" dirty="0" err="1"/>
              <a:t>skomplikowane</a:t>
            </a:r>
            <a:r>
              <a:rPr lang="en-US" dirty="0"/>
              <a:t> (</a:t>
            </a:r>
            <a:r>
              <a:rPr lang="en-US" dirty="0" err="1"/>
              <a:t>technologicznie</a:t>
            </a:r>
            <a:r>
              <a:rPr lang="en-US" dirty="0"/>
              <a:t>)</a:t>
            </a:r>
          </a:p>
          <a:p>
            <a:endParaRPr lang="en-US" dirty="0"/>
          </a:p>
          <a:p>
            <a:r>
              <a:rPr lang="pl-PL" dirty="0"/>
              <a:t>https://pm2pm.pl/macierz-ralpha-stacyego-oraz-roznice-miedzy-podejsciem-tradycyjnym-a-zwinnym/</a:t>
            </a:r>
          </a:p>
          <a:p>
            <a:endParaRPr lang="pl-PL" dirty="0"/>
          </a:p>
        </p:txBody>
      </p:sp>
      <p:sp>
        <p:nvSpPr>
          <p:cNvPr id="4" name="Symbol zastępczy numeru slajdu 3"/>
          <p:cNvSpPr>
            <a:spLocks noGrp="1"/>
          </p:cNvSpPr>
          <p:nvPr>
            <p:ph type="sldNum" sz="quarter" idx="5"/>
          </p:nvPr>
        </p:nvSpPr>
        <p:spPr/>
        <p:txBody>
          <a:bodyPr/>
          <a:lstStyle/>
          <a:p>
            <a:fld id="{90ECCDA3-EC3E-4723-89EB-66199A803A4D}" type="slidenum">
              <a:rPr lang="pl-PL" smtClean="0"/>
              <a:t>25</a:t>
            </a:fld>
            <a:endParaRPr lang="pl-PL"/>
          </a:p>
        </p:txBody>
      </p:sp>
    </p:spTree>
    <p:extLst>
      <p:ext uri="{BB962C8B-B14F-4D97-AF65-F5344CB8AC3E}">
        <p14:creationId xmlns:p14="http://schemas.microsoft.com/office/powerpoint/2010/main" val="27979188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b="0" dirty="0"/>
              <a:t>Z</a:t>
            </a:r>
            <a:r>
              <a:rPr lang="pl-PL" b="0" dirty="0" err="1"/>
              <a:t>astosowanie</a:t>
            </a:r>
            <a:r>
              <a:rPr lang="en-US" b="0" dirty="0"/>
              <a:t> w </a:t>
            </a:r>
            <a:r>
              <a:rPr lang="pl-PL" b="0" dirty="0" err="1"/>
              <a:t>FuelSoft</a:t>
            </a:r>
            <a:r>
              <a:rPr lang="en-US" b="0" dirty="0"/>
              <a:t>:</a:t>
            </a:r>
            <a:endParaRPr lang="pl-PL" b="0" dirty="0"/>
          </a:p>
          <a:p>
            <a:r>
              <a:rPr lang="en-US" dirty="0"/>
              <a:t>- </a:t>
            </a:r>
            <a:r>
              <a:rPr lang="pl-PL" dirty="0"/>
              <a:t>symulacja czasu realizacji </a:t>
            </a:r>
          </a:p>
          <a:p>
            <a:r>
              <a:rPr lang="en-US" dirty="0"/>
              <a:t>- </a:t>
            </a:r>
            <a:r>
              <a:rPr lang="pl-PL" dirty="0"/>
              <a:t>wynik: 60% szans na ukończenie w terminie </a:t>
            </a:r>
          </a:p>
          <a:p>
            <a:r>
              <a:rPr lang="en-US" dirty="0"/>
              <a:t>- </a:t>
            </a:r>
            <a:r>
              <a:rPr lang="pl-PL" dirty="0"/>
              <a:t>decyzja: zwiększenie zasobów</a:t>
            </a:r>
            <a:endParaRPr lang="en-US" dirty="0"/>
          </a:p>
          <a:p>
            <a:endParaRPr lang="en-US" dirty="0"/>
          </a:p>
          <a:p>
            <a:r>
              <a:rPr lang="pl-PL" dirty="0"/>
              <a:t>https://www.wrike.com/project-management-guide/faq/what-is-monte-carlo-analysis-in-project-management/</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26</a:t>
            </a:fld>
            <a:endParaRPr lang="pl-PL"/>
          </a:p>
        </p:txBody>
      </p:sp>
    </p:spTree>
    <p:extLst>
      <p:ext uri="{BB962C8B-B14F-4D97-AF65-F5344CB8AC3E}">
        <p14:creationId xmlns:p14="http://schemas.microsoft.com/office/powerpoint/2010/main" val="18795087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Jeśli naprawiamy tylko objawy, problem wróci. Dlatego ważne jest znalezienie jego prawdziwej przyczyny</a:t>
            </a:r>
            <a:r>
              <a:rPr lang="en-US" dirty="0"/>
              <a:t>.</a:t>
            </a:r>
          </a:p>
          <a:p>
            <a:r>
              <a:rPr lang="en-US" dirty="0"/>
              <a:t>Na </a:t>
            </a:r>
            <a:r>
              <a:rPr lang="en-US" dirty="0" err="1"/>
              <a:t>slajdzie</a:t>
            </a:r>
            <a:r>
              <a:rPr lang="en-US" dirty="0"/>
              <a:t> </a:t>
            </a:r>
            <a:r>
              <a:rPr lang="en-US" dirty="0" err="1"/>
              <a:t>schemat</a:t>
            </a:r>
            <a:r>
              <a:rPr lang="en-US" dirty="0"/>
              <a:t> w 6 </a:t>
            </a:r>
            <a:r>
              <a:rPr lang="en-US" dirty="0" err="1"/>
              <a:t>krokach</a:t>
            </a:r>
            <a:r>
              <a:rPr lang="en-US" dirty="0"/>
              <a:t> </a:t>
            </a:r>
            <a:r>
              <a:rPr lang="en-US" dirty="0" err="1"/>
              <a:t>postepowania</a:t>
            </a:r>
            <a:r>
              <a:rPr lang="en-US" dirty="0"/>
              <a:t> root cause analysis (5 + </a:t>
            </a:r>
            <a:r>
              <a:rPr lang="en-US" dirty="0" err="1"/>
              <a:t>monitorowanie</a:t>
            </a:r>
            <a:r>
              <a:rPr lang="en-US" dirty="0"/>
              <a:t>)</a:t>
            </a:r>
          </a:p>
          <a:p>
            <a:endParaRPr lang="en-US" dirty="0"/>
          </a:p>
          <a:p>
            <a:r>
              <a:rPr lang="pl-PL" dirty="0"/>
              <a:t>https://www.webiscope.com/articles/get-to-the-root-cause-analysis-in-5-easy-steps/</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27</a:t>
            </a:fld>
            <a:endParaRPr lang="pl-PL"/>
          </a:p>
        </p:txBody>
      </p:sp>
    </p:spTree>
    <p:extLst>
      <p:ext uri="{BB962C8B-B14F-4D97-AF65-F5344CB8AC3E}">
        <p14:creationId xmlns:p14="http://schemas.microsoft.com/office/powerpoint/2010/main" val="1632712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dirty="0" err="1"/>
              <a:t>FuelSoft</a:t>
            </a:r>
            <a:r>
              <a:rPr lang="en-US" dirty="0"/>
              <a:t>:</a:t>
            </a:r>
          </a:p>
          <a:p>
            <a:r>
              <a:rPr lang="pl-PL" dirty="0"/>
              <a:t>Problem: opóźnienia w integracji</a:t>
            </a:r>
            <a:br>
              <a:rPr lang="pl-PL" dirty="0"/>
            </a:br>
            <a:r>
              <a:rPr lang="pl-PL" dirty="0"/>
              <a:t>Przyczyna: brak dokumentacji API</a:t>
            </a:r>
            <a:endParaRPr lang="en-US" dirty="0"/>
          </a:p>
          <a:p>
            <a:r>
              <a:rPr lang="pl-PL" dirty="0" err="1"/>
              <a:t>FuelSoft</a:t>
            </a:r>
            <a:r>
              <a:rPr lang="pl-PL" dirty="0"/>
              <a:t> odkrył, że problem nie leży w zespole, tylko w braku informacji</a:t>
            </a:r>
            <a:r>
              <a:rPr lang="en-US" dirty="0"/>
              <a:t> (</a:t>
            </a:r>
            <a:r>
              <a:rPr lang="en-US" dirty="0" err="1"/>
              <a:t>dokumentacji</a:t>
            </a:r>
            <a:r>
              <a:rPr lang="en-US" dirty="0"/>
              <a:t>)</a:t>
            </a:r>
            <a:r>
              <a:rPr lang="pl-PL" dirty="0"/>
              <a:t> od dostawcy</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https://www.webiscope.com/articles/get-to-the-root-cause-analysis-in-5-easy-steps/</a:t>
            </a:r>
          </a:p>
          <a:p>
            <a:endParaRPr lang="pl-PL" dirty="0"/>
          </a:p>
        </p:txBody>
      </p:sp>
      <p:sp>
        <p:nvSpPr>
          <p:cNvPr id="4" name="Symbol zastępczy numeru slajdu 3"/>
          <p:cNvSpPr>
            <a:spLocks noGrp="1"/>
          </p:cNvSpPr>
          <p:nvPr>
            <p:ph type="sldNum" sz="quarter" idx="5"/>
          </p:nvPr>
        </p:nvSpPr>
        <p:spPr/>
        <p:txBody>
          <a:bodyPr/>
          <a:lstStyle/>
          <a:p>
            <a:fld id="{90ECCDA3-EC3E-4723-89EB-66199A803A4D}" type="slidenum">
              <a:rPr lang="pl-PL" smtClean="0"/>
              <a:t>28</a:t>
            </a:fld>
            <a:endParaRPr lang="pl-PL"/>
          </a:p>
        </p:txBody>
      </p:sp>
    </p:spTree>
    <p:extLst>
      <p:ext uri="{BB962C8B-B14F-4D97-AF65-F5344CB8AC3E}">
        <p14:creationId xmlns:p14="http://schemas.microsoft.com/office/powerpoint/2010/main" val="36363124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Nawet po wszystkich działaniach pewien poziom ryzyka zawsze zostaje</a:t>
            </a:r>
            <a:r>
              <a:rPr lang="en-US" dirty="0"/>
              <a:t>.</a:t>
            </a:r>
          </a:p>
          <a:p>
            <a:endParaRPr lang="en-US" dirty="0"/>
          </a:p>
          <a:p>
            <a:r>
              <a:rPr lang="pl-PL" dirty="0" err="1"/>
              <a:t>FuelSoft</a:t>
            </a:r>
            <a:r>
              <a:rPr lang="pl-PL" dirty="0"/>
              <a:t> świadomie zaakceptował część ryzyka, ponieważ jego eliminacja byłaby zbyt kosztowna</a:t>
            </a:r>
            <a:r>
              <a:rPr lang="en-US" dirty="0"/>
              <a:t>. Przykład:</a:t>
            </a:r>
          </a:p>
          <a:p>
            <a:r>
              <a:rPr lang="en-US" dirty="0" err="1"/>
              <a:t>Zatrudniono</a:t>
            </a:r>
            <a:r>
              <a:rPr lang="en-US" dirty="0"/>
              <a:t> 1 </a:t>
            </a:r>
            <a:r>
              <a:rPr lang="en-US" dirty="0" err="1"/>
              <a:t>nowego</a:t>
            </a:r>
            <a:r>
              <a:rPr lang="en-US" dirty="0"/>
              <a:t> </a:t>
            </a:r>
            <a:r>
              <a:rPr lang="en-US" dirty="0" err="1"/>
              <a:t>dewelopera</a:t>
            </a:r>
            <a:r>
              <a:rPr lang="en-US" dirty="0"/>
              <a:t>, </a:t>
            </a:r>
            <a:r>
              <a:rPr lang="en-US" dirty="0" err="1"/>
              <a:t>przez</a:t>
            </a:r>
            <a:r>
              <a:rPr lang="en-US" dirty="0"/>
              <a:t> co </a:t>
            </a:r>
            <a:r>
              <a:rPr lang="en-US" dirty="0" err="1"/>
              <a:t>opóźnienie</a:t>
            </a:r>
            <a:r>
              <a:rPr lang="en-US" dirty="0"/>
              <a:t> </a:t>
            </a:r>
            <a:r>
              <a:rPr lang="en-US" dirty="0" err="1"/>
              <a:t>projektu</a:t>
            </a:r>
            <a:r>
              <a:rPr lang="en-US" dirty="0"/>
              <a:t> się </a:t>
            </a:r>
            <a:r>
              <a:rPr lang="en-US" dirty="0" err="1"/>
              <a:t>zmniejszyło</a:t>
            </a:r>
            <a:r>
              <a:rPr lang="en-US" dirty="0"/>
              <a:t>, ale nie </a:t>
            </a:r>
            <a:r>
              <a:rPr lang="en-US" dirty="0" err="1"/>
              <a:t>zdecydowano</a:t>
            </a:r>
            <a:r>
              <a:rPr lang="en-US" dirty="0"/>
              <a:t> się na </a:t>
            </a:r>
            <a:r>
              <a:rPr lang="en-US" dirty="0" err="1"/>
              <a:t>zatrudnienie</a:t>
            </a:r>
            <a:r>
              <a:rPr lang="en-US" dirty="0"/>
              <a:t> </a:t>
            </a:r>
            <a:r>
              <a:rPr lang="en-US" dirty="0" err="1"/>
              <a:t>drugiego</a:t>
            </a:r>
            <a:r>
              <a:rPr lang="en-US" dirty="0"/>
              <a:t> </a:t>
            </a:r>
            <a:r>
              <a:rPr lang="en-US" dirty="0" err="1"/>
              <a:t>dewelopera</a:t>
            </a:r>
            <a:r>
              <a:rPr lang="en-US" dirty="0"/>
              <a:t> I </a:t>
            </a:r>
            <a:r>
              <a:rPr lang="en-US" dirty="0" err="1"/>
              <a:t>zaakceptowano</a:t>
            </a:r>
            <a:r>
              <a:rPr lang="en-US" dirty="0"/>
              <a:t> </a:t>
            </a:r>
            <a:r>
              <a:rPr lang="en-US" dirty="0" err="1"/>
              <a:t>niewielkie</a:t>
            </a:r>
            <a:r>
              <a:rPr lang="en-US" dirty="0"/>
              <a:t> </a:t>
            </a:r>
            <a:r>
              <a:rPr lang="en-US" dirty="0" err="1"/>
              <a:t>opóźnienie</a:t>
            </a:r>
            <a:r>
              <a:rPr lang="en-US" dirty="0"/>
              <a:t>.</a:t>
            </a:r>
          </a:p>
          <a:p>
            <a:endParaRPr lang="en-US" dirty="0"/>
          </a:p>
          <a:p>
            <a:r>
              <a:rPr lang="pl-PL" dirty="0"/>
              <a:t>https://mfiles.pl/pl/index.php/Ryzyko_rezydualne</a:t>
            </a:r>
          </a:p>
        </p:txBody>
      </p:sp>
      <p:sp>
        <p:nvSpPr>
          <p:cNvPr id="4" name="Symbol zastępczy numeru slajdu 3"/>
          <p:cNvSpPr>
            <a:spLocks noGrp="1"/>
          </p:cNvSpPr>
          <p:nvPr>
            <p:ph type="sldNum" sz="quarter" idx="5"/>
          </p:nvPr>
        </p:nvSpPr>
        <p:spPr/>
        <p:txBody>
          <a:bodyPr/>
          <a:lstStyle/>
          <a:p>
            <a:fld id="{90ECCDA3-EC3E-4723-89EB-66199A803A4D}" type="slidenum">
              <a:rPr lang="pl-PL" smtClean="0"/>
              <a:t>29</a:t>
            </a:fld>
            <a:endParaRPr lang="pl-PL"/>
          </a:p>
        </p:txBody>
      </p:sp>
    </p:spTree>
    <p:extLst>
      <p:ext uri="{BB962C8B-B14F-4D97-AF65-F5344CB8AC3E}">
        <p14:creationId xmlns:p14="http://schemas.microsoft.com/office/powerpoint/2010/main" val="41718524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90ECCDA3-EC3E-4723-89EB-66199A803A4D}" type="slidenum">
              <a:rPr lang="pl-PL" smtClean="0"/>
              <a:t>30</a:t>
            </a:fld>
            <a:endParaRPr lang="pl-PL"/>
          </a:p>
        </p:txBody>
      </p:sp>
    </p:spTree>
    <p:extLst>
      <p:ext uri="{BB962C8B-B14F-4D97-AF65-F5344CB8AC3E}">
        <p14:creationId xmlns:p14="http://schemas.microsoft.com/office/powerpoint/2010/main" val="38514333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90ECCDA3-EC3E-4723-89EB-66199A803A4D}" type="slidenum">
              <a:rPr lang="pl-PL" smtClean="0"/>
              <a:t>31</a:t>
            </a:fld>
            <a:endParaRPr lang="pl-PL"/>
          </a:p>
        </p:txBody>
      </p:sp>
    </p:spTree>
    <p:extLst>
      <p:ext uri="{BB962C8B-B14F-4D97-AF65-F5344CB8AC3E}">
        <p14:creationId xmlns:p14="http://schemas.microsoft.com/office/powerpoint/2010/main" val="3826438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3/28/2026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19765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3/28/2026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44594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3/28/2026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6701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3/28/2026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10544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3/28/2026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301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3/28/2026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35607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3/28/2026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22902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3/28/2026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97548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3/28/2026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94960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3/28/2026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00318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3/28/2026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3819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3/28/2026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3757015"/>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2" r:id="rId6"/>
    <p:sldLayoutId id="2147483698" r:id="rId7"/>
    <p:sldLayoutId id="2147483699" r:id="rId8"/>
    <p:sldLayoutId id="2147483700" r:id="rId9"/>
    <p:sldLayoutId id="2147483701" r:id="rId10"/>
    <p:sldLayoutId id="214748370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9.svg"/></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1.sv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8.sv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3.sv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1.svg"/></Relationships>
</file>

<file path=ppt/slides/_rels/slide3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9.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C5306C5-CE94-3390-5338-6204CA93EE76}"/>
              </a:ext>
            </a:extLst>
          </p:cNvPr>
          <p:cNvPicPr>
            <a:picLocks noChangeAspect="1"/>
          </p:cNvPicPr>
          <p:nvPr/>
        </p:nvPicPr>
        <p:blipFill>
          <a:blip r:embed="rId2"/>
          <a:srcRect t="15422" b="623"/>
          <a:stretch>
            <a:fillRect/>
          </a:stretch>
        </p:blipFill>
        <p:spPr>
          <a:xfrm>
            <a:off x="1" y="10"/>
            <a:ext cx="12192000" cy="6857990"/>
          </a:xfrm>
          <a:prstGeom prst="rect">
            <a:avLst/>
          </a:prstGeom>
        </p:spPr>
      </p:pic>
      <p:sp useBgFill="1">
        <p:nvSpPr>
          <p:cNvPr id="11" name="Rectangle 10">
            <a:extLst>
              <a:ext uri="{FF2B5EF4-FFF2-40B4-BE49-F238E27FC236}">
                <a16:creationId xmlns:a16="http://schemas.microsoft.com/office/drawing/2014/main" id="{D30DD7D3-2712-4491-B2C2-5FC23330C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3569" y="1066800"/>
            <a:ext cx="5128322" cy="47244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41161D56-E0E6-6625-97A6-380BFAB55317}"/>
              </a:ext>
            </a:extLst>
          </p:cNvPr>
          <p:cNvSpPr>
            <a:spLocks noGrp="1"/>
          </p:cNvSpPr>
          <p:nvPr>
            <p:ph type="ctrTitle"/>
          </p:nvPr>
        </p:nvSpPr>
        <p:spPr>
          <a:xfrm>
            <a:off x="898737" y="1562101"/>
            <a:ext cx="4359744" cy="2738530"/>
          </a:xfrm>
        </p:spPr>
        <p:txBody>
          <a:bodyPr anchor="t">
            <a:normAutofit/>
          </a:bodyPr>
          <a:lstStyle/>
          <a:p>
            <a:r>
              <a:rPr lang="pl-PL" sz="5000"/>
              <a:t>ANALIZA RYZYKA W PROJEKTACH</a:t>
            </a:r>
          </a:p>
        </p:txBody>
      </p:sp>
      <p:sp>
        <p:nvSpPr>
          <p:cNvPr id="3" name="Podtytuł 2">
            <a:extLst>
              <a:ext uri="{FF2B5EF4-FFF2-40B4-BE49-F238E27FC236}">
                <a16:creationId xmlns:a16="http://schemas.microsoft.com/office/drawing/2014/main" id="{A266CB7B-17E4-19E1-FB57-CE81C9D4E4E7}"/>
              </a:ext>
            </a:extLst>
          </p:cNvPr>
          <p:cNvSpPr>
            <a:spLocks noGrp="1"/>
          </p:cNvSpPr>
          <p:nvPr>
            <p:ph type="subTitle" idx="1"/>
          </p:nvPr>
        </p:nvSpPr>
        <p:spPr>
          <a:xfrm>
            <a:off x="900273" y="4300631"/>
            <a:ext cx="4358208" cy="933760"/>
          </a:xfrm>
        </p:spPr>
        <p:txBody>
          <a:bodyPr>
            <a:normAutofit/>
          </a:bodyPr>
          <a:lstStyle/>
          <a:p>
            <a:pPr>
              <a:lnSpc>
                <a:spcPct val="120000"/>
              </a:lnSpc>
            </a:pPr>
            <a:r>
              <a:rPr lang="en-US" sz="1100"/>
              <a:t>Filip Hałys</a:t>
            </a:r>
          </a:p>
          <a:p>
            <a:pPr>
              <a:lnSpc>
                <a:spcPct val="120000"/>
              </a:lnSpc>
            </a:pPr>
            <a:r>
              <a:rPr lang="en-US" sz="1100" err="1"/>
              <a:t>Geoinformatyka</a:t>
            </a:r>
            <a:r>
              <a:rPr lang="en-US" sz="1100"/>
              <a:t> V </a:t>
            </a:r>
            <a:r>
              <a:rPr lang="en-US" sz="1100" err="1"/>
              <a:t>rok</a:t>
            </a:r>
            <a:endParaRPr lang="en-US" sz="1100"/>
          </a:p>
          <a:p>
            <a:pPr>
              <a:lnSpc>
                <a:spcPct val="120000"/>
              </a:lnSpc>
            </a:pPr>
            <a:r>
              <a:rPr lang="en-US" sz="1100" err="1"/>
              <a:t>Prezentacja</a:t>
            </a:r>
            <a:r>
              <a:rPr lang="en-US" sz="1100"/>
              <a:t> VII</a:t>
            </a:r>
            <a:endParaRPr lang="pl-PL" sz="1100"/>
          </a:p>
        </p:txBody>
      </p:sp>
      <p:cxnSp>
        <p:nvCxnSpPr>
          <p:cNvPr id="13" name="Straight Connector 12">
            <a:extLst>
              <a:ext uri="{FF2B5EF4-FFF2-40B4-BE49-F238E27FC236}">
                <a16:creationId xmlns:a16="http://schemas.microsoft.com/office/drawing/2014/main" id="{FFD0734C-004D-4938-8EA0-2C3867A11A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6937" y="5780876"/>
            <a:ext cx="5131168"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619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ytuł 1">
            <a:extLst>
              <a:ext uri="{FF2B5EF4-FFF2-40B4-BE49-F238E27FC236}">
                <a16:creationId xmlns:a16="http://schemas.microsoft.com/office/drawing/2014/main" id="{83611F45-C6A3-443B-8C77-08BA951D24EF}"/>
              </a:ext>
            </a:extLst>
          </p:cNvPr>
          <p:cNvSpPr>
            <a:spLocks noGrp="1"/>
          </p:cNvSpPr>
          <p:nvPr>
            <p:ph type="title"/>
          </p:nvPr>
        </p:nvSpPr>
        <p:spPr>
          <a:xfrm>
            <a:off x="640080" y="914399"/>
            <a:ext cx="3000587" cy="4160520"/>
          </a:xfrm>
        </p:spPr>
        <p:txBody>
          <a:bodyPr anchor="t">
            <a:normAutofit/>
          </a:bodyPr>
          <a:lstStyle/>
          <a:p>
            <a:r>
              <a:rPr lang="en-US" sz="3300"/>
              <a:t>Wprowadzenie</a:t>
            </a:r>
            <a:endParaRPr lang="pl-PL" sz="3300"/>
          </a:p>
        </p:txBody>
      </p:sp>
      <p:cxnSp>
        <p:nvCxnSpPr>
          <p:cNvPr id="11" name="Straight Connector 10">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Symbol zastępczy zawartości 2">
            <a:extLst>
              <a:ext uri="{FF2B5EF4-FFF2-40B4-BE49-F238E27FC236}">
                <a16:creationId xmlns:a16="http://schemas.microsoft.com/office/drawing/2014/main" id="{692F3D64-74A9-1C35-FC07-C57283E8B0CF}"/>
              </a:ext>
            </a:extLst>
          </p:cNvPr>
          <p:cNvGraphicFramePr>
            <a:graphicFrameLocks noGrp="1"/>
          </p:cNvGraphicFramePr>
          <p:nvPr>
            <p:ph idx="1"/>
            <p:extLst>
              <p:ext uri="{D42A27DB-BD31-4B8C-83A1-F6EECF244321}">
                <p14:modId xmlns:p14="http://schemas.microsoft.com/office/powerpoint/2010/main" val="3201621609"/>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13300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F40B8B85-4066-B47E-B4D3-658BDF9DFA54}"/>
              </a:ext>
            </a:extLst>
          </p:cNvPr>
          <p:cNvSpPr>
            <a:spLocks noGrp="1"/>
          </p:cNvSpPr>
          <p:nvPr>
            <p:ph type="title"/>
          </p:nvPr>
        </p:nvSpPr>
        <p:spPr>
          <a:xfrm>
            <a:off x="640080" y="914401"/>
            <a:ext cx="4876801" cy="1569516"/>
          </a:xfrm>
        </p:spPr>
        <p:txBody>
          <a:bodyPr anchor="t">
            <a:normAutofit/>
          </a:bodyPr>
          <a:lstStyle/>
          <a:p>
            <a:r>
              <a:rPr lang="pl-PL" dirty="0"/>
              <a:t>Definicja ryzyka</a:t>
            </a:r>
          </a:p>
        </p:txBody>
      </p:sp>
      <p:pic>
        <p:nvPicPr>
          <p:cNvPr id="7" name="Graphic 6" descr="Ostrzeżenie">
            <a:extLst>
              <a:ext uri="{FF2B5EF4-FFF2-40B4-BE49-F238E27FC236}">
                <a16:creationId xmlns:a16="http://schemas.microsoft.com/office/drawing/2014/main" id="{1862CE3B-12F3-45F5-36E3-87019F0E7DE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3232" y="2857499"/>
            <a:ext cx="3125269" cy="3125269"/>
          </a:xfrm>
          <a:prstGeom prst="rect">
            <a:avLst/>
          </a:prstGeom>
        </p:spPr>
      </p:pic>
      <p:sp>
        <p:nvSpPr>
          <p:cNvPr id="3" name="Symbol zastępczy zawartości 2">
            <a:extLst>
              <a:ext uri="{FF2B5EF4-FFF2-40B4-BE49-F238E27FC236}">
                <a16:creationId xmlns:a16="http://schemas.microsoft.com/office/drawing/2014/main" id="{AAB5AEE7-69D1-29ED-064D-2B40D625D9BD}"/>
              </a:ext>
            </a:extLst>
          </p:cNvPr>
          <p:cNvSpPr>
            <a:spLocks noGrp="1"/>
          </p:cNvSpPr>
          <p:nvPr>
            <p:ph idx="1"/>
          </p:nvPr>
        </p:nvSpPr>
        <p:spPr>
          <a:xfrm>
            <a:off x="6400799" y="960119"/>
            <a:ext cx="5130210" cy="5022661"/>
          </a:xfrm>
        </p:spPr>
        <p:txBody>
          <a:bodyPr>
            <a:normAutofit/>
          </a:bodyPr>
          <a:lstStyle/>
          <a:p>
            <a:pPr marL="0" indent="0">
              <a:buNone/>
            </a:pPr>
            <a:r>
              <a:rPr lang="pl-PL" dirty="0"/>
              <a:t>Ryzyko projektowe to zdarzenie lub warunek, który może wpłynąć na projekt pozytywnie lub negatywnie.</a:t>
            </a:r>
            <a:endParaRPr lang="en-US" dirty="0"/>
          </a:p>
          <a:p>
            <a:pPr marL="0" indent="0">
              <a:buNone/>
            </a:pPr>
            <a:br>
              <a:rPr lang="pl-PL" dirty="0"/>
            </a:br>
            <a:r>
              <a:rPr lang="pl-PL" dirty="0"/>
              <a:t>Charakteryzuje się niepewnością i potencjalnym wpływem na cele projektu.</a:t>
            </a:r>
          </a:p>
        </p:txBody>
      </p:sp>
      <p:cxnSp>
        <p:nvCxnSpPr>
          <p:cNvPr id="12" name="Straight Connector 11">
            <a:extLst>
              <a:ext uri="{FF2B5EF4-FFF2-40B4-BE49-F238E27FC236}">
                <a16:creationId xmlns:a16="http://schemas.microsoft.com/office/drawing/2014/main" id="{540DBD50-3CB1-A513-2321-1891E3F095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821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ytuł 1">
            <a:extLst>
              <a:ext uri="{FF2B5EF4-FFF2-40B4-BE49-F238E27FC236}">
                <a16:creationId xmlns:a16="http://schemas.microsoft.com/office/drawing/2014/main" id="{F2D5B213-D240-D678-8E58-C6E344A62ECB}"/>
              </a:ext>
            </a:extLst>
          </p:cNvPr>
          <p:cNvSpPr>
            <a:spLocks noGrp="1"/>
          </p:cNvSpPr>
          <p:nvPr>
            <p:ph type="title"/>
          </p:nvPr>
        </p:nvSpPr>
        <p:spPr>
          <a:xfrm>
            <a:off x="640080" y="914399"/>
            <a:ext cx="3000587" cy="4160520"/>
          </a:xfrm>
        </p:spPr>
        <p:txBody>
          <a:bodyPr anchor="t">
            <a:normAutofit/>
          </a:bodyPr>
          <a:lstStyle/>
          <a:p>
            <a:r>
              <a:rPr lang="pl-PL" sz="3600"/>
              <a:t>RYZYKO VS PROBLEM</a:t>
            </a:r>
          </a:p>
        </p:txBody>
      </p:sp>
      <p:cxnSp>
        <p:nvCxnSpPr>
          <p:cNvPr id="11" name="Straight Connector 10">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Symbol zastępczy zawartości 2">
            <a:extLst>
              <a:ext uri="{FF2B5EF4-FFF2-40B4-BE49-F238E27FC236}">
                <a16:creationId xmlns:a16="http://schemas.microsoft.com/office/drawing/2014/main" id="{F6E485E7-C533-8B52-F0C3-77C9D7662D27}"/>
              </a:ext>
            </a:extLst>
          </p:cNvPr>
          <p:cNvGraphicFramePr>
            <a:graphicFrameLocks noGrp="1"/>
          </p:cNvGraphicFramePr>
          <p:nvPr>
            <p:ph idx="1"/>
            <p:extLst>
              <p:ext uri="{D42A27DB-BD31-4B8C-83A1-F6EECF244321}">
                <p14:modId xmlns:p14="http://schemas.microsoft.com/office/powerpoint/2010/main" val="3523566493"/>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8415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087830DD-295C-1782-D5E5-16DF7C5F6082}"/>
              </a:ext>
            </a:extLst>
          </p:cNvPr>
          <p:cNvSpPr>
            <a:spLocks noGrp="1"/>
          </p:cNvSpPr>
          <p:nvPr>
            <p:ph type="title"/>
          </p:nvPr>
        </p:nvSpPr>
        <p:spPr>
          <a:xfrm>
            <a:off x="5496821" y="1371600"/>
            <a:ext cx="6034187" cy="1097280"/>
          </a:xfrm>
        </p:spPr>
        <p:txBody>
          <a:bodyPr>
            <a:normAutofit/>
          </a:bodyPr>
          <a:lstStyle/>
          <a:p>
            <a:r>
              <a:rPr lang="pl-PL" dirty="0"/>
              <a:t>Jak identyfikować ryzyka?</a:t>
            </a:r>
          </a:p>
        </p:txBody>
      </p:sp>
      <p:pic>
        <p:nvPicPr>
          <p:cNvPr id="5" name="Picture 4" descr="Stosy papieru">
            <a:extLst>
              <a:ext uri="{FF2B5EF4-FFF2-40B4-BE49-F238E27FC236}">
                <a16:creationId xmlns:a16="http://schemas.microsoft.com/office/drawing/2014/main" id="{F0355242-F2A2-DC67-14CD-29F1DB5CC787}"/>
              </a:ext>
            </a:extLst>
          </p:cNvPr>
          <p:cNvPicPr>
            <a:picLocks noChangeAspect="1"/>
          </p:cNvPicPr>
          <p:nvPr/>
        </p:nvPicPr>
        <p:blipFill>
          <a:blip r:embed="rId3"/>
          <a:srcRect l="35890" r="16827" b="-1"/>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62D50FF2-A783-C4D0-4585-571C8A35D6B9}"/>
              </a:ext>
            </a:extLst>
          </p:cNvPr>
          <p:cNvSpPr>
            <a:spLocks noGrp="1"/>
          </p:cNvSpPr>
          <p:nvPr>
            <p:ph idx="1"/>
          </p:nvPr>
        </p:nvSpPr>
        <p:spPr>
          <a:xfrm>
            <a:off x="5496821" y="2633236"/>
            <a:ext cx="6034187" cy="3664687"/>
          </a:xfrm>
        </p:spPr>
        <p:txBody>
          <a:bodyPr>
            <a:normAutofit/>
          </a:bodyPr>
          <a:lstStyle/>
          <a:p>
            <a:pPr marL="0" indent="0">
              <a:buNone/>
            </a:pPr>
            <a:r>
              <a:rPr lang="pl-PL" dirty="0"/>
              <a:t>Ryzyka identyfikuje się poprzez:</a:t>
            </a:r>
            <a:endParaRPr lang="en-US" dirty="0"/>
          </a:p>
          <a:p>
            <a:r>
              <a:rPr lang="pl-PL" dirty="0"/>
              <a:t>analizę projektu i jego złożoności</a:t>
            </a:r>
            <a:endParaRPr lang="en-US" dirty="0"/>
          </a:p>
          <a:p>
            <a:r>
              <a:rPr lang="pl-PL" dirty="0"/>
              <a:t>burze mózgów zespołu</a:t>
            </a:r>
            <a:endParaRPr lang="en-US" dirty="0"/>
          </a:p>
          <a:p>
            <a:r>
              <a:rPr lang="pl-PL" dirty="0"/>
              <a:t>analizę wcześniejszych projektów</a:t>
            </a:r>
            <a:endParaRPr lang="en-US" dirty="0"/>
          </a:p>
          <a:p>
            <a:r>
              <a:rPr lang="pl-PL" dirty="0"/>
              <a:t>konsultacje z ekspertami</a:t>
            </a:r>
            <a:endParaRPr lang="en-US" dirty="0"/>
          </a:p>
          <a:p>
            <a:r>
              <a:rPr lang="pl-PL" dirty="0"/>
              <a:t>przegląd dokumentacji i wymagań</a:t>
            </a:r>
          </a:p>
        </p:txBody>
      </p:sp>
    </p:spTree>
    <p:extLst>
      <p:ext uri="{BB962C8B-B14F-4D97-AF65-F5344CB8AC3E}">
        <p14:creationId xmlns:p14="http://schemas.microsoft.com/office/powerpoint/2010/main" val="981902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6"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7"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FBBB1781-A7A2-0EB9-CE00-B16C8ADCD4CB}"/>
              </a:ext>
            </a:extLst>
          </p:cNvPr>
          <p:cNvSpPr>
            <a:spLocks noGrp="1"/>
          </p:cNvSpPr>
          <p:nvPr>
            <p:ph type="title"/>
          </p:nvPr>
        </p:nvSpPr>
        <p:spPr>
          <a:xfrm>
            <a:off x="8103191" y="1371600"/>
            <a:ext cx="3445342" cy="2696866"/>
          </a:xfrm>
        </p:spPr>
        <p:txBody>
          <a:bodyPr vert="horz" lIns="91440" tIns="45720" rIns="91440" bIns="45720" rtlCol="0" anchor="t">
            <a:normAutofit/>
          </a:bodyPr>
          <a:lstStyle/>
          <a:p>
            <a:pPr>
              <a:lnSpc>
                <a:spcPct val="90000"/>
              </a:lnSpc>
            </a:pPr>
            <a:r>
              <a:rPr lang="en-US" sz="4400"/>
              <a:t>OCENA RYZYKA – MACIERZ RYZYKA</a:t>
            </a:r>
          </a:p>
        </p:txBody>
      </p:sp>
      <p:pic>
        <p:nvPicPr>
          <p:cNvPr id="5" name="Symbol zastępczy zawartości 4">
            <a:extLst>
              <a:ext uri="{FF2B5EF4-FFF2-40B4-BE49-F238E27FC236}">
                <a16:creationId xmlns:a16="http://schemas.microsoft.com/office/drawing/2014/main" id="{3DEBCBCC-F17E-85E7-C4A4-9BA4AC8D07D2}"/>
              </a:ext>
            </a:extLst>
          </p:cNvPr>
          <p:cNvPicPr>
            <a:picLocks noGrp="1" noChangeAspect="1"/>
          </p:cNvPicPr>
          <p:nvPr>
            <p:ph idx="1"/>
          </p:nvPr>
        </p:nvPicPr>
        <p:blipFill>
          <a:blip r:embed="rId3"/>
          <a:stretch>
            <a:fillRect/>
          </a:stretch>
        </p:blipFill>
        <p:spPr>
          <a:xfrm>
            <a:off x="601347" y="1657272"/>
            <a:ext cx="7098453" cy="3655703"/>
          </a:xfrm>
          <a:prstGeom prst="rect">
            <a:avLst/>
          </a:prstGeom>
        </p:spPr>
      </p:pic>
      <p:cxnSp>
        <p:nvCxnSpPr>
          <p:cNvPr id="18" name="Straight Connector 13">
            <a:extLst>
              <a:ext uri="{FF2B5EF4-FFF2-40B4-BE49-F238E27FC236}">
                <a16:creationId xmlns:a16="http://schemas.microsoft.com/office/drawing/2014/main" id="{8CED01B4-40F2-4CAE-8062-1D4CE8454C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8116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596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ytuł 1">
            <a:extLst>
              <a:ext uri="{FF2B5EF4-FFF2-40B4-BE49-F238E27FC236}">
                <a16:creationId xmlns:a16="http://schemas.microsoft.com/office/drawing/2014/main" id="{DAC62B22-26BF-7ABD-A5CD-11894AD16BCB}"/>
              </a:ext>
            </a:extLst>
          </p:cNvPr>
          <p:cNvSpPr>
            <a:spLocks noGrp="1"/>
          </p:cNvSpPr>
          <p:nvPr>
            <p:ph type="title"/>
          </p:nvPr>
        </p:nvSpPr>
        <p:spPr>
          <a:xfrm>
            <a:off x="640080" y="914399"/>
            <a:ext cx="10847494" cy="1171069"/>
          </a:xfrm>
        </p:spPr>
        <p:txBody>
          <a:bodyPr anchor="t">
            <a:normAutofit/>
          </a:bodyPr>
          <a:lstStyle/>
          <a:p>
            <a:r>
              <a:rPr lang="en-US"/>
              <a:t>Ocena</a:t>
            </a:r>
            <a:r>
              <a:rPr lang="en-US" dirty="0"/>
              <a:t> </a:t>
            </a:r>
            <a:r>
              <a:rPr lang="en-US"/>
              <a:t>ryzyka</a:t>
            </a:r>
            <a:r>
              <a:rPr lang="en-US" dirty="0"/>
              <a:t> </a:t>
            </a:r>
            <a:endParaRPr lang="pl-PL" dirty="0"/>
          </a:p>
        </p:txBody>
      </p:sp>
      <p:pic>
        <p:nvPicPr>
          <p:cNvPr id="5" name="Obraz 4">
            <a:extLst>
              <a:ext uri="{FF2B5EF4-FFF2-40B4-BE49-F238E27FC236}">
                <a16:creationId xmlns:a16="http://schemas.microsoft.com/office/drawing/2014/main" id="{A5E1CA5B-AFB9-81A2-CF21-7DB5AD1FFCC6}"/>
              </a:ext>
            </a:extLst>
          </p:cNvPr>
          <p:cNvPicPr>
            <a:picLocks noChangeAspect="1"/>
          </p:cNvPicPr>
          <p:nvPr/>
        </p:nvPicPr>
        <p:blipFill>
          <a:blip r:embed="rId3"/>
          <a:stretch>
            <a:fillRect/>
          </a:stretch>
        </p:blipFill>
        <p:spPr>
          <a:xfrm>
            <a:off x="713232" y="2265553"/>
            <a:ext cx="5648193" cy="3741927"/>
          </a:xfrm>
          <a:prstGeom prst="rect">
            <a:avLst/>
          </a:prstGeom>
        </p:spPr>
      </p:pic>
      <p:sp>
        <p:nvSpPr>
          <p:cNvPr id="3" name="Symbol zastępczy zawartości 2">
            <a:extLst>
              <a:ext uri="{FF2B5EF4-FFF2-40B4-BE49-F238E27FC236}">
                <a16:creationId xmlns:a16="http://schemas.microsoft.com/office/drawing/2014/main" id="{FA01878F-D362-57EA-811C-C844F9600D70}"/>
              </a:ext>
            </a:extLst>
          </p:cNvPr>
          <p:cNvSpPr>
            <a:spLocks noGrp="1"/>
          </p:cNvSpPr>
          <p:nvPr>
            <p:ph idx="1"/>
          </p:nvPr>
        </p:nvSpPr>
        <p:spPr>
          <a:xfrm>
            <a:off x="6915150" y="2256287"/>
            <a:ext cx="4563618" cy="3760459"/>
          </a:xfrm>
        </p:spPr>
        <p:txBody>
          <a:bodyPr anchor="t">
            <a:normAutofit/>
          </a:bodyPr>
          <a:lstStyle/>
          <a:p>
            <a:pPr marL="0" indent="0">
              <a:buNone/>
            </a:pPr>
            <a:r>
              <a:rPr lang="pl-PL" dirty="0"/>
              <a:t>Nie każde ryzyko jest tak samo ważne. Dlatego oceniamy, jak bardzo jest prawdopodobne i jak duży wpływ może mieć</a:t>
            </a:r>
          </a:p>
        </p:txBody>
      </p:sp>
      <p:cxnSp>
        <p:nvCxnSpPr>
          <p:cNvPr id="17" name="Straight Connector 16">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5102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E3A5ED4B-7497-48B2-D957-81FF7FA4AA80}"/>
              </a:ext>
            </a:extLst>
          </p:cNvPr>
          <p:cNvSpPr>
            <a:spLocks noGrp="1"/>
          </p:cNvSpPr>
          <p:nvPr>
            <p:ph type="title"/>
          </p:nvPr>
        </p:nvSpPr>
        <p:spPr>
          <a:xfrm>
            <a:off x="640080" y="1371600"/>
            <a:ext cx="3677920" cy="3919267"/>
          </a:xfrm>
        </p:spPr>
        <p:txBody>
          <a:bodyPr anchor="t">
            <a:normAutofit/>
          </a:bodyPr>
          <a:lstStyle/>
          <a:p>
            <a:r>
              <a:rPr lang="pl-PL" dirty="0"/>
              <a:t>REJESTR RYZYK</a:t>
            </a:r>
          </a:p>
        </p:txBody>
      </p:sp>
      <p:cxnSp>
        <p:nvCxnSpPr>
          <p:cNvPr id="11" name="Straight Connector 10">
            <a:extLst>
              <a:ext uri="{FF2B5EF4-FFF2-40B4-BE49-F238E27FC236}">
                <a16:creationId xmlns:a16="http://schemas.microsoft.com/office/drawing/2014/main" id="{40BBF191-9CC8-4313-B1CA-8DF1A53AE4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Symbol zastępczy zawartości 2">
            <a:extLst>
              <a:ext uri="{FF2B5EF4-FFF2-40B4-BE49-F238E27FC236}">
                <a16:creationId xmlns:a16="http://schemas.microsoft.com/office/drawing/2014/main" id="{8176DA18-4896-83AD-210A-95D18BD7AD1F}"/>
              </a:ext>
            </a:extLst>
          </p:cNvPr>
          <p:cNvGraphicFramePr>
            <a:graphicFrameLocks noGrp="1"/>
          </p:cNvGraphicFramePr>
          <p:nvPr>
            <p:ph idx="1"/>
            <p:extLst>
              <p:ext uri="{D42A27DB-BD31-4B8C-83A1-F6EECF244321}">
                <p14:modId xmlns:p14="http://schemas.microsoft.com/office/powerpoint/2010/main" val="4175435115"/>
              </p:ext>
            </p:extLst>
          </p:nvPr>
        </p:nvGraphicFramePr>
        <p:xfrm>
          <a:off x="5051651" y="1371600"/>
          <a:ext cx="6479357" cy="49263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6880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C3DCCFC0-7337-70B4-E3DB-0DC068B1A97F}"/>
              </a:ext>
            </a:extLst>
          </p:cNvPr>
          <p:cNvSpPr>
            <a:spLocks noGrp="1"/>
          </p:cNvSpPr>
          <p:nvPr>
            <p:ph type="title"/>
          </p:nvPr>
        </p:nvSpPr>
        <p:spPr>
          <a:xfrm>
            <a:off x="640080" y="1371600"/>
            <a:ext cx="3677920" cy="3919267"/>
          </a:xfrm>
        </p:spPr>
        <p:txBody>
          <a:bodyPr anchor="t">
            <a:normAutofit/>
          </a:bodyPr>
          <a:lstStyle/>
          <a:p>
            <a:r>
              <a:rPr lang="pl-PL" dirty="0"/>
              <a:t>TRATEGIE REAKCJI NA RYZYKO</a:t>
            </a:r>
          </a:p>
        </p:txBody>
      </p:sp>
      <p:cxnSp>
        <p:nvCxnSpPr>
          <p:cNvPr id="12" name="Straight Connector 11">
            <a:extLst>
              <a:ext uri="{FF2B5EF4-FFF2-40B4-BE49-F238E27FC236}">
                <a16:creationId xmlns:a16="http://schemas.microsoft.com/office/drawing/2014/main" id="{40BBF191-9CC8-4313-B1CA-8DF1A53AE4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8AB934C6-63E1-672B-ADCA-B4AFFEAEB6CB}"/>
              </a:ext>
            </a:extLst>
          </p:cNvPr>
          <p:cNvGraphicFramePr>
            <a:graphicFrameLocks noGrp="1"/>
          </p:cNvGraphicFramePr>
          <p:nvPr>
            <p:ph idx="1"/>
            <p:extLst>
              <p:ext uri="{D42A27DB-BD31-4B8C-83A1-F6EECF244321}">
                <p14:modId xmlns:p14="http://schemas.microsoft.com/office/powerpoint/2010/main" val="3250936001"/>
              </p:ext>
            </p:extLst>
          </p:nvPr>
        </p:nvGraphicFramePr>
        <p:xfrm>
          <a:off x="5051651" y="1371600"/>
          <a:ext cx="6479357" cy="49263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57881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D4A10AEE-78DC-C9F9-4778-05F978C4B214}"/>
              </a:ext>
            </a:extLst>
          </p:cNvPr>
          <p:cNvSpPr>
            <a:spLocks noGrp="1"/>
          </p:cNvSpPr>
          <p:nvPr>
            <p:ph type="title"/>
          </p:nvPr>
        </p:nvSpPr>
        <p:spPr>
          <a:xfrm>
            <a:off x="5496821" y="1371600"/>
            <a:ext cx="6034187" cy="1097280"/>
          </a:xfrm>
        </p:spPr>
        <p:txBody>
          <a:bodyPr>
            <a:normAutofit/>
          </a:bodyPr>
          <a:lstStyle/>
          <a:p>
            <a:r>
              <a:rPr lang="pl-PL" sz="3700"/>
              <a:t>MONITOROWANIE RYZYKA</a:t>
            </a:r>
          </a:p>
        </p:txBody>
      </p:sp>
      <p:pic>
        <p:nvPicPr>
          <p:cNvPr id="5" name="Picture 4">
            <a:extLst>
              <a:ext uri="{FF2B5EF4-FFF2-40B4-BE49-F238E27FC236}">
                <a16:creationId xmlns:a16="http://schemas.microsoft.com/office/drawing/2014/main" id="{5147ED68-B5FA-134D-D6FA-15FBFB81915B}"/>
              </a:ext>
            </a:extLst>
          </p:cNvPr>
          <p:cNvPicPr>
            <a:picLocks noChangeAspect="1"/>
          </p:cNvPicPr>
          <p:nvPr/>
        </p:nvPicPr>
        <p:blipFill>
          <a:blip r:embed="rId3"/>
          <a:srcRect r="59978" b="-445"/>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A0F9BF7E-0E07-907D-65AE-986FD762EB6F}"/>
              </a:ext>
            </a:extLst>
          </p:cNvPr>
          <p:cNvSpPr>
            <a:spLocks noGrp="1"/>
          </p:cNvSpPr>
          <p:nvPr>
            <p:ph idx="1"/>
          </p:nvPr>
        </p:nvSpPr>
        <p:spPr>
          <a:xfrm>
            <a:off x="5496821" y="2633236"/>
            <a:ext cx="6034187" cy="3664687"/>
          </a:xfrm>
        </p:spPr>
        <p:txBody>
          <a:bodyPr>
            <a:normAutofit/>
          </a:bodyPr>
          <a:lstStyle/>
          <a:p>
            <a:pPr marL="0" indent="0">
              <a:buNone/>
            </a:pPr>
            <a:r>
              <a:rPr lang="pl-PL" dirty="0"/>
              <a:t>Monitorowanie ryzyka polega na:</a:t>
            </a:r>
          </a:p>
          <a:p>
            <a:r>
              <a:rPr lang="pl-PL" dirty="0"/>
              <a:t>regularnym przeglądzie rejestru </a:t>
            </a:r>
            <a:r>
              <a:rPr lang="pl-PL" dirty="0" err="1"/>
              <a:t>ryzyk</a:t>
            </a:r>
            <a:r>
              <a:rPr lang="pl-PL" dirty="0"/>
              <a:t> </a:t>
            </a:r>
          </a:p>
          <a:p>
            <a:r>
              <a:rPr lang="pl-PL" dirty="0"/>
              <a:t>śledzeniu zmian prawdopodobieństwa i wpływu </a:t>
            </a:r>
          </a:p>
          <a:p>
            <a:r>
              <a:rPr lang="pl-PL" dirty="0"/>
              <a:t>identyfikacji nowych </a:t>
            </a:r>
            <a:r>
              <a:rPr lang="pl-PL" dirty="0" err="1"/>
              <a:t>ryzyk</a:t>
            </a:r>
            <a:r>
              <a:rPr lang="pl-PL" dirty="0"/>
              <a:t> </a:t>
            </a:r>
          </a:p>
          <a:p>
            <a:r>
              <a:rPr lang="pl-PL" dirty="0"/>
              <a:t>analizie skuteczności działań</a:t>
            </a:r>
            <a:endParaRPr lang="en-US" dirty="0"/>
          </a:p>
          <a:p>
            <a:pPr marL="0" indent="0">
              <a:buNone/>
            </a:pPr>
            <a:r>
              <a:rPr lang="pl-PL" dirty="0"/>
              <a:t>Ryzyko nie jest statyczne. To, co było małym zagrożeniem, może nagle stać się krytyczne</a:t>
            </a:r>
          </a:p>
          <a:p>
            <a:endParaRPr lang="pl-PL" dirty="0"/>
          </a:p>
        </p:txBody>
      </p:sp>
    </p:spTree>
    <p:extLst>
      <p:ext uri="{BB962C8B-B14F-4D97-AF65-F5344CB8AC3E}">
        <p14:creationId xmlns:p14="http://schemas.microsoft.com/office/powerpoint/2010/main" val="2183537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02060185-07E8-7CB0-C56D-64896D2992D7}"/>
              </a:ext>
            </a:extLst>
          </p:cNvPr>
          <p:cNvSpPr>
            <a:spLocks noGrp="1"/>
          </p:cNvSpPr>
          <p:nvPr>
            <p:ph type="title"/>
          </p:nvPr>
        </p:nvSpPr>
        <p:spPr>
          <a:xfrm>
            <a:off x="5496821" y="1371600"/>
            <a:ext cx="6034187" cy="1097280"/>
          </a:xfrm>
        </p:spPr>
        <p:txBody>
          <a:bodyPr>
            <a:normAutofit/>
          </a:bodyPr>
          <a:lstStyle/>
          <a:p>
            <a:pPr>
              <a:lnSpc>
                <a:spcPct val="90000"/>
              </a:lnSpc>
            </a:pPr>
            <a:r>
              <a:rPr lang="pl-PL" sz="3400"/>
              <a:t>KOMUNIKACJA RYZYKA</a:t>
            </a:r>
            <a:br>
              <a:rPr lang="pl-PL" sz="3400"/>
            </a:br>
            <a:endParaRPr lang="pl-PL" sz="3400"/>
          </a:p>
        </p:txBody>
      </p:sp>
      <p:pic>
        <p:nvPicPr>
          <p:cNvPr id="5" name="Picture 4" descr="Zamknij obraz dłoni applauding">
            <a:extLst>
              <a:ext uri="{FF2B5EF4-FFF2-40B4-BE49-F238E27FC236}">
                <a16:creationId xmlns:a16="http://schemas.microsoft.com/office/drawing/2014/main" id="{B93B2A94-CB77-88B0-88FF-3C99C825CEA8}"/>
              </a:ext>
            </a:extLst>
          </p:cNvPr>
          <p:cNvPicPr>
            <a:picLocks noChangeAspect="1"/>
          </p:cNvPicPr>
          <p:nvPr/>
        </p:nvPicPr>
        <p:blipFill>
          <a:blip r:embed="rId3"/>
          <a:srcRect l="33049" r="19668" b="-1"/>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CB0E3EC3-B48F-0AE5-2B1C-CDE3DC86D683}"/>
              </a:ext>
            </a:extLst>
          </p:cNvPr>
          <p:cNvSpPr>
            <a:spLocks noGrp="1"/>
          </p:cNvSpPr>
          <p:nvPr>
            <p:ph idx="1"/>
          </p:nvPr>
        </p:nvSpPr>
        <p:spPr>
          <a:xfrm>
            <a:off x="5496821" y="2633236"/>
            <a:ext cx="6034187" cy="3664687"/>
          </a:xfrm>
        </p:spPr>
        <p:txBody>
          <a:bodyPr>
            <a:normAutofit/>
          </a:bodyPr>
          <a:lstStyle/>
          <a:p>
            <a:pPr marL="0" indent="0">
              <a:buNone/>
            </a:pPr>
            <a:r>
              <a:rPr lang="pl-PL" dirty="0"/>
              <a:t>Ryzyko należy komunikować:</a:t>
            </a:r>
          </a:p>
          <a:p>
            <a:r>
              <a:rPr lang="pl-PL" dirty="0"/>
              <a:t>jasno i bez ukrywania problemów </a:t>
            </a:r>
          </a:p>
          <a:p>
            <a:r>
              <a:rPr lang="pl-PL" dirty="0"/>
              <a:t>odpowiednio do poziomu odbiorcy </a:t>
            </a:r>
          </a:p>
          <a:p>
            <a:r>
              <a:rPr lang="pl-PL" dirty="0"/>
              <a:t>regularnie, nie tylko w kryzysie </a:t>
            </a:r>
          </a:p>
          <a:p>
            <a:r>
              <a:rPr lang="pl-PL" dirty="0"/>
              <a:t>z propozycją rozwiązania</a:t>
            </a:r>
          </a:p>
          <a:p>
            <a:endParaRPr lang="pl-PL" dirty="0"/>
          </a:p>
        </p:txBody>
      </p:sp>
    </p:spTree>
    <p:extLst>
      <p:ext uri="{BB962C8B-B14F-4D97-AF65-F5344CB8AC3E}">
        <p14:creationId xmlns:p14="http://schemas.microsoft.com/office/powerpoint/2010/main" val="2267008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BE4BF62-7E2D-0451-047D-0D3DFADE096E}"/>
              </a:ext>
            </a:extLst>
          </p:cNvPr>
          <p:cNvSpPr>
            <a:spLocks noGrp="1"/>
          </p:cNvSpPr>
          <p:nvPr>
            <p:ph type="title"/>
          </p:nvPr>
        </p:nvSpPr>
        <p:spPr/>
        <p:txBody>
          <a:bodyPr/>
          <a:lstStyle/>
          <a:p>
            <a:r>
              <a:rPr lang="pl-PL" dirty="0"/>
              <a:t>RYZYKO TECHNOLOGICZNE VS BIZNESOWE</a:t>
            </a:r>
          </a:p>
        </p:txBody>
      </p:sp>
      <p:graphicFrame>
        <p:nvGraphicFramePr>
          <p:cNvPr id="5" name="Symbol zastępczy zawartości 2">
            <a:extLst>
              <a:ext uri="{FF2B5EF4-FFF2-40B4-BE49-F238E27FC236}">
                <a16:creationId xmlns:a16="http://schemas.microsoft.com/office/drawing/2014/main" id="{DD6F1081-3A26-3D1D-6A4D-36118DF25873}"/>
              </a:ext>
            </a:extLst>
          </p:cNvPr>
          <p:cNvGraphicFramePr>
            <a:graphicFrameLocks noGrp="1"/>
          </p:cNvGraphicFramePr>
          <p:nvPr>
            <p:ph idx="1"/>
          </p:nvPr>
        </p:nvGraphicFramePr>
        <p:xfrm>
          <a:off x="640080" y="2633472"/>
          <a:ext cx="10890928" cy="35661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00153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3744CAB4-B83E-B808-DCAC-B1E7F69F4188}"/>
              </a:ext>
            </a:extLst>
          </p:cNvPr>
          <p:cNvSpPr>
            <a:spLocks noGrp="1"/>
          </p:cNvSpPr>
          <p:nvPr>
            <p:ph type="title"/>
          </p:nvPr>
        </p:nvSpPr>
        <p:spPr>
          <a:xfrm>
            <a:off x="5793149" y="1371600"/>
            <a:ext cx="5737859" cy="1097280"/>
          </a:xfrm>
        </p:spPr>
        <p:txBody>
          <a:bodyPr>
            <a:normAutofit/>
          </a:bodyPr>
          <a:lstStyle/>
          <a:p>
            <a:r>
              <a:rPr lang="en-US" dirty="0"/>
              <a:t>KULTURA RYZYKA</a:t>
            </a:r>
            <a:endParaRPr lang="pl-PL" dirty="0"/>
          </a:p>
        </p:txBody>
      </p:sp>
      <p:pic>
        <p:nvPicPr>
          <p:cNvPr id="7" name="Graphic 6" descr="Błąd">
            <a:extLst>
              <a:ext uri="{FF2B5EF4-FFF2-40B4-BE49-F238E27FC236}">
                <a16:creationId xmlns:a16="http://schemas.microsoft.com/office/drawing/2014/main" id="{52AB5EC2-F483-8D48-4282-24E7CB145AE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3232" y="1956816"/>
            <a:ext cx="4343400" cy="4343400"/>
          </a:xfrm>
          <a:prstGeom prst="rect">
            <a:avLst/>
          </a:prstGeom>
        </p:spPr>
      </p:pic>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6630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BDFC449F-C6F7-D05C-3B8C-2159FCCBB21F}"/>
              </a:ext>
            </a:extLst>
          </p:cNvPr>
          <p:cNvSpPr>
            <a:spLocks noGrp="1"/>
          </p:cNvSpPr>
          <p:nvPr>
            <p:ph idx="1"/>
          </p:nvPr>
        </p:nvSpPr>
        <p:spPr>
          <a:xfrm>
            <a:off x="5793149" y="2633236"/>
            <a:ext cx="5737860" cy="3666980"/>
          </a:xfrm>
        </p:spPr>
        <p:txBody>
          <a:bodyPr>
            <a:normAutofit/>
          </a:bodyPr>
          <a:lstStyle/>
          <a:p>
            <a:pPr marL="0" indent="0">
              <a:buNone/>
            </a:pPr>
            <a:r>
              <a:rPr lang="en-US" dirty="0"/>
              <a:t>“</a:t>
            </a:r>
            <a:r>
              <a:rPr lang="pl-PL" dirty="0"/>
              <a:t>Kultura ryzyka to wspólne wartości, postawy i zachowania podzielane w banku, które pozwalają głębiej, a także szerzej zrozumieć, identyfikować i zarządzać ryzykiem</a:t>
            </a:r>
            <a:r>
              <a:rPr lang="en-US" dirty="0"/>
              <a:t>”</a:t>
            </a:r>
            <a:endParaRPr lang="pl-PL" dirty="0"/>
          </a:p>
        </p:txBody>
      </p:sp>
    </p:spTree>
    <p:extLst>
      <p:ext uri="{BB962C8B-B14F-4D97-AF65-F5344CB8AC3E}">
        <p14:creationId xmlns:p14="http://schemas.microsoft.com/office/powerpoint/2010/main" val="673844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8A9958C-FE6E-1E77-5744-99CC48182EAC}"/>
              </a:ext>
            </a:extLst>
          </p:cNvPr>
          <p:cNvSpPr>
            <a:spLocks noGrp="1"/>
          </p:cNvSpPr>
          <p:nvPr>
            <p:ph type="title"/>
          </p:nvPr>
        </p:nvSpPr>
        <p:spPr/>
        <p:txBody>
          <a:bodyPr/>
          <a:lstStyle/>
          <a:p>
            <a:r>
              <a:rPr lang="pl-PL" dirty="0"/>
              <a:t>Budowanie kultury zarządzania ryzykiem</a:t>
            </a:r>
          </a:p>
        </p:txBody>
      </p:sp>
      <p:graphicFrame>
        <p:nvGraphicFramePr>
          <p:cNvPr id="5" name="Symbol zastępczy zawartości 2">
            <a:extLst>
              <a:ext uri="{FF2B5EF4-FFF2-40B4-BE49-F238E27FC236}">
                <a16:creationId xmlns:a16="http://schemas.microsoft.com/office/drawing/2014/main" id="{BD8F3CCF-D149-2E95-B81B-A908D9975E9D}"/>
              </a:ext>
            </a:extLst>
          </p:cNvPr>
          <p:cNvGraphicFramePr>
            <a:graphicFrameLocks noGrp="1"/>
          </p:cNvGraphicFramePr>
          <p:nvPr>
            <p:ph idx="1"/>
          </p:nvPr>
        </p:nvGraphicFramePr>
        <p:xfrm>
          <a:off x="640080" y="2633472"/>
          <a:ext cx="10890928" cy="35661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87375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9" name="Rectangle 1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33F8EB16-561E-3AD5-E152-31EEDFD5D077}"/>
              </a:ext>
            </a:extLst>
          </p:cNvPr>
          <p:cNvSpPr>
            <a:spLocks noGrp="1"/>
          </p:cNvSpPr>
          <p:nvPr>
            <p:ph type="title"/>
          </p:nvPr>
        </p:nvSpPr>
        <p:spPr>
          <a:xfrm>
            <a:off x="2580442" y="4474103"/>
            <a:ext cx="7031117" cy="933905"/>
          </a:xfrm>
        </p:spPr>
        <p:txBody>
          <a:bodyPr vert="horz" lIns="91440" tIns="45720" rIns="91440" bIns="45720" rtlCol="0" anchor="b">
            <a:normAutofit/>
          </a:bodyPr>
          <a:lstStyle/>
          <a:p>
            <a:pPr algn="ctr">
              <a:lnSpc>
                <a:spcPct val="90000"/>
              </a:lnSpc>
            </a:pPr>
            <a:r>
              <a:rPr lang="en-US" sz="2800"/>
              <a:t>RYZYKO JAKO “NIEPEWNOŚĆ, KTÓRA MA ZNACZENIE”</a:t>
            </a:r>
          </a:p>
        </p:txBody>
      </p:sp>
      <p:sp>
        <p:nvSpPr>
          <p:cNvPr id="3" name="Symbol zastępczy zawartości 2">
            <a:extLst>
              <a:ext uri="{FF2B5EF4-FFF2-40B4-BE49-F238E27FC236}">
                <a16:creationId xmlns:a16="http://schemas.microsoft.com/office/drawing/2014/main" id="{B1CED6E7-0E14-BA5E-A36A-5BBA801A801E}"/>
              </a:ext>
            </a:extLst>
          </p:cNvPr>
          <p:cNvSpPr>
            <a:spLocks noGrp="1"/>
          </p:cNvSpPr>
          <p:nvPr>
            <p:ph idx="1"/>
          </p:nvPr>
        </p:nvSpPr>
        <p:spPr>
          <a:xfrm>
            <a:off x="2580442" y="5765290"/>
            <a:ext cx="7031117" cy="640705"/>
          </a:xfrm>
        </p:spPr>
        <p:txBody>
          <a:bodyPr vert="horz" lIns="91440" tIns="45720" rIns="91440" bIns="45720" rtlCol="0" anchor="ctr">
            <a:normAutofit/>
          </a:bodyPr>
          <a:lstStyle/>
          <a:p>
            <a:pPr marL="0" indent="0" algn="ctr">
              <a:buNone/>
            </a:pPr>
            <a:r>
              <a:rPr lang="en-US" sz="1100" b="1" cap="all" spc="300"/>
              <a:t>Ryzyko to nie każda niepewność.</a:t>
            </a:r>
            <a:br>
              <a:rPr lang="en-US" sz="1100" b="1" cap="all" spc="300"/>
            </a:br>
            <a:r>
              <a:rPr lang="en-US" sz="1100" b="1" cap="all" spc="300"/>
              <a:t>Ryzyko to taka niepewność, która ma wpływ na cele projektu.</a:t>
            </a:r>
          </a:p>
        </p:txBody>
      </p:sp>
      <p:pic>
        <p:nvPicPr>
          <p:cNvPr id="7" name="Graphic 6" descr="Bezpieczeństwo laptopa">
            <a:extLst>
              <a:ext uri="{FF2B5EF4-FFF2-40B4-BE49-F238E27FC236}">
                <a16:creationId xmlns:a16="http://schemas.microsoft.com/office/drawing/2014/main" id="{980C04F3-E26D-49DD-D802-859B873FA93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46210" y="409300"/>
            <a:ext cx="3899580" cy="3899580"/>
          </a:xfrm>
          <a:prstGeom prst="rect">
            <a:avLst/>
          </a:prstGeom>
        </p:spPr>
      </p:pic>
      <p:cxnSp>
        <p:nvCxnSpPr>
          <p:cNvPr id="21" name="Straight Connector 20">
            <a:extLst>
              <a:ext uri="{FF2B5EF4-FFF2-40B4-BE49-F238E27FC236}">
                <a16:creationId xmlns:a16="http://schemas.microsoft.com/office/drawing/2014/main" id="{503FCC9E-47A2-69B7-68E7-7FA95EAD538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1680" y="5662526"/>
            <a:ext cx="54864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2569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AB4D620D-23CA-3CE7-5EBE-48B1FAD5DE06}"/>
              </a:ext>
            </a:extLst>
          </p:cNvPr>
          <p:cNvSpPr>
            <a:spLocks noGrp="1"/>
          </p:cNvSpPr>
          <p:nvPr>
            <p:ph type="title"/>
          </p:nvPr>
        </p:nvSpPr>
        <p:spPr>
          <a:xfrm>
            <a:off x="640079" y="570750"/>
            <a:ext cx="10890929" cy="1387934"/>
          </a:xfrm>
        </p:spPr>
        <p:txBody>
          <a:bodyPr anchor="b">
            <a:normAutofit/>
          </a:bodyPr>
          <a:lstStyle/>
          <a:p>
            <a:r>
              <a:rPr lang="en-US" dirty="0"/>
              <a:t>Przykład </a:t>
            </a:r>
            <a:r>
              <a:rPr lang="en-US"/>
              <a:t>ryzyka</a:t>
            </a:r>
            <a:r>
              <a:rPr lang="en-US" dirty="0"/>
              <a:t> bez </a:t>
            </a:r>
            <a:r>
              <a:rPr lang="en-US"/>
              <a:t>wpływu</a:t>
            </a:r>
            <a:endParaRPr lang="pl-PL" dirty="0"/>
          </a:p>
        </p:txBody>
      </p:sp>
      <p:cxnSp>
        <p:nvCxnSpPr>
          <p:cNvPr id="12" name="Straight Connector 11">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16AE3836-772A-6D79-8892-3E60747C0D08}"/>
              </a:ext>
            </a:extLst>
          </p:cNvPr>
          <p:cNvGraphicFramePr>
            <a:graphicFrameLocks noGrp="1"/>
          </p:cNvGraphicFramePr>
          <p:nvPr>
            <p:ph idx="1"/>
            <p:extLst>
              <p:ext uri="{D42A27DB-BD31-4B8C-83A1-F6EECF244321}">
                <p14:modId xmlns:p14="http://schemas.microsoft.com/office/powerpoint/2010/main" val="1867963711"/>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74362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6588BA58-6E14-9A6C-41F6-9B35ED821F4C}"/>
              </a:ext>
            </a:extLst>
          </p:cNvPr>
          <p:cNvSpPr>
            <a:spLocks noGrp="1"/>
          </p:cNvSpPr>
          <p:nvPr>
            <p:ph type="title"/>
          </p:nvPr>
        </p:nvSpPr>
        <p:spPr>
          <a:xfrm>
            <a:off x="640079" y="570750"/>
            <a:ext cx="10890929" cy="1387934"/>
          </a:xfrm>
        </p:spPr>
        <p:txBody>
          <a:bodyPr anchor="b">
            <a:normAutofit/>
          </a:bodyPr>
          <a:lstStyle/>
          <a:p>
            <a:r>
              <a:rPr lang="pl-PL" dirty="0"/>
              <a:t>ZAGROŻENIA VS SZANSE</a:t>
            </a:r>
          </a:p>
        </p:txBody>
      </p:sp>
      <p:cxnSp>
        <p:nvCxnSpPr>
          <p:cNvPr id="11" name="Straight Connector 10">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Symbol zastępczy zawartości 2">
            <a:extLst>
              <a:ext uri="{FF2B5EF4-FFF2-40B4-BE49-F238E27FC236}">
                <a16:creationId xmlns:a16="http://schemas.microsoft.com/office/drawing/2014/main" id="{7F37386A-70E2-C9C2-89B3-C2CD80F86C19}"/>
              </a:ext>
            </a:extLst>
          </p:cNvPr>
          <p:cNvGraphicFramePr>
            <a:graphicFrameLocks noGrp="1"/>
          </p:cNvGraphicFramePr>
          <p:nvPr>
            <p:ph idx="1"/>
            <p:extLst>
              <p:ext uri="{D42A27DB-BD31-4B8C-83A1-F6EECF244321}">
                <p14:modId xmlns:p14="http://schemas.microsoft.com/office/powerpoint/2010/main" val="2406188829"/>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0746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59441DE3-CA25-2C2C-1661-A19C186C270C}"/>
              </a:ext>
            </a:extLst>
          </p:cNvPr>
          <p:cNvSpPr>
            <a:spLocks noGrp="1"/>
          </p:cNvSpPr>
          <p:nvPr>
            <p:ph type="title"/>
          </p:nvPr>
        </p:nvSpPr>
        <p:spPr>
          <a:xfrm>
            <a:off x="640079" y="570750"/>
            <a:ext cx="10890929" cy="1387934"/>
          </a:xfrm>
        </p:spPr>
        <p:txBody>
          <a:bodyPr anchor="b">
            <a:normAutofit/>
          </a:bodyPr>
          <a:lstStyle/>
          <a:p>
            <a:r>
              <a:rPr lang="pl-PL" dirty="0"/>
              <a:t>APETYT NA RYZYKO</a:t>
            </a:r>
          </a:p>
        </p:txBody>
      </p:sp>
      <p:cxnSp>
        <p:nvCxnSpPr>
          <p:cNvPr id="11" name="Straight Connector 10">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Symbol zastępczy zawartości 2">
            <a:extLst>
              <a:ext uri="{FF2B5EF4-FFF2-40B4-BE49-F238E27FC236}">
                <a16:creationId xmlns:a16="http://schemas.microsoft.com/office/drawing/2014/main" id="{90A030E4-20FE-40B6-0A6A-983EADA12B6C}"/>
              </a:ext>
            </a:extLst>
          </p:cNvPr>
          <p:cNvGraphicFramePr>
            <a:graphicFrameLocks noGrp="1"/>
          </p:cNvGraphicFramePr>
          <p:nvPr>
            <p:ph idx="1"/>
            <p:extLst>
              <p:ext uri="{D42A27DB-BD31-4B8C-83A1-F6EECF244321}">
                <p14:modId xmlns:p14="http://schemas.microsoft.com/office/powerpoint/2010/main" val="1867735118"/>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332051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1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D620040E-B319-9874-F89D-B5F51ACDCD98}"/>
              </a:ext>
            </a:extLst>
          </p:cNvPr>
          <p:cNvSpPr>
            <a:spLocks noGrp="1"/>
          </p:cNvSpPr>
          <p:nvPr>
            <p:ph type="title"/>
          </p:nvPr>
        </p:nvSpPr>
        <p:spPr>
          <a:xfrm>
            <a:off x="5793149" y="1371600"/>
            <a:ext cx="5737859" cy="1097280"/>
          </a:xfrm>
        </p:spPr>
        <p:txBody>
          <a:bodyPr vert="horz" lIns="91440" tIns="45720" rIns="91440" bIns="45720" rtlCol="0">
            <a:normAutofit/>
          </a:bodyPr>
          <a:lstStyle/>
          <a:p>
            <a:r>
              <a:rPr lang="en-US"/>
              <a:t>PRÓG NA RYZYKO</a:t>
            </a:r>
          </a:p>
        </p:txBody>
      </p:sp>
      <p:pic>
        <p:nvPicPr>
          <p:cNvPr id="7" name="Graphic 6" descr="Ostrzeżenie">
            <a:extLst>
              <a:ext uri="{FF2B5EF4-FFF2-40B4-BE49-F238E27FC236}">
                <a16:creationId xmlns:a16="http://schemas.microsoft.com/office/drawing/2014/main" id="{418AFD12-1A70-397F-8916-08CCAD54E6B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3232" y="1956816"/>
            <a:ext cx="4343400" cy="4343400"/>
          </a:xfrm>
          <a:prstGeom prst="rect">
            <a:avLst/>
          </a:prstGeom>
        </p:spPr>
      </p:pic>
      <p:cxnSp>
        <p:nvCxnSpPr>
          <p:cNvPr id="26" name="Straight Connector 2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6630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3EB8BAE3-1F7B-D855-5007-929C9FC2EC8D}"/>
              </a:ext>
            </a:extLst>
          </p:cNvPr>
          <p:cNvSpPr>
            <a:spLocks noGrp="1"/>
          </p:cNvSpPr>
          <p:nvPr>
            <p:ph idx="1"/>
          </p:nvPr>
        </p:nvSpPr>
        <p:spPr>
          <a:xfrm>
            <a:off x="5793149" y="2633236"/>
            <a:ext cx="5737860" cy="3666980"/>
          </a:xfrm>
        </p:spPr>
        <p:txBody>
          <a:bodyPr vert="horz" lIns="91440" tIns="45720" rIns="91440" bIns="45720" rtlCol="0">
            <a:normAutofit/>
          </a:bodyPr>
          <a:lstStyle/>
          <a:p>
            <a:pPr marL="0" indent="0">
              <a:buNone/>
            </a:pPr>
            <a:r>
              <a:rPr lang="en-US" b="1" cap="all" spc="300" err="1"/>
              <a:t>konkretne</a:t>
            </a:r>
            <a:r>
              <a:rPr lang="en-US" b="1" cap="all" spc="300"/>
              <a:t> </a:t>
            </a:r>
            <a:r>
              <a:rPr lang="en-US" b="1" cap="all" spc="300" err="1"/>
              <a:t>granice</a:t>
            </a:r>
            <a:r>
              <a:rPr lang="en-US" b="1" cap="all" spc="300"/>
              <a:t>, po </a:t>
            </a:r>
            <a:r>
              <a:rPr lang="en-US" b="1" cap="all" spc="300" err="1"/>
              <a:t>których</a:t>
            </a:r>
            <a:r>
              <a:rPr lang="en-US" b="1" cap="all" spc="300"/>
              <a:t> </a:t>
            </a:r>
            <a:r>
              <a:rPr lang="en-US" b="1" cap="all" spc="300" err="1"/>
              <a:t>przekroczeniu</a:t>
            </a:r>
            <a:r>
              <a:rPr lang="en-US" b="1" cap="all" spc="300"/>
              <a:t> </a:t>
            </a:r>
            <a:r>
              <a:rPr lang="en-US" b="1" cap="all" spc="300" err="1"/>
              <a:t>konieczna</a:t>
            </a:r>
            <a:r>
              <a:rPr lang="en-US" b="1" cap="all" spc="300"/>
              <a:t> jest </a:t>
            </a:r>
            <a:r>
              <a:rPr lang="en-US" b="1" cap="all" spc="300" err="1"/>
              <a:t>reakcja</a:t>
            </a:r>
            <a:endParaRPr lang="en-US" b="1" cap="all" spc="300"/>
          </a:p>
        </p:txBody>
      </p:sp>
    </p:spTree>
    <p:extLst>
      <p:ext uri="{BB962C8B-B14F-4D97-AF65-F5344CB8AC3E}">
        <p14:creationId xmlns:p14="http://schemas.microsoft.com/office/powerpoint/2010/main" val="38346963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A3595887-1D09-B374-6C18-EFEDB4EB476C}"/>
              </a:ext>
            </a:extLst>
          </p:cNvPr>
          <p:cNvSpPr>
            <a:spLocks noGrp="1"/>
          </p:cNvSpPr>
          <p:nvPr>
            <p:ph type="title"/>
          </p:nvPr>
        </p:nvSpPr>
        <p:spPr>
          <a:xfrm>
            <a:off x="672253" y="914400"/>
            <a:ext cx="3675888" cy="4157931"/>
          </a:xfrm>
        </p:spPr>
        <p:txBody>
          <a:bodyPr anchor="t">
            <a:normAutofit/>
          </a:bodyPr>
          <a:lstStyle/>
          <a:p>
            <a:r>
              <a:rPr lang="pl-PL" dirty="0"/>
              <a:t>STRATEGIE DLA ZAGROŻEŃ</a:t>
            </a:r>
          </a:p>
        </p:txBody>
      </p:sp>
      <p:cxnSp>
        <p:nvCxnSpPr>
          <p:cNvPr id="12" name="Straight Connector 11">
            <a:extLst>
              <a:ext uri="{FF2B5EF4-FFF2-40B4-BE49-F238E27FC236}">
                <a16:creationId xmlns:a16="http://schemas.microsoft.com/office/drawing/2014/main" id="{9B5F4E67-4DB9-8422-13E5-B36FD48EC4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B3A06587-2EFD-221B-FDF6-753B40DD94AE}"/>
              </a:ext>
            </a:extLst>
          </p:cNvPr>
          <p:cNvGraphicFramePr>
            <a:graphicFrameLocks noGrp="1"/>
          </p:cNvGraphicFramePr>
          <p:nvPr>
            <p:ph idx="1"/>
            <p:extLst>
              <p:ext uri="{D42A27DB-BD31-4B8C-83A1-F6EECF244321}">
                <p14:modId xmlns:p14="http://schemas.microsoft.com/office/powerpoint/2010/main" val="1289833458"/>
              </p:ext>
            </p:extLst>
          </p:nvPr>
        </p:nvGraphicFramePr>
        <p:xfrm>
          <a:off x="5432612" y="914400"/>
          <a:ext cx="5375383"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85390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D584B278-FCB6-5A0D-82D1-FEF8BC0033A9}"/>
              </a:ext>
            </a:extLst>
          </p:cNvPr>
          <p:cNvSpPr>
            <a:spLocks noGrp="1"/>
          </p:cNvSpPr>
          <p:nvPr>
            <p:ph type="title"/>
          </p:nvPr>
        </p:nvSpPr>
        <p:spPr>
          <a:xfrm>
            <a:off x="672253" y="914400"/>
            <a:ext cx="3675888" cy="4157931"/>
          </a:xfrm>
        </p:spPr>
        <p:txBody>
          <a:bodyPr anchor="t">
            <a:normAutofit/>
          </a:bodyPr>
          <a:lstStyle/>
          <a:p>
            <a:r>
              <a:rPr lang="pl-PL" dirty="0"/>
              <a:t>STRATEGIE DLA SZANS</a:t>
            </a:r>
          </a:p>
        </p:txBody>
      </p:sp>
      <p:cxnSp>
        <p:nvCxnSpPr>
          <p:cNvPr id="12" name="Straight Connector 11">
            <a:extLst>
              <a:ext uri="{FF2B5EF4-FFF2-40B4-BE49-F238E27FC236}">
                <a16:creationId xmlns:a16="http://schemas.microsoft.com/office/drawing/2014/main" id="{9B5F4E67-4DB9-8422-13E5-B36FD48EC4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D47B01AF-144F-EFED-1548-BECD800FDDD3}"/>
              </a:ext>
            </a:extLst>
          </p:cNvPr>
          <p:cNvGraphicFramePr>
            <a:graphicFrameLocks noGrp="1"/>
          </p:cNvGraphicFramePr>
          <p:nvPr>
            <p:ph idx="1"/>
            <p:extLst>
              <p:ext uri="{D42A27DB-BD31-4B8C-83A1-F6EECF244321}">
                <p14:modId xmlns:p14="http://schemas.microsoft.com/office/powerpoint/2010/main" val="1751730978"/>
              </p:ext>
            </p:extLst>
          </p:nvPr>
        </p:nvGraphicFramePr>
        <p:xfrm>
          <a:off x="5432612" y="914400"/>
          <a:ext cx="5375383"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348985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F8E926A0-ADAB-AEE4-2F24-B128AC4433D9}"/>
              </a:ext>
            </a:extLst>
          </p:cNvPr>
          <p:cNvSpPr>
            <a:spLocks noGrp="1"/>
          </p:cNvSpPr>
          <p:nvPr>
            <p:ph type="title"/>
          </p:nvPr>
        </p:nvSpPr>
        <p:spPr>
          <a:xfrm>
            <a:off x="640080" y="1302091"/>
            <a:ext cx="3291840" cy="2770216"/>
          </a:xfrm>
        </p:spPr>
        <p:txBody>
          <a:bodyPr vert="horz" lIns="91440" tIns="45720" rIns="91440" bIns="45720" rtlCol="0" anchor="t">
            <a:normAutofit/>
          </a:bodyPr>
          <a:lstStyle/>
          <a:p>
            <a:r>
              <a:rPr lang="en-US" sz="4400" dirty="0"/>
              <a:t>RISK ADJUSTED BACKLOG</a:t>
            </a:r>
          </a:p>
        </p:txBody>
      </p:sp>
      <p:cxnSp>
        <p:nvCxnSpPr>
          <p:cNvPr id="14" name="Straight Connector 13">
            <a:extLst>
              <a:ext uri="{FF2B5EF4-FFF2-40B4-BE49-F238E27FC236}">
                <a16:creationId xmlns:a16="http://schemas.microsoft.com/office/drawing/2014/main" id="{59D7B6BE-A4E0-4483-BEC5-493AC3E5D2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4596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Symbol zastępczy zawartości 4">
            <a:extLst>
              <a:ext uri="{FF2B5EF4-FFF2-40B4-BE49-F238E27FC236}">
                <a16:creationId xmlns:a16="http://schemas.microsoft.com/office/drawing/2014/main" id="{D74E42D1-5D74-DFA6-47A9-ED587A00688C}"/>
              </a:ext>
            </a:extLst>
          </p:cNvPr>
          <p:cNvPicPr>
            <a:picLocks noGrp="1" noChangeAspect="1"/>
          </p:cNvPicPr>
          <p:nvPr>
            <p:ph idx="1"/>
          </p:nvPr>
        </p:nvPicPr>
        <p:blipFill>
          <a:blip r:embed="rId3"/>
          <a:stretch>
            <a:fillRect/>
          </a:stretch>
        </p:blipFill>
        <p:spPr>
          <a:xfrm>
            <a:off x="4443984" y="1492455"/>
            <a:ext cx="7086600" cy="3822797"/>
          </a:xfrm>
          <a:prstGeom prst="rect">
            <a:avLst/>
          </a:prstGeom>
        </p:spPr>
      </p:pic>
    </p:spTree>
    <p:extLst>
      <p:ext uri="{BB962C8B-B14F-4D97-AF65-F5344CB8AC3E}">
        <p14:creationId xmlns:p14="http://schemas.microsoft.com/office/powerpoint/2010/main" val="11763053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ytuł 1">
            <a:extLst>
              <a:ext uri="{FF2B5EF4-FFF2-40B4-BE49-F238E27FC236}">
                <a16:creationId xmlns:a16="http://schemas.microsoft.com/office/drawing/2014/main" id="{D55F3B6A-7D16-4F21-F6CA-D3E3FD0EDE39}"/>
              </a:ext>
            </a:extLst>
          </p:cNvPr>
          <p:cNvSpPr>
            <a:spLocks noGrp="1"/>
          </p:cNvSpPr>
          <p:nvPr>
            <p:ph type="title"/>
          </p:nvPr>
        </p:nvSpPr>
        <p:spPr>
          <a:xfrm>
            <a:off x="640080" y="914399"/>
            <a:ext cx="10847494" cy="1171069"/>
          </a:xfrm>
        </p:spPr>
        <p:txBody>
          <a:bodyPr anchor="t">
            <a:normAutofit/>
          </a:bodyPr>
          <a:lstStyle/>
          <a:p>
            <a:r>
              <a:rPr lang="en-US" dirty="0"/>
              <a:t>RISK ADJUSTED BACKLOG</a:t>
            </a:r>
            <a:endParaRPr lang="pl-PL" dirty="0"/>
          </a:p>
        </p:txBody>
      </p:sp>
      <p:pic>
        <p:nvPicPr>
          <p:cNvPr id="7" name="Graphic 6" descr="Romb">
            <a:extLst>
              <a:ext uri="{FF2B5EF4-FFF2-40B4-BE49-F238E27FC236}">
                <a16:creationId xmlns:a16="http://schemas.microsoft.com/office/drawing/2014/main" id="{929807BE-A591-CB5B-FFF9-C61B633692F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3232" y="2256287"/>
            <a:ext cx="3760459" cy="3760459"/>
          </a:xfrm>
          <a:prstGeom prst="rect">
            <a:avLst/>
          </a:prstGeom>
        </p:spPr>
      </p:pic>
      <p:sp>
        <p:nvSpPr>
          <p:cNvPr id="3" name="Symbol zastępczy zawartości 2">
            <a:extLst>
              <a:ext uri="{FF2B5EF4-FFF2-40B4-BE49-F238E27FC236}">
                <a16:creationId xmlns:a16="http://schemas.microsoft.com/office/drawing/2014/main" id="{3E6D2478-386A-8A95-F9EE-D58D1C1D9979}"/>
              </a:ext>
            </a:extLst>
          </p:cNvPr>
          <p:cNvSpPr>
            <a:spLocks noGrp="1"/>
          </p:cNvSpPr>
          <p:nvPr>
            <p:ph idx="1"/>
          </p:nvPr>
        </p:nvSpPr>
        <p:spPr>
          <a:xfrm>
            <a:off x="6915150" y="2256287"/>
            <a:ext cx="4563618" cy="3760459"/>
          </a:xfrm>
        </p:spPr>
        <p:txBody>
          <a:bodyPr anchor="t">
            <a:normAutofit/>
          </a:bodyPr>
          <a:lstStyle/>
          <a:p>
            <a:pPr marL="0" indent="0" algn="ctr">
              <a:buNone/>
            </a:pPr>
            <a:r>
              <a:rPr lang="pl-PL" dirty="0"/>
              <a:t>Nie zawsze najważniejsze jest to, co daje największą wartość. Czasem najważniejsze jest to, co niesie największe ryzyko</a:t>
            </a:r>
          </a:p>
        </p:txBody>
      </p:sp>
      <p:cxnSp>
        <p:nvCxnSpPr>
          <p:cNvPr id="19" name="Straight Connector 18">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33726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8D93F81D-DB79-B8C5-3448-B39A6E454166}"/>
              </a:ext>
            </a:extLst>
          </p:cNvPr>
          <p:cNvSpPr>
            <a:spLocks noGrp="1"/>
          </p:cNvSpPr>
          <p:nvPr>
            <p:ph type="title"/>
          </p:nvPr>
        </p:nvSpPr>
        <p:spPr>
          <a:xfrm>
            <a:off x="640080" y="1434438"/>
            <a:ext cx="2983229" cy="2612976"/>
          </a:xfrm>
        </p:spPr>
        <p:txBody>
          <a:bodyPr vert="horz" lIns="91440" tIns="45720" rIns="91440" bIns="45720" rtlCol="0" anchor="t">
            <a:normAutofit/>
          </a:bodyPr>
          <a:lstStyle/>
          <a:p>
            <a:r>
              <a:rPr lang="en-US" sz="4400"/>
              <a:t>MACIERZ STACY’EGO</a:t>
            </a:r>
          </a:p>
        </p:txBody>
      </p:sp>
      <p:pic>
        <p:nvPicPr>
          <p:cNvPr id="5" name="Symbol zastępczy zawartości 4">
            <a:extLst>
              <a:ext uri="{FF2B5EF4-FFF2-40B4-BE49-F238E27FC236}">
                <a16:creationId xmlns:a16="http://schemas.microsoft.com/office/drawing/2014/main" id="{D12537C0-9D8C-531B-D115-C67AF74700F2}"/>
              </a:ext>
            </a:extLst>
          </p:cNvPr>
          <p:cNvPicPr>
            <a:picLocks noGrp="1" noChangeAspect="1"/>
          </p:cNvPicPr>
          <p:nvPr>
            <p:ph idx="1"/>
          </p:nvPr>
        </p:nvPicPr>
        <p:blipFill>
          <a:blip r:embed="rId3"/>
          <a:stretch>
            <a:fillRect/>
          </a:stretch>
        </p:blipFill>
        <p:spPr>
          <a:xfrm>
            <a:off x="4834659" y="990201"/>
            <a:ext cx="6079530" cy="4818027"/>
          </a:xfrm>
          <a:prstGeom prst="rect">
            <a:avLst/>
          </a:prstGeom>
        </p:spPr>
      </p:pic>
      <p:cxnSp>
        <p:nvCxnSpPr>
          <p:cNvPr id="14" name="Straight Connector 13">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6537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34FA7611-A8F6-D485-B618-17A63542004C}"/>
              </a:ext>
            </a:extLst>
          </p:cNvPr>
          <p:cNvSpPr>
            <a:spLocks noGrp="1"/>
          </p:cNvSpPr>
          <p:nvPr>
            <p:ph type="title"/>
          </p:nvPr>
        </p:nvSpPr>
        <p:spPr>
          <a:xfrm>
            <a:off x="640079" y="570750"/>
            <a:ext cx="10890929" cy="1387934"/>
          </a:xfrm>
        </p:spPr>
        <p:txBody>
          <a:bodyPr anchor="b">
            <a:normAutofit/>
          </a:bodyPr>
          <a:lstStyle/>
          <a:p>
            <a:r>
              <a:rPr lang="en-US"/>
              <a:t>Obszary</a:t>
            </a:r>
            <a:r>
              <a:rPr lang="en-US" dirty="0"/>
              <a:t> na </a:t>
            </a:r>
            <a:r>
              <a:rPr lang="en-US"/>
              <a:t>macierzy</a:t>
            </a:r>
            <a:endParaRPr lang="pl-PL" dirty="0"/>
          </a:p>
        </p:txBody>
      </p:sp>
      <p:cxnSp>
        <p:nvCxnSpPr>
          <p:cNvPr id="12" name="Straight Connector 11">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A5C8ADE3-12FA-C118-9698-0CD4C8D6C5F9}"/>
              </a:ext>
            </a:extLst>
          </p:cNvPr>
          <p:cNvGraphicFramePr>
            <a:graphicFrameLocks noGrp="1"/>
          </p:cNvGraphicFramePr>
          <p:nvPr>
            <p:ph idx="1"/>
            <p:extLst>
              <p:ext uri="{D42A27DB-BD31-4B8C-83A1-F6EECF244321}">
                <p14:modId xmlns:p14="http://schemas.microsoft.com/office/powerpoint/2010/main" val="3298719900"/>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6742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CF91499B-E001-2D90-74E8-8763C19CEB14}"/>
              </a:ext>
            </a:extLst>
          </p:cNvPr>
          <p:cNvSpPr>
            <a:spLocks noGrp="1"/>
          </p:cNvSpPr>
          <p:nvPr>
            <p:ph type="title"/>
          </p:nvPr>
        </p:nvSpPr>
        <p:spPr>
          <a:xfrm>
            <a:off x="5496821" y="1371600"/>
            <a:ext cx="6034187" cy="1097280"/>
          </a:xfrm>
        </p:spPr>
        <p:txBody>
          <a:bodyPr>
            <a:normAutofit/>
          </a:bodyPr>
          <a:lstStyle/>
          <a:p>
            <a:pPr>
              <a:lnSpc>
                <a:spcPct val="90000"/>
              </a:lnSpc>
            </a:pPr>
            <a:r>
              <a:rPr lang="pl-PL" sz="3400" dirty="0"/>
              <a:t>MONTE CARLO</a:t>
            </a:r>
            <a:r>
              <a:rPr lang="en-US" sz="3400" dirty="0"/>
              <a:t> W PROJEKTACH </a:t>
            </a:r>
            <a:endParaRPr lang="pl-PL" sz="3400" dirty="0"/>
          </a:p>
        </p:txBody>
      </p:sp>
      <p:pic>
        <p:nvPicPr>
          <p:cNvPr id="5" name="Picture 4" descr="Biurko z przyborami biurowymi">
            <a:extLst>
              <a:ext uri="{FF2B5EF4-FFF2-40B4-BE49-F238E27FC236}">
                <a16:creationId xmlns:a16="http://schemas.microsoft.com/office/drawing/2014/main" id="{ED70D25C-4254-0A1A-0219-053AB57A603B}"/>
              </a:ext>
            </a:extLst>
          </p:cNvPr>
          <p:cNvPicPr>
            <a:picLocks noChangeAspect="1"/>
          </p:cNvPicPr>
          <p:nvPr/>
        </p:nvPicPr>
        <p:blipFill>
          <a:blip r:embed="rId3"/>
          <a:srcRect l="33983" r="18734" b="-1"/>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B6E54957-CE1F-2594-A2C1-0FBB5738D30C}"/>
              </a:ext>
            </a:extLst>
          </p:cNvPr>
          <p:cNvSpPr>
            <a:spLocks noGrp="1"/>
          </p:cNvSpPr>
          <p:nvPr>
            <p:ph idx="1"/>
          </p:nvPr>
        </p:nvSpPr>
        <p:spPr>
          <a:xfrm>
            <a:off x="5496821" y="2633236"/>
            <a:ext cx="6034187" cy="3664687"/>
          </a:xfrm>
        </p:spPr>
        <p:txBody>
          <a:bodyPr>
            <a:normAutofit/>
          </a:bodyPr>
          <a:lstStyle/>
          <a:p>
            <a:pPr marL="0" indent="0">
              <a:buNone/>
            </a:pPr>
            <a:r>
              <a:rPr lang="pl-PL" dirty="0"/>
              <a:t>Analiza Monte Carlo polega na:</a:t>
            </a:r>
            <a:endParaRPr lang="en-US" dirty="0"/>
          </a:p>
          <a:p>
            <a:pPr marL="457200" indent="-457200">
              <a:buFont typeface="+mj-lt"/>
              <a:buAutoNum type="arabicPeriod"/>
            </a:pPr>
            <a:r>
              <a:rPr lang="pl-PL" dirty="0"/>
              <a:t>symulowaniu wielu możliwych scenariuszy projektu</a:t>
            </a:r>
            <a:endParaRPr lang="en-US" dirty="0"/>
          </a:p>
          <a:p>
            <a:pPr marL="457200" indent="-457200">
              <a:buFont typeface="+mj-lt"/>
              <a:buAutoNum type="arabicPeriod"/>
            </a:pPr>
            <a:r>
              <a:rPr lang="pl-PL" dirty="0"/>
              <a:t>uwzględnianiu różnych wartości czasu i kosztów</a:t>
            </a:r>
            <a:endParaRPr lang="en-US" dirty="0"/>
          </a:p>
          <a:p>
            <a:pPr marL="457200" indent="-457200">
              <a:buFont typeface="+mj-lt"/>
              <a:buAutoNum type="arabicPeriod"/>
            </a:pPr>
            <a:r>
              <a:rPr lang="pl-PL" dirty="0"/>
              <a:t>określaniu prawdopodobieństwa ukończenia projektu w terminie</a:t>
            </a:r>
          </a:p>
        </p:txBody>
      </p:sp>
    </p:spTree>
    <p:extLst>
      <p:ext uri="{BB962C8B-B14F-4D97-AF65-F5344CB8AC3E}">
        <p14:creationId xmlns:p14="http://schemas.microsoft.com/office/powerpoint/2010/main" val="3978107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4EA0155D-34BB-AED8-8B79-DC72DBB839D5}"/>
              </a:ext>
            </a:extLst>
          </p:cNvPr>
          <p:cNvSpPr>
            <a:spLocks noGrp="1"/>
          </p:cNvSpPr>
          <p:nvPr>
            <p:ph type="title"/>
          </p:nvPr>
        </p:nvSpPr>
        <p:spPr>
          <a:xfrm>
            <a:off x="640080" y="1434438"/>
            <a:ext cx="2983229" cy="2612976"/>
          </a:xfrm>
        </p:spPr>
        <p:txBody>
          <a:bodyPr vert="horz" lIns="91440" tIns="45720" rIns="91440" bIns="45720" rtlCol="0" anchor="t">
            <a:normAutofit/>
          </a:bodyPr>
          <a:lstStyle/>
          <a:p>
            <a:r>
              <a:rPr lang="en-US" sz="4400"/>
              <a:t>ROOT CAUSE ANALYSIS</a:t>
            </a:r>
          </a:p>
        </p:txBody>
      </p:sp>
      <p:pic>
        <p:nvPicPr>
          <p:cNvPr id="5" name="Symbol zastępczy zawartości 4">
            <a:extLst>
              <a:ext uri="{FF2B5EF4-FFF2-40B4-BE49-F238E27FC236}">
                <a16:creationId xmlns:a16="http://schemas.microsoft.com/office/drawing/2014/main" id="{F372CAD7-C4A8-FF07-3D62-42319CE6E637}"/>
              </a:ext>
            </a:extLst>
          </p:cNvPr>
          <p:cNvPicPr>
            <a:picLocks noGrp="1" noChangeAspect="1"/>
          </p:cNvPicPr>
          <p:nvPr>
            <p:ph idx="1"/>
          </p:nvPr>
        </p:nvPicPr>
        <p:blipFill>
          <a:blip r:embed="rId3"/>
          <a:stretch>
            <a:fillRect/>
          </a:stretch>
        </p:blipFill>
        <p:spPr>
          <a:xfrm>
            <a:off x="4229100" y="2059558"/>
            <a:ext cx="7290648" cy="2679312"/>
          </a:xfrm>
          <a:prstGeom prst="rect">
            <a:avLst/>
          </a:prstGeom>
        </p:spPr>
      </p:pic>
      <p:cxnSp>
        <p:nvCxnSpPr>
          <p:cNvPr id="14" name="Straight Connector 13">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89558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DF048B11-1F30-281D-72C8-D8B2D50B8ED4}"/>
              </a:ext>
            </a:extLst>
          </p:cNvPr>
          <p:cNvSpPr>
            <a:spLocks noGrp="1"/>
          </p:cNvSpPr>
          <p:nvPr>
            <p:ph type="title"/>
          </p:nvPr>
        </p:nvSpPr>
        <p:spPr>
          <a:xfrm>
            <a:off x="5793149" y="1371600"/>
            <a:ext cx="5737859" cy="1097280"/>
          </a:xfrm>
        </p:spPr>
        <p:txBody>
          <a:bodyPr>
            <a:normAutofit/>
          </a:bodyPr>
          <a:lstStyle/>
          <a:p>
            <a:r>
              <a:rPr lang="pl-PL" dirty="0"/>
              <a:t>ROOT CAUSE ANALYSIS</a:t>
            </a:r>
          </a:p>
        </p:txBody>
      </p:sp>
      <p:pic>
        <p:nvPicPr>
          <p:cNvPr id="7" name="Graphic 6" descr="Rozłączony">
            <a:extLst>
              <a:ext uri="{FF2B5EF4-FFF2-40B4-BE49-F238E27FC236}">
                <a16:creationId xmlns:a16="http://schemas.microsoft.com/office/drawing/2014/main" id="{DD15324C-8C30-90A7-BE9F-269EB8AF583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3232" y="1956816"/>
            <a:ext cx="4343400" cy="4343400"/>
          </a:xfrm>
          <a:prstGeom prst="rect">
            <a:avLst/>
          </a:prstGeom>
        </p:spPr>
      </p:pic>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6630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4619378D-DA10-F090-4EB7-403C4947544A}"/>
              </a:ext>
            </a:extLst>
          </p:cNvPr>
          <p:cNvSpPr>
            <a:spLocks noGrp="1"/>
          </p:cNvSpPr>
          <p:nvPr>
            <p:ph idx="1"/>
          </p:nvPr>
        </p:nvSpPr>
        <p:spPr>
          <a:xfrm>
            <a:off x="5793149" y="2633236"/>
            <a:ext cx="5737860" cy="3666980"/>
          </a:xfrm>
        </p:spPr>
        <p:txBody>
          <a:bodyPr>
            <a:normAutofit/>
          </a:bodyPr>
          <a:lstStyle/>
          <a:p>
            <a:pPr marL="0" indent="0">
              <a:buNone/>
            </a:pPr>
            <a:r>
              <a:rPr lang="pl-PL" dirty="0"/>
              <a:t>Root </a:t>
            </a:r>
            <a:r>
              <a:rPr lang="pl-PL" dirty="0" err="1"/>
              <a:t>Cause</a:t>
            </a:r>
            <a:r>
              <a:rPr lang="pl-PL" dirty="0"/>
              <a:t> Analysis polega na</a:t>
            </a:r>
            <a:r>
              <a:rPr lang="en-US" dirty="0"/>
              <a:t> </a:t>
            </a:r>
            <a:r>
              <a:rPr lang="pl-PL" dirty="0"/>
              <a:t>identyfikacji rzeczywistej przyczyny problemu,</a:t>
            </a:r>
            <a:r>
              <a:rPr lang="en-US" dirty="0"/>
              <a:t> </a:t>
            </a:r>
            <a:r>
              <a:rPr lang="pl-PL" dirty="0"/>
              <a:t>a nie tylko jego objawów.</a:t>
            </a:r>
          </a:p>
        </p:txBody>
      </p:sp>
    </p:spTree>
    <p:extLst>
      <p:ext uri="{BB962C8B-B14F-4D97-AF65-F5344CB8AC3E}">
        <p14:creationId xmlns:p14="http://schemas.microsoft.com/office/powerpoint/2010/main" val="30565196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092B2B24-1838-3FA4-38FC-742E718E8850}"/>
              </a:ext>
            </a:extLst>
          </p:cNvPr>
          <p:cNvSpPr>
            <a:spLocks noGrp="1"/>
          </p:cNvSpPr>
          <p:nvPr>
            <p:ph type="title"/>
          </p:nvPr>
        </p:nvSpPr>
        <p:spPr>
          <a:xfrm>
            <a:off x="5793149" y="1371600"/>
            <a:ext cx="5737859" cy="1097280"/>
          </a:xfrm>
        </p:spPr>
        <p:txBody>
          <a:bodyPr>
            <a:normAutofit/>
          </a:bodyPr>
          <a:lstStyle/>
          <a:p>
            <a:r>
              <a:rPr lang="pl-PL" dirty="0"/>
              <a:t>RYZYKO REZYDUALNE</a:t>
            </a:r>
          </a:p>
        </p:txBody>
      </p:sp>
      <p:pic>
        <p:nvPicPr>
          <p:cNvPr id="7" name="Graphic 6" descr="Bezpieczeństwo laptopa">
            <a:extLst>
              <a:ext uri="{FF2B5EF4-FFF2-40B4-BE49-F238E27FC236}">
                <a16:creationId xmlns:a16="http://schemas.microsoft.com/office/drawing/2014/main" id="{358CD65F-382F-AEB0-7228-B3893E26469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3232" y="1956816"/>
            <a:ext cx="4343400" cy="4343400"/>
          </a:xfrm>
          <a:prstGeom prst="rect">
            <a:avLst/>
          </a:prstGeom>
        </p:spPr>
      </p:pic>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6630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1678FED1-BC79-C98C-2A3E-62D4464AC278}"/>
              </a:ext>
            </a:extLst>
          </p:cNvPr>
          <p:cNvSpPr>
            <a:spLocks noGrp="1"/>
          </p:cNvSpPr>
          <p:nvPr>
            <p:ph idx="1"/>
          </p:nvPr>
        </p:nvSpPr>
        <p:spPr>
          <a:xfrm>
            <a:off x="5793149" y="2633236"/>
            <a:ext cx="5737860" cy="3666980"/>
          </a:xfrm>
        </p:spPr>
        <p:txBody>
          <a:bodyPr>
            <a:normAutofit/>
          </a:bodyPr>
          <a:lstStyle/>
          <a:p>
            <a:pPr marL="0" indent="0">
              <a:buNone/>
            </a:pPr>
            <a:r>
              <a:rPr lang="pl-PL" dirty="0"/>
              <a:t>Ryzyko rezydualne to ryzyko, które pozostaje po podjęciu wszystkich możliwych kroków zmierzających do jego uniknięcia. Może być różne dla różnych zagrożeń. Zarządzanie ryzykiem rezydualnym polega na identyfikacji zagrożeń, ocenie ryzyka, opracowaniu narzędzi kontroli ryzyka, ich wdrożeniu i nadzorze. Celem jest osiągnięcie akceptowalnego poziomu ryzyka</a:t>
            </a:r>
          </a:p>
        </p:txBody>
      </p:sp>
    </p:spTree>
    <p:extLst>
      <p:ext uri="{BB962C8B-B14F-4D97-AF65-F5344CB8AC3E}">
        <p14:creationId xmlns:p14="http://schemas.microsoft.com/office/powerpoint/2010/main" val="182596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21F17A83-3748-3C85-C8C5-84D96E86BBA0}"/>
              </a:ext>
            </a:extLst>
          </p:cNvPr>
          <p:cNvSpPr>
            <a:spLocks noGrp="1"/>
          </p:cNvSpPr>
          <p:nvPr>
            <p:ph type="title"/>
          </p:nvPr>
        </p:nvSpPr>
        <p:spPr>
          <a:xfrm>
            <a:off x="640080" y="1371600"/>
            <a:ext cx="5852160" cy="1097280"/>
          </a:xfrm>
        </p:spPr>
        <p:txBody>
          <a:bodyPr anchor="t">
            <a:normAutofit/>
          </a:bodyPr>
          <a:lstStyle/>
          <a:p>
            <a:r>
              <a:rPr lang="en-US" dirty="0"/>
              <a:t>PODSUMOWANIE</a:t>
            </a:r>
            <a:endParaRPr lang="pl-PL" dirty="0"/>
          </a:p>
        </p:txBody>
      </p:sp>
      <p:cxnSp>
        <p:nvCxnSpPr>
          <p:cNvPr id="11" name="Straight Connector 1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ymbol zastępczy zawartości 2">
            <a:extLst>
              <a:ext uri="{FF2B5EF4-FFF2-40B4-BE49-F238E27FC236}">
                <a16:creationId xmlns:a16="http://schemas.microsoft.com/office/drawing/2014/main" id="{544D500B-C695-7B5B-EFC9-20A9DFB60FB0}"/>
              </a:ext>
            </a:extLst>
          </p:cNvPr>
          <p:cNvSpPr>
            <a:spLocks noGrp="1"/>
          </p:cNvSpPr>
          <p:nvPr>
            <p:ph idx="1"/>
          </p:nvPr>
        </p:nvSpPr>
        <p:spPr>
          <a:xfrm>
            <a:off x="640080" y="2633236"/>
            <a:ext cx="5852160" cy="3664685"/>
          </a:xfrm>
        </p:spPr>
        <p:txBody>
          <a:bodyPr>
            <a:normAutofit/>
          </a:bodyPr>
          <a:lstStyle/>
          <a:p>
            <a:pPr marL="0" indent="0">
              <a:buNone/>
            </a:pPr>
            <a:r>
              <a:rPr lang="pl-PL" dirty="0"/>
              <a:t>Projekt </a:t>
            </a:r>
            <a:r>
              <a:rPr lang="pl-PL" dirty="0" err="1"/>
              <a:t>FuelSoft</a:t>
            </a:r>
            <a:r>
              <a:rPr lang="pl-PL" dirty="0"/>
              <a:t>:</a:t>
            </a:r>
          </a:p>
          <a:p>
            <a:r>
              <a:rPr lang="pl-PL" dirty="0"/>
              <a:t>identyfikował ryzyka </a:t>
            </a:r>
          </a:p>
          <a:p>
            <a:r>
              <a:rPr lang="pl-PL" dirty="0"/>
              <a:t>analizował je jakościowo i ilościowo </a:t>
            </a:r>
          </a:p>
          <a:p>
            <a:r>
              <a:rPr lang="pl-PL" dirty="0"/>
              <a:t>reagował strategicznie </a:t>
            </a:r>
          </a:p>
          <a:p>
            <a:r>
              <a:rPr lang="pl-PL" dirty="0"/>
              <a:t>wykorzystywał szanse </a:t>
            </a:r>
          </a:p>
          <a:p>
            <a:r>
              <a:rPr lang="pl-PL" dirty="0"/>
              <a:t>świadomie akceptował pozostałe ryzyko</a:t>
            </a:r>
          </a:p>
          <a:p>
            <a:pPr marL="0" indent="0">
              <a:buNone/>
            </a:pPr>
            <a:endParaRPr lang="pl-PL" dirty="0"/>
          </a:p>
        </p:txBody>
      </p:sp>
      <p:pic>
        <p:nvPicPr>
          <p:cNvPr id="5" name="Picture 4" descr="Osoba, która dotrze do papieru w formie pełnej papieru i notatek programu Sticky Notes">
            <a:extLst>
              <a:ext uri="{FF2B5EF4-FFF2-40B4-BE49-F238E27FC236}">
                <a16:creationId xmlns:a16="http://schemas.microsoft.com/office/drawing/2014/main" id="{7A3AD72E-1B56-3813-BA61-7148CD8F2033}"/>
              </a:ext>
            </a:extLst>
          </p:cNvPr>
          <p:cNvPicPr>
            <a:picLocks noChangeAspect="1"/>
          </p:cNvPicPr>
          <p:nvPr/>
        </p:nvPicPr>
        <p:blipFill>
          <a:blip r:embed="rId3"/>
          <a:srcRect l="25918" r="26911"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31665818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70F0155C-2BA4-40BD-D51A-3FDFC6105736}"/>
              </a:ext>
            </a:extLst>
          </p:cNvPr>
          <p:cNvSpPr>
            <a:spLocks noGrp="1"/>
          </p:cNvSpPr>
          <p:nvPr>
            <p:ph type="title"/>
          </p:nvPr>
        </p:nvSpPr>
        <p:spPr>
          <a:xfrm>
            <a:off x="2580442" y="4474103"/>
            <a:ext cx="7031117" cy="933905"/>
          </a:xfrm>
        </p:spPr>
        <p:txBody>
          <a:bodyPr vert="horz" lIns="91440" tIns="45720" rIns="91440" bIns="45720" rtlCol="0" anchor="b">
            <a:normAutofit/>
          </a:bodyPr>
          <a:lstStyle/>
          <a:p>
            <a:pPr algn="ctr">
              <a:lnSpc>
                <a:spcPct val="90000"/>
              </a:lnSpc>
            </a:pPr>
            <a:r>
              <a:rPr lang="en-US" sz="1800" dirty="0"/>
              <a:t>“</a:t>
            </a:r>
            <a:r>
              <a:rPr lang="en-US" sz="1800" dirty="0" err="1"/>
              <a:t>Ryzyko</a:t>
            </a:r>
            <a:r>
              <a:rPr lang="en-US" sz="1800" dirty="0"/>
              <a:t> nie jest </a:t>
            </a:r>
            <a:r>
              <a:rPr lang="en-US" sz="1800" dirty="0" err="1"/>
              <a:t>wrogiem</a:t>
            </a:r>
            <a:r>
              <a:rPr lang="en-US" sz="1800" dirty="0"/>
              <a:t> </a:t>
            </a:r>
            <a:r>
              <a:rPr lang="en-US" sz="1800" dirty="0" err="1"/>
              <a:t>projektu</a:t>
            </a:r>
            <a:r>
              <a:rPr lang="en-US" sz="1800" dirty="0"/>
              <a:t>. </a:t>
            </a:r>
            <a:r>
              <a:rPr lang="en-US" sz="1800" dirty="0" err="1"/>
              <a:t>Ignorowanie</a:t>
            </a:r>
            <a:r>
              <a:rPr lang="en-US" sz="1800" dirty="0"/>
              <a:t> </a:t>
            </a:r>
            <a:r>
              <a:rPr lang="en-US" sz="1800" dirty="0" err="1"/>
              <a:t>ryzyka</a:t>
            </a:r>
            <a:r>
              <a:rPr lang="en-US" sz="1800" dirty="0"/>
              <a:t> </a:t>
            </a:r>
            <a:r>
              <a:rPr lang="en-US" sz="1800" dirty="0" err="1"/>
              <a:t>już</a:t>
            </a:r>
            <a:r>
              <a:rPr lang="en-US" sz="1800" dirty="0"/>
              <a:t> </a:t>
            </a:r>
            <a:r>
              <a:rPr lang="en-US" sz="1800" dirty="0" err="1"/>
              <a:t>tak</a:t>
            </a:r>
            <a:r>
              <a:rPr lang="en-US" sz="1800" dirty="0"/>
              <a:t>”</a:t>
            </a:r>
            <a:br>
              <a:rPr lang="en-US" sz="1800" dirty="0"/>
            </a:br>
            <a:endParaRPr lang="en-US" sz="1800" dirty="0"/>
          </a:p>
        </p:txBody>
      </p:sp>
      <p:pic>
        <p:nvPicPr>
          <p:cNvPr id="7" name="Graphic 6" descr="Błąd">
            <a:extLst>
              <a:ext uri="{FF2B5EF4-FFF2-40B4-BE49-F238E27FC236}">
                <a16:creationId xmlns:a16="http://schemas.microsoft.com/office/drawing/2014/main" id="{7F9BBED3-5DC8-5B81-6B74-5EB2F3C702B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46210" y="409300"/>
            <a:ext cx="3899580" cy="3899580"/>
          </a:xfrm>
          <a:prstGeom prst="rect">
            <a:avLst/>
          </a:prstGeom>
        </p:spPr>
      </p:pic>
      <p:cxnSp>
        <p:nvCxnSpPr>
          <p:cNvPr id="14" name="Straight Connector 13">
            <a:extLst>
              <a:ext uri="{FF2B5EF4-FFF2-40B4-BE49-F238E27FC236}">
                <a16:creationId xmlns:a16="http://schemas.microsoft.com/office/drawing/2014/main" id="{503FCC9E-47A2-69B7-68E7-7FA95EAD538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1680" y="5662526"/>
            <a:ext cx="54864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6784855"/>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2058</Words>
  <Application>Microsoft Office PowerPoint</Application>
  <PresentationFormat>Panoramiczny</PresentationFormat>
  <Paragraphs>283</Paragraphs>
  <Slides>31</Slides>
  <Notes>30</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31</vt:i4>
      </vt:variant>
    </vt:vector>
  </HeadingPairs>
  <TitlesOfParts>
    <vt:vector size="35" baseType="lpstr">
      <vt:lpstr>Aptos</vt:lpstr>
      <vt:lpstr>Arial</vt:lpstr>
      <vt:lpstr>Grandview Display</vt:lpstr>
      <vt:lpstr>DashVTI</vt:lpstr>
      <vt:lpstr>ANALIZA RYZYKA W PROJEKTACH</vt:lpstr>
      <vt:lpstr>Wprowadzenie</vt:lpstr>
      <vt:lpstr>Definicja ryzyka</vt:lpstr>
      <vt:lpstr>RYZYKO VS PROBLEM</vt:lpstr>
      <vt:lpstr>Jak identyfikować ryzyka?</vt:lpstr>
      <vt:lpstr>OCENA RYZYKA – MACIERZ RYZYKA</vt:lpstr>
      <vt:lpstr>Ocena ryzyka </vt:lpstr>
      <vt:lpstr>REJESTR RYZYK</vt:lpstr>
      <vt:lpstr>TRATEGIE REAKCJI NA RYZYKO</vt:lpstr>
      <vt:lpstr>MONITOROWANIE RYZYKA</vt:lpstr>
      <vt:lpstr>KOMUNIKACJA RYZYKA </vt:lpstr>
      <vt:lpstr>RYZYKO TECHNOLOGICZNE VS BIZNESOWE</vt:lpstr>
      <vt:lpstr>KULTURA RYZYKA</vt:lpstr>
      <vt:lpstr>Budowanie kultury zarządzania ryzykiem</vt:lpstr>
      <vt:lpstr>RYZYKO JAKO “NIEPEWNOŚĆ, KTÓRA MA ZNACZENIE”</vt:lpstr>
      <vt:lpstr>Przykład ryzyka bez wpływu</vt:lpstr>
      <vt:lpstr>ZAGROŻENIA VS SZANSE</vt:lpstr>
      <vt:lpstr>APETYT NA RYZYKO</vt:lpstr>
      <vt:lpstr>PRÓG NA RYZYKO</vt:lpstr>
      <vt:lpstr>STRATEGIE DLA ZAGROŻEŃ</vt:lpstr>
      <vt:lpstr>STRATEGIE DLA SZANS</vt:lpstr>
      <vt:lpstr>RISK ADJUSTED BACKLOG</vt:lpstr>
      <vt:lpstr>RISK ADJUSTED BACKLOG</vt:lpstr>
      <vt:lpstr>MACIERZ STACY’EGO</vt:lpstr>
      <vt:lpstr>Obszary na macierzy</vt:lpstr>
      <vt:lpstr>MONTE CARLO W PROJEKTACH </vt:lpstr>
      <vt:lpstr>ROOT CAUSE ANALYSIS</vt:lpstr>
      <vt:lpstr>ROOT CAUSE ANALYSIS</vt:lpstr>
      <vt:lpstr>RYZYKO REZYDUALNE</vt:lpstr>
      <vt:lpstr>PODSUMOWANIE</vt:lpstr>
      <vt:lpstr>“Ryzyko nie jest wrogiem projektu. Ignorowanie ryzyka już tak”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Filip Hałys</dc:creator>
  <cp:lastModifiedBy>Filip Hałys</cp:lastModifiedBy>
  <cp:revision>4</cp:revision>
  <dcterms:created xsi:type="dcterms:W3CDTF">2026-03-28T13:46:12Z</dcterms:created>
  <dcterms:modified xsi:type="dcterms:W3CDTF">2026-03-28T14:55:37Z</dcterms:modified>
</cp:coreProperties>
</file>