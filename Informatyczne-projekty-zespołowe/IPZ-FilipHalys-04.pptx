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7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8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9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10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11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notesSlides/notesSlide16.xml" ContentType="application/vnd.openxmlformats-officedocument.presentationml.notesSlide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notesSlides/notesSlide17.xml" ContentType="application/vnd.openxmlformats-officedocument.presentationml.notesSlide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notesSlides/notesSlide27.xml" ContentType="application/vnd.openxmlformats-officedocument.presentationml.notesSlide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notesSlides/notesSlide28.xml" ContentType="application/vnd.openxmlformats-officedocument.presentationml.notesSlide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notesSlides/notesSlide29.xml" ContentType="application/vnd.openxmlformats-officedocument.presentationml.notesSlide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3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AB25B31-96D0-4D7A-8E1A-EB14CD04879E}" v="59" dt="2026-03-25T14:58:06.72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66405" autoAdjust="0"/>
  </p:normalViewPr>
  <p:slideViewPr>
    <p:cSldViewPr snapToGrid="0">
      <p:cViewPr varScale="1">
        <p:scale>
          <a:sx n="54" d="100"/>
          <a:sy n="54" d="100"/>
        </p:scale>
        <p:origin x="181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ilip Hałys" userId="5320c6f947d66da6" providerId="LiveId" clId="{BC6DC095-9609-48CF-A6DE-6C508F11F8A7}"/>
    <pc:docChg chg="undo custSel addSld modSld">
      <pc:chgData name="Filip Hałys" userId="5320c6f947d66da6" providerId="LiveId" clId="{BC6DC095-9609-48CF-A6DE-6C508F11F8A7}" dt="2026-03-25T14:58:12.865" v="1194" actId="113"/>
      <pc:docMkLst>
        <pc:docMk/>
      </pc:docMkLst>
      <pc:sldChg chg="addSp delSp modSp mod setBg modNotesTx">
        <pc:chgData name="Filip Hałys" userId="5320c6f947d66da6" providerId="LiveId" clId="{BC6DC095-9609-48CF-A6DE-6C508F11F8A7}" dt="2026-03-25T14:31:47.222" v="183" actId="20577"/>
        <pc:sldMkLst>
          <pc:docMk/>
          <pc:sldMk cId="1850927920" sldId="275"/>
        </pc:sldMkLst>
        <pc:spChg chg="mod">
          <ac:chgData name="Filip Hałys" userId="5320c6f947d66da6" providerId="LiveId" clId="{BC6DC095-9609-48CF-A6DE-6C508F11F8A7}" dt="2026-03-25T14:30:02.237" v="13" actId="26606"/>
          <ac:spMkLst>
            <pc:docMk/>
            <pc:sldMk cId="1850927920" sldId="275"/>
            <ac:spMk id="2" creationId="{8D120A80-A93D-5BB4-FCD5-9587F538533C}"/>
          </ac:spMkLst>
        </pc:spChg>
        <pc:spChg chg="del mod">
          <ac:chgData name="Filip Hałys" userId="5320c6f947d66da6" providerId="LiveId" clId="{BC6DC095-9609-48CF-A6DE-6C508F11F8A7}" dt="2026-03-25T14:30:02.237" v="13" actId="26606"/>
          <ac:spMkLst>
            <pc:docMk/>
            <pc:sldMk cId="1850927920" sldId="275"/>
            <ac:spMk id="3" creationId="{95F77518-D913-31D8-C6E8-73AC816354DB}"/>
          </ac:spMkLst>
        </pc:spChg>
        <pc:spChg chg="add">
          <ac:chgData name="Filip Hałys" userId="5320c6f947d66da6" providerId="LiveId" clId="{BC6DC095-9609-48CF-A6DE-6C508F11F8A7}" dt="2026-03-25T14:27:54.842" v="3"/>
          <ac:spMkLst>
            <pc:docMk/>
            <pc:sldMk cId="1850927920" sldId="275"/>
            <ac:spMk id="4" creationId="{A575EA8A-9ECB-A030-FAF1-01ADE36BEF15}"/>
          </ac:spMkLst>
        </pc:spChg>
        <pc:spChg chg="add">
          <ac:chgData name="Filip Hałys" userId="5320c6f947d66da6" providerId="LiveId" clId="{BC6DC095-9609-48CF-A6DE-6C508F11F8A7}" dt="2026-03-25T14:30:02.237" v="13" actId="26606"/>
          <ac:spMkLst>
            <pc:docMk/>
            <pc:sldMk cId="1850927920" sldId="275"/>
            <ac:spMk id="9" creationId="{063F27BC-7079-4FF7-8F7C-ABC82FA3C247}"/>
          </ac:spMkLst>
        </pc:spChg>
        <pc:graphicFrameChg chg="add">
          <ac:chgData name="Filip Hałys" userId="5320c6f947d66da6" providerId="LiveId" clId="{BC6DC095-9609-48CF-A6DE-6C508F11F8A7}" dt="2026-03-25T14:30:02.237" v="13" actId="26606"/>
          <ac:graphicFrameMkLst>
            <pc:docMk/>
            <pc:sldMk cId="1850927920" sldId="275"/>
            <ac:graphicFrameMk id="5" creationId="{AAFA463C-858C-9AFC-FC40-7362629A39E5}"/>
          </ac:graphicFrameMkLst>
        </pc:graphicFrameChg>
        <pc:cxnChg chg="add">
          <ac:chgData name="Filip Hałys" userId="5320c6f947d66da6" providerId="LiveId" clId="{BC6DC095-9609-48CF-A6DE-6C508F11F8A7}" dt="2026-03-25T14:30:02.237" v="13" actId="26606"/>
          <ac:cxnSpMkLst>
            <pc:docMk/>
            <pc:sldMk cId="1850927920" sldId="275"/>
            <ac:cxnSpMk id="11" creationId="{9B5F4E67-4DB9-8422-13E5-B36FD48EC4D4}"/>
          </ac:cxnSpMkLst>
        </pc:cxnChg>
      </pc:sldChg>
      <pc:sldChg chg="addSp delSp modSp new mod setBg modNotesTx">
        <pc:chgData name="Filip Hałys" userId="5320c6f947d66da6" providerId="LiveId" clId="{BC6DC095-9609-48CF-A6DE-6C508F11F8A7}" dt="2026-03-25T14:34:17.873" v="251" actId="20577"/>
        <pc:sldMkLst>
          <pc:docMk/>
          <pc:sldMk cId="1385429741" sldId="276"/>
        </pc:sldMkLst>
        <pc:spChg chg="mod">
          <ac:chgData name="Filip Hałys" userId="5320c6f947d66da6" providerId="LiveId" clId="{BC6DC095-9609-48CF-A6DE-6C508F11F8A7}" dt="2026-03-25T14:34:00.831" v="247" actId="26606"/>
          <ac:spMkLst>
            <pc:docMk/>
            <pc:sldMk cId="1385429741" sldId="276"/>
            <ac:spMk id="2" creationId="{ED75006D-E8B3-9083-234B-5C5A7FD6A8AF}"/>
          </ac:spMkLst>
        </pc:spChg>
        <pc:spChg chg="mod">
          <ac:chgData name="Filip Hałys" userId="5320c6f947d66da6" providerId="LiveId" clId="{BC6DC095-9609-48CF-A6DE-6C508F11F8A7}" dt="2026-03-25T14:34:00.831" v="247" actId="26606"/>
          <ac:spMkLst>
            <pc:docMk/>
            <pc:sldMk cId="1385429741" sldId="276"/>
            <ac:spMk id="3" creationId="{7259693B-24F6-3442-E336-845FB8A16B12}"/>
          </ac:spMkLst>
        </pc:spChg>
        <pc:spChg chg="add del">
          <ac:chgData name="Filip Hałys" userId="5320c6f947d66da6" providerId="LiveId" clId="{BC6DC095-9609-48CF-A6DE-6C508F11F8A7}" dt="2026-03-25T14:34:00.831" v="247" actId="26606"/>
          <ac:spMkLst>
            <pc:docMk/>
            <pc:sldMk cId="1385429741" sldId="276"/>
            <ac:spMk id="9" creationId="{744CAA32-F237-419C-A2DD-43C28D920D3C}"/>
          </ac:spMkLst>
        </pc:spChg>
        <pc:spChg chg="add">
          <ac:chgData name="Filip Hałys" userId="5320c6f947d66da6" providerId="LiveId" clId="{BC6DC095-9609-48CF-A6DE-6C508F11F8A7}" dt="2026-03-25T14:34:00.831" v="247" actId="26606"/>
          <ac:spMkLst>
            <pc:docMk/>
            <pc:sldMk cId="1385429741" sldId="276"/>
            <ac:spMk id="16" creationId="{406BD704-01C2-4341-B99A-116CC7EC56EF}"/>
          </ac:spMkLst>
        </pc:spChg>
        <pc:spChg chg="add">
          <ac:chgData name="Filip Hałys" userId="5320c6f947d66da6" providerId="LiveId" clId="{BC6DC095-9609-48CF-A6DE-6C508F11F8A7}" dt="2026-03-25T14:34:00.831" v="247" actId="26606"/>
          <ac:spMkLst>
            <pc:docMk/>
            <pc:sldMk cId="1385429741" sldId="276"/>
            <ac:spMk id="18" creationId="{0225C01B-A296-4FAA-AA46-794F27DF6934}"/>
          </ac:spMkLst>
        </pc:spChg>
        <pc:picChg chg="add mod ord">
          <ac:chgData name="Filip Hałys" userId="5320c6f947d66da6" providerId="LiveId" clId="{BC6DC095-9609-48CF-A6DE-6C508F11F8A7}" dt="2026-03-25T14:34:00.831" v="247" actId="26606"/>
          <ac:picMkLst>
            <pc:docMk/>
            <pc:sldMk cId="1385429741" sldId="276"/>
            <ac:picMk id="5" creationId="{053E7860-B021-3DFE-B44C-99948F26389D}"/>
          </ac:picMkLst>
        </pc:picChg>
        <pc:cxnChg chg="add del">
          <ac:chgData name="Filip Hałys" userId="5320c6f947d66da6" providerId="LiveId" clId="{BC6DC095-9609-48CF-A6DE-6C508F11F8A7}" dt="2026-03-25T14:34:00.831" v="247" actId="26606"/>
          <ac:cxnSpMkLst>
            <pc:docMk/>
            <pc:sldMk cId="1385429741" sldId="276"/>
            <ac:cxnSpMk id="11" creationId="{753FE100-D0AB-4AE2-824B-60CFA31EC6A2}"/>
          </ac:cxnSpMkLst>
        </pc:cxnChg>
        <pc:cxnChg chg="add">
          <ac:chgData name="Filip Hałys" userId="5320c6f947d66da6" providerId="LiveId" clId="{BC6DC095-9609-48CF-A6DE-6C508F11F8A7}" dt="2026-03-25T14:34:00.831" v="247" actId="26606"/>
          <ac:cxnSpMkLst>
            <pc:docMk/>
            <pc:sldMk cId="1385429741" sldId="276"/>
            <ac:cxnSpMk id="20" creationId="{62713E66-598D-4B8A-9D2A-67C7AF46EF11}"/>
          </ac:cxnSpMkLst>
        </pc:cxnChg>
      </pc:sldChg>
      <pc:sldChg chg="addSp delSp modSp new mod setBg modNotesTx">
        <pc:chgData name="Filip Hałys" userId="5320c6f947d66da6" providerId="LiveId" clId="{BC6DC095-9609-48CF-A6DE-6C508F11F8A7}" dt="2026-03-25T14:36:06.110" v="257" actId="20577"/>
        <pc:sldMkLst>
          <pc:docMk/>
          <pc:sldMk cId="4215114354" sldId="277"/>
        </pc:sldMkLst>
        <pc:spChg chg="mod">
          <ac:chgData name="Filip Hałys" userId="5320c6f947d66da6" providerId="LiveId" clId="{BC6DC095-9609-48CF-A6DE-6C508F11F8A7}" dt="2026-03-25T14:35:47.942" v="253" actId="26606"/>
          <ac:spMkLst>
            <pc:docMk/>
            <pc:sldMk cId="4215114354" sldId="277"/>
            <ac:spMk id="2" creationId="{E22A0C34-8A0C-9812-8A1D-DE804F50B2EC}"/>
          </ac:spMkLst>
        </pc:spChg>
        <pc:spChg chg="del">
          <ac:chgData name="Filip Hałys" userId="5320c6f947d66da6" providerId="LiveId" clId="{BC6DC095-9609-48CF-A6DE-6C508F11F8A7}" dt="2026-03-25T14:35:41.275" v="252" actId="22"/>
          <ac:spMkLst>
            <pc:docMk/>
            <pc:sldMk cId="4215114354" sldId="277"/>
            <ac:spMk id="3" creationId="{D5425937-1564-5B42-B3CC-52398A56C03D}"/>
          </ac:spMkLst>
        </pc:spChg>
        <pc:spChg chg="add">
          <ac:chgData name="Filip Hałys" userId="5320c6f947d66da6" providerId="LiveId" clId="{BC6DC095-9609-48CF-A6DE-6C508F11F8A7}" dt="2026-03-25T14:35:47.942" v="253" actId="26606"/>
          <ac:spMkLst>
            <pc:docMk/>
            <pc:sldMk cId="4215114354" sldId="277"/>
            <ac:spMk id="12" creationId="{19F9BF86-FE94-4517-B97D-026C7515E589}"/>
          </ac:spMkLst>
        </pc:spChg>
        <pc:picChg chg="add mod ord">
          <ac:chgData name="Filip Hałys" userId="5320c6f947d66da6" providerId="LiveId" clId="{BC6DC095-9609-48CF-A6DE-6C508F11F8A7}" dt="2026-03-25T14:35:47.942" v="253" actId="26606"/>
          <ac:picMkLst>
            <pc:docMk/>
            <pc:sldMk cId="4215114354" sldId="277"/>
            <ac:picMk id="5" creationId="{6E4ED516-3AC3-BFD6-27E5-0B6CDD65326B}"/>
          </ac:picMkLst>
        </pc:picChg>
        <pc:cxnChg chg="add">
          <ac:chgData name="Filip Hałys" userId="5320c6f947d66da6" providerId="LiveId" clId="{BC6DC095-9609-48CF-A6DE-6C508F11F8A7}" dt="2026-03-25T14:35:47.942" v="253" actId="26606"/>
          <ac:cxnSpMkLst>
            <pc:docMk/>
            <pc:sldMk cId="4215114354" sldId="277"/>
            <ac:cxnSpMk id="10" creationId="{118E06E4-607B-144B-382B-AD3D06B1EE8C}"/>
          </ac:cxnSpMkLst>
        </pc:cxnChg>
        <pc:cxnChg chg="add">
          <ac:chgData name="Filip Hałys" userId="5320c6f947d66da6" providerId="LiveId" clId="{BC6DC095-9609-48CF-A6DE-6C508F11F8A7}" dt="2026-03-25T14:35:47.942" v="253" actId="26606"/>
          <ac:cxnSpMkLst>
            <pc:docMk/>
            <pc:sldMk cId="4215114354" sldId="277"/>
            <ac:cxnSpMk id="14" creationId="{8CED01B4-40F2-4CAE-8062-1D4CE8454C35}"/>
          </ac:cxnSpMkLst>
        </pc:cxnChg>
      </pc:sldChg>
      <pc:sldChg chg="addSp delSp modSp new mod setBg modNotesTx">
        <pc:chgData name="Filip Hałys" userId="5320c6f947d66da6" providerId="LiveId" clId="{BC6DC095-9609-48CF-A6DE-6C508F11F8A7}" dt="2026-03-25T14:39:42.775" v="398" actId="20577"/>
        <pc:sldMkLst>
          <pc:docMk/>
          <pc:sldMk cId="500410085" sldId="278"/>
        </pc:sldMkLst>
        <pc:spChg chg="mod">
          <ac:chgData name="Filip Hałys" userId="5320c6f947d66da6" providerId="LiveId" clId="{BC6DC095-9609-48CF-A6DE-6C508F11F8A7}" dt="2026-03-25T14:36:51.198" v="276" actId="26606"/>
          <ac:spMkLst>
            <pc:docMk/>
            <pc:sldMk cId="500410085" sldId="278"/>
            <ac:spMk id="2" creationId="{91C73147-2FAD-837A-B45E-5807012F4A3D}"/>
          </ac:spMkLst>
        </pc:spChg>
        <pc:spChg chg="add del mod">
          <ac:chgData name="Filip Hałys" userId="5320c6f947d66da6" providerId="LiveId" clId="{BC6DC095-9609-48CF-A6DE-6C508F11F8A7}" dt="2026-03-25T14:36:51.198" v="276" actId="26606"/>
          <ac:spMkLst>
            <pc:docMk/>
            <pc:sldMk cId="500410085" sldId="278"/>
            <ac:spMk id="3" creationId="{CFB3AABD-D714-A88E-6289-68EBA037D51E}"/>
          </ac:spMkLst>
        </pc:spChg>
        <pc:spChg chg="add mod">
          <ac:chgData name="Filip Hałys" userId="5320c6f947d66da6" providerId="LiveId" clId="{BC6DC095-9609-48CF-A6DE-6C508F11F8A7}" dt="2026-03-25T14:36:29.156" v="262"/>
          <ac:spMkLst>
            <pc:docMk/>
            <pc:sldMk cId="500410085" sldId="278"/>
            <ac:spMk id="4" creationId="{BCEC611E-9ED8-27B3-FD66-27545AB4899F}"/>
          </ac:spMkLst>
        </pc:spChg>
        <pc:spChg chg="add">
          <ac:chgData name="Filip Hałys" userId="5320c6f947d66da6" providerId="LiveId" clId="{BC6DC095-9609-48CF-A6DE-6C508F11F8A7}" dt="2026-03-25T14:36:51.198" v="276" actId="26606"/>
          <ac:spMkLst>
            <pc:docMk/>
            <pc:sldMk cId="500410085" sldId="278"/>
            <ac:spMk id="9" creationId="{DBDA151C-5770-45E4-AAFF-59E7F403866D}"/>
          </ac:spMkLst>
        </pc:spChg>
        <pc:graphicFrameChg chg="add">
          <ac:chgData name="Filip Hałys" userId="5320c6f947d66da6" providerId="LiveId" clId="{BC6DC095-9609-48CF-A6DE-6C508F11F8A7}" dt="2026-03-25T14:36:51.198" v="276" actId="26606"/>
          <ac:graphicFrameMkLst>
            <pc:docMk/>
            <pc:sldMk cId="500410085" sldId="278"/>
            <ac:graphicFrameMk id="5" creationId="{261682C9-8208-553A-FA97-4FEBF5A4E7D4}"/>
          </ac:graphicFrameMkLst>
        </pc:graphicFrameChg>
        <pc:cxnChg chg="add">
          <ac:chgData name="Filip Hałys" userId="5320c6f947d66da6" providerId="LiveId" clId="{BC6DC095-9609-48CF-A6DE-6C508F11F8A7}" dt="2026-03-25T14:36:51.198" v="276" actId="26606"/>
          <ac:cxnSpMkLst>
            <pc:docMk/>
            <pc:sldMk cId="500410085" sldId="278"/>
            <ac:cxnSpMk id="11" creationId="{E62D3963-2153-4637-96E6-E31BD2CE5D0D}"/>
          </ac:cxnSpMkLst>
        </pc:cxnChg>
      </pc:sldChg>
      <pc:sldChg chg="addSp delSp modSp new mod setBg modNotesTx">
        <pc:chgData name="Filip Hałys" userId="5320c6f947d66da6" providerId="LiveId" clId="{BC6DC095-9609-48CF-A6DE-6C508F11F8A7}" dt="2026-03-25T14:41:18.484" v="429" actId="20577"/>
        <pc:sldMkLst>
          <pc:docMk/>
          <pc:sldMk cId="729534003" sldId="279"/>
        </pc:sldMkLst>
        <pc:spChg chg="mod">
          <ac:chgData name="Filip Hałys" userId="5320c6f947d66da6" providerId="LiveId" clId="{BC6DC095-9609-48CF-A6DE-6C508F11F8A7}" dt="2026-03-25T14:39:09.021" v="391" actId="26606"/>
          <ac:spMkLst>
            <pc:docMk/>
            <pc:sldMk cId="729534003" sldId="279"/>
            <ac:spMk id="2" creationId="{BCE8520B-F3AD-F807-CD48-D4890BA14C9A}"/>
          </ac:spMkLst>
        </pc:spChg>
        <pc:spChg chg="add del mod">
          <ac:chgData name="Filip Hałys" userId="5320c6f947d66da6" providerId="LiveId" clId="{BC6DC095-9609-48CF-A6DE-6C508F11F8A7}" dt="2026-03-25T14:39:09.021" v="391" actId="26606"/>
          <ac:spMkLst>
            <pc:docMk/>
            <pc:sldMk cId="729534003" sldId="279"/>
            <ac:spMk id="3" creationId="{8F34D67D-D52D-AD7A-2691-5B5684671E72}"/>
          </ac:spMkLst>
        </pc:spChg>
        <pc:spChg chg="add del">
          <ac:chgData name="Filip Hałys" userId="5320c6f947d66da6" providerId="LiveId" clId="{BC6DC095-9609-48CF-A6DE-6C508F11F8A7}" dt="2026-03-25T14:39:09" v="390" actId="26606"/>
          <ac:spMkLst>
            <pc:docMk/>
            <pc:sldMk cId="729534003" sldId="279"/>
            <ac:spMk id="9" creationId="{063F27BC-7079-4FF7-8F7C-ABC82FA3C247}"/>
          </ac:spMkLst>
        </pc:spChg>
        <pc:spChg chg="add">
          <ac:chgData name="Filip Hałys" userId="5320c6f947d66da6" providerId="LiveId" clId="{BC6DC095-9609-48CF-A6DE-6C508F11F8A7}" dt="2026-03-25T14:39:09.021" v="391" actId="26606"/>
          <ac:spMkLst>
            <pc:docMk/>
            <pc:sldMk cId="729534003" sldId="279"/>
            <ac:spMk id="13" creationId="{744CAA32-F237-419C-A2DD-43C28D920D3C}"/>
          </ac:spMkLst>
        </pc:spChg>
        <pc:spChg chg="add mod">
          <ac:chgData name="Filip Hałys" userId="5320c6f947d66da6" providerId="LiveId" clId="{BC6DC095-9609-48CF-A6DE-6C508F11F8A7}" dt="2026-03-25T14:39:24.348" v="396" actId="20577"/>
          <ac:spMkLst>
            <pc:docMk/>
            <pc:sldMk cId="729534003" sldId="279"/>
            <ac:spMk id="16" creationId="{8F34D67D-D52D-AD7A-2691-5B5684671E72}"/>
          </ac:spMkLst>
        </pc:spChg>
        <pc:graphicFrameChg chg="add del">
          <ac:chgData name="Filip Hałys" userId="5320c6f947d66da6" providerId="LiveId" clId="{BC6DC095-9609-48CF-A6DE-6C508F11F8A7}" dt="2026-03-25T14:39:09" v="390" actId="26606"/>
          <ac:graphicFrameMkLst>
            <pc:docMk/>
            <pc:sldMk cId="729534003" sldId="279"/>
            <ac:graphicFrameMk id="5" creationId="{4DE12A6A-6872-AA00-E12C-AD19B31E11FF}"/>
          </ac:graphicFrameMkLst>
        </pc:graphicFrameChg>
        <pc:picChg chg="add">
          <ac:chgData name="Filip Hałys" userId="5320c6f947d66da6" providerId="LiveId" clId="{BC6DC095-9609-48CF-A6DE-6C508F11F8A7}" dt="2026-03-25T14:39:09.021" v="391" actId="26606"/>
          <ac:picMkLst>
            <pc:docMk/>
            <pc:sldMk cId="729534003" sldId="279"/>
            <ac:picMk id="14" creationId="{B02F10E1-B6EC-4687-C7BB-4C04D82B197F}"/>
          </ac:picMkLst>
        </pc:picChg>
        <pc:cxnChg chg="add del">
          <ac:chgData name="Filip Hałys" userId="5320c6f947d66da6" providerId="LiveId" clId="{BC6DC095-9609-48CF-A6DE-6C508F11F8A7}" dt="2026-03-25T14:39:09" v="390" actId="26606"/>
          <ac:cxnSpMkLst>
            <pc:docMk/>
            <pc:sldMk cId="729534003" sldId="279"/>
            <ac:cxnSpMk id="11" creationId="{40BBF191-9CC8-4313-B1CA-8DF1A53AE4F9}"/>
          </ac:cxnSpMkLst>
        </pc:cxnChg>
        <pc:cxnChg chg="add">
          <ac:chgData name="Filip Hałys" userId="5320c6f947d66da6" providerId="LiveId" clId="{BC6DC095-9609-48CF-A6DE-6C508F11F8A7}" dt="2026-03-25T14:39:09.021" v="391" actId="26606"/>
          <ac:cxnSpMkLst>
            <pc:docMk/>
            <pc:sldMk cId="729534003" sldId="279"/>
            <ac:cxnSpMk id="15" creationId="{691422F5-4221-4812-AFD9-5479C6D60AD9}"/>
          </ac:cxnSpMkLst>
        </pc:cxnChg>
      </pc:sldChg>
      <pc:sldChg chg="addSp delSp modSp new mod setBg modNotesTx">
        <pc:chgData name="Filip Hałys" userId="5320c6f947d66da6" providerId="LiveId" clId="{BC6DC095-9609-48CF-A6DE-6C508F11F8A7}" dt="2026-03-25T14:45:35.853" v="688" actId="20577"/>
        <pc:sldMkLst>
          <pc:docMk/>
          <pc:sldMk cId="2779946992" sldId="280"/>
        </pc:sldMkLst>
        <pc:spChg chg="mod">
          <ac:chgData name="Filip Hałys" userId="5320c6f947d66da6" providerId="LiveId" clId="{BC6DC095-9609-48CF-A6DE-6C508F11F8A7}" dt="2026-03-25T14:42:17.221" v="456" actId="26606"/>
          <ac:spMkLst>
            <pc:docMk/>
            <pc:sldMk cId="2779946992" sldId="280"/>
            <ac:spMk id="2" creationId="{3ED58BC7-CF69-2D97-1205-D91868CC8F88}"/>
          </ac:spMkLst>
        </pc:spChg>
        <pc:spChg chg="del mod">
          <ac:chgData name="Filip Hałys" userId="5320c6f947d66da6" providerId="LiveId" clId="{BC6DC095-9609-48CF-A6DE-6C508F11F8A7}" dt="2026-03-25T14:42:17.221" v="456" actId="26606"/>
          <ac:spMkLst>
            <pc:docMk/>
            <pc:sldMk cId="2779946992" sldId="280"/>
            <ac:spMk id="3" creationId="{F35E41DB-6E58-9602-2DE6-0DFE5ED05FAF}"/>
          </ac:spMkLst>
        </pc:spChg>
        <pc:spChg chg="add">
          <ac:chgData name="Filip Hałys" userId="5320c6f947d66da6" providerId="LiveId" clId="{BC6DC095-9609-48CF-A6DE-6C508F11F8A7}" dt="2026-03-25T14:42:17.221" v="456" actId="26606"/>
          <ac:spMkLst>
            <pc:docMk/>
            <pc:sldMk cId="2779946992" sldId="280"/>
            <ac:spMk id="9" creationId="{DBDA151C-5770-45E4-AAFF-59E7F403866D}"/>
          </ac:spMkLst>
        </pc:spChg>
        <pc:graphicFrameChg chg="add">
          <ac:chgData name="Filip Hałys" userId="5320c6f947d66da6" providerId="LiveId" clId="{BC6DC095-9609-48CF-A6DE-6C508F11F8A7}" dt="2026-03-25T14:42:17.221" v="456" actId="26606"/>
          <ac:graphicFrameMkLst>
            <pc:docMk/>
            <pc:sldMk cId="2779946992" sldId="280"/>
            <ac:graphicFrameMk id="5" creationId="{315E53D0-C139-7564-1DBB-B8B110E6A5E3}"/>
          </ac:graphicFrameMkLst>
        </pc:graphicFrameChg>
        <pc:cxnChg chg="add">
          <ac:chgData name="Filip Hałys" userId="5320c6f947d66da6" providerId="LiveId" clId="{BC6DC095-9609-48CF-A6DE-6C508F11F8A7}" dt="2026-03-25T14:42:17.221" v="456" actId="26606"/>
          <ac:cxnSpMkLst>
            <pc:docMk/>
            <pc:sldMk cId="2779946992" sldId="280"/>
            <ac:cxnSpMk id="11" creationId="{05ADA91C-AD52-A530-A898-AD6E69874598}"/>
          </ac:cxnSpMkLst>
        </pc:cxnChg>
      </pc:sldChg>
      <pc:sldChg chg="addSp delSp modSp new mod setBg">
        <pc:chgData name="Filip Hałys" userId="5320c6f947d66da6" providerId="LiveId" clId="{BC6DC095-9609-48CF-A6DE-6C508F11F8A7}" dt="2026-03-25T14:43:17.360" v="459" actId="26606"/>
        <pc:sldMkLst>
          <pc:docMk/>
          <pc:sldMk cId="1308559467" sldId="281"/>
        </pc:sldMkLst>
        <pc:spChg chg="del">
          <ac:chgData name="Filip Hałys" userId="5320c6f947d66da6" providerId="LiveId" clId="{BC6DC095-9609-48CF-A6DE-6C508F11F8A7}" dt="2026-03-25T14:43:17.360" v="459" actId="26606"/>
          <ac:spMkLst>
            <pc:docMk/>
            <pc:sldMk cId="1308559467" sldId="281"/>
            <ac:spMk id="2" creationId="{6563BCC8-DB01-90B8-E5E8-B830C63C65C7}"/>
          </ac:spMkLst>
        </pc:spChg>
        <pc:spChg chg="del">
          <ac:chgData name="Filip Hałys" userId="5320c6f947d66da6" providerId="LiveId" clId="{BC6DC095-9609-48CF-A6DE-6C508F11F8A7}" dt="2026-03-25T14:43:17.360" v="459" actId="26606"/>
          <ac:spMkLst>
            <pc:docMk/>
            <pc:sldMk cId="1308559467" sldId="281"/>
            <ac:spMk id="3" creationId="{E710AF4C-A90F-D176-2D9E-C499E70A6C00}"/>
          </ac:spMkLst>
        </pc:spChg>
        <pc:spChg chg="add">
          <ac:chgData name="Filip Hałys" userId="5320c6f947d66da6" providerId="LiveId" clId="{BC6DC095-9609-48CF-A6DE-6C508F11F8A7}" dt="2026-03-25T14:43:17.360" v="459" actId="26606"/>
          <ac:spMkLst>
            <pc:docMk/>
            <pc:sldMk cId="1308559467" sldId="281"/>
            <ac:spMk id="12" creationId="{149F9F0F-FB8C-5565-247C-BDCC156B5CAF}"/>
          </ac:spMkLst>
        </pc:spChg>
        <pc:spChg chg="add">
          <ac:chgData name="Filip Hałys" userId="5320c6f947d66da6" providerId="LiveId" clId="{BC6DC095-9609-48CF-A6DE-6C508F11F8A7}" dt="2026-03-25T14:43:17.360" v="459" actId="26606"/>
          <ac:spMkLst>
            <pc:docMk/>
            <pc:sldMk cId="1308559467" sldId="281"/>
            <ac:spMk id="14" creationId="{ABA4FDDF-F59C-428B-8603-3A86D75931AB}"/>
          </ac:spMkLst>
        </pc:spChg>
        <pc:picChg chg="add mod">
          <ac:chgData name="Filip Hałys" userId="5320c6f947d66da6" providerId="LiveId" clId="{BC6DC095-9609-48CF-A6DE-6C508F11F8A7}" dt="2026-03-25T14:43:17.360" v="459" actId="26606"/>
          <ac:picMkLst>
            <pc:docMk/>
            <pc:sldMk cId="1308559467" sldId="281"/>
            <ac:picMk id="5" creationId="{4207123C-6319-881B-D728-138D3F222C04}"/>
          </ac:picMkLst>
        </pc:picChg>
        <pc:cxnChg chg="add">
          <ac:chgData name="Filip Hałys" userId="5320c6f947d66da6" providerId="LiveId" clId="{BC6DC095-9609-48CF-A6DE-6C508F11F8A7}" dt="2026-03-25T14:43:17.360" v="459" actId="26606"/>
          <ac:cxnSpMkLst>
            <pc:docMk/>
            <pc:sldMk cId="1308559467" sldId="281"/>
            <ac:cxnSpMk id="10" creationId="{118E06E4-607B-144B-382B-AD3D06B1EE8C}"/>
          </ac:cxnSpMkLst>
        </pc:cxnChg>
        <pc:cxnChg chg="add">
          <ac:chgData name="Filip Hałys" userId="5320c6f947d66da6" providerId="LiveId" clId="{BC6DC095-9609-48CF-A6DE-6C508F11F8A7}" dt="2026-03-25T14:43:17.360" v="459" actId="26606"/>
          <ac:cxnSpMkLst>
            <pc:docMk/>
            <pc:sldMk cId="1308559467" sldId="281"/>
            <ac:cxnSpMk id="16" creationId="{9AE2764D-E1C7-4C0E-A5A4-12411550ABAD}"/>
          </ac:cxnSpMkLst>
        </pc:cxnChg>
      </pc:sldChg>
      <pc:sldChg chg="addSp delSp modSp new mod setBg modNotesTx">
        <pc:chgData name="Filip Hałys" userId="5320c6f947d66da6" providerId="LiveId" clId="{BC6DC095-9609-48CF-A6DE-6C508F11F8A7}" dt="2026-03-25T14:49:50.059" v="803" actId="20577"/>
        <pc:sldMkLst>
          <pc:docMk/>
          <pc:sldMk cId="299448256" sldId="282"/>
        </pc:sldMkLst>
        <pc:spChg chg="mod">
          <ac:chgData name="Filip Hałys" userId="5320c6f947d66da6" providerId="LiveId" clId="{BC6DC095-9609-48CF-A6DE-6C508F11F8A7}" dt="2026-03-25T14:48:58.719" v="793" actId="26606"/>
          <ac:spMkLst>
            <pc:docMk/>
            <pc:sldMk cId="299448256" sldId="282"/>
            <ac:spMk id="2" creationId="{B05EBBD8-176D-9BB8-84EC-098C7BAB0F33}"/>
          </ac:spMkLst>
        </pc:spChg>
        <pc:spChg chg="add del mod">
          <ac:chgData name="Filip Hałys" userId="5320c6f947d66da6" providerId="LiveId" clId="{BC6DC095-9609-48CF-A6DE-6C508F11F8A7}" dt="2026-03-25T14:48:58.742" v="794" actId="26606"/>
          <ac:spMkLst>
            <pc:docMk/>
            <pc:sldMk cId="299448256" sldId="282"/>
            <ac:spMk id="3" creationId="{7B2E6440-D1BD-CAB0-604E-67BCF2F21B59}"/>
          </ac:spMkLst>
        </pc:spChg>
        <pc:spChg chg="add del">
          <ac:chgData name="Filip Hałys" userId="5320c6f947d66da6" providerId="LiveId" clId="{BC6DC095-9609-48CF-A6DE-6C508F11F8A7}" dt="2026-03-25T14:48:58.719" v="793" actId="26606"/>
          <ac:spMkLst>
            <pc:docMk/>
            <pc:sldMk cId="299448256" sldId="282"/>
            <ac:spMk id="9" creationId="{DBDA151C-5770-45E4-AAFF-59E7F403866D}"/>
          </ac:spMkLst>
        </pc:spChg>
        <pc:graphicFrameChg chg="add del">
          <ac:chgData name="Filip Hałys" userId="5320c6f947d66da6" providerId="LiveId" clId="{BC6DC095-9609-48CF-A6DE-6C508F11F8A7}" dt="2026-03-25T14:48:58.719" v="793" actId="26606"/>
          <ac:graphicFrameMkLst>
            <pc:docMk/>
            <pc:sldMk cId="299448256" sldId="282"/>
            <ac:graphicFrameMk id="5" creationId="{A0E22850-A82F-017A-63F1-7E26E33CE9CA}"/>
          </ac:graphicFrameMkLst>
        </pc:graphicFrameChg>
        <pc:graphicFrameChg chg="add modGraphic">
          <ac:chgData name="Filip Hałys" userId="5320c6f947d66da6" providerId="LiveId" clId="{BC6DC095-9609-48CF-A6DE-6C508F11F8A7}" dt="2026-03-25T14:49:13.155" v="801" actId="404"/>
          <ac:graphicFrameMkLst>
            <pc:docMk/>
            <pc:sldMk cId="299448256" sldId="282"/>
            <ac:graphicFrameMk id="13" creationId="{3B724813-6BC2-840E-B51D-A4840F09D9A9}"/>
          </ac:graphicFrameMkLst>
        </pc:graphicFrameChg>
        <pc:cxnChg chg="add del">
          <ac:chgData name="Filip Hałys" userId="5320c6f947d66da6" providerId="LiveId" clId="{BC6DC095-9609-48CF-A6DE-6C508F11F8A7}" dt="2026-03-25T14:48:58.719" v="793" actId="26606"/>
          <ac:cxnSpMkLst>
            <pc:docMk/>
            <pc:sldMk cId="299448256" sldId="282"/>
            <ac:cxnSpMk id="11" creationId="{E62D3963-2153-4637-96E6-E31BD2CE5D0D}"/>
          </ac:cxnSpMkLst>
        </pc:cxnChg>
      </pc:sldChg>
      <pc:sldChg chg="addSp delSp modSp new mod setBg modNotesTx">
        <pc:chgData name="Filip Hałys" userId="5320c6f947d66da6" providerId="LiveId" clId="{BC6DC095-9609-48CF-A6DE-6C508F11F8A7}" dt="2026-03-25T14:52:36.536" v="909" actId="20577"/>
        <pc:sldMkLst>
          <pc:docMk/>
          <pc:sldMk cId="527621191" sldId="283"/>
        </pc:sldMkLst>
        <pc:spChg chg="mod">
          <ac:chgData name="Filip Hałys" userId="5320c6f947d66da6" providerId="LiveId" clId="{BC6DC095-9609-48CF-A6DE-6C508F11F8A7}" dt="2026-03-25T14:51:55.307" v="907" actId="26606"/>
          <ac:spMkLst>
            <pc:docMk/>
            <pc:sldMk cId="527621191" sldId="283"/>
            <ac:spMk id="2" creationId="{FFB662A3-C2B1-128F-D87F-A948DC79467A}"/>
          </ac:spMkLst>
        </pc:spChg>
        <pc:spChg chg="del mod">
          <ac:chgData name="Filip Hałys" userId="5320c6f947d66da6" providerId="LiveId" clId="{BC6DC095-9609-48CF-A6DE-6C508F11F8A7}" dt="2026-03-25T14:51:55.307" v="907" actId="26606"/>
          <ac:spMkLst>
            <pc:docMk/>
            <pc:sldMk cId="527621191" sldId="283"/>
            <ac:spMk id="3" creationId="{D755B7FB-8EC0-5B40-6005-C08CAE605C40}"/>
          </ac:spMkLst>
        </pc:spChg>
        <pc:spChg chg="add">
          <ac:chgData name="Filip Hałys" userId="5320c6f947d66da6" providerId="LiveId" clId="{BC6DC095-9609-48CF-A6DE-6C508F11F8A7}" dt="2026-03-25T14:51:55.307" v="907" actId="26606"/>
          <ac:spMkLst>
            <pc:docMk/>
            <pc:sldMk cId="527621191" sldId="283"/>
            <ac:spMk id="9" creationId="{DBDA151C-5770-45E4-AAFF-59E7F403866D}"/>
          </ac:spMkLst>
        </pc:spChg>
        <pc:graphicFrameChg chg="add">
          <ac:chgData name="Filip Hałys" userId="5320c6f947d66da6" providerId="LiveId" clId="{BC6DC095-9609-48CF-A6DE-6C508F11F8A7}" dt="2026-03-25T14:51:55.307" v="907" actId="26606"/>
          <ac:graphicFrameMkLst>
            <pc:docMk/>
            <pc:sldMk cId="527621191" sldId="283"/>
            <ac:graphicFrameMk id="5" creationId="{760BFFAA-375A-1EBF-C8A1-40A3FDA5F046}"/>
          </ac:graphicFrameMkLst>
        </pc:graphicFrameChg>
        <pc:cxnChg chg="add">
          <ac:chgData name="Filip Hałys" userId="5320c6f947d66da6" providerId="LiveId" clId="{BC6DC095-9609-48CF-A6DE-6C508F11F8A7}" dt="2026-03-25T14:51:55.307" v="907" actId="26606"/>
          <ac:cxnSpMkLst>
            <pc:docMk/>
            <pc:sldMk cId="527621191" sldId="283"/>
            <ac:cxnSpMk id="11" creationId="{E62D3963-2153-4637-96E6-E31BD2CE5D0D}"/>
          </ac:cxnSpMkLst>
        </pc:cxnChg>
      </pc:sldChg>
      <pc:sldChg chg="addSp delSp modSp new mod setBg modNotesTx">
        <pc:chgData name="Filip Hałys" userId="5320c6f947d66da6" providerId="LiveId" clId="{BC6DC095-9609-48CF-A6DE-6C508F11F8A7}" dt="2026-03-25T14:55:33.674" v="1144" actId="26606"/>
        <pc:sldMkLst>
          <pc:docMk/>
          <pc:sldMk cId="1957118445" sldId="284"/>
        </pc:sldMkLst>
        <pc:spChg chg="mod">
          <ac:chgData name="Filip Hałys" userId="5320c6f947d66da6" providerId="LiveId" clId="{BC6DC095-9609-48CF-A6DE-6C508F11F8A7}" dt="2026-03-25T14:55:33.674" v="1144" actId="26606"/>
          <ac:spMkLst>
            <pc:docMk/>
            <pc:sldMk cId="1957118445" sldId="284"/>
            <ac:spMk id="2" creationId="{3CD282DC-52BF-3F37-5986-E06C8D4B3E3E}"/>
          </ac:spMkLst>
        </pc:spChg>
        <pc:spChg chg="del mod">
          <ac:chgData name="Filip Hałys" userId="5320c6f947d66da6" providerId="LiveId" clId="{BC6DC095-9609-48CF-A6DE-6C508F11F8A7}" dt="2026-03-25T14:55:33.674" v="1144" actId="26606"/>
          <ac:spMkLst>
            <pc:docMk/>
            <pc:sldMk cId="1957118445" sldId="284"/>
            <ac:spMk id="3" creationId="{828015D7-0B6D-4D5F-A932-8C2C76893694}"/>
          </ac:spMkLst>
        </pc:spChg>
        <pc:spChg chg="add">
          <ac:chgData name="Filip Hałys" userId="5320c6f947d66da6" providerId="LiveId" clId="{BC6DC095-9609-48CF-A6DE-6C508F11F8A7}" dt="2026-03-25T14:55:33.674" v="1144" actId="26606"/>
          <ac:spMkLst>
            <pc:docMk/>
            <pc:sldMk cId="1957118445" sldId="284"/>
            <ac:spMk id="9" creationId="{DBDA151C-5770-45E4-AAFF-59E7F403866D}"/>
          </ac:spMkLst>
        </pc:spChg>
        <pc:graphicFrameChg chg="add">
          <ac:chgData name="Filip Hałys" userId="5320c6f947d66da6" providerId="LiveId" clId="{BC6DC095-9609-48CF-A6DE-6C508F11F8A7}" dt="2026-03-25T14:55:33.674" v="1144" actId="26606"/>
          <ac:graphicFrameMkLst>
            <pc:docMk/>
            <pc:sldMk cId="1957118445" sldId="284"/>
            <ac:graphicFrameMk id="5" creationId="{268BB57A-6EEC-0760-5A82-B8624596A1B1}"/>
          </ac:graphicFrameMkLst>
        </pc:graphicFrameChg>
        <pc:cxnChg chg="add">
          <ac:chgData name="Filip Hałys" userId="5320c6f947d66da6" providerId="LiveId" clId="{BC6DC095-9609-48CF-A6DE-6C508F11F8A7}" dt="2026-03-25T14:55:33.674" v="1144" actId="26606"/>
          <ac:cxnSpMkLst>
            <pc:docMk/>
            <pc:sldMk cId="1957118445" sldId="284"/>
            <ac:cxnSpMk id="11" creationId="{E62D3963-2153-4637-96E6-E31BD2CE5D0D}"/>
          </ac:cxnSpMkLst>
        </pc:cxnChg>
      </pc:sldChg>
      <pc:sldChg chg="addSp delSp modSp new mod setBg modNotesTx">
        <pc:chgData name="Filip Hałys" userId="5320c6f947d66da6" providerId="LiveId" clId="{BC6DC095-9609-48CF-A6DE-6C508F11F8A7}" dt="2026-03-25T14:58:12.865" v="1194" actId="113"/>
        <pc:sldMkLst>
          <pc:docMk/>
          <pc:sldMk cId="1096620114" sldId="285"/>
        </pc:sldMkLst>
        <pc:spChg chg="mod">
          <ac:chgData name="Filip Hałys" userId="5320c6f947d66da6" providerId="LiveId" clId="{BC6DC095-9609-48CF-A6DE-6C508F11F8A7}" dt="2026-03-25T14:56:26.427" v="1165" actId="26606"/>
          <ac:spMkLst>
            <pc:docMk/>
            <pc:sldMk cId="1096620114" sldId="285"/>
            <ac:spMk id="2" creationId="{FAA6231E-E502-4850-AB4C-F8B662EA79F0}"/>
          </ac:spMkLst>
        </pc:spChg>
        <pc:spChg chg="del mod">
          <ac:chgData name="Filip Hałys" userId="5320c6f947d66da6" providerId="LiveId" clId="{BC6DC095-9609-48CF-A6DE-6C508F11F8A7}" dt="2026-03-25T14:56:26.427" v="1165" actId="26606"/>
          <ac:spMkLst>
            <pc:docMk/>
            <pc:sldMk cId="1096620114" sldId="285"/>
            <ac:spMk id="3" creationId="{7AE84980-6E3A-B1C5-F273-BC8C1F45BFC2}"/>
          </ac:spMkLst>
        </pc:spChg>
        <pc:spChg chg="add">
          <ac:chgData name="Filip Hałys" userId="5320c6f947d66da6" providerId="LiveId" clId="{BC6DC095-9609-48CF-A6DE-6C508F11F8A7}" dt="2026-03-25T14:56:26.427" v="1165" actId="26606"/>
          <ac:spMkLst>
            <pc:docMk/>
            <pc:sldMk cId="1096620114" sldId="285"/>
            <ac:spMk id="9" creationId="{21C69525-1BE4-4BA0-A23C-3BB6C162EFB9}"/>
          </ac:spMkLst>
        </pc:spChg>
        <pc:graphicFrameChg chg="add">
          <ac:chgData name="Filip Hałys" userId="5320c6f947d66da6" providerId="LiveId" clId="{BC6DC095-9609-48CF-A6DE-6C508F11F8A7}" dt="2026-03-25T14:56:26.427" v="1165" actId="26606"/>
          <ac:graphicFrameMkLst>
            <pc:docMk/>
            <pc:sldMk cId="1096620114" sldId="285"/>
            <ac:graphicFrameMk id="5" creationId="{57D9509C-6B57-B4BD-723E-B2C607168ECE}"/>
          </ac:graphicFrameMkLst>
        </pc:graphicFrameChg>
        <pc:cxnChg chg="add">
          <ac:chgData name="Filip Hałys" userId="5320c6f947d66da6" providerId="LiveId" clId="{BC6DC095-9609-48CF-A6DE-6C508F11F8A7}" dt="2026-03-25T14:56:26.427" v="1165" actId="26606"/>
          <ac:cxnSpMkLst>
            <pc:docMk/>
            <pc:sldMk cId="1096620114" sldId="285"/>
            <ac:cxnSpMk id="11" creationId="{B68AF875-C18B-4B48-AE4C-A63FD3CEFB11}"/>
          </ac:cxnSpMkLst>
        </pc:cxnChg>
      </pc:sldChg>
    </pc:docChg>
  </pc:docChgLst>
</pc:chgInfo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8.svg"/></Relationships>
</file>

<file path=ppt/diagrams/_rels/data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sv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28.svg"/><Relationship Id="rId1" Type="http://schemas.openxmlformats.org/officeDocument/2006/relationships/image" Target="../media/image27.png"/><Relationship Id="rId6" Type="http://schemas.openxmlformats.org/officeDocument/2006/relationships/image" Target="../media/image32.svg"/><Relationship Id="rId5" Type="http://schemas.openxmlformats.org/officeDocument/2006/relationships/image" Target="../media/image31.png"/><Relationship Id="rId10" Type="http://schemas.openxmlformats.org/officeDocument/2006/relationships/image" Target="../media/image36.svg"/><Relationship Id="rId4" Type="http://schemas.openxmlformats.org/officeDocument/2006/relationships/image" Target="../media/image30.svg"/><Relationship Id="rId9" Type="http://schemas.openxmlformats.org/officeDocument/2006/relationships/image" Target="../media/image35.png"/></Relationships>
</file>

<file path=ppt/diagrams/_rels/data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svg"/><Relationship Id="rId1" Type="http://schemas.openxmlformats.org/officeDocument/2006/relationships/image" Target="../media/image38.png"/><Relationship Id="rId4" Type="http://schemas.openxmlformats.org/officeDocument/2006/relationships/image" Target="../media/image41.svg"/></Relationships>
</file>

<file path=ppt/diagrams/_rels/data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sv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image" Target="../media/image43.svg"/><Relationship Id="rId1" Type="http://schemas.openxmlformats.org/officeDocument/2006/relationships/image" Target="../media/image42.png"/><Relationship Id="rId6" Type="http://schemas.openxmlformats.org/officeDocument/2006/relationships/image" Target="../media/image47.svg"/><Relationship Id="rId5" Type="http://schemas.openxmlformats.org/officeDocument/2006/relationships/image" Target="../media/image46.png"/><Relationship Id="rId4" Type="http://schemas.openxmlformats.org/officeDocument/2006/relationships/image" Target="../media/image45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8.svg"/></Relationships>
</file>

<file path=ppt/diagrams/_rels/drawing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sv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28.svg"/><Relationship Id="rId1" Type="http://schemas.openxmlformats.org/officeDocument/2006/relationships/image" Target="../media/image27.png"/><Relationship Id="rId6" Type="http://schemas.openxmlformats.org/officeDocument/2006/relationships/image" Target="../media/image32.svg"/><Relationship Id="rId5" Type="http://schemas.openxmlformats.org/officeDocument/2006/relationships/image" Target="../media/image31.png"/><Relationship Id="rId10" Type="http://schemas.openxmlformats.org/officeDocument/2006/relationships/image" Target="../media/image36.svg"/><Relationship Id="rId4" Type="http://schemas.openxmlformats.org/officeDocument/2006/relationships/image" Target="../media/image30.svg"/><Relationship Id="rId9" Type="http://schemas.openxmlformats.org/officeDocument/2006/relationships/image" Target="../media/image35.png"/></Relationships>
</file>

<file path=ppt/diagrams/_rels/drawing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svg"/><Relationship Id="rId1" Type="http://schemas.openxmlformats.org/officeDocument/2006/relationships/image" Target="../media/image38.png"/><Relationship Id="rId4" Type="http://schemas.openxmlformats.org/officeDocument/2006/relationships/image" Target="../media/image41.svg"/></Relationships>
</file>

<file path=ppt/diagrams/_rels/drawing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sv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image" Target="../media/image43.svg"/><Relationship Id="rId1" Type="http://schemas.openxmlformats.org/officeDocument/2006/relationships/image" Target="../media/image42.png"/><Relationship Id="rId6" Type="http://schemas.openxmlformats.org/officeDocument/2006/relationships/image" Target="../media/image47.svg"/><Relationship Id="rId5" Type="http://schemas.openxmlformats.org/officeDocument/2006/relationships/image" Target="../media/image46.png"/><Relationship Id="rId4" Type="http://schemas.openxmlformats.org/officeDocument/2006/relationships/image" Target="../media/image4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D22927B-3764-4B4D-B8E8-3781A4011AB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C599957-8403-49EE-935A-ECDD3D88DE61}">
      <dgm:prSet/>
      <dgm:spPr/>
      <dgm:t>
        <a:bodyPr/>
        <a:lstStyle/>
        <a:p>
          <a:r>
            <a:rPr lang="en-US"/>
            <a:t>F</a:t>
          </a:r>
          <a:r>
            <a:rPr lang="pl-PL"/>
            <a:t>irma tworząca aplikację mobilną do zarządzania finansami osobistymi</a:t>
          </a:r>
          <a:endParaRPr lang="en-US"/>
        </a:p>
      </dgm:t>
    </dgm:pt>
    <dgm:pt modelId="{2FABCD29-2E81-4ADA-AF35-5CF32AB62C29}" type="parTrans" cxnId="{F466737C-65AC-468D-8CF5-13DB9C6F334F}">
      <dgm:prSet/>
      <dgm:spPr/>
      <dgm:t>
        <a:bodyPr/>
        <a:lstStyle/>
        <a:p>
          <a:endParaRPr lang="en-US"/>
        </a:p>
      </dgm:t>
    </dgm:pt>
    <dgm:pt modelId="{F91B4F71-9C65-4093-89D8-863C390D8F03}" type="sibTrans" cxnId="{F466737C-65AC-468D-8CF5-13DB9C6F334F}">
      <dgm:prSet/>
      <dgm:spPr/>
      <dgm:t>
        <a:bodyPr/>
        <a:lstStyle/>
        <a:p>
          <a:endParaRPr lang="en-US"/>
        </a:p>
      </dgm:t>
    </dgm:pt>
    <dgm:pt modelId="{F35E310C-3FD0-4F10-933C-63EFE75BADE5}">
      <dgm:prSet/>
      <dgm:spPr/>
      <dgm:t>
        <a:bodyPr/>
        <a:lstStyle/>
        <a:p>
          <a:r>
            <a:rPr lang="pl-PL"/>
            <a:t>Zespół:</a:t>
          </a:r>
          <a:endParaRPr lang="en-US"/>
        </a:p>
      </dgm:t>
    </dgm:pt>
    <dgm:pt modelId="{C6FDB70E-A0C7-4E56-B7CE-C6A4B434A2D8}" type="parTrans" cxnId="{100D86CE-A1CC-4693-A579-B1ED7C01CDAA}">
      <dgm:prSet/>
      <dgm:spPr/>
      <dgm:t>
        <a:bodyPr/>
        <a:lstStyle/>
        <a:p>
          <a:endParaRPr lang="en-US"/>
        </a:p>
      </dgm:t>
    </dgm:pt>
    <dgm:pt modelId="{6BE23B19-7190-4A43-AE69-554F707B86FA}" type="sibTrans" cxnId="{100D86CE-A1CC-4693-A579-B1ED7C01CDAA}">
      <dgm:prSet/>
      <dgm:spPr/>
      <dgm:t>
        <a:bodyPr/>
        <a:lstStyle/>
        <a:p>
          <a:endParaRPr lang="en-US"/>
        </a:p>
      </dgm:t>
    </dgm:pt>
    <dgm:pt modelId="{87E9AC7A-7E00-4280-B903-A10981432D35}">
      <dgm:prSet/>
      <dgm:spPr/>
      <dgm:t>
        <a:bodyPr/>
        <a:lstStyle/>
        <a:p>
          <a:r>
            <a:rPr lang="pl-PL" dirty="0"/>
            <a:t>Anna – Product Manager </a:t>
          </a:r>
          <a:endParaRPr lang="en-US" dirty="0"/>
        </a:p>
      </dgm:t>
    </dgm:pt>
    <dgm:pt modelId="{B4CAF104-530B-4726-B056-61463D68C0B5}" type="parTrans" cxnId="{83BF6330-0221-4D47-92DC-A100DD47A7F9}">
      <dgm:prSet/>
      <dgm:spPr/>
      <dgm:t>
        <a:bodyPr/>
        <a:lstStyle/>
        <a:p>
          <a:endParaRPr lang="en-US"/>
        </a:p>
      </dgm:t>
    </dgm:pt>
    <dgm:pt modelId="{B6293CD9-2620-45C2-9CF3-F95AF337F5FE}" type="sibTrans" cxnId="{83BF6330-0221-4D47-92DC-A100DD47A7F9}">
      <dgm:prSet/>
      <dgm:spPr/>
      <dgm:t>
        <a:bodyPr/>
        <a:lstStyle/>
        <a:p>
          <a:endParaRPr lang="en-US"/>
        </a:p>
      </dgm:t>
    </dgm:pt>
    <dgm:pt modelId="{3CAD87CF-4F7B-406D-B75B-D16459B814F4}">
      <dgm:prSet/>
      <dgm:spPr/>
      <dgm:t>
        <a:bodyPr/>
        <a:lstStyle/>
        <a:p>
          <a:r>
            <a:rPr lang="pl-PL"/>
            <a:t>Michał – Developer </a:t>
          </a:r>
          <a:endParaRPr lang="en-US"/>
        </a:p>
      </dgm:t>
    </dgm:pt>
    <dgm:pt modelId="{91A9199C-FB18-4F8E-81F6-CC7561AEDA1D}" type="parTrans" cxnId="{F7BE51C6-D24F-4FE4-8B2F-824B0B402CFE}">
      <dgm:prSet/>
      <dgm:spPr/>
      <dgm:t>
        <a:bodyPr/>
        <a:lstStyle/>
        <a:p>
          <a:endParaRPr lang="en-US"/>
        </a:p>
      </dgm:t>
    </dgm:pt>
    <dgm:pt modelId="{404E7D65-B017-4606-A92B-12570F7FD391}" type="sibTrans" cxnId="{F7BE51C6-D24F-4FE4-8B2F-824B0B402CFE}">
      <dgm:prSet/>
      <dgm:spPr/>
      <dgm:t>
        <a:bodyPr/>
        <a:lstStyle/>
        <a:p>
          <a:endParaRPr lang="en-US"/>
        </a:p>
      </dgm:t>
    </dgm:pt>
    <dgm:pt modelId="{5E76C6CE-54D2-4638-B71D-58656F972671}">
      <dgm:prSet/>
      <dgm:spPr/>
      <dgm:t>
        <a:bodyPr/>
        <a:lstStyle/>
        <a:p>
          <a:r>
            <a:rPr lang="pl-PL"/>
            <a:t>Karolina – QA </a:t>
          </a:r>
          <a:endParaRPr lang="en-US"/>
        </a:p>
      </dgm:t>
    </dgm:pt>
    <dgm:pt modelId="{939AFD1F-723E-4175-A4D0-53E92B78FC71}" type="parTrans" cxnId="{E2FC20EC-1926-44FA-A541-75BFF9C33A35}">
      <dgm:prSet/>
      <dgm:spPr/>
      <dgm:t>
        <a:bodyPr/>
        <a:lstStyle/>
        <a:p>
          <a:endParaRPr lang="en-US"/>
        </a:p>
      </dgm:t>
    </dgm:pt>
    <dgm:pt modelId="{360E6939-8D3C-4549-8613-71E2065CD7BE}" type="sibTrans" cxnId="{E2FC20EC-1926-44FA-A541-75BFF9C33A35}">
      <dgm:prSet/>
      <dgm:spPr/>
      <dgm:t>
        <a:bodyPr/>
        <a:lstStyle/>
        <a:p>
          <a:endParaRPr lang="en-US"/>
        </a:p>
      </dgm:t>
    </dgm:pt>
    <dgm:pt modelId="{812A7794-3858-404A-B8A7-1225079F204D}">
      <dgm:prSet/>
      <dgm:spPr/>
      <dgm:t>
        <a:bodyPr/>
        <a:lstStyle/>
        <a:p>
          <a:r>
            <a:rPr lang="pl-PL"/>
            <a:t>Tomasz – UX Designer </a:t>
          </a:r>
          <a:endParaRPr lang="en-US"/>
        </a:p>
      </dgm:t>
    </dgm:pt>
    <dgm:pt modelId="{ED42FF88-E8B9-46DE-A38C-28343A186A4A}" type="parTrans" cxnId="{8C925AA2-D305-45F2-BC52-75681F78D56C}">
      <dgm:prSet/>
      <dgm:spPr/>
      <dgm:t>
        <a:bodyPr/>
        <a:lstStyle/>
        <a:p>
          <a:endParaRPr lang="en-US"/>
        </a:p>
      </dgm:t>
    </dgm:pt>
    <dgm:pt modelId="{C78C53E9-B521-4F1B-913A-4F1C04187A03}" type="sibTrans" cxnId="{8C925AA2-D305-45F2-BC52-75681F78D56C}">
      <dgm:prSet/>
      <dgm:spPr/>
      <dgm:t>
        <a:bodyPr/>
        <a:lstStyle/>
        <a:p>
          <a:endParaRPr lang="en-US"/>
        </a:p>
      </dgm:t>
    </dgm:pt>
    <dgm:pt modelId="{AE158D09-7FF2-48D3-AE76-6F6E40300279}">
      <dgm:prSet/>
      <dgm:spPr/>
      <dgm:t>
        <a:bodyPr/>
        <a:lstStyle/>
        <a:p>
          <a:r>
            <a:rPr lang="pl-PL"/>
            <a:t>Paweł – nowy członek zespołu</a:t>
          </a:r>
          <a:endParaRPr lang="en-US"/>
        </a:p>
      </dgm:t>
    </dgm:pt>
    <dgm:pt modelId="{F3B599BF-397E-40DF-A5E2-BA5D5B16BD14}" type="parTrans" cxnId="{E7FA451C-B0CB-4EDD-A5E2-71A2F79C3ABF}">
      <dgm:prSet/>
      <dgm:spPr/>
      <dgm:t>
        <a:bodyPr/>
        <a:lstStyle/>
        <a:p>
          <a:endParaRPr lang="en-US"/>
        </a:p>
      </dgm:t>
    </dgm:pt>
    <dgm:pt modelId="{7666A4E5-8144-41C8-905E-A23CA431F7B9}" type="sibTrans" cxnId="{E7FA451C-B0CB-4EDD-A5E2-71A2F79C3ABF}">
      <dgm:prSet/>
      <dgm:spPr/>
      <dgm:t>
        <a:bodyPr/>
        <a:lstStyle/>
        <a:p>
          <a:endParaRPr lang="en-US"/>
        </a:p>
      </dgm:t>
    </dgm:pt>
    <dgm:pt modelId="{14F93FE2-2761-4427-A206-36ED8668697C}" type="pres">
      <dgm:prSet presAssocID="{1D22927B-3764-4B4D-B8E8-3781A4011AB9}" presName="linear" presStyleCnt="0">
        <dgm:presLayoutVars>
          <dgm:animLvl val="lvl"/>
          <dgm:resizeHandles val="exact"/>
        </dgm:presLayoutVars>
      </dgm:prSet>
      <dgm:spPr/>
    </dgm:pt>
    <dgm:pt modelId="{DC51E798-8699-4EE1-A5DE-FFE8B09E43B8}" type="pres">
      <dgm:prSet presAssocID="{4C599957-8403-49EE-935A-ECDD3D88DE61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1A15315B-EDCE-4BF9-931B-BD02A61F7A61}" type="pres">
      <dgm:prSet presAssocID="{F91B4F71-9C65-4093-89D8-863C390D8F03}" presName="spacer" presStyleCnt="0"/>
      <dgm:spPr/>
    </dgm:pt>
    <dgm:pt modelId="{694F8F9E-C3E5-454C-B07F-1114689690D7}" type="pres">
      <dgm:prSet presAssocID="{F35E310C-3FD0-4F10-933C-63EFE75BADE5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F3BEFB24-422D-483F-9015-4CAF79A86050}" type="pres">
      <dgm:prSet presAssocID="{6BE23B19-7190-4A43-AE69-554F707B86FA}" presName="spacer" presStyleCnt="0"/>
      <dgm:spPr/>
    </dgm:pt>
    <dgm:pt modelId="{D0B0A6E3-AD2D-434A-B705-571B64BB75DC}" type="pres">
      <dgm:prSet presAssocID="{87E9AC7A-7E00-4280-B903-A10981432D35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EF3C3AA2-1C08-4F8C-BDCB-4D95269C52C6}" type="pres">
      <dgm:prSet presAssocID="{B6293CD9-2620-45C2-9CF3-F95AF337F5FE}" presName="spacer" presStyleCnt="0"/>
      <dgm:spPr/>
    </dgm:pt>
    <dgm:pt modelId="{A04E3A3F-226E-4C7F-B368-ED30F8916940}" type="pres">
      <dgm:prSet presAssocID="{3CAD87CF-4F7B-406D-B75B-D16459B814F4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C2DC1CCC-FBB2-4D00-8679-D8BA1F65A1A4}" type="pres">
      <dgm:prSet presAssocID="{404E7D65-B017-4606-A92B-12570F7FD391}" presName="spacer" presStyleCnt="0"/>
      <dgm:spPr/>
    </dgm:pt>
    <dgm:pt modelId="{5FCFA1D0-CCEB-4F8A-B8E8-F3D03F060F6A}" type="pres">
      <dgm:prSet presAssocID="{5E76C6CE-54D2-4638-B71D-58656F972671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75D536C7-6EAE-46B2-A370-02810CAC6D7F}" type="pres">
      <dgm:prSet presAssocID="{360E6939-8D3C-4549-8613-71E2065CD7BE}" presName="spacer" presStyleCnt="0"/>
      <dgm:spPr/>
    </dgm:pt>
    <dgm:pt modelId="{A2BCE2E5-15CD-4F5C-BAFA-83845C582E36}" type="pres">
      <dgm:prSet presAssocID="{812A7794-3858-404A-B8A7-1225079F204D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5CB2D3F1-6595-4F60-9937-7390B43361C8}" type="pres">
      <dgm:prSet presAssocID="{C78C53E9-B521-4F1B-913A-4F1C04187A03}" presName="spacer" presStyleCnt="0"/>
      <dgm:spPr/>
    </dgm:pt>
    <dgm:pt modelId="{584F91A2-8A25-4D04-BEFA-E84EF6181C86}" type="pres">
      <dgm:prSet presAssocID="{AE158D09-7FF2-48D3-AE76-6F6E40300279}" presName="parentText" presStyleLbl="node1" presStyleIdx="6" presStyleCnt="7">
        <dgm:presLayoutVars>
          <dgm:chMax val="0"/>
          <dgm:bulletEnabled val="1"/>
        </dgm:presLayoutVars>
      </dgm:prSet>
      <dgm:spPr/>
    </dgm:pt>
  </dgm:ptLst>
  <dgm:cxnLst>
    <dgm:cxn modelId="{E7FA451C-B0CB-4EDD-A5E2-71A2F79C3ABF}" srcId="{1D22927B-3764-4B4D-B8E8-3781A4011AB9}" destId="{AE158D09-7FF2-48D3-AE76-6F6E40300279}" srcOrd="6" destOrd="0" parTransId="{F3B599BF-397E-40DF-A5E2-BA5D5B16BD14}" sibTransId="{7666A4E5-8144-41C8-905E-A23CA431F7B9}"/>
    <dgm:cxn modelId="{83BF6330-0221-4D47-92DC-A100DD47A7F9}" srcId="{1D22927B-3764-4B4D-B8E8-3781A4011AB9}" destId="{87E9AC7A-7E00-4280-B903-A10981432D35}" srcOrd="2" destOrd="0" parTransId="{B4CAF104-530B-4726-B056-61463D68C0B5}" sibTransId="{B6293CD9-2620-45C2-9CF3-F95AF337F5FE}"/>
    <dgm:cxn modelId="{F1186536-FB19-4A7F-BDD4-93F405787D3D}" type="presOf" srcId="{5E76C6CE-54D2-4638-B71D-58656F972671}" destId="{5FCFA1D0-CCEB-4F8A-B8E8-F3D03F060F6A}" srcOrd="0" destOrd="0" presId="urn:microsoft.com/office/officeart/2005/8/layout/vList2"/>
    <dgm:cxn modelId="{635C4745-3750-4A4E-BDFD-7011D846B921}" type="presOf" srcId="{812A7794-3858-404A-B8A7-1225079F204D}" destId="{A2BCE2E5-15CD-4F5C-BAFA-83845C582E36}" srcOrd="0" destOrd="0" presId="urn:microsoft.com/office/officeart/2005/8/layout/vList2"/>
    <dgm:cxn modelId="{5D9C9557-3266-48A7-9754-9C079CF8CEB5}" type="presOf" srcId="{87E9AC7A-7E00-4280-B903-A10981432D35}" destId="{D0B0A6E3-AD2D-434A-B705-571B64BB75DC}" srcOrd="0" destOrd="0" presId="urn:microsoft.com/office/officeart/2005/8/layout/vList2"/>
    <dgm:cxn modelId="{F466737C-65AC-468D-8CF5-13DB9C6F334F}" srcId="{1D22927B-3764-4B4D-B8E8-3781A4011AB9}" destId="{4C599957-8403-49EE-935A-ECDD3D88DE61}" srcOrd="0" destOrd="0" parTransId="{2FABCD29-2E81-4ADA-AF35-5CF32AB62C29}" sibTransId="{F91B4F71-9C65-4093-89D8-863C390D8F03}"/>
    <dgm:cxn modelId="{198C6181-AF19-40CA-8189-CDA00B0B3FC1}" type="presOf" srcId="{1D22927B-3764-4B4D-B8E8-3781A4011AB9}" destId="{14F93FE2-2761-4427-A206-36ED8668697C}" srcOrd="0" destOrd="0" presId="urn:microsoft.com/office/officeart/2005/8/layout/vList2"/>
    <dgm:cxn modelId="{0F02F185-D441-4F7E-9893-6DAD704F36FF}" type="presOf" srcId="{4C599957-8403-49EE-935A-ECDD3D88DE61}" destId="{DC51E798-8699-4EE1-A5DE-FFE8B09E43B8}" srcOrd="0" destOrd="0" presId="urn:microsoft.com/office/officeart/2005/8/layout/vList2"/>
    <dgm:cxn modelId="{214F9F9A-1DB7-4890-84AE-A52D43987281}" type="presOf" srcId="{AE158D09-7FF2-48D3-AE76-6F6E40300279}" destId="{584F91A2-8A25-4D04-BEFA-E84EF6181C86}" srcOrd="0" destOrd="0" presId="urn:microsoft.com/office/officeart/2005/8/layout/vList2"/>
    <dgm:cxn modelId="{8C925AA2-D305-45F2-BC52-75681F78D56C}" srcId="{1D22927B-3764-4B4D-B8E8-3781A4011AB9}" destId="{812A7794-3858-404A-B8A7-1225079F204D}" srcOrd="5" destOrd="0" parTransId="{ED42FF88-E8B9-46DE-A38C-28343A186A4A}" sibTransId="{C78C53E9-B521-4F1B-913A-4F1C04187A03}"/>
    <dgm:cxn modelId="{CB9E6AA3-E29A-4CF1-B767-CBBD50196993}" type="presOf" srcId="{3CAD87CF-4F7B-406D-B75B-D16459B814F4}" destId="{A04E3A3F-226E-4C7F-B368-ED30F8916940}" srcOrd="0" destOrd="0" presId="urn:microsoft.com/office/officeart/2005/8/layout/vList2"/>
    <dgm:cxn modelId="{F7BE51C6-D24F-4FE4-8B2F-824B0B402CFE}" srcId="{1D22927B-3764-4B4D-B8E8-3781A4011AB9}" destId="{3CAD87CF-4F7B-406D-B75B-D16459B814F4}" srcOrd="3" destOrd="0" parTransId="{91A9199C-FB18-4F8E-81F6-CC7561AEDA1D}" sibTransId="{404E7D65-B017-4606-A92B-12570F7FD391}"/>
    <dgm:cxn modelId="{100D86CE-A1CC-4693-A579-B1ED7C01CDAA}" srcId="{1D22927B-3764-4B4D-B8E8-3781A4011AB9}" destId="{F35E310C-3FD0-4F10-933C-63EFE75BADE5}" srcOrd="1" destOrd="0" parTransId="{C6FDB70E-A0C7-4E56-B7CE-C6A4B434A2D8}" sibTransId="{6BE23B19-7190-4A43-AE69-554F707B86FA}"/>
    <dgm:cxn modelId="{E2FC20EC-1926-44FA-A541-75BFF9C33A35}" srcId="{1D22927B-3764-4B4D-B8E8-3781A4011AB9}" destId="{5E76C6CE-54D2-4638-B71D-58656F972671}" srcOrd="4" destOrd="0" parTransId="{939AFD1F-723E-4175-A4D0-53E92B78FC71}" sibTransId="{360E6939-8D3C-4549-8613-71E2065CD7BE}"/>
    <dgm:cxn modelId="{63278EFE-2B09-4A7E-8F9D-B3224012C8B8}" type="presOf" srcId="{F35E310C-3FD0-4F10-933C-63EFE75BADE5}" destId="{694F8F9E-C3E5-454C-B07F-1114689690D7}" srcOrd="0" destOrd="0" presId="urn:microsoft.com/office/officeart/2005/8/layout/vList2"/>
    <dgm:cxn modelId="{263C6665-52CD-4BDD-A735-D007C340A1E1}" type="presParOf" srcId="{14F93FE2-2761-4427-A206-36ED8668697C}" destId="{DC51E798-8699-4EE1-A5DE-FFE8B09E43B8}" srcOrd="0" destOrd="0" presId="urn:microsoft.com/office/officeart/2005/8/layout/vList2"/>
    <dgm:cxn modelId="{883DCC5F-DA6F-4613-9E5A-ABB3C4FDD82F}" type="presParOf" srcId="{14F93FE2-2761-4427-A206-36ED8668697C}" destId="{1A15315B-EDCE-4BF9-931B-BD02A61F7A61}" srcOrd="1" destOrd="0" presId="urn:microsoft.com/office/officeart/2005/8/layout/vList2"/>
    <dgm:cxn modelId="{31B9263B-69EE-42FF-B20A-FFA2008B7E4B}" type="presParOf" srcId="{14F93FE2-2761-4427-A206-36ED8668697C}" destId="{694F8F9E-C3E5-454C-B07F-1114689690D7}" srcOrd="2" destOrd="0" presId="urn:microsoft.com/office/officeart/2005/8/layout/vList2"/>
    <dgm:cxn modelId="{CE637BE5-39FA-4C2C-A492-3BE3853E44D3}" type="presParOf" srcId="{14F93FE2-2761-4427-A206-36ED8668697C}" destId="{F3BEFB24-422D-483F-9015-4CAF79A86050}" srcOrd="3" destOrd="0" presId="urn:microsoft.com/office/officeart/2005/8/layout/vList2"/>
    <dgm:cxn modelId="{42F4364B-4741-4AC1-AD45-2054A3A5A9A1}" type="presParOf" srcId="{14F93FE2-2761-4427-A206-36ED8668697C}" destId="{D0B0A6E3-AD2D-434A-B705-571B64BB75DC}" srcOrd="4" destOrd="0" presId="urn:microsoft.com/office/officeart/2005/8/layout/vList2"/>
    <dgm:cxn modelId="{2F774991-CA38-4747-A108-22EA9BD84331}" type="presParOf" srcId="{14F93FE2-2761-4427-A206-36ED8668697C}" destId="{EF3C3AA2-1C08-4F8C-BDCB-4D95269C52C6}" srcOrd="5" destOrd="0" presId="urn:microsoft.com/office/officeart/2005/8/layout/vList2"/>
    <dgm:cxn modelId="{AB68B14A-CA42-43AD-B8E3-8060E1E2AE5C}" type="presParOf" srcId="{14F93FE2-2761-4427-A206-36ED8668697C}" destId="{A04E3A3F-226E-4C7F-B368-ED30F8916940}" srcOrd="6" destOrd="0" presId="urn:microsoft.com/office/officeart/2005/8/layout/vList2"/>
    <dgm:cxn modelId="{236D3DC4-BD0D-4B06-ACB3-5959E34E0EB6}" type="presParOf" srcId="{14F93FE2-2761-4427-A206-36ED8668697C}" destId="{C2DC1CCC-FBB2-4D00-8679-D8BA1F65A1A4}" srcOrd="7" destOrd="0" presId="urn:microsoft.com/office/officeart/2005/8/layout/vList2"/>
    <dgm:cxn modelId="{28718265-87E1-4D33-AF2B-4F5AB4EB4318}" type="presParOf" srcId="{14F93FE2-2761-4427-A206-36ED8668697C}" destId="{5FCFA1D0-CCEB-4F8A-B8E8-F3D03F060F6A}" srcOrd="8" destOrd="0" presId="urn:microsoft.com/office/officeart/2005/8/layout/vList2"/>
    <dgm:cxn modelId="{A1212F77-7C55-44EC-8993-CEFE25B2FED8}" type="presParOf" srcId="{14F93FE2-2761-4427-A206-36ED8668697C}" destId="{75D536C7-6EAE-46B2-A370-02810CAC6D7F}" srcOrd="9" destOrd="0" presId="urn:microsoft.com/office/officeart/2005/8/layout/vList2"/>
    <dgm:cxn modelId="{1E8A00B8-E09A-4B89-A76F-F9445C52AA47}" type="presParOf" srcId="{14F93FE2-2761-4427-A206-36ED8668697C}" destId="{A2BCE2E5-15CD-4F5C-BAFA-83845C582E36}" srcOrd="10" destOrd="0" presId="urn:microsoft.com/office/officeart/2005/8/layout/vList2"/>
    <dgm:cxn modelId="{425F4760-FA66-48F0-8003-99CAA151B323}" type="presParOf" srcId="{14F93FE2-2761-4427-A206-36ED8668697C}" destId="{5CB2D3F1-6595-4F60-9937-7390B43361C8}" srcOrd="11" destOrd="0" presId="urn:microsoft.com/office/officeart/2005/8/layout/vList2"/>
    <dgm:cxn modelId="{3FD1199E-DC84-4ED6-8D57-70B978291548}" type="presParOf" srcId="{14F93FE2-2761-4427-A206-36ED8668697C}" destId="{584F91A2-8A25-4D04-BEFA-E84EF6181C86}" srcOrd="1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BC5DD73-275B-4241-8AB0-8BE0A532C750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1F41BD2A-3136-4B71-8132-364B96444C48}">
      <dgm:prSet/>
      <dgm:spPr/>
      <dgm:t>
        <a:bodyPr/>
        <a:lstStyle/>
        <a:p>
          <a:r>
            <a:rPr lang="pl-PL"/>
            <a:t>Grupa:</a:t>
          </a:r>
          <a:endParaRPr lang="en-US"/>
        </a:p>
      </dgm:t>
    </dgm:pt>
    <dgm:pt modelId="{C040B013-BD62-4C25-92A8-ECF249857F8F}" type="parTrans" cxnId="{E56C39B9-0677-46E3-9BF0-2E1327BE346A}">
      <dgm:prSet/>
      <dgm:spPr/>
      <dgm:t>
        <a:bodyPr/>
        <a:lstStyle/>
        <a:p>
          <a:endParaRPr lang="en-US"/>
        </a:p>
      </dgm:t>
    </dgm:pt>
    <dgm:pt modelId="{640DC684-9CFD-4706-9226-88CEA86587F2}" type="sibTrans" cxnId="{E56C39B9-0677-46E3-9BF0-2E1327BE346A}">
      <dgm:prSet/>
      <dgm:spPr/>
      <dgm:t>
        <a:bodyPr/>
        <a:lstStyle/>
        <a:p>
          <a:endParaRPr lang="en-US"/>
        </a:p>
      </dgm:t>
    </dgm:pt>
    <dgm:pt modelId="{1799C647-9F0C-4BEB-A729-225DCA80B1C8}">
      <dgm:prSet/>
      <dgm:spPr/>
      <dgm:t>
        <a:bodyPr/>
        <a:lstStyle/>
        <a:p>
          <a:r>
            <a:rPr lang="pl-PL"/>
            <a:t>„moja praca” </a:t>
          </a:r>
          <a:endParaRPr lang="en-US"/>
        </a:p>
      </dgm:t>
    </dgm:pt>
    <dgm:pt modelId="{45D598F1-673F-4D6F-BDD9-708B4C6CD018}" type="parTrans" cxnId="{21F2A621-9963-4144-AF86-722CB259CD5D}">
      <dgm:prSet/>
      <dgm:spPr/>
      <dgm:t>
        <a:bodyPr/>
        <a:lstStyle/>
        <a:p>
          <a:endParaRPr lang="en-US"/>
        </a:p>
      </dgm:t>
    </dgm:pt>
    <dgm:pt modelId="{EA4D09D0-4F50-49A5-9B29-6A630F24192F}" type="sibTrans" cxnId="{21F2A621-9963-4144-AF86-722CB259CD5D}">
      <dgm:prSet/>
      <dgm:spPr/>
      <dgm:t>
        <a:bodyPr/>
        <a:lstStyle/>
        <a:p>
          <a:endParaRPr lang="en-US"/>
        </a:p>
      </dgm:t>
    </dgm:pt>
    <dgm:pt modelId="{B6DCF4EB-E895-456B-B022-BC084E9E689A}">
      <dgm:prSet/>
      <dgm:spPr/>
      <dgm:t>
        <a:bodyPr/>
        <a:lstStyle/>
        <a:p>
          <a:r>
            <a:rPr lang="pl-PL"/>
            <a:t>indywidualna odpowiedzialność </a:t>
          </a:r>
          <a:endParaRPr lang="en-US"/>
        </a:p>
      </dgm:t>
    </dgm:pt>
    <dgm:pt modelId="{CA15B089-D8B2-4FEE-A6C9-EB9A1BFCCF60}" type="parTrans" cxnId="{199255C4-4714-4680-9F20-FABAA17E2326}">
      <dgm:prSet/>
      <dgm:spPr/>
      <dgm:t>
        <a:bodyPr/>
        <a:lstStyle/>
        <a:p>
          <a:endParaRPr lang="en-US"/>
        </a:p>
      </dgm:t>
    </dgm:pt>
    <dgm:pt modelId="{9D9121C8-1F36-4DDA-91EE-DAF6ED43BE89}" type="sibTrans" cxnId="{199255C4-4714-4680-9F20-FABAA17E2326}">
      <dgm:prSet/>
      <dgm:spPr/>
      <dgm:t>
        <a:bodyPr/>
        <a:lstStyle/>
        <a:p>
          <a:endParaRPr lang="en-US"/>
        </a:p>
      </dgm:t>
    </dgm:pt>
    <dgm:pt modelId="{4422665E-4A6B-444A-B9E1-405A5946DB1E}">
      <dgm:prSet/>
      <dgm:spPr/>
      <dgm:t>
        <a:bodyPr/>
        <a:lstStyle/>
        <a:p>
          <a:r>
            <a:rPr lang="pl-PL"/>
            <a:t>brak silnej współpracy</a:t>
          </a:r>
          <a:endParaRPr lang="en-US"/>
        </a:p>
      </dgm:t>
    </dgm:pt>
    <dgm:pt modelId="{8D31AB26-50AC-4986-94FE-D088226BD3ED}" type="parTrans" cxnId="{3352D8BE-920D-442E-ABB4-0278DC23A125}">
      <dgm:prSet/>
      <dgm:spPr/>
      <dgm:t>
        <a:bodyPr/>
        <a:lstStyle/>
        <a:p>
          <a:endParaRPr lang="en-US"/>
        </a:p>
      </dgm:t>
    </dgm:pt>
    <dgm:pt modelId="{8F1801B7-352F-4FA3-8C27-BD50DDDE6C5E}" type="sibTrans" cxnId="{3352D8BE-920D-442E-ABB4-0278DC23A125}">
      <dgm:prSet/>
      <dgm:spPr/>
      <dgm:t>
        <a:bodyPr/>
        <a:lstStyle/>
        <a:p>
          <a:endParaRPr lang="en-US"/>
        </a:p>
      </dgm:t>
    </dgm:pt>
    <dgm:pt modelId="{EF7B561A-1C6A-4BB1-BFAC-38F02667E721}">
      <dgm:prSet/>
      <dgm:spPr/>
      <dgm:t>
        <a:bodyPr/>
        <a:lstStyle/>
        <a:p>
          <a:r>
            <a:rPr lang="en-US"/>
            <a:t>Zespół:</a:t>
          </a:r>
        </a:p>
      </dgm:t>
    </dgm:pt>
    <dgm:pt modelId="{C78866AE-7568-429F-AB9E-0BAD6F4E106F}" type="parTrans" cxnId="{6EA3F35A-F1BD-49F1-BDB7-8E8452218BD0}">
      <dgm:prSet/>
      <dgm:spPr/>
      <dgm:t>
        <a:bodyPr/>
        <a:lstStyle/>
        <a:p>
          <a:endParaRPr lang="en-US"/>
        </a:p>
      </dgm:t>
    </dgm:pt>
    <dgm:pt modelId="{6C2ACF28-60D7-416B-8338-E50598CC29FB}" type="sibTrans" cxnId="{6EA3F35A-F1BD-49F1-BDB7-8E8452218BD0}">
      <dgm:prSet/>
      <dgm:spPr/>
      <dgm:t>
        <a:bodyPr/>
        <a:lstStyle/>
        <a:p>
          <a:endParaRPr lang="en-US"/>
        </a:p>
      </dgm:t>
    </dgm:pt>
    <dgm:pt modelId="{1F4CE2E5-4F15-4FB2-8237-A16E194AB3F5}">
      <dgm:prSet/>
      <dgm:spPr/>
      <dgm:t>
        <a:bodyPr/>
        <a:lstStyle/>
        <a:p>
          <a:r>
            <a:rPr lang="pl-PL"/>
            <a:t>„nasz wynik”</a:t>
          </a:r>
          <a:endParaRPr lang="en-US"/>
        </a:p>
      </dgm:t>
    </dgm:pt>
    <dgm:pt modelId="{203E509A-78CD-45FE-8BF4-824A0348BA5D}" type="parTrans" cxnId="{5F1E325A-E0BD-4E8F-8399-CF613916F0D9}">
      <dgm:prSet/>
      <dgm:spPr/>
      <dgm:t>
        <a:bodyPr/>
        <a:lstStyle/>
        <a:p>
          <a:endParaRPr lang="en-US"/>
        </a:p>
      </dgm:t>
    </dgm:pt>
    <dgm:pt modelId="{5484AE35-F615-42BA-9F60-D21DDFE3E97A}" type="sibTrans" cxnId="{5F1E325A-E0BD-4E8F-8399-CF613916F0D9}">
      <dgm:prSet/>
      <dgm:spPr/>
      <dgm:t>
        <a:bodyPr/>
        <a:lstStyle/>
        <a:p>
          <a:endParaRPr lang="en-US"/>
        </a:p>
      </dgm:t>
    </dgm:pt>
    <dgm:pt modelId="{4D669548-3444-4694-9C4F-32BCBF328DC2}">
      <dgm:prSet/>
      <dgm:spPr/>
      <dgm:t>
        <a:bodyPr/>
        <a:lstStyle/>
        <a:p>
          <a:r>
            <a:rPr lang="pl-PL"/>
            <a:t>wspólna odpowiedzialność</a:t>
          </a:r>
          <a:endParaRPr lang="en-US"/>
        </a:p>
      </dgm:t>
    </dgm:pt>
    <dgm:pt modelId="{F9661578-C51E-429A-ACB7-0F052802701F}" type="parTrans" cxnId="{7FE714C2-75A1-4837-A4C0-32D166571764}">
      <dgm:prSet/>
      <dgm:spPr/>
      <dgm:t>
        <a:bodyPr/>
        <a:lstStyle/>
        <a:p>
          <a:endParaRPr lang="en-US"/>
        </a:p>
      </dgm:t>
    </dgm:pt>
    <dgm:pt modelId="{BBC291B9-5C2F-40AA-844A-5592A43F1DBF}" type="sibTrans" cxnId="{7FE714C2-75A1-4837-A4C0-32D166571764}">
      <dgm:prSet/>
      <dgm:spPr/>
      <dgm:t>
        <a:bodyPr/>
        <a:lstStyle/>
        <a:p>
          <a:endParaRPr lang="en-US"/>
        </a:p>
      </dgm:t>
    </dgm:pt>
    <dgm:pt modelId="{BBA17C9E-1862-4823-BB48-3C11A262A4A6}">
      <dgm:prSet/>
      <dgm:spPr/>
      <dgm:t>
        <a:bodyPr/>
        <a:lstStyle/>
        <a:p>
          <a:r>
            <a:rPr lang="pl-PL"/>
            <a:t>intensywna współpraca</a:t>
          </a:r>
          <a:endParaRPr lang="en-US"/>
        </a:p>
      </dgm:t>
    </dgm:pt>
    <dgm:pt modelId="{ED3CCFED-67B8-4D26-82FD-80140BFDFA0B}" type="parTrans" cxnId="{12008976-2637-4AF0-A7E8-6A691CE69B17}">
      <dgm:prSet/>
      <dgm:spPr/>
      <dgm:t>
        <a:bodyPr/>
        <a:lstStyle/>
        <a:p>
          <a:endParaRPr lang="en-US"/>
        </a:p>
      </dgm:t>
    </dgm:pt>
    <dgm:pt modelId="{3430EE13-34E0-48EE-B3F5-5D06A82244A9}" type="sibTrans" cxnId="{12008976-2637-4AF0-A7E8-6A691CE69B17}">
      <dgm:prSet/>
      <dgm:spPr/>
      <dgm:t>
        <a:bodyPr/>
        <a:lstStyle/>
        <a:p>
          <a:endParaRPr lang="en-US"/>
        </a:p>
      </dgm:t>
    </dgm:pt>
    <dgm:pt modelId="{44619E2C-1A3D-44AC-BD7E-DF3DE9911606}" type="pres">
      <dgm:prSet presAssocID="{EBC5DD73-275B-4241-8AB0-8BE0A532C750}" presName="diagram" presStyleCnt="0">
        <dgm:presLayoutVars>
          <dgm:dir/>
          <dgm:resizeHandles val="exact"/>
        </dgm:presLayoutVars>
      </dgm:prSet>
      <dgm:spPr/>
    </dgm:pt>
    <dgm:pt modelId="{B819476B-1AA9-4EB1-82BC-F001DE4BE5F7}" type="pres">
      <dgm:prSet presAssocID="{1F41BD2A-3136-4B71-8132-364B96444C48}" presName="node" presStyleLbl="node1" presStyleIdx="0" presStyleCnt="8">
        <dgm:presLayoutVars>
          <dgm:bulletEnabled val="1"/>
        </dgm:presLayoutVars>
      </dgm:prSet>
      <dgm:spPr/>
    </dgm:pt>
    <dgm:pt modelId="{5E6A3D2A-DD6F-4785-B921-FB3A9C71BCE7}" type="pres">
      <dgm:prSet presAssocID="{640DC684-9CFD-4706-9226-88CEA86587F2}" presName="sibTrans" presStyleCnt="0"/>
      <dgm:spPr/>
    </dgm:pt>
    <dgm:pt modelId="{AD84357A-8E2B-4A2C-812E-6654D9A9D69F}" type="pres">
      <dgm:prSet presAssocID="{1799C647-9F0C-4BEB-A729-225DCA80B1C8}" presName="node" presStyleLbl="node1" presStyleIdx="1" presStyleCnt="8">
        <dgm:presLayoutVars>
          <dgm:bulletEnabled val="1"/>
        </dgm:presLayoutVars>
      </dgm:prSet>
      <dgm:spPr/>
    </dgm:pt>
    <dgm:pt modelId="{220009B8-3318-4DA6-B72A-406C4A1582C9}" type="pres">
      <dgm:prSet presAssocID="{EA4D09D0-4F50-49A5-9B29-6A630F24192F}" presName="sibTrans" presStyleCnt="0"/>
      <dgm:spPr/>
    </dgm:pt>
    <dgm:pt modelId="{4AE57B36-E860-4991-A61B-EF0C840FCF6F}" type="pres">
      <dgm:prSet presAssocID="{B6DCF4EB-E895-456B-B022-BC084E9E689A}" presName="node" presStyleLbl="node1" presStyleIdx="2" presStyleCnt="8">
        <dgm:presLayoutVars>
          <dgm:bulletEnabled val="1"/>
        </dgm:presLayoutVars>
      </dgm:prSet>
      <dgm:spPr/>
    </dgm:pt>
    <dgm:pt modelId="{6512EA5D-B5AB-455B-92C7-7CDA70E0196F}" type="pres">
      <dgm:prSet presAssocID="{9D9121C8-1F36-4DDA-91EE-DAF6ED43BE89}" presName="sibTrans" presStyleCnt="0"/>
      <dgm:spPr/>
    </dgm:pt>
    <dgm:pt modelId="{922412F4-9D29-44B4-BE48-5C52876BE2A1}" type="pres">
      <dgm:prSet presAssocID="{4422665E-4A6B-444A-B9E1-405A5946DB1E}" presName="node" presStyleLbl="node1" presStyleIdx="3" presStyleCnt="8">
        <dgm:presLayoutVars>
          <dgm:bulletEnabled val="1"/>
        </dgm:presLayoutVars>
      </dgm:prSet>
      <dgm:spPr/>
    </dgm:pt>
    <dgm:pt modelId="{0FAEAD5E-9FDC-4017-B8D6-B077EACC911C}" type="pres">
      <dgm:prSet presAssocID="{8F1801B7-352F-4FA3-8C27-BD50DDDE6C5E}" presName="sibTrans" presStyleCnt="0"/>
      <dgm:spPr/>
    </dgm:pt>
    <dgm:pt modelId="{9107E724-808B-4AF9-B2BB-A7C2E3D80C6C}" type="pres">
      <dgm:prSet presAssocID="{EF7B561A-1C6A-4BB1-BFAC-38F02667E721}" presName="node" presStyleLbl="node1" presStyleIdx="4" presStyleCnt="8">
        <dgm:presLayoutVars>
          <dgm:bulletEnabled val="1"/>
        </dgm:presLayoutVars>
      </dgm:prSet>
      <dgm:spPr/>
    </dgm:pt>
    <dgm:pt modelId="{8049125A-5B8E-48F7-8389-9FA39927C917}" type="pres">
      <dgm:prSet presAssocID="{6C2ACF28-60D7-416B-8338-E50598CC29FB}" presName="sibTrans" presStyleCnt="0"/>
      <dgm:spPr/>
    </dgm:pt>
    <dgm:pt modelId="{A53C9DB3-9AB6-436E-908C-D02995C7F5DE}" type="pres">
      <dgm:prSet presAssocID="{1F4CE2E5-4F15-4FB2-8237-A16E194AB3F5}" presName="node" presStyleLbl="node1" presStyleIdx="5" presStyleCnt="8">
        <dgm:presLayoutVars>
          <dgm:bulletEnabled val="1"/>
        </dgm:presLayoutVars>
      </dgm:prSet>
      <dgm:spPr/>
    </dgm:pt>
    <dgm:pt modelId="{AE4AEDCB-90F5-49FF-B8DE-184764580130}" type="pres">
      <dgm:prSet presAssocID="{5484AE35-F615-42BA-9F60-D21DDFE3E97A}" presName="sibTrans" presStyleCnt="0"/>
      <dgm:spPr/>
    </dgm:pt>
    <dgm:pt modelId="{45132FB7-AC18-4F28-9F4E-21BA94A6B0C9}" type="pres">
      <dgm:prSet presAssocID="{4D669548-3444-4694-9C4F-32BCBF328DC2}" presName="node" presStyleLbl="node1" presStyleIdx="6" presStyleCnt="8">
        <dgm:presLayoutVars>
          <dgm:bulletEnabled val="1"/>
        </dgm:presLayoutVars>
      </dgm:prSet>
      <dgm:spPr/>
    </dgm:pt>
    <dgm:pt modelId="{2B80F055-3EB4-4E3B-8874-236D4FF25750}" type="pres">
      <dgm:prSet presAssocID="{BBC291B9-5C2F-40AA-844A-5592A43F1DBF}" presName="sibTrans" presStyleCnt="0"/>
      <dgm:spPr/>
    </dgm:pt>
    <dgm:pt modelId="{1DB51A3C-B48A-4F1E-B1FA-894CD7ACA183}" type="pres">
      <dgm:prSet presAssocID="{BBA17C9E-1862-4823-BB48-3C11A262A4A6}" presName="node" presStyleLbl="node1" presStyleIdx="7" presStyleCnt="8">
        <dgm:presLayoutVars>
          <dgm:bulletEnabled val="1"/>
        </dgm:presLayoutVars>
      </dgm:prSet>
      <dgm:spPr/>
    </dgm:pt>
  </dgm:ptLst>
  <dgm:cxnLst>
    <dgm:cxn modelId="{AA3B5918-D92D-4000-9C28-CD638B057000}" type="presOf" srcId="{B6DCF4EB-E895-456B-B022-BC084E9E689A}" destId="{4AE57B36-E860-4991-A61B-EF0C840FCF6F}" srcOrd="0" destOrd="0" presId="urn:microsoft.com/office/officeart/2005/8/layout/default"/>
    <dgm:cxn modelId="{C43C6A1C-E119-4518-96A7-983831AE63DF}" type="presOf" srcId="{EBC5DD73-275B-4241-8AB0-8BE0A532C750}" destId="{44619E2C-1A3D-44AC-BD7E-DF3DE9911606}" srcOrd="0" destOrd="0" presId="urn:microsoft.com/office/officeart/2005/8/layout/default"/>
    <dgm:cxn modelId="{21F2A621-9963-4144-AF86-722CB259CD5D}" srcId="{EBC5DD73-275B-4241-8AB0-8BE0A532C750}" destId="{1799C647-9F0C-4BEB-A729-225DCA80B1C8}" srcOrd="1" destOrd="0" parTransId="{45D598F1-673F-4D6F-BDD9-708B4C6CD018}" sibTransId="{EA4D09D0-4F50-49A5-9B29-6A630F24192F}"/>
    <dgm:cxn modelId="{29A0C433-18F3-43F0-8368-6BE5C0D88FC4}" type="presOf" srcId="{1F4CE2E5-4F15-4FB2-8237-A16E194AB3F5}" destId="{A53C9DB3-9AB6-436E-908C-D02995C7F5DE}" srcOrd="0" destOrd="0" presId="urn:microsoft.com/office/officeart/2005/8/layout/default"/>
    <dgm:cxn modelId="{CA8D9238-9752-476F-83B0-4697464D64C3}" type="presOf" srcId="{BBA17C9E-1862-4823-BB48-3C11A262A4A6}" destId="{1DB51A3C-B48A-4F1E-B1FA-894CD7ACA183}" srcOrd="0" destOrd="0" presId="urn:microsoft.com/office/officeart/2005/8/layout/default"/>
    <dgm:cxn modelId="{B50B935D-45AA-4E18-96DF-400B5FA9C57E}" type="presOf" srcId="{1F41BD2A-3136-4B71-8132-364B96444C48}" destId="{B819476B-1AA9-4EB1-82BC-F001DE4BE5F7}" srcOrd="0" destOrd="0" presId="urn:microsoft.com/office/officeart/2005/8/layout/default"/>
    <dgm:cxn modelId="{B6E0B76E-316D-4D0C-BEC5-4A4D32B88565}" type="presOf" srcId="{1799C647-9F0C-4BEB-A729-225DCA80B1C8}" destId="{AD84357A-8E2B-4A2C-812E-6654D9A9D69F}" srcOrd="0" destOrd="0" presId="urn:microsoft.com/office/officeart/2005/8/layout/default"/>
    <dgm:cxn modelId="{12008976-2637-4AF0-A7E8-6A691CE69B17}" srcId="{EBC5DD73-275B-4241-8AB0-8BE0A532C750}" destId="{BBA17C9E-1862-4823-BB48-3C11A262A4A6}" srcOrd="7" destOrd="0" parTransId="{ED3CCFED-67B8-4D26-82FD-80140BFDFA0B}" sibTransId="{3430EE13-34E0-48EE-B3F5-5D06A82244A9}"/>
    <dgm:cxn modelId="{1A1B3058-A6F1-418B-B379-716964C91FD6}" type="presOf" srcId="{4D669548-3444-4694-9C4F-32BCBF328DC2}" destId="{45132FB7-AC18-4F28-9F4E-21BA94A6B0C9}" srcOrd="0" destOrd="0" presId="urn:microsoft.com/office/officeart/2005/8/layout/default"/>
    <dgm:cxn modelId="{5F1E325A-E0BD-4E8F-8399-CF613916F0D9}" srcId="{EBC5DD73-275B-4241-8AB0-8BE0A532C750}" destId="{1F4CE2E5-4F15-4FB2-8237-A16E194AB3F5}" srcOrd="5" destOrd="0" parTransId="{203E509A-78CD-45FE-8BF4-824A0348BA5D}" sibTransId="{5484AE35-F615-42BA-9F60-D21DDFE3E97A}"/>
    <dgm:cxn modelId="{6EA3F35A-F1BD-49F1-BDB7-8E8452218BD0}" srcId="{EBC5DD73-275B-4241-8AB0-8BE0A532C750}" destId="{EF7B561A-1C6A-4BB1-BFAC-38F02667E721}" srcOrd="4" destOrd="0" parTransId="{C78866AE-7568-429F-AB9E-0BAD6F4E106F}" sibTransId="{6C2ACF28-60D7-416B-8338-E50598CC29FB}"/>
    <dgm:cxn modelId="{9C85B797-1191-42C8-B199-8BC2C54031E3}" type="presOf" srcId="{4422665E-4A6B-444A-B9E1-405A5946DB1E}" destId="{922412F4-9D29-44B4-BE48-5C52876BE2A1}" srcOrd="0" destOrd="0" presId="urn:microsoft.com/office/officeart/2005/8/layout/default"/>
    <dgm:cxn modelId="{E56C39B9-0677-46E3-9BF0-2E1327BE346A}" srcId="{EBC5DD73-275B-4241-8AB0-8BE0A532C750}" destId="{1F41BD2A-3136-4B71-8132-364B96444C48}" srcOrd="0" destOrd="0" parTransId="{C040B013-BD62-4C25-92A8-ECF249857F8F}" sibTransId="{640DC684-9CFD-4706-9226-88CEA86587F2}"/>
    <dgm:cxn modelId="{3352D8BE-920D-442E-ABB4-0278DC23A125}" srcId="{EBC5DD73-275B-4241-8AB0-8BE0A532C750}" destId="{4422665E-4A6B-444A-B9E1-405A5946DB1E}" srcOrd="3" destOrd="0" parTransId="{8D31AB26-50AC-4986-94FE-D088226BD3ED}" sibTransId="{8F1801B7-352F-4FA3-8C27-BD50DDDE6C5E}"/>
    <dgm:cxn modelId="{7FE714C2-75A1-4837-A4C0-32D166571764}" srcId="{EBC5DD73-275B-4241-8AB0-8BE0A532C750}" destId="{4D669548-3444-4694-9C4F-32BCBF328DC2}" srcOrd="6" destOrd="0" parTransId="{F9661578-C51E-429A-ACB7-0F052802701F}" sibTransId="{BBC291B9-5C2F-40AA-844A-5592A43F1DBF}"/>
    <dgm:cxn modelId="{199255C4-4714-4680-9F20-FABAA17E2326}" srcId="{EBC5DD73-275B-4241-8AB0-8BE0A532C750}" destId="{B6DCF4EB-E895-456B-B022-BC084E9E689A}" srcOrd="2" destOrd="0" parTransId="{CA15B089-D8B2-4FEE-A6C9-EB9A1BFCCF60}" sibTransId="{9D9121C8-1F36-4DDA-91EE-DAF6ED43BE89}"/>
    <dgm:cxn modelId="{2720BAEB-B4B3-4309-840E-645C43B02D40}" type="presOf" srcId="{EF7B561A-1C6A-4BB1-BFAC-38F02667E721}" destId="{9107E724-808B-4AF9-B2BB-A7C2E3D80C6C}" srcOrd="0" destOrd="0" presId="urn:microsoft.com/office/officeart/2005/8/layout/default"/>
    <dgm:cxn modelId="{68458A52-871B-47C4-AEFC-F31D2E2BD7D7}" type="presParOf" srcId="{44619E2C-1A3D-44AC-BD7E-DF3DE9911606}" destId="{B819476B-1AA9-4EB1-82BC-F001DE4BE5F7}" srcOrd="0" destOrd="0" presId="urn:microsoft.com/office/officeart/2005/8/layout/default"/>
    <dgm:cxn modelId="{A8756393-3314-4E8A-8BED-B5FDE42E6B75}" type="presParOf" srcId="{44619E2C-1A3D-44AC-BD7E-DF3DE9911606}" destId="{5E6A3D2A-DD6F-4785-B921-FB3A9C71BCE7}" srcOrd="1" destOrd="0" presId="urn:microsoft.com/office/officeart/2005/8/layout/default"/>
    <dgm:cxn modelId="{233EC45A-196C-4502-8127-53584FD69130}" type="presParOf" srcId="{44619E2C-1A3D-44AC-BD7E-DF3DE9911606}" destId="{AD84357A-8E2B-4A2C-812E-6654D9A9D69F}" srcOrd="2" destOrd="0" presId="urn:microsoft.com/office/officeart/2005/8/layout/default"/>
    <dgm:cxn modelId="{15DC4E07-B44A-4E48-9842-44782D5BF629}" type="presParOf" srcId="{44619E2C-1A3D-44AC-BD7E-DF3DE9911606}" destId="{220009B8-3318-4DA6-B72A-406C4A1582C9}" srcOrd="3" destOrd="0" presId="urn:microsoft.com/office/officeart/2005/8/layout/default"/>
    <dgm:cxn modelId="{D9013BEA-1E1B-4D76-81D9-876C13D081C9}" type="presParOf" srcId="{44619E2C-1A3D-44AC-BD7E-DF3DE9911606}" destId="{4AE57B36-E860-4991-A61B-EF0C840FCF6F}" srcOrd="4" destOrd="0" presId="urn:microsoft.com/office/officeart/2005/8/layout/default"/>
    <dgm:cxn modelId="{BC83D696-B241-45B0-A1E2-46F0F09C9B02}" type="presParOf" srcId="{44619E2C-1A3D-44AC-BD7E-DF3DE9911606}" destId="{6512EA5D-B5AB-455B-92C7-7CDA70E0196F}" srcOrd="5" destOrd="0" presId="urn:microsoft.com/office/officeart/2005/8/layout/default"/>
    <dgm:cxn modelId="{DCD529B2-A515-45D7-B8E0-69CD4A5F6CB4}" type="presParOf" srcId="{44619E2C-1A3D-44AC-BD7E-DF3DE9911606}" destId="{922412F4-9D29-44B4-BE48-5C52876BE2A1}" srcOrd="6" destOrd="0" presId="urn:microsoft.com/office/officeart/2005/8/layout/default"/>
    <dgm:cxn modelId="{0560E51D-CE6C-4B30-BD42-6AAA54B35520}" type="presParOf" srcId="{44619E2C-1A3D-44AC-BD7E-DF3DE9911606}" destId="{0FAEAD5E-9FDC-4017-B8D6-B077EACC911C}" srcOrd="7" destOrd="0" presId="urn:microsoft.com/office/officeart/2005/8/layout/default"/>
    <dgm:cxn modelId="{DE6FCBCC-E39D-4617-93B7-ACDC2BC1EC54}" type="presParOf" srcId="{44619E2C-1A3D-44AC-BD7E-DF3DE9911606}" destId="{9107E724-808B-4AF9-B2BB-A7C2E3D80C6C}" srcOrd="8" destOrd="0" presId="urn:microsoft.com/office/officeart/2005/8/layout/default"/>
    <dgm:cxn modelId="{9861B42B-1404-49E0-833F-905709F0890E}" type="presParOf" srcId="{44619E2C-1A3D-44AC-BD7E-DF3DE9911606}" destId="{8049125A-5B8E-48F7-8389-9FA39927C917}" srcOrd="9" destOrd="0" presId="urn:microsoft.com/office/officeart/2005/8/layout/default"/>
    <dgm:cxn modelId="{541B6B58-4BA2-4C6B-B00C-C658A437604B}" type="presParOf" srcId="{44619E2C-1A3D-44AC-BD7E-DF3DE9911606}" destId="{A53C9DB3-9AB6-436E-908C-D02995C7F5DE}" srcOrd="10" destOrd="0" presId="urn:microsoft.com/office/officeart/2005/8/layout/default"/>
    <dgm:cxn modelId="{A297281B-DF04-4378-A926-4B524A16E88B}" type="presParOf" srcId="{44619E2C-1A3D-44AC-BD7E-DF3DE9911606}" destId="{AE4AEDCB-90F5-49FF-B8DE-184764580130}" srcOrd="11" destOrd="0" presId="urn:microsoft.com/office/officeart/2005/8/layout/default"/>
    <dgm:cxn modelId="{05F52F69-4087-4B22-80E5-13C62E76AF45}" type="presParOf" srcId="{44619E2C-1A3D-44AC-BD7E-DF3DE9911606}" destId="{45132FB7-AC18-4F28-9F4E-21BA94A6B0C9}" srcOrd="12" destOrd="0" presId="urn:microsoft.com/office/officeart/2005/8/layout/default"/>
    <dgm:cxn modelId="{F9A09105-C09A-414D-9AF1-4C9E2D722BC2}" type="presParOf" srcId="{44619E2C-1A3D-44AC-BD7E-DF3DE9911606}" destId="{2B80F055-3EB4-4E3B-8874-236D4FF25750}" srcOrd="13" destOrd="0" presId="urn:microsoft.com/office/officeart/2005/8/layout/default"/>
    <dgm:cxn modelId="{5F91380E-38BE-414D-B918-7C0A6A27F60C}" type="presParOf" srcId="{44619E2C-1A3D-44AC-BD7E-DF3DE9911606}" destId="{1DB51A3C-B48A-4F1E-B1FA-894CD7ACA183}" srcOrd="1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34B75E9-B336-4095-88A9-635841D7EFC8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96D7FC62-F33A-4404-A81F-A0E5ACDF16C5}">
      <dgm:prSet/>
      <dgm:spPr/>
      <dgm:t>
        <a:bodyPr/>
        <a:lstStyle/>
        <a:p>
          <a:r>
            <a:rPr lang="pl-PL"/>
            <a:t>poznawanie się</a:t>
          </a:r>
          <a:endParaRPr lang="en-US"/>
        </a:p>
      </dgm:t>
    </dgm:pt>
    <dgm:pt modelId="{37B00D14-1C3E-4FB5-B926-6695AC86F675}" type="parTrans" cxnId="{4AFAE16D-2563-446E-A115-2528E688F08B}">
      <dgm:prSet/>
      <dgm:spPr/>
      <dgm:t>
        <a:bodyPr/>
        <a:lstStyle/>
        <a:p>
          <a:endParaRPr lang="en-US"/>
        </a:p>
      </dgm:t>
    </dgm:pt>
    <dgm:pt modelId="{AE14667F-34AF-426F-A411-EE85F90632FF}" type="sibTrans" cxnId="{4AFAE16D-2563-446E-A115-2528E688F08B}">
      <dgm:prSet/>
      <dgm:spPr/>
      <dgm:t>
        <a:bodyPr/>
        <a:lstStyle/>
        <a:p>
          <a:endParaRPr lang="en-US"/>
        </a:p>
      </dgm:t>
    </dgm:pt>
    <dgm:pt modelId="{B0DF6B5E-325A-4E70-9F4D-51FD1A0C69F4}">
      <dgm:prSet/>
      <dgm:spPr/>
      <dgm:t>
        <a:bodyPr/>
        <a:lstStyle/>
        <a:p>
          <a:r>
            <a:rPr lang="pl-PL"/>
            <a:t>brak pewności</a:t>
          </a:r>
          <a:endParaRPr lang="en-US"/>
        </a:p>
      </dgm:t>
    </dgm:pt>
    <dgm:pt modelId="{F8F2F7D7-3AD9-4B0F-843E-611D57FFB7E5}" type="parTrans" cxnId="{1A354E8C-B617-4DA2-B4C1-EAA25EEF2CDB}">
      <dgm:prSet/>
      <dgm:spPr/>
      <dgm:t>
        <a:bodyPr/>
        <a:lstStyle/>
        <a:p>
          <a:endParaRPr lang="en-US"/>
        </a:p>
      </dgm:t>
    </dgm:pt>
    <dgm:pt modelId="{BE779215-0CC9-40D2-9644-9414094D282C}" type="sibTrans" cxnId="{1A354E8C-B617-4DA2-B4C1-EAA25EEF2CDB}">
      <dgm:prSet/>
      <dgm:spPr/>
      <dgm:t>
        <a:bodyPr/>
        <a:lstStyle/>
        <a:p>
          <a:endParaRPr lang="en-US"/>
        </a:p>
      </dgm:t>
    </dgm:pt>
    <dgm:pt modelId="{2ABF2348-7408-48F1-98B3-B79CF76C86E6}">
      <dgm:prSet/>
      <dgm:spPr/>
      <dgm:t>
        <a:bodyPr/>
        <a:lstStyle/>
        <a:p>
          <a:r>
            <a:rPr lang="pl-PL"/>
            <a:t>uprzejma komunikacja</a:t>
          </a:r>
          <a:endParaRPr lang="en-US"/>
        </a:p>
      </dgm:t>
    </dgm:pt>
    <dgm:pt modelId="{D2A50F33-864B-4B10-840C-5EEA3D15CF03}" type="parTrans" cxnId="{B57BF3F3-6988-4764-AEC7-469FE3821B96}">
      <dgm:prSet/>
      <dgm:spPr/>
      <dgm:t>
        <a:bodyPr/>
        <a:lstStyle/>
        <a:p>
          <a:endParaRPr lang="en-US"/>
        </a:p>
      </dgm:t>
    </dgm:pt>
    <dgm:pt modelId="{5C74A472-774E-4475-9E92-36F9C3657952}" type="sibTrans" cxnId="{B57BF3F3-6988-4764-AEC7-469FE3821B96}">
      <dgm:prSet/>
      <dgm:spPr/>
      <dgm:t>
        <a:bodyPr/>
        <a:lstStyle/>
        <a:p>
          <a:endParaRPr lang="en-US"/>
        </a:p>
      </dgm:t>
    </dgm:pt>
    <dgm:pt modelId="{CC527A4B-6C50-4529-869D-5149939C0E2B}">
      <dgm:prSet/>
      <dgm:spPr/>
      <dgm:t>
        <a:bodyPr/>
        <a:lstStyle/>
        <a:p>
          <a:r>
            <a:rPr lang="pl-PL"/>
            <a:t>brak konfliktów</a:t>
          </a:r>
          <a:endParaRPr lang="en-US"/>
        </a:p>
      </dgm:t>
    </dgm:pt>
    <dgm:pt modelId="{288D4A04-0C19-4001-A0A0-CEF41ED7FEAA}" type="parTrans" cxnId="{949097A3-CCDB-4598-9529-8CC2451E8446}">
      <dgm:prSet/>
      <dgm:spPr/>
      <dgm:t>
        <a:bodyPr/>
        <a:lstStyle/>
        <a:p>
          <a:endParaRPr lang="en-US"/>
        </a:p>
      </dgm:t>
    </dgm:pt>
    <dgm:pt modelId="{FB3F7D74-5122-4A1B-B2D2-7812B63E791B}" type="sibTrans" cxnId="{949097A3-CCDB-4598-9529-8CC2451E8446}">
      <dgm:prSet/>
      <dgm:spPr/>
      <dgm:t>
        <a:bodyPr/>
        <a:lstStyle/>
        <a:p>
          <a:endParaRPr lang="en-US"/>
        </a:p>
      </dgm:t>
    </dgm:pt>
    <dgm:pt modelId="{F0C80998-6192-49AC-83D8-0E64A9B08BAD}" type="pres">
      <dgm:prSet presAssocID="{534B75E9-B336-4095-88A9-635841D7EFC8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53E8CAF8-7CF8-49F0-B800-FC7F6311145B}" type="pres">
      <dgm:prSet presAssocID="{96D7FC62-F33A-4404-A81F-A0E5ACDF16C5}" presName="hierRoot1" presStyleCnt="0"/>
      <dgm:spPr/>
    </dgm:pt>
    <dgm:pt modelId="{3BE6DE50-DAEF-44BE-9DA6-D3ECE66E1ED5}" type="pres">
      <dgm:prSet presAssocID="{96D7FC62-F33A-4404-A81F-A0E5ACDF16C5}" presName="composite" presStyleCnt="0"/>
      <dgm:spPr/>
    </dgm:pt>
    <dgm:pt modelId="{916B13C4-719A-478C-8C71-E3A3705ED36E}" type="pres">
      <dgm:prSet presAssocID="{96D7FC62-F33A-4404-A81F-A0E5ACDF16C5}" presName="background" presStyleLbl="node0" presStyleIdx="0" presStyleCnt="4"/>
      <dgm:spPr/>
    </dgm:pt>
    <dgm:pt modelId="{802F057B-6F00-449F-A30E-2A87238ED1B4}" type="pres">
      <dgm:prSet presAssocID="{96D7FC62-F33A-4404-A81F-A0E5ACDF16C5}" presName="text" presStyleLbl="fgAcc0" presStyleIdx="0" presStyleCnt="4">
        <dgm:presLayoutVars>
          <dgm:chPref val="3"/>
        </dgm:presLayoutVars>
      </dgm:prSet>
      <dgm:spPr/>
    </dgm:pt>
    <dgm:pt modelId="{6E3AB26B-4F03-4D04-910E-6AB3CE6B58C4}" type="pres">
      <dgm:prSet presAssocID="{96D7FC62-F33A-4404-A81F-A0E5ACDF16C5}" presName="hierChild2" presStyleCnt="0"/>
      <dgm:spPr/>
    </dgm:pt>
    <dgm:pt modelId="{8070A4B9-210D-45A4-9EED-F9EFB778BE7E}" type="pres">
      <dgm:prSet presAssocID="{B0DF6B5E-325A-4E70-9F4D-51FD1A0C69F4}" presName="hierRoot1" presStyleCnt="0"/>
      <dgm:spPr/>
    </dgm:pt>
    <dgm:pt modelId="{453D1F34-AE76-4F37-AD9E-93B28B243C25}" type="pres">
      <dgm:prSet presAssocID="{B0DF6B5E-325A-4E70-9F4D-51FD1A0C69F4}" presName="composite" presStyleCnt="0"/>
      <dgm:spPr/>
    </dgm:pt>
    <dgm:pt modelId="{BE490FA9-9F1D-4C7B-809D-CB06466378D0}" type="pres">
      <dgm:prSet presAssocID="{B0DF6B5E-325A-4E70-9F4D-51FD1A0C69F4}" presName="background" presStyleLbl="node0" presStyleIdx="1" presStyleCnt="4"/>
      <dgm:spPr/>
    </dgm:pt>
    <dgm:pt modelId="{6DC7E835-9A78-469D-A121-4AD22AC93F53}" type="pres">
      <dgm:prSet presAssocID="{B0DF6B5E-325A-4E70-9F4D-51FD1A0C69F4}" presName="text" presStyleLbl="fgAcc0" presStyleIdx="1" presStyleCnt="4">
        <dgm:presLayoutVars>
          <dgm:chPref val="3"/>
        </dgm:presLayoutVars>
      </dgm:prSet>
      <dgm:spPr/>
    </dgm:pt>
    <dgm:pt modelId="{9F7D984B-EF8C-4378-BF3C-2677C7B32433}" type="pres">
      <dgm:prSet presAssocID="{B0DF6B5E-325A-4E70-9F4D-51FD1A0C69F4}" presName="hierChild2" presStyleCnt="0"/>
      <dgm:spPr/>
    </dgm:pt>
    <dgm:pt modelId="{3AB803CA-BBDB-4C91-B67F-4AC90B883792}" type="pres">
      <dgm:prSet presAssocID="{2ABF2348-7408-48F1-98B3-B79CF76C86E6}" presName="hierRoot1" presStyleCnt="0"/>
      <dgm:spPr/>
    </dgm:pt>
    <dgm:pt modelId="{E189F27C-89E1-4A48-BC7E-D70387D351EB}" type="pres">
      <dgm:prSet presAssocID="{2ABF2348-7408-48F1-98B3-B79CF76C86E6}" presName="composite" presStyleCnt="0"/>
      <dgm:spPr/>
    </dgm:pt>
    <dgm:pt modelId="{8A1BA83A-6670-403E-8C39-2E85AD3AAAC0}" type="pres">
      <dgm:prSet presAssocID="{2ABF2348-7408-48F1-98B3-B79CF76C86E6}" presName="background" presStyleLbl="node0" presStyleIdx="2" presStyleCnt="4"/>
      <dgm:spPr/>
    </dgm:pt>
    <dgm:pt modelId="{1D20FF57-ADEC-4414-9847-B95AE3B23231}" type="pres">
      <dgm:prSet presAssocID="{2ABF2348-7408-48F1-98B3-B79CF76C86E6}" presName="text" presStyleLbl="fgAcc0" presStyleIdx="2" presStyleCnt="4">
        <dgm:presLayoutVars>
          <dgm:chPref val="3"/>
        </dgm:presLayoutVars>
      </dgm:prSet>
      <dgm:spPr/>
    </dgm:pt>
    <dgm:pt modelId="{147CF324-1EBD-4827-8E8A-36C9020922E2}" type="pres">
      <dgm:prSet presAssocID="{2ABF2348-7408-48F1-98B3-B79CF76C86E6}" presName="hierChild2" presStyleCnt="0"/>
      <dgm:spPr/>
    </dgm:pt>
    <dgm:pt modelId="{F92C4510-724F-40C1-A9B6-97F82BC87C93}" type="pres">
      <dgm:prSet presAssocID="{CC527A4B-6C50-4529-869D-5149939C0E2B}" presName="hierRoot1" presStyleCnt="0"/>
      <dgm:spPr/>
    </dgm:pt>
    <dgm:pt modelId="{6BE720B3-953B-4B57-B855-249E9FD66B42}" type="pres">
      <dgm:prSet presAssocID="{CC527A4B-6C50-4529-869D-5149939C0E2B}" presName="composite" presStyleCnt="0"/>
      <dgm:spPr/>
    </dgm:pt>
    <dgm:pt modelId="{AC4C4A39-8851-40B0-A580-DC6A2C04A9A5}" type="pres">
      <dgm:prSet presAssocID="{CC527A4B-6C50-4529-869D-5149939C0E2B}" presName="background" presStyleLbl="node0" presStyleIdx="3" presStyleCnt="4"/>
      <dgm:spPr/>
    </dgm:pt>
    <dgm:pt modelId="{538C9BCD-A452-4B3C-836E-4C980EAB12ED}" type="pres">
      <dgm:prSet presAssocID="{CC527A4B-6C50-4529-869D-5149939C0E2B}" presName="text" presStyleLbl="fgAcc0" presStyleIdx="3" presStyleCnt="4">
        <dgm:presLayoutVars>
          <dgm:chPref val="3"/>
        </dgm:presLayoutVars>
      </dgm:prSet>
      <dgm:spPr/>
    </dgm:pt>
    <dgm:pt modelId="{03835B35-9498-4902-85A2-25A6306E12CB}" type="pres">
      <dgm:prSet presAssocID="{CC527A4B-6C50-4529-869D-5149939C0E2B}" presName="hierChild2" presStyleCnt="0"/>
      <dgm:spPr/>
    </dgm:pt>
  </dgm:ptLst>
  <dgm:cxnLst>
    <dgm:cxn modelId="{0B56415B-F9FB-489F-A6E8-8B1382650E27}" type="presOf" srcId="{2ABF2348-7408-48F1-98B3-B79CF76C86E6}" destId="{1D20FF57-ADEC-4414-9847-B95AE3B23231}" srcOrd="0" destOrd="0" presId="urn:microsoft.com/office/officeart/2005/8/layout/hierarchy1"/>
    <dgm:cxn modelId="{ECD89467-A382-4096-B42A-F7C1D50830F1}" type="presOf" srcId="{96D7FC62-F33A-4404-A81F-A0E5ACDF16C5}" destId="{802F057B-6F00-449F-A30E-2A87238ED1B4}" srcOrd="0" destOrd="0" presId="urn:microsoft.com/office/officeart/2005/8/layout/hierarchy1"/>
    <dgm:cxn modelId="{60D19D6C-48AC-4E19-AD8A-2E2E40FC2453}" type="presOf" srcId="{CC527A4B-6C50-4529-869D-5149939C0E2B}" destId="{538C9BCD-A452-4B3C-836E-4C980EAB12ED}" srcOrd="0" destOrd="0" presId="urn:microsoft.com/office/officeart/2005/8/layout/hierarchy1"/>
    <dgm:cxn modelId="{4AFAE16D-2563-446E-A115-2528E688F08B}" srcId="{534B75E9-B336-4095-88A9-635841D7EFC8}" destId="{96D7FC62-F33A-4404-A81F-A0E5ACDF16C5}" srcOrd="0" destOrd="0" parTransId="{37B00D14-1C3E-4FB5-B926-6695AC86F675}" sibTransId="{AE14667F-34AF-426F-A411-EE85F90632FF}"/>
    <dgm:cxn modelId="{1A354E8C-B617-4DA2-B4C1-EAA25EEF2CDB}" srcId="{534B75E9-B336-4095-88A9-635841D7EFC8}" destId="{B0DF6B5E-325A-4E70-9F4D-51FD1A0C69F4}" srcOrd="1" destOrd="0" parTransId="{F8F2F7D7-3AD9-4B0F-843E-611D57FFB7E5}" sibTransId="{BE779215-0CC9-40D2-9644-9414094D282C}"/>
    <dgm:cxn modelId="{949097A3-CCDB-4598-9529-8CC2451E8446}" srcId="{534B75E9-B336-4095-88A9-635841D7EFC8}" destId="{CC527A4B-6C50-4529-869D-5149939C0E2B}" srcOrd="3" destOrd="0" parTransId="{288D4A04-0C19-4001-A0A0-CEF41ED7FEAA}" sibTransId="{FB3F7D74-5122-4A1B-B2D2-7812B63E791B}"/>
    <dgm:cxn modelId="{E9DDBBA6-2507-49C6-9893-C6F8488072EB}" type="presOf" srcId="{534B75E9-B336-4095-88A9-635841D7EFC8}" destId="{F0C80998-6192-49AC-83D8-0E64A9B08BAD}" srcOrd="0" destOrd="0" presId="urn:microsoft.com/office/officeart/2005/8/layout/hierarchy1"/>
    <dgm:cxn modelId="{FEDC29EA-AF82-44C0-AFCD-18F9FBC28043}" type="presOf" srcId="{B0DF6B5E-325A-4E70-9F4D-51FD1A0C69F4}" destId="{6DC7E835-9A78-469D-A121-4AD22AC93F53}" srcOrd="0" destOrd="0" presId="urn:microsoft.com/office/officeart/2005/8/layout/hierarchy1"/>
    <dgm:cxn modelId="{B57BF3F3-6988-4764-AEC7-469FE3821B96}" srcId="{534B75E9-B336-4095-88A9-635841D7EFC8}" destId="{2ABF2348-7408-48F1-98B3-B79CF76C86E6}" srcOrd="2" destOrd="0" parTransId="{D2A50F33-864B-4B10-840C-5EEA3D15CF03}" sibTransId="{5C74A472-774E-4475-9E92-36F9C3657952}"/>
    <dgm:cxn modelId="{EDFD8DF3-D235-4B7E-BAC4-DDD30F80CF48}" type="presParOf" srcId="{F0C80998-6192-49AC-83D8-0E64A9B08BAD}" destId="{53E8CAF8-7CF8-49F0-B800-FC7F6311145B}" srcOrd="0" destOrd="0" presId="urn:microsoft.com/office/officeart/2005/8/layout/hierarchy1"/>
    <dgm:cxn modelId="{F2B7F299-DDB6-4C13-9F17-121E6D02404F}" type="presParOf" srcId="{53E8CAF8-7CF8-49F0-B800-FC7F6311145B}" destId="{3BE6DE50-DAEF-44BE-9DA6-D3ECE66E1ED5}" srcOrd="0" destOrd="0" presId="urn:microsoft.com/office/officeart/2005/8/layout/hierarchy1"/>
    <dgm:cxn modelId="{49FFEE78-31AF-4C47-9B8C-38380FE19D49}" type="presParOf" srcId="{3BE6DE50-DAEF-44BE-9DA6-D3ECE66E1ED5}" destId="{916B13C4-719A-478C-8C71-E3A3705ED36E}" srcOrd="0" destOrd="0" presId="urn:microsoft.com/office/officeart/2005/8/layout/hierarchy1"/>
    <dgm:cxn modelId="{422A4D7A-0A45-475C-8AAF-EF9D62A7023A}" type="presParOf" srcId="{3BE6DE50-DAEF-44BE-9DA6-D3ECE66E1ED5}" destId="{802F057B-6F00-449F-A30E-2A87238ED1B4}" srcOrd="1" destOrd="0" presId="urn:microsoft.com/office/officeart/2005/8/layout/hierarchy1"/>
    <dgm:cxn modelId="{EE83D504-60DE-45D4-A896-186F8FB4271B}" type="presParOf" srcId="{53E8CAF8-7CF8-49F0-B800-FC7F6311145B}" destId="{6E3AB26B-4F03-4D04-910E-6AB3CE6B58C4}" srcOrd="1" destOrd="0" presId="urn:microsoft.com/office/officeart/2005/8/layout/hierarchy1"/>
    <dgm:cxn modelId="{62113B27-D8CA-45BF-866D-CD78589B5D5E}" type="presParOf" srcId="{F0C80998-6192-49AC-83D8-0E64A9B08BAD}" destId="{8070A4B9-210D-45A4-9EED-F9EFB778BE7E}" srcOrd="1" destOrd="0" presId="urn:microsoft.com/office/officeart/2005/8/layout/hierarchy1"/>
    <dgm:cxn modelId="{563B185C-C10B-416B-98F2-64DCB55B1250}" type="presParOf" srcId="{8070A4B9-210D-45A4-9EED-F9EFB778BE7E}" destId="{453D1F34-AE76-4F37-AD9E-93B28B243C25}" srcOrd="0" destOrd="0" presId="urn:microsoft.com/office/officeart/2005/8/layout/hierarchy1"/>
    <dgm:cxn modelId="{C3BB2BAC-0F0A-44F0-BDF0-23930C06F060}" type="presParOf" srcId="{453D1F34-AE76-4F37-AD9E-93B28B243C25}" destId="{BE490FA9-9F1D-4C7B-809D-CB06466378D0}" srcOrd="0" destOrd="0" presId="urn:microsoft.com/office/officeart/2005/8/layout/hierarchy1"/>
    <dgm:cxn modelId="{1905EA9C-B44D-4A14-B696-30193E746940}" type="presParOf" srcId="{453D1F34-AE76-4F37-AD9E-93B28B243C25}" destId="{6DC7E835-9A78-469D-A121-4AD22AC93F53}" srcOrd="1" destOrd="0" presId="urn:microsoft.com/office/officeart/2005/8/layout/hierarchy1"/>
    <dgm:cxn modelId="{35AB8C82-D188-4AF3-B7A7-A416868CC41F}" type="presParOf" srcId="{8070A4B9-210D-45A4-9EED-F9EFB778BE7E}" destId="{9F7D984B-EF8C-4378-BF3C-2677C7B32433}" srcOrd="1" destOrd="0" presId="urn:microsoft.com/office/officeart/2005/8/layout/hierarchy1"/>
    <dgm:cxn modelId="{CE0E0A18-C0E5-4135-AD7A-50615400926F}" type="presParOf" srcId="{F0C80998-6192-49AC-83D8-0E64A9B08BAD}" destId="{3AB803CA-BBDB-4C91-B67F-4AC90B883792}" srcOrd="2" destOrd="0" presId="urn:microsoft.com/office/officeart/2005/8/layout/hierarchy1"/>
    <dgm:cxn modelId="{8605BCD2-69F0-47DD-B608-77E95D384443}" type="presParOf" srcId="{3AB803CA-BBDB-4C91-B67F-4AC90B883792}" destId="{E189F27C-89E1-4A48-BC7E-D70387D351EB}" srcOrd="0" destOrd="0" presId="urn:microsoft.com/office/officeart/2005/8/layout/hierarchy1"/>
    <dgm:cxn modelId="{A16CE2EF-FDDF-4E6B-95F0-F1F6FAFE9612}" type="presParOf" srcId="{E189F27C-89E1-4A48-BC7E-D70387D351EB}" destId="{8A1BA83A-6670-403E-8C39-2E85AD3AAAC0}" srcOrd="0" destOrd="0" presId="urn:microsoft.com/office/officeart/2005/8/layout/hierarchy1"/>
    <dgm:cxn modelId="{E7873982-A39F-4271-A6DA-500006530D28}" type="presParOf" srcId="{E189F27C-89E1-4A48-BC7E-D70387D351EB}" destId="{1D20FF57-ADEC-4414-9847-B95AE3B23231}" srcOrd="1" destOrd="0" presId="urn:microsoft.com/office/officeart/2005/8/layout/hierarchy1"/>
    <dgm:cxn modelId="{F5272A04-3F85-4593-9B81-834575367F21}" type="presParOf" srcId="{3AB803CA-BBDB-4C91-B67F-4AC90B883792}" destId="{147CF324-1EBD-4827-8E8A-36C9020922E2}" srcOrd="1" destOrd="0" presId="urn:microsoft.com/office/officeart/2005/8/layout/hierarchy1"/>
    <dgm:cxn modelId="{4D73B41D-24CD-4968-BE89-1180634178D5}" type="presParOf" srcId="{F0C80998-6192-49AC-83D8-0E64A9B08BAD}" destId="{F92C4510-724F-40C1-A9B6-97F82BC87C93}" srcOrd="3" destOrd="0" presId="urn:microsoft.com/office/officeart/2005/8/layout/hierarchy1"/>
    <dgm:cxn modelId="{3DCA54E7-30CE-4783-BA39-68221697EC54}" type="presParOf" srcId="{F92C4510-724F-40C1-A9B6-97F82BC87C93}" destId="{6BE720B3-953B-4B57-B855-249E9FD66B42}" srcOrd="0" destOrd="0" presId="urn:microsoft.com/office/officeart/2005/8/layout/hierarchy1"/>
    <dgm:cxn modelId="{6A70A315-C23F-46CD-8409-4F1A7245932F}" type="presParOf" srcId="{6BE720B3-953B-4B57-B855-249E9FD66B42}" destId="{AC4C4A39-8851-40B0-A580-DC6A2C04A9A5}" srcOrd="0" destOrd="0" presId="urn:microsoft.com/office/officeart/2005/8/layout/hierarchy1"/>
    <dgm:cxn modelId="{A53544EF-BE3A-4DB8-B1AA-0CC9DC397381}" type="presParOf" srcId="{6BE720B3-953B-4B57-B855-249E9FD66B42}" destId="{538C9BCD-A452-4B3C-836E-4C980EAB12ED}" srcOrd="1" destOrd="0" presId="urn:microsoft.com/office/officeart/2005/8/layout/hierarchy1"/>
    <dgm:cxn modelId="{B5E34093-FEBF-450D-BE2B-B991D0BFE315}" type="presParOf" srcId="{F92C4510-724F-40C1-A9B6-97F82BC87C93}" destId="{03835B35-9498-4902-85A2-25A6306E12CB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C0B287B-ED67-4CC7-909F-22DBB580D4C4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2D6F6280-7331-42DF-8EBA-4776DA7A6FB7}">
      <dgm:prSet/>
      <dgm:spPr/>
      <dgm:t>
        <a:bodyPr/>
        <a:lstStyle/>
        <a:p>
          <a:r>
            <a:rPr lang="pl-PL"/>
            <a:t>Konflikty</a:t>
          </a:r>
          <a:endParaRPr lang="en-US"/>
        </a:p>
      </dgm:t>
    </dgm:pt>
    <dgm:pt modelId="{E7186890-A79B-495B-8011-1A12A6930A57}" type="parTrans" cxnId="{BC1926A5-6DAD-40B3-804C-61376FB2D1BD}">
      <dgm:prSet/>
      <dgm:spPr/>
      <dgm:t>
        <a:bodyPr/>
        <a:lstStyle/>
        <a:p>
          <a:endParaRPr lang="en-US"/>
        </a:p>
      </dgm:t>
    </dgm:pt>
    <dgm:pt modelId="{53664230-74B7-465A-AE3B-C2A100FC8DB7}" type="sibTrans" cxnId="{BC1926A5-6DAD-40B3-804C-61376FB2D1BD}">
      <dgm:prSet/>
      <dgm:spPr/>
      <dgm:t>
        <a:bodyPr/>
        <a:lstStyle/>
        <a:p>
          <a:endParaRPr lang="en-US"/>
        </a:p>
      </dgm:t>
    </dgm:pt>
    <dgm:pt modelId="{4D5CA428-976B-4753-9581-164899BC64ED}">
      <dgm:prSet/>
      <dgm:spPr/>
      <dgm:t>
        <a:bodyPr/>
        <a:lstStyle/>
        <a:p>
          <a:r>
            <a:rPr lang="pl-PL"/>
            <a:t>różnice zdań</a:t>
          </a:r>
          <a:endParaRPr lang="en-US"/>
        </a:p>
      </dgm:t>
    </dgm:pt>
    <dgm:pt modelId="{2177A62C-EDF8-4107-8274-D702ECE82AE3}" type="parTrans" cxnId="{E29EA032-4A35-41FC-96B2-0A820912F1DE}">
      <dgm:prSet/>
      <dgm:spPr/>
      <dgm:t>
        <a:bodyPr/>
        <a:lstStyle/>
        <a:p>
          <a:endParaRPr lang="en-US"/>
        </a:p>
      </dgm:t>
    </dgm:pt>
    <dgm:pt modelId="{2CD74E6D-1618-48F4-ABCC-C3F44DAF92BA}" type="sibTrans" cxnId="{E29EA032-4A35-41FC-96B2-0A820912F1DE}">
      <dgm:prSet/>
      <dgm:spPr/>
      <dgm:t>
        <a:bodyPr/>
        <a:lstStyle/>
        <a:p>
          <a:endParaRPr lang="en-US"/>
        </a:p>
      </dgm:t>
    </dgm:pt>
    <dgm:pt modelId="{E8682DA0-8003-4392-A82E-894A53B2C7A1}">
      <dgm:prSet/>
      <dgm:spPr/>
      <dgm:t>
        <a:bodyPr/>
        <a:lstStyle/>
        <a:p>
          <a:r>
            <a:rPr lang="pl-PL"/>
            <a:t>walka o wpływ</a:t>
          </a:r>
          <a:endParaRPr lang="en-US"/>
        </a:p>
      </dgm:t>
    </dgm:pt>
    <dgm:pt modelId="{3B45A2F5-98F4-4B45-A383-880ECF4E081F}" type="parTrans" cxnId="{D9699CC3-0E48-4EC2-9DC3-71A8436809C5}">
      <dgm:prSet/>
      <dgm:spPr/>
      <dgm:t>
        <a:bodyPr/>
        <a:lstStyle/>
        <a:p>
          <a:endParaRPr lang="en-US"/>
        </a:p>
      </dgm:t>
    </dgm:pt>
    <dgm:pt modelId="{3A2DB57C-7ABA-4806-95CF-4F70295E9833}" type="sibTrans" cxnId="{D9699CC3-0E48-4EC2-9DC3-71A8436809C5}">
      <dgm:prSet/>
      <dgm:spPr/>
      <dgm:t>
        <a:bodyPr/>
        <a:lstStyle/>
        <a:p>
          <a:endParaRPr lang="en-US"/>
        </a:p>
      </dgm:t>
    </dgm:pt>
    <dgm:pt modelId="{84446C72-F901-4B22-A667-48FAA8E9A013}">
      <dgm:prSet/>
      <dgm:spPr/>
      <dgm:t>
        <a:bodyPr/>
        <a:lstStyle/>
        <a:p>
          <a:r>
            <a:rPr lang="pl-PL"/>
            <a:t>napięcia</a:t>
          </a:r>
          <a:endParaRPr lang="en-US"/>
        </a:p>
      </dgm:t>
    </dgm:pt>
    <dgm:pt modelId="{C90971B1-C3ED-4D1D-842F-36FA326E46ED}" type="parTrans" cxnId="{55A2C426-0BBB-4177-A868-9D6AAD2FAFD6}">
      <dgm:prSet/>
      <dgm:spPr/>
      <dgm:t>
        <a:bodyPr/>
        <a:lstStyle/>
        <a:p>
          <a:endParaRPr lang="en-US"/>
        </a:p>
      </dgm:t>
    </dgm:pt>
    <dgm:pt modelId="{FE1B3CEC-A036-4B2B-A410-D5D554D7308F}" type="sibTrans" cxnId="{55A2C426-0BBB-4177-A868-9D6AAD2FAFD6}">
      <dgm:prSet/>
      <dgm:spPr/>
      <dgm:t>
        <a:bodyPr/>
        <a:lstStyle/>
        <a:p>
          <a:endParaRPr lang="en-US"/>
        </a:p>
      </dgm:t>
    </dgm:pt>
    <dgm:pt modelId="{DFDF0158-4B69-41F9-B37A-992E53307625}" type="pres">
      <dgm:prSet presAssocID="{FC0B287B-ED67-4CC7-909F-22DBB580D4C4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332734CE-AA52-4B59-870A-D0B3C9E6B9C0}" type="pres">
      <dgm:prSet presAssocID="{2D6F6280-7331-42DF-8EBA-4776DA7A6FB7}" presName="hierRoot1" presStyleCnt="0"/>
      <dgm:spPr/>
    </dgm:pt>
    <dgm:pt modelId="{1AF9E1D1-902E-40DD-9135-54A646D2CC42}" type="pres">
      <dgm:prSet presAssocID="{2D6F6280-7331-42DF-8EBA-4776DA7A6FB7}" presName="composite" presStyleCnt="0"/>
      <dgm:spPr/>
    </dgm:pt>
    <dgm:pt modelId="{E26064FE-962C-4345-B0D4-98C430FBDA2E}" type="pres">
      <dgm:prSet presAssocID="{2D6F6280-7331-42DF-8EBA-4776DA7A6FB7}" presName="background" presStyleLbl="node0" presStyleIdx="0" presStyleCnt="4"/>
      <dgm:spPr/>
    </dgm:pt>
    <dgm:pt modelId="{0147A7F7-1F74-48CE-9422-BCC0568269E1}" type="pres">
      <dgm:prSet presAssocID="{2D6F6280-7331-42DF-8EBA-4776DA7A6FB7}" presName="text" presStyleLbl="fgAcc0" presStyleIdx="0" presStyleCnt="4">
        <dgm:presLayoutVars>
          <dgm:chPref val="3"/>
        </dgm:presLayoutVars>
      </dgm:prSet>
      <dgm:spPr/>
    </dgm:pt>
    <dgm:pt modelId="{AA0C9C82-63AD-43BA-8DD7-A6D83E449929}" type="pres">
      <dgm:prSet presAssocID="{2D6F6280-7331-42DF-8EBA-4776DA7A6FB7}" presName="hierChild2" presStyleCnt="0"/>
      <dgm:spPr/>
    </dgm:pt>
    <dgm:pt modelId="{C6F8E4F1-4A93-4584-B02A-FC1DC41886F0}" type="pres">
      <dgm:prSet presAssocID="{4D5CA428-976B-4753-9581-164899BC64ED}" presName="hierRoot1" presStyleCnt="0"/>
      <dgm:spPr/>
    </dgm:pt>
    <dgm:pt modelId="{B110F0C7-F9F7-4C04-A3EE-57600AB49A72}" type="pres">
      <dgm:prSet presAssocID="{4D5CA428-976B-4753-9581-164899BC64ED}" presName="composite" presStyleCnt="0"/>
      <dgm:spPr/>
    </dgm:pt>
    <dgm:pt modelId="{D89EF0C0-F6FD-436D-9843-619AB40F60B9}" type="pres">
      <dgm:prSet presAssocID="{4D5CA428-976B-4753-9581-164899BC64ED}" presName="background" presStyleLbl="node0" presStyleIdx="1" presStyleCnt="4"/>
      <dgm:spPr/>
    </dgm:pt>
    <dgm:pt modelId="{11ED4D02-B9E1-45FC-A8F1-0E1A13B309DE}" type="pres">
      <dgm:prSet presAssocID="{4D5CA428-976B-4753-9581-164899BC64ED}" presName="text" presStyleLbl="fgAcc0" presStyleIdx="1" presStyleCnt="4">
        <dgm:presLayoutVars>
          <dgm:chPref val="3"/>
        </dgm:presLayoutVars>
      </dgm:prSet>
      <dgm:spPr/>
    </dgm:pt>
    <dgm:pt modelId="{FCA959DF-9C22-4C5F-A888-2C1071AF5CBA}" type="pres">
      <dgm:prSet presAssocID="{4D5CA428-976B-4753-9581-164899BC64ED}" presName="hierChild2" presStyleCnt="0"/>
      <dgm:spPr/>
    </dgm:pt>
    <dgm:pt modelId="{96D1A563-2EE2-4396-A47B-CA05634637C4}" type="pres">
      <dgm:prSet presAssocID="{E8682DA0-8003-4392-A82E-894A53B2C7A1}" presName="hierRoot1" presStyleCnt="0"/>
      <dgm:spPr/>
    </dgm:pt>
    <dgm:pt modelId="{CFC85813-D537-4D26-9697-74EAAD4C52CA}" type="pres">
      <dgm:prSet presAssocID="{E8682DA0-8003-4392-A82E-894A53B2C7A1}" presName="composite" presStyleCnt="0"/>
      <dgm:spPr/>
    </dgm:pt>
    <dgm:pt modelId="{D14370E9-9859-4451-9E8A-A60A2FE2CA92}" type="pres">
      <dgm:prSet presAssocID="{E8682DA0-8003-4392-A82E-894A53B2C7A1}" presName="background" presStyleLbl="node0" presStyleIdx="2" presStyleCnt="4"/>
      <dgm:spPr/>
    </dgm:pt>
    <dgm:pt modelId="{96886566-5454-4EBB-B2B5-E5CA6F9867EE}" type="pres">
      <dgm:prSet presAssocID="{E8682DA0-8003-4392-A82E-894A53B2C7A1}" presName="text" presStyleLbl="fgAcc0" presStyleIdx="2" presStyleCnt="4">
        <dgm:presLayoutVars>
          <dgm:chPref val="3"/>
        </dgm:presLayoutVars>
      </dgm:prSet>
      <dgm:spPr/>
    </dgm:pt>
    <dgm:pt modelId="{26E76798-7DFF-489B-BE1F-A5BCD4036B02}" type="pres">
      <dgm:prSet presAssocID="{E8682DA0-8003-4392-A82E-894A53B2C7A1}" presName="hierChild2" presStyleCnt="0"/>
      <dgm:spPr/>
    </dgm:pt>
    <dgm:pt modelId="{F047F59D-C00C-4DC3-8F88-D3A1DF9F22A4}" type="pres">
      <dgm:prSet presAssocID="{84446C72-F901-4B22-A667-48FAA8E9A013}" presName="hierRoot1" presStyleCnt="0"/>
      <dgm:spPr/>
    </dgm:pt>
    <dgm:pt modelId="{3BFBC03A-DBCF-4162-B1D3-E6C72581E0B9}" type="pres">
      <dgm:prSet presAssocID="{84446C72-F901-4B22-A667-48FAA8E9A013}" presName="composite" presStyleCnt="0"/>
      <dgm:spPr/>
    </dgm:pt>
    <dgm:pt modelId="{7F01214A-B65B-4302-9BD5-89122D96AB73}" type="pres">
      <dgm:prSet presAssocID="{84446C72-F901-4B22-A667-48FAA8E9A013}" presName="background" presStyleLbl="node0" presStyleIdx="3" presStyleCnt="4"/>
      <dgm:spPr/>
    </dgm:pt>
    <dgm:pt modelId="{292BE4D1-8D72-4D60-90D2-336E8F6C808A}" type="pres">
      <dgm:prSet presAssocID="{84446C72-F901-4B22-A667-48FAA8E9A013}" presName="text" presStyleLbl="fgAcc0" presStyleIdx="3" presStyleCnt="4">
        <dgm:presLayoutVars>
          <dgm:chPref val="3"/>
        </dgm:presLayoutVars>
      </dgm:prSet>
      <dgm:spPr/>
    </dgm:pt>
    <dgm:pt modelId="{D3EB5581-5E34-42AA-992B-65420BDB959F}" type="pres">
      <dgm:prSet presAssocID="{84446C72-F901-4B22-A667-48FAA8E9A013}" presName="hierChild2" presStyleCnt="0"/>
      <dgm:spPr/>
    </dgm:pt>
  </dgm:ptLst>
  <dgm:cxnLst>
    <dgm:cxn modelId="{55A2C426-0BBB-4177-A868-9D6AAD2FAFD6}" srcId="{FC0B287B-ED67-4CC7-909F-22DBB580D4C4}" destId="{84446C72-F901-4B22-A667-48FAA8E9A013}" srcOrd="3" destOrd="0" parTransId="{C90971B1-C3ED-4D1D-842F-36FA326E46ED}" sibTransId="{FE1B3CEC-A036-4B2B-A410-D5D554D7308F}"/>
    <dgm:cxn modelId="{96CF4230-AE7B-4932-A14A-C309E6336926}" type="presOf" srcId="{E8682DA0-8003-4392-A82E-894A53B2C7A1}" destId="{96886566-5454-4EBB-B2B5-E5CA6F9867EE}" srcOrd="0" destOrd="0" presId="urn:microsoft.com/office/officeart/2005/8/layout/hierarchy1"/>
    <dgm:cxn modelId="{E29EA032-4A35-41FC-96B2-0A820912F1DE}" srcId="{FC0B287B-ED67-4CC7-909F-22DBB580D4C4}" destId="{4D5CA428-976B-4753-9581-164899BC64ED}" srcOrd="1" destOrd="0" parTransId="{2177A62C-EDF8-4107-8274-D702ECE82AE3}" sibTransId="{2CD74E6D-1618-48F4-ABCC-C3F44DAF92BA}"/>
    <dgm:cxn modelId="{80E6FE9A-B098-42DF-95FA-7570F2663DBF}" type="presOf" srcId="{2D6F6280-7331-42DF-8EBA-4776DA7A6FB7}" destId="{0147A7F7-1F74-48CE-9422-BCC0568269E1}" srcOrd="0" destOrd="0" presId="urn:microsoft.com/office/officeart/2005/8/layout/hierarchy1"/>
    <dgm:cxn modelId="{BC1926A5-6DAD-40B3-804C-61376FB2D1BD}" srcId="{FC0B287B-ED67-4CC7-909F-22DBB580D4C4}" destId="{2D6F6280-7331-42DF-8EBA-4776DA7A6FB7}" srcOrd="0" destOrd="0" parTransId="{E7186890-A79B-495B-8011-1A12A6930A57}" sibTransId="{53664230-74B7-465A-AE3B-C2A100FC8DB7}"/>
    <dgm:cxn modelId="{F171E7AF-6A56-492A-A47F-ED454F28B055}" type="presOf" srcId="{84446C72-F901-4B22-A667-48FAA8E9A013}" destId="{292BE4D1-8D72-4D60-90D2-336E8F6C808A}" srcOrd="0" destOrd="0" presId="urn:microsoft.com/office/officeart/2005/8/layout/hierarchy1"/>
    <dgm:cxn modelId="{D9699CC3-0E48-4EC2-9DC3-71A8436809C5}" srcId="{FC0B287B-ED67-4CC7-909F-22DBB580D4C4}" destId="{E8682DA0-8003-4392-A82E-894A53B2C7A1}" srcOrd="2" destOrd="0" parTransId="{3B45A2F5-98F4-4B45-A383-880ECF4E081F}" sibTransId="{3A2DB57C-7ABA-4806-95CF-4F70295E9833}"/>
    <dgm:cxn modelId="{FE1743D7-5959-40F4-985E-D8BD5368E530}" type="presOf" srcId="{4D5CA428-976B-4753-9581-164899BC64ED}" destId="{11ED4D02-B9E1-45FC-A8F1-0E1A13B309DE}" srcOrd="0" destOrd="0" presId="urn:microsoft.com/office/officeart/2005/8/layout/hierarchy1"/>
    <dgm:cxn modelId="{C2E849FB-5905-412E-91E1-024735E02240}" type="presOf" srcId="{FC0B287B-ED67-4CC7-909F-22DBB580D4C4}" destId="{DFDF0158-4B69-41F9-B37A-992E53307625}" srcOrd="0" destOrd="0" presId="urn:microsoft.com/office/officeart/2005/8/layout/hierarchy1"/>
    <dgm:cxn modelId="{647D8D2A-5D91-42C8-BA37-60B565E136A7}" type="presParOf" srcId="{DFDF0158-4B69-41F9-B37A-992E53307625}" destId="{332734CE-AA52-4B59-870A-D0B3C9E6B9C0}" srcOrd="0" destOrd="0" presId="urn:microsoft.com/office/officeart/2005/8/layout/hierarchy1"/>
    <dgm:cxn modelId="{D781E20D-2CA1-4FD8-97F8-089B07860D6E}" type="presParOf" srcId="{332734CE-AA52-4B59-870A-D0B3C9E6B9C0}" destId="{1AF9E1D1-902E-40DD-9135-54A646D2CC42}" srcOrd="0" destOrd="0" presId="urn:microsoft.com/office/officeart/2005/8/layout/hierarchy1"/>
    <dgm:cxn modelId="{9E8512EF-99F6-4378-B00B-B025B4002211}" type="presParOf" srcId="{1AF9E1D1-902E-40DD-9135-54A646D2CC42}" destId="{E26064FE-962C-4345-B0D4-98C430FBDA2E}" srcOrd="0" destOrd="0" presId="urn:microsoft.com/office/officeart/2005/8/layout/hierarchy1"/>
    <dgm:cxn modelId="{842A01FD-2D74-4FF6-A055-A8CCE3708B4A}" type="presParOf" srcId="{1AF9E1D1-902E-40DD-9135-54A646D2CC42}" destId="{0147A7F7-1F74-48CE-9422-BCC0568269E1}" srcOrd="1" destOrd="0" presId="urn:microsoft.com/office/officeart/2005/8/layout/hierarchy1"/>
    <dgm:cxn modelId="{9E031A6E-176D-469E-8387-C571965247DA}" type="presParOf" srcId="{332734CE-AA52-4B59-870A-D0B3C9E6B9C0}" destId="{AA0C9C82-63AD-43BA-8DD7-A6D83E449929}" srcOrd="1" destOrd="0" presId="urn:microsoft.com/office/officeart/2005/8/layout/hierarchy1"/>
    <dgm:cxn modelId="{0313A473-7EC0-404A-8389-24EC9DB189CD}" type="presParOf" srcId="{DFDF0158-4B69-41F9-B37A-992E53307625}" destId="{C6F8E4F1-4A93-4584-B02A-FC1DC41886F0}" srcOrd="1" destOrd="0" presId="urn:microsoft.com/office/officeart/2005/8/layout/hierarchy1"/>
    <dgm:cxn modelId="{86263D01-261D-4CEE-8C7D-84B042579572}" type="presParOf" srcId="{C6F8E4F1-4A93-4584-B02A-FC1DC41886F0}" destId="{B110F0C7-F9F7-4C04-A3EE-57600AB49A72}" srcOrd="0" destOrd="0" presId="urn:microsoft.com/office/officeart/2005/8/layout/hierarchy1"/>
    <dgm:cxn modelId="{28B37AFB-389B-4828-8892-EE64A693183B}" type="presParOf" srcId="{B110F0C7-F9F7-4C04-A3EE-57600AB49A72}" destId="{D89EF0C0-F6FD-436D-9843-619AB40F60B9}" srcOrd="0" destOrd="0" presId="urn:microsoft.com/office/officeart/2005/8/layout/hierarchy1"/>
    <dgm:cxn modelId="{0ABC7F95-C15D-412F-AB75-3917FCEF3636}" type="presParOf" srcId="{B110F0C7-F9F7-4C04-A3EE-57600AB49A72}" destId="{11ED4D02-B9E1-45FC-A8F1-0E1A13B309DE}" srcOrd="1" destOrd="0" presId="urn:microsoft.com/office/officeart/2005/8/layout/hierarchy1"/>
    <dgm:cxn modelId="{2102ABAF-192B-4DC3-9CAD-A355814432F7}" type="presParOf" srcId="{C6F8E4F1-4A93-4584-B02A-FC1DC41886F0}" destId="{FCA959DF-9C22-4C5F-A888-2C1071AF5CBA}" srcOrd="1" destOrd="0" presId="urn:microsoft.com/office/officeart/2005/8/layout/hierarchy1"/>
    <dgm:cxn modelId="{380ABECD-05DC-4BD3-A45E-7A3DA76F27AC}" type="presParOf" srcId="{DFDF0158-4B69-41F9-B37A-992E53307625}" destId="{96D1A563-2EE2-4396-A47B-CA05634637C4}" srcOrd="2" destOrd="0" presId="urn:microsoft.com/office/officeart/2005/8/layout/hierarchy1"/>
    <dgm:cxn modelId="{4ED256C8-E52F-4AC6-942B-060AF388939C}" type="presParOf" srcId="{96D1A563-2EE2-4396-A47B-CA05634637C4}" destId="{CFC85813-D537-4D26-9697-74EAAD4C52CA}" srcOrd="0" destOrd="0" presId="urn:microsoft.com/office/officeart/2005/8/layout/hierarchy1"/>
    <dgm:cxn modelId="{FDC51223-6D35-4374-8937-7FB32068348C}" type="presParOf" srcId="{CFC85813-D537-4D26-9697-74EAAD4C52CA}" destId="{D14370E9-9859-4451-9E8A-A60A2FE2CA92}" srcOrd="0" destOrd="0" presId="urn:microsoft.com/office/officeart/2005/8/layout/hierarchy1"/>
    <dgm:cxn modelId="{40D742EB-497F-4A9E-99BB-E9126BD2BE3E}" type="presParOf" srcId="{CFC85813-D537-4D26-9697-74EAAD4C52CA}" destId="{96886566-5454-4EBB-B2B5-E5CA6F9867EE}" srcOrd="1" destOrd="0" presId="urn:microsoft.com/office/officeart/2005/8/layout/hierarchy1"/>
    <dgm:cxn modelId="{11E2E632-E320-4708-8196-5147F6CDE9EF}" type="presParOf" srcId="{96D1A563-2EE2-4396-A47B-CA05634637C4}" destId="{26E76798-7DFF-489B-BE1F-A5BCD4036B02}" srcOrd="1" destOrd="0" presId="urn:microsoft.com/office/officeart/2005/8/layout/hierarchy1"/>
    <dgm:cxn modelId="{D5C50B2A-7EEB-4A07-A7F4-E65945BE12F3}" type="presParOf" srcId="{DFDF0158-4B69-41F9-B37A-992E53307625}" destId="{F047F59D-C00C-4DC3-8F88-D3A1DF9F22A4}" srcOrd="3" destOrd="0" presId="urn:microsoft.com/office/officeart/2005/8/layout/hierarchy1"/>
    <dgm:cxn modelId="{B2579124-98F6-4706-A42C-1D93402DECD0}" type="presParOf" srcId="{F047F59D-C00C-4DC3-8F88-D3A1DF9F22A4}" destId="{3BFBC03A-DBCF-4162-B1D3-E6C72581E0B9}" srcOrd="0" destOrd="0" presId="urn:microsoft.com/office/officeart/2005/8/layout/hierarchy1"/>
    <dgm:cxn modelId="{F9D789CF-3A05-4DB0-8A2D-1F4BBCD44B21}" type="presParOf" srcId="{3BFBC03A-DBCF-4162-B1D3-E6C72581E0B9}" destId="{7F01214A-B65B-4302-9BD5-89122D96AB73}" srcOrd="0" destOrd="0" presId="urn:microsoft.com/office/officeart/2005/8/layout/hierarchy1"/>
    <dgm:cxn modelId="{D512D64A-38D2-44FA-8420-E5FF41BE2E03}" type="presParOf" srcId="{3BFBC03A-DBCF-4162-B1D3-E6C72581E0B9}" destId="{292BE4D1-8D72-4D60-90D2-336E8F6C808A}" srcOrd="1" destOrd="0" presId="urn:microsoft.com/office/officeart/2005/8/layout/hierarchy1"/>
    <dgm:cxn modelId="{E6DDAD52-6950-44FC-92DA-6CD09C332A14}" type="presParOf" srcId="{F047F59D-C00C-4DC3-8F88-D3A1DF9F22A4}" destId="{D3EB5581-5E34-42AA-992B-65420BDB959F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AB101CB4-D3F1-4F20-B9AE-2D0DC91C85D0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35F811E-0AC0-4543-9C50-247E63229E9F}">
      <dgm:prSet/>
      <dgm:spPr/>
      <dgm:t>
        <a:bodyPr/>
        <a:lstStyle/>
        <a:p>
          <a:pPr>
            <a:lnSpc>
              <a:spcPct val="100000"/>
            </a:lnSpc>
          </a:pPr>
          <a:r>
            <a:rPr lang="pl-PL"/>
            <a:t>powstawanie zasad</a:t>
          </a:r>
          <a:endParaRPr lang="en-US"/>
        </a:p>
      </dgm:t>
    </dgm:pt>
    <dgm:pt modelId="{1B74B82F-DDBD-4311-931B-9E3EFEF15EF4}" type="parTrans" cxnId="{DF4A5E6E-72E3-43DB-A417-8046D6B1C52C}">
      <dgm:prSet/>
      <dgm:spPr/>
      <dgm:t>
        <a:bodyPr/>
        <a:lstStyle/>
        <a:p>
          <a:endParaRPr lang="en-US"/>
        </a:p>
      </dgm:t>
    </dgm:pt>
    <dgm:pt modelId="{FD20B17D-72DA-4AF4-A4FD-20AD74F5900B}" type="sibTrans" cxnId="{DF4A5E6E-72E3-43DB-A417-8046D6B1C52C}">
      <dgm:prSet/>
      <dgm:spPr/>
      <dgm:t>
        <a:bodyPr/>
        <a:lstStyle/>
        <a:p>
          <a:endParaRPr lang="en-US"/>
        </a:p>
      </dgm:t>
    </dgm:pt>
    <dgm:pt modelId="{873D8E0F-4D22-4F8A-8B35-3F62AD49CC83}">
      <dgm:prSet/>
      <dgm:spPr/>
      <dgm:t>
        <a:bodyPr/>
        <a:lstStyle/>
        <a:p>
          <a:pPr>
            <a:lnSpc>
              <a:spcPct val="100000"/>
            </a:lnSpc>
          </a:pPr>
          <a:r>
            <a:rPr lang="pl-PL"/>
            <a:t>poprawa komunikacji</a:t>
          </a:r>
          <a:endParaRPr lang="en-US"/>
        </a:p>
      </dgm:t>
    </dgm:pt>
    <dgm:pt modelId="{FEC3E612-8ED8-4F00-BAF1-5DFA87B11DCC}" type="parTrans" cxnId="{7C7E91EB-9791-470E-BFEC-0B4FEAE398EB}">
      <dgm:prSet/>
      <dgm:spPr/>
      <dgm:t>
        <a:bodyPr/>
        <a:lstStyle/>
        <a:p>
          <a:endParaRPr lang="en-US"/>
        </a:p>
      </dgm:t>
    </dgm:pt>
    <dgm:pt modelId="{20A171C4-AA49-43D6-AE6C-31BBC5D5A7DA}" type="sibTrans" cxnId="{7C7E91EB-9791-470E-BFEC-0B4FEAE398EB}">
      <dgm:prSet/>
      <dgm:spPr/>
      <dgm:t>
        <a:bodyPr/>
        <a:lstStyle/>
        <a:p>
          <a:endParaRPr lang="en-US"/>
        </a:p>
      </dgm:t>
    </dgm:pt>
    <dgm:pt modelId="{9DEDC7D9-65D6-4C04-A614-BDE6D4EE6D90}">
      <dgm:prSet/>
      <dgm:spPr/>
      <dgm:t>
        <a:bodyPr/>
        <a:lstStyle/>
        <a:p>
          <a:pPr>
            <a:lnSpc>
              <a:spcPct val="100000"/>
            </a:lnSpc>
          </a:pPr>
          <a:r>
            <a:rPr lang="pl-PL"/>
            <a:t>większe zaufanie</a:t>
          </a:r>
          <a:endParaRPr lang="en-US"/>
        </a:p>
      </dgm:t>
    </dgm:pt>
    <dgm:pt modelId="{B23F30D8-E323-45BA-8B3E-A7610AC1F26E}" type="parTrans" cxnId="{E1A11717-1D02-4263-88F3-4F115B6D4DC8}">
      <dgm:prSet/>
      <dgm:spPr/>
      <dgm:t>
        <a:bodyPr/>
        <a:lstStyle/>
        <a:p>
          <a:endParaRPr lang="en-US"/>
        </a:p>
      </dgm:t>
    </dgm:pt>
    <dgm:pt modelId="{63B21C5D-B7E6-46DB-8055-481E2A93DEA5}" type="sibTrans" cxnId="{E1A11717-1D02-4263-88F3-4F115B6D4DC8}">
      <dgm:prSet/>
      <dgm:spPr/>
      <dgm:t>
        <a:bodyPr/>
        <a:lstStyle/>
        <a:p>
          <a:endParaRPr lang="en-US"/>
        </a:p>
      </dgm:t>
    </dgm:pt>
    <dgm:pt modelId="{F15DCAAF-BDEE-49E0-B434-6C6EEE071F0E}" type="pres">
      <dgm:prSet presAssocID="{AB101CB4-D3F1-4F20-B9AE-2D0DC91C85D0}" presName="root" presStyleCnt="0">
        <dgm:presLayoutVars>
          <dgm:dir/>
          <dgm:resizeHandles val="exact"/>
        </dgm:presLayoutVars>
      </dgm:prSet>
      <dgm:spPr/>
    </dgm:pt>
    <dgm:pt modelId="{AB4135E2-8057-4C2D-978B-095AF11D7DF9}" type="pres">
      <dgm:prSet presAssocID="{D35F811E-0AC0-4543-9C50-247E63229E9F}" presName="compNode" presStyleCnt="0"/>
      <dgm:spPr/>
    </dgm:pt>
    <dgm:pt modelId="{A75946B0-0C0F-4623-9213-B3962C8D1A9A}" type="pres">
      <dgm:prSet presAssocID="{D35F811E-0AC0-4543-9C50-247E63229E9F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Znacznik wyboru"/>
        </a:ext>
      </dgm:extLst>
    </dgm:pt>
    <dgm:pt modelId="{666F7526-0026-4E05-A6CE-05501E8E2897}" type="pres">
      <dgm:prSet presAssocID="{D35F811E-0AC0-4543-9C50-247E63229E9F}" presName="spaceRect" presStyleCnt="0"/>
      <dgm:spPr/>
    </dgm:pt>
    <dgm:pt modelId="{C012FC4A-CEC0-46D5-B5CF-BA9EF66DE194}" type="pres">
      <dgm:prSet presAssocID="{D35F811E-0AC0-4543-9C50-247E63229E9F}" presName="textRect" presStyleLbl="revTx" presStyleIdx="0" presStyleCnt="3">
        <dgm:presLayoutVars>
          <dgm:chMax val="1"/>
          <dgm:chPref val="1"/>
        </dgm:presLayoutVars>
      </dgm:prSet>
      <dgm:spPr/>
    </dgm:pt>
    <dgm:pt modelId="{44CC1980-7AA7-4655-9ED5-34E70DCB4427}" type="pres">
      <dgm:prSet presAssocID="{FD20B17D-72DA-4AF4-A4FD-20AD74F5900B}" presName="sibTrans" presStyleCnt="0"/>
      <dgm:spPr/>
    </dgm:pt>
    <dgm:pt modelId="{E970048F-941E-4BED-945A-6DD65BDDB62B}" type="pres">
      <dgm:prSet presAssocID="{873D8E0F-4D22-4F8A-8B35-3F62AD49CC83}" presName="compNode" presStyleCnt="0"/>
      <dgm:spPr/>
    </dgm:pt>
    <dgm:pt modelId="{690EF385-EDA2-42EF-B347-AD6D9D0CB281}" type="pres">
      <dgm:prSet presAssocID="{873D8E0F-4D22-4F8A-8B35-3F62AD49CC83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zat"/>
        </a:ext>
      </dgm:extLst>
    </dgm:pt>
    <dgm:pt modelId="{C0671645-7AFB-42C9-AA38-28478191E3ED}" type="pres">
      <dgm:prSet presAssocID="{873D8E0F-4D22-4F8A-8B35-3F62AD49CC83}" presName="spaceRect" presStyleCnt="0"/>
      <dgm:spPr/>
    </dgm:pt>
    <dgm:pt modelId="{0B098165-6E50-472A-9F12-DC6EFEB0677A}" type="pres">
      <dgm:prSet presAssocID="{873D8E0F-4D22-4F8A-8B35-3F62AD49CC83}" presName="textRect" presStyleLbl="revTx" presStyleIdx="1" presStyleCnt="3">
        <dgm:presLayoutVars>
          <dgm:chMax val="1"/>
          <dgm:chPref val="1"/>
        </dgm:presLayoutVars>
      </dgm:prSet>
      <dgm:spPr/>
    </dgm:pt>
    <dgm:pt modelId="{D5B1C3E4-1822-4691-B8DC-98C97E46610B}" type="pres">
      <dgm:prSet presAssocID="{20A171C4-AA49-43D6-AE6C-31BBC5D5A7DA}" presName="sibTrans" presStyleCnt="0"/>
      <dgm:spPr/>
    </dgm:pt>
    <dgm:pt modelId="{42F0A924-AA7A-4925-813A-D8E40D896015}" type="pres">
      <dgm:prSet presAssocID="{9DEDC7D9-65D6-4C04-A614-BDE6D4EE6D90}" presName="compNode" presStyleCnt="0"/>
      <dgm:spPr/>
    </dgm:pt>
    <dgm:pt modelId="{D0B06E18-3C34-4EB7-847D-0BD78F6892F9}" type="pres">
      <dgm:prSet presAssocID="{9DEDC7D9-65D6-4C04-A614-BDE6D4EE6D90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ścisk dłoni"/>
        </a:ext>
      </dgm:extLst>
    </dgm:pt>
    <dgm:pt modelId="{BDE55C5A-3A04-49E2-8582-DD36043E8437}" type="pres">
      <dgm:prSet presAssocID="{9DEDC7D9-65D6-4C04-A614-BDE6D4EE6D90}" presName="spaceRect" presStyleCnt="0"/>
      <dgm:spPr/>
    </dgm:pt>
    <dgm:pt modelId="{55CD5EC7-84F1-43B9-AC70-D34995106B32}" type="pres">
      <dgm:prSet presAssocID="{9DEDC7D9-65D6-4C04-A614-BDE6D4EE6D90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E1A11717-1D02-4263-88F3-4F115B6D4DC8}" srcId="{AB101CB4-D3F1-4F20-B9AE-2D0DC91C85D0}" destId="{9DEDC7D9-65D6-4C04-A614-BDE6D4EE6D90}" srcOrd="2" destOrd="0" parTransId="{B23F30D8-E323-45BA-8B3E-A7610AC1F26E}" sibTransId="{63B21C5D-B7E6-46DB-8055-481E2A93DEA5}"/>
    <dgm:cxn modelId="{8A12B232-D5A6-4891-A021-C17DDA68F125}" type="presOf" srcId="{D35F811E-0AC0-4543-9C50-247E63229E9F}" destId="{C012FC4A-CEC0-46D5-B5CF-BA9EF66DE194}" srcOrd="0" destOrd="0" presId="urn:microsoft.com/office/officeart/2018/2/layout/IconLabelList"/>
    <dgm:cxn modelId="{DF4A5E6E-72E3-43DB-A417-8046D6B1C52C}" srcId="{AB101CB4-D3F1-4F20-B9AE-2D0DC91C85D0}" destId="{D35F811E-0AC0-4543-9C50-247E63229E9F}" srcOrd="0" destOrd="0" parTransId="{1B74B82F-DDBD-4311-931B-9E3EFEF15EF4}" sibTransId="{FD20B17D-72DA-4AF4-A4FD-20AD74F5900B}"/>
    <dgm:cxn modelId="{97D0F27A-59B7-4FE0-BDF8-E9B63EAEE528}" type="presOf" srcId="{AB101CB4-D3F1-4F20-B9AE-2D0DC91C85D0}" destId="{F15DCAAF-BDEE-49E0-B434-6C6EEE071F0E}" srcOrd="0" destOrd="0" presId="urn:microsoft.com/office/officeart/2018/2/layout/IconLabelList"/>
    <dgm:cxn modelId="{E3427BB6-BF4C-48BF-89A4-3AF0E743DC59}" type="presOf" srcId="{873D8E0F-4D22-4F8A-8B35-3F62AD49CC83}" destId="{0B098165-6E50-472A-9F12-DC6EFEB0677A}" srcOrd="0" destOrd="0" presId="urn:microsoft.com/office/officeart/2018/2/layout/IconLabelList"/>
    <dgm:cxn modelId="{7C7E91EB-9791-470E-BFEC-0B4FEAE398EB}" srcId="{AB101CB4-D3F1-4F20-B9AE-2D0DC91C85D0}" destId="{873D8E0F-4D22-4F8A-8B35-3F62AD49CC83}" srcOrd="1" destOrd="0" parTransId="{FEC3E612-8ED8-4F00-BAF1-5DFA87B11DCC}" sibTransId="{20A171C4-AA49-43D6-AE6C-31BBC5D5A7DA}"/>
    <dgm:cxn modelId="{1723ABEC-953D-4839-9F32-6E82B118A4DD}" type="presOf" srcId="{9DEDC7D9-65D6-4C04-A614-BDE6D4EE6D90}" destId="{55CD5EC7-84F1-43B9-AC70-D34995106B32}" srcOrd="0" destOrd="0" presId="urn:microsoft.com/office/officeart/2018/2/layout/IconLabelList"/>
    <dgm:cxn modelId="{292BF16B-C5A7-421C-B3A2-C532243F166E}" type="presParOf" srcId="{F15DCAAF-BDEE-49E0-B434-6C6EEE071F0E}" destId="{AB4135E2-8057-4C2D-978B-095AF11D7DF9}" srcOrd="0" destOrd="0" presId="urn:microsoft.com/office/officeart/2018/2/layout/IconLabelList"/>
    <dgm:cxn modelId="{D72FE527-6875-479F-BC0C-CD8B3AEF71F7}" type="presParOf" srcId="{AB4135E2-8057-4C2D-978B-095AF11D7DF9}" destId="{A75946B0-0C0F-4623-9213-B3962C8D1A9A}" srcOrd="0" destOrd="0" presId="urn:microsoft.com/office/officeart/2018/2/layout/IconLabelList"/>
    <dgm:cxn modelId="{25583727-0EB0-4492-8009-CE264696562C}" type="presParOf" srcId="{AB4135E2-8057-4C2D-978B-095AF11D7DF9}" destId="{666F7526-0026-4E05-A6CE-05501E8E2897}" srcOrd="1" destOrd="0" presId="urn:microsoft.com/office/officeart/2018/2/layout/IconLabelList"/>
    <dgm:cxn modelId="{A1E53066-511F-42BC-87A5-25BC2CF50FA0}" type="presParOf" srcId="{AB4135E2-8057-4C2D-978B-095AF11D7DF9}" destId="{C012FC4A-CEC0-46D5-B5CF-BA9EF66DE194}" srcOrd="2" destOrd="0" presId="urn:microsoft.com/office/officeart/2018/2/layout/IconLabelList"/>
    <dgm:cxn modelId="{1B158C07-FDE4-481C-82B9-C4E0477D3E26}" type="presParOf" srcId="{F15DCAAF-BDEE-49E0-B434-6C6EEE071F0E}" destId="{44CC1980-7AA7-4655-9ED5-34E70DCB4427}" srcOrd="1" destOrd="0" presId="urn:microsoft.com/office/officeart/2018/2/layout/IconLabelList"/>
    <dgm:cxn modelId="{5A482146-4449-4D63-B827-C174AE8D638C}" type="presParOf" srcId="{F15DCAAF-BDEE-49E0-B434-6C6EEE071F0E}" destId="{E970048F-941E-4BED-945A-6DD65BDDB62B}" srcOrd="2" destOrd="0" presId="urn:microsoft.com/office/officeart/2018/2/layout/IconLabelList"/>
    <dgm:cxn modelId="{E064D65D-D4AB-4DA3-BCB7-322582D140A7}" type="presParOf" srcId="{E970048F-941E-4BED-945A-6DD65BDDB62B}" destId="{690EF385-EDA2-42EF-B347-AD6D9D0CB281}" srcOrd="0" destOrd="0" presId="urn:microsoft.com/office/officeart/2018/2/layout/IconLabelList"/>
    <dgm:cxn modelId="{C8CAFB1B-3594-4429-99A1-88DB75F9BDE8}" type="presParOf" srcId="{E970048F-941E-4BED-945A-6DD65BDDB62B}" destId="{C0671645-7AFB-42C9-AA38-28478191E3ED}" srcOrd="1" destOrd="0" presId="urn:microsoft.com/office/officeart/2018/2/layout/IconLabelList"/>
    <dgm:cxn modelId="{7B26E6A4-FA2F-4634-8294-0E274B3642E5}" type="presParOf" srcId="{E970048F-941E-4BED-945A-6DD65BDDB62B}" destId="{0B098165-6E50-472A-9F12-DC6EFEB0677A}" srcOrd="2" destOrd="0" presId="urn:microsoft.com/office/officeart/2018/2/layout/IconLabelList"/>
    <dgm:cxn modelId="{9B302BB7-1B40-4DF4-8810-4282921EF677}" type="presParOf" srcId="{F15DCAAF-BDEE-49E0-B434-6C6EEE071F0E}" destId="{D5B1C3E4-1822-4691-B8DC-98C97E46610B}" srcOrd="3" destOrd="0" presId="urn:microsoft.com/office/officeart/2018/2/layout/IconLabelList"/>
    <dgm:cxn modelId="{1E48922A-9EE5-4E1E-B4CA-E67A66097A51}" type="presParOf" srcId="{F15DCAAF-BDEE-49E0-B434-6C6EEE071F0E}" destId="{42F0A924-AA7A-4925-813A-D8E40D896015}" srcOrd="4" destOrd="0" presId="urn:microsoft.com/office/officeart/2018/2/layout/IconLabelList"/>
    <dgm:cxn modelId="{4BC619B4-5C64-4881-BDFB-54E0935F61F2}" type="presParOf" srcId="{42F0A924-AA7A-4925-813A-D8E40D896015}" destId="{D0B06E18-3C34-4EB7-847D-0BD78F6892F9}" srcOrd="0" destOrd="0" presId="urn:microsoft.com/office/officeart/2018/2/layout/IconLabelList"/>
    <dgm:cxn modelId="{091D43DF-CF94-4739-979B-00CED28A125A}" type="presParOf" srcId="{42F0A924-AA7A-4925-813A-D8E40D896015}" destId="{BDE55C5A-3A04-49E2-8582-DD36043E8437}" srcOrd="1" destOrd="0" presId="urn:microsoft.com/office/officeart/2018/2/layout/IconLabelList"/>
    <dgm:cxn modelId="{E8D804F9-108F-4BF4-B142-ACBE2C21091C}" type="presParOf" srcId="{42F0A924-AA7A-4925-813A-D8E40D896015}" destId="{55CD5EC7-84F1-43B9-AC70-D34995106B32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DD318C43-F919-479B-BF92-431E0FEDF305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A9BB18CA-5161-4BC3-8070-73C367344434}">
      <dgm:prSet/>
      <dgm:spPr/>
      <dgm:t>
        <a:bodyPr/>
        <a:lstStyle/>
        <a:p>
          <a:pPr>
            <a:defRPr cap="all"/>
          </a:pPr>
          <a:r>
            <a:rPr lang="pl-PL"/>
            <a:t>wysoka efektywność</a:t>
          </a:r>
          <a:endParaRPr lang="en-US"/>
        </a:p>
      </dgm:t>
    </dgm:pt>
    <dgm:pt modelId="{6E7AABAA-3EF5-4418-822B-56749225EDB2}" type="parTrans" cxnId="{E0822FE4-C5BB-4F14-9858-8F1D745D8FA5}">
      <dgm:prSet/>
      <dgm:spPr/>
      <dgm:t>
        <a:bodyPr/>
        <a:lstStyle/>
        <a:p>
          <a:endParaRPr lang="en-US"/>
        </a:p>
      </dgm:t>
    </dgm:pt>
    <dgm:pt modelId="{D04BD985-AFCC-4014-85E6-BDC0A6B73C5E}" type="sibTrans" cxnId="{E0822FE4-C5BB-4F14-9858-8F1D745D8FA5}">
      <dgm:prSet/>
      <dgm:spPr/>
      <dgm:t>
        <a:bodyPr/>
        <a:lstStyle/>
        <a:p>
          <a:endParaRPr lang="en-US"/>
        </a:p>
      </dgm:t>
    </dgm:pt>
    <dgm:pt modelId="{7F1D8DBD-B877-4D22-919D-2F365340934D}">
      <dgm:prSet/>
      <dgm:spPr/>
      <dgm:t>
        <a:bodyPr/>
        <a:lstStyle/>
        <a:p>
          <a:pPr>
            <a:defRPr cap="all"/>
          </a:pPr>
          <a:r>
            <a:rPr lang="pl-PL"/>
            <a:t>dobra współpraca</a:t>
          </a:r>
          <a:endParaRPr lang="en-US"/>
        </a:p>
      </dgm:t>
    </dgm:pt>
    <dgm:pt modelId="{0941CC2E-B7FB-412D-BA65-4103E1A681C2}" type="parTrans" cxnId="{A43BF378-E849-424A-B59C-51E8A9915244}">
      <dgm:prSet/>
      <dgm:spPr/>
      <dgm:t>
        <a:bodyPr/>
        <a:lstStyle/>
        <a:p>
          <a:endParaRPr lang="en-US"/>
        </a:p>
      </dgm:t>
    </dgm:pt>
    <dgm:pt modelId="{7D27A3B0-C7A0-4842-80F2-6E2CD04EFEE5}" type="sibTrans" cxnId="{A43BF378-E849-424A-B59C-51E8A9915244}">
      <dgm:prSet/>
      <dgm:spPr/>
      <dgm:t>
        <a:bodyPr/>
        <a:lstStyle/>
        <a:p>
          <a:endParaRPr lang="en-US"/>
        </a:p>
      </dgm:t>
    </dgm:pt>
    <dgm:pt modelId="{96C4DF96-6D5B-4407-8EFD-E43D4C03E295}">
      <dgm:prSet/>
      <dgm:spPr/>
      <dgm:t>
        <a:bodyPr/>
        <a:lstStyle/>
        <a:p>
          <a:pPr>
            <a:defRPr cap="all"/>
          </a:pPr>
          <a:r>
            <a:rPr lang="pl-PL"/>
            <a:t>wspólna odpowiedzialność</a:t>
          </a:r>
          <a:endParaRPr lang="en-US"/>
        </a:p>
      </dgm:t>
    </dgm:pt>
    <dgm:pt modelId="{15FE2D1E-81B0-4FF1-9D58-339DF29A619F}" type="parTrans" cxnId="{95543548-2324-488F-95AD-BBF26613A2FD}">
      <dgm:prSet/>
      <dgm:spPr/>
      <dgm:t>
        <a:bodyPr/>
        <a:lstStyle/>
        <a:p>
          <a:endParaRPr lang="en-US"/>
        </a:p>
      </dgm:t>
    </dgm:pt>
    <dgm:pt modelId="{6EFB6858-2B3A-4463-A79E-56E0999729C7}" type="sibTrans" cxnId="{95543548-2324-488F-95AD-BBF26613A2FD}">
      <dgm:prSet/>
      <dgm:spPr/>
      <dgm:t>
        <a:bodyPr/>
        <a:lstStyle/>
        <a:p>
          <a:endParaRPr lang="en-US"/>
        </a:p>
      </dgm:t>
    </dgm:pt>
    <dgm:pt modelId="{E342EA0A-2DAE-4452-BE36-8BA28F1DB9D3}" type="pres">
      <dgm:prSet presAssocID="{DD318C43-F919-479B-BF92-431E0FEDF305}" presName="root" presStyleCnt="0">
        <dgm:presLayoutVars>
          <dgm:dir/>
          <dgm:resizeHandles val="exact"/>
        </dgm:presLayoutVars>
      </dgm:prSet>
      <dgm:spPr/>
    </dgm:pt>
    <dgm:pt modelId="{CC203D58-2725-45E4-8555-6A08BBBBBAB5}" type="pres">
      <dgm:prSet presAssocID="{A9BB18CA-5161-4BC3-8070-73C367344434}" presName="compNode" presStyleCnt="0"/>
      <dgm:spPr/>
    </dgm:pt>
    <dgm:pt modelId="{71688A24-97F6-45B1-BC4A-9B06D44F9747}" type="pres">
      <dgm:prSet presAssocID="{A9BB18CA-5161-4BC3-8070-73C367344434}" presName="iconBgRect" presStyleLbl="bgShp" presStyleIdx="0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4095198E-3DFB-4DA2-ACB0-786AF569D814}" type="pres">
      <dgm:prSet presAssocID="{A9BB18CA-5161-4BC3-8070-73C367344434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Znacznik wyboru"/>
        </a:ext>
      </dgm:extLst>
    </dgm:pt>
    <dgm:pt modelId="{A01DC62E-85ED-4782-826E-F407F93F1613}" type="pres">
      <dgm:prSet presAssocID="{A9BB18CA-5161-4BC3-8070-73C367344434}" presName="spaceRect" presStyleCnt="0"/>
      <dgm:spPr/>
    </dgm:pt>
    <dgm:pt modelId="{69397911-C1C9-4531-94E4-1AE6CC75207E}" type="pres">
      <dgm:prSet presAssocID="{A9BB18CA-5161-4BC3-8070-73C367344434}" presName="textRect" presStyleLbl="revTx" presStyleIdx="0" presStyleCnt="3">
        <dgm:presLayoutVars>
          <dgm:chMax val="1"/>
          <dgm:chPref val="1"/>
        </dgm:presLayoutVars>
      </dgm:prSet>
      <dgm:spPr/>
    </dgm:pt>
    <dgm:pt modelId="{D50FE311-9D73-4DB7-B6C5-818B48277211}" type="pres">
      <dgm:prSet presAssocID="{D04BD985-AFCC-4014-85E6-BDC0A6B73C5E}" presName="sibTrans" presStyleCnt="0"/>
      <dgm:spPr/>
    </dgm:pt>
    <dgm:pt modelId="{59194C8F-E715-4239-B957-66CE5CD36776}" type="pres">
      <dgm:prSet presAssocID="{7F1D8DBD-B877-4D22-919D-2F365340934D}" presName="compNode" presStyleCnt="0"/>
      <dgm:spPr/>
    </dgm:pt>
    <dgm:pt modelId="{E19B6D87-02FD-45B2-A37E-847589C129B5}" type="pres">
      <dgm:prSet presAssocID="{7F1D8DBD-B877-4D22-919D-2F365340934D}" presName="iconBgRect" presStyleLbl="bgShp" presStyleIdx="1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5FE26071-54B7-455F-80D2-B2A362AA4BE3}" type="pres">
      <dgm:prSet presAssocID="{7F1D8DBD-B877-4D22-919D-2F365340934D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ścisk dłoni"/>
        </a:ext>
      </dgm:extLst>
    </dgm:pt>
    <dgm:pt modelId="{9F460247-9646-4C83-B6F6-BEF664304081}" type="pres">
      <dgm:prSet presAssocID="{7F1D8DBD-B877-4D22-919D-2F365340934D}" presName="spaceRect" presStyleCnt="0"/>
      <dgm:spPr/>
    </dgm:pt>
    <dgm:pt modelId="{338232A6-89D3-4CE8-B52C-C4AFF6051C6E}" type="pres">
      <dgm:prSet presAssocID="{7F1D8DBD-B877-4D22-919D-2F365340934D}" presName="textRect" presStyleLbl="revTx" presStyleIdx="1" presStyleCnt="3">
        <dgm:presLayoutVars>
          <dgm:chMax val="1"/>
          <dgm:chPref val="1"/>
        </dgm:presLayoutVars>
      </dgm:prSet>
      <dgm:spPr/>
    </dgm:pt>
    <dgm:pt modelId="{97A41547-6EE6-400D-A4F7-1062985E8C2A}" type="pres">
      <dgm:prSet presAssocID="{7D27A3B0-C7A0-4842-80F2-6E2CD04EFEE5}" presName="sibTrans" presStyleCnt="0"/>
      <dgm:spPr/>
    </dgm:pt>
    <dgm:pt modelId="{4E3B3164-7E3C-4C4D-AD7B-49BE38DA3300}" type="pres">
      <dgm:prSet presAssocID="{96C4DF96-6D5B-4407-8EFD-E43D4C03E295}" presName="compNode" presStyleCnt="0"/>
      <dgm:spPr/>
    </dgm:pt>
    <dgm:pt modelId="{BC746A71-EF34-4E5B-9949-C5E883FA0175}" type="pres">
      <dgm:prSet presAssocID="{96C4DF96-6D5B-4407-8EFD-E43D4C03E295}" presName="iconBgRect" presStyleLbl="bgShp" presStyleIdx="2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5E66FB06-2EF2-41E1-99BA-4B6459BDDEC6}" type="pres">
      <dgm:prSet presAssocID="{96C4DF96-6D5B-4407-8EFD-E43D4C03E295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ales of Justice"/>
        </a:ext>
      </dgm:extLst>
    </dgm:pt>
    <dgm:pt modelId="{CBBF7A81-77D4-4D5D-872D-292565D8A29F}" type="pres">
      <dgm:prSet presAssocID="{96C4DF96-6D5B-4407-8EFD-E43D4C03E295}" presName="spaceRect" presStyleCnt="0"/>
      <dgm:spPr/>
    </dgm:pt>
    <dgm:pt modelId="{2F8542C7-895D-42F2-8EE3-AF2D2FC76FB7}" type="pres">
      <dgm:prSet presAssocID="{96C4DF96-6D5B-4407-8EFD-E43D4C03E295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95543548-2324-488F-95AD-BBF26613A2FD}" srcId="{DD318C43-F919-479B-BF92-431E0FEDF305}" destId="{96C4DF96-6D5B-4407-8EFD-E43D4C03E295}" srcOrd="2" destOrd="0" parTransId="{15FE2D1E-81B0-4FF1-9D58-339DF29A619F}" sibTransId="{6EFB6858-2B3A-4463-A79E-56E0999729C7}"/>
    <dgm:cxn modelId="{A146726C-130B-49F4-BCF3-3D1C574A2CFE}" type="presOf" srcId="{A9BB18CA-5161-4BC3-8070-73C367344434}" destId="{69397911-C1C9-4531-94E4-1AE6CC75207E}" srcOrd="0" destOrd="0" presId="urn:microsoft.com/office/officeart/2018/5/layout/IconLeafLabelList"/>
    <dgm:cxn modelId="{A43BF378-E849-424A-B59C-51E8A9915244}" srcId="{DD318C43-F919-479B-BF92-431E0FEDF305}" destId="{7F1D8DBD-B877-4D22-919D-2F365340934D}" srcOrd="1" destOrd="0" parTransId="{0941CC2E-B7FB-412D-BA65-4103E1A681C2}" sibTransId="{7D27A3B0-C7A0-4842-80F2-6E2CD04EFEE5}"/>
    <dgm:cxn modelId="{EA9C6F81-5D83-4E37-86F9-8496E86819EC}" type="presOf" srcId="{7F1D8DBD-B877-4D22-919D-2F365340934D}" destId="{338232A6-89D3-4CE8-B52C-C4AFF6051C6E}" srcOrd="0" destOrd="0" presId="urn:microsoft.com/office/officeart/2018/5/layout/IconLeafLabelList"/>
    <dgm:cxn modelId="{04CE1CB1-B076-4C64-96DC-6F939F6016B9}" type="presOf" srcId="{96C4DF96-6D5B-4407-8EFD-E43D4C03E295}" destId="{2F8542C7-895D-42F2-8EE3-AF2D2FC76FB7}" srcOrd="0" destOrd="0" presId="urn:microsoft.com/office/officeart/2018/5/layout/IconLeafLabelList"/>
    <dgm:cxn modelId="{E0822FE4-C5BB-4F14-9858-8F1D745D8FA5}" srcId="{DD318C43-F919-479B-BF92-431E0FEDF305}" destId="{A9BB18CA-5161-4BC3-8070-73C367344434}" srcOrd="0" destOrd="0" parTransId="{6E7AABAA-3EF5-4418-822B-56749225EDB2}" sibTransId="{D04BD985-AFCC-4014-85E6-BDC0A6B73C5E}"/>
    <dgm:cxn modelId="{8943E5F6-B14B-4FB4-AADC-6347B02240A9}" type="presOf" srcId="{DD318C43-F919-479B-BF92-431E0FEDF305}" destId="{E342EA0A-2DAE-4452-BE36-8BA28F1DB9D3}" srcOrd="0" destOrd="0" presId="urn:microsoft.com/office/officeart/2018/5/layout/IconLeafLabelList"/>
    <dgm:cxn modelId="{30262012-E3CE-4EFC-A541-AC874AB5E0E9}" type="presParOf" srcId="{E342EA0A-2DAE-4452-BE36-8BA28F1DB9D3}" destId="{CC203D58-2725-45E4-8555-6A08BBBBBAB5}" srcOrd="0" destOrd="0" presId="urn:microsoft.com/office/officeart/2018/5/layout/IconLeafLabelList"/>
    <dgm:cxn modelId="{70ABC83D-E4D5-4AD7-A17F-40270F4C48A5}" type="presParOf" srcId="{CC203D58-2725-45E4-8555-6A08BBBBBAB5}" destId="{71688A24-97F6-45B1-BC4A-9B06D44F9747}" srcOrd="0" destOrd="0" presId="urn:microsoft.com/office/officeart/2018/5/layout/IconLeafLabelList"/>
    <dgm:cxn modelId="{4FF5C0BE-7593-4F55-861F-C45C2926D45C}" type="presParOf" srcId="{CC203D58-2725-45E4-8555-6A08BBBBBAB5}" destId="{4095198E-3DFB-4DA2-ACB0-786AF569D814}" srcOrd="1" destOrd="0" presId="urn:microsoft.com/office/officeart/2018/5/layout/IconLeafLabelList"/>
    <dgm:cxn modelId="{FC6C856D-C1D3-47FC-B9DD-A7DCC8732374}" type="presParOf" srcId="{CC203D58-2725-45E4-8555-6A08BBBBBAB5}" destId="{A01DC62E-85ED-4782-826E-F407F93F1613}" srcOrd="2" destOrd="0" presId="urn:microsoft.com/office/officeart/2018/5/layout/IconLeafLabelList"/>
    <dgm:cxn modelId="{B91C6372-AC97-462D-BA4A-474473B4A089}" type="presParOf" srcId="{CC203D58-2725-45E4-8555-6A08BBBBBAB5}" destId="{69397911-C1C9-4531-94E4-1AE6CC75207E}" srcOrd="3" destOrd="0" presId="urn:microsoft.com/office/officeart/2018/5/layout/IconLeafLabelList"/>
    <dgm:cxn modelId="{46636BE4-EC6C-440B-971A-1EA1DC32DF26}" type="presParOf" srcId="{E342EA0A-2DAE-4452-BE36-8BA28F1DB9D3}" destId="{D50FE311-9D73-4DB7-B6C5-818B48277211}" srcOrd="1" destOrd="0" presId="urn:microsoft.com/office/officeart/2018/5/layout/IconLeafLabelList"/>
    <dgm:cxn modelId="{C96D7D45-7355-4EFD-9995-10467F03F2C2}" type="presParOf" srcId="{E342EA0A-2DAE-4452-BE36-8BA28F1DB9D3}" destId="{59194C8F-E715-4239-B957-66CE5CD36776}" srcOrd="2" destOrd="0" presId="urn:microsoft.com/office/officeart/2018/5/layout/IconLeafLabelList"/>
    <dgm:cxn modelId="{5E2C4679-5DA3-431C-B747-FD6DCD9E5487}" type="presParOf" srcId="{59194C8F-E715-4239-B957-66CE5CD36776}" destId="{E19B6D87-02FD-45B2-A37E-847589C129B5}" srcOrd="0" destOrd="0" presId="urn:microsoft.com/office/officeart/2018/5/layout/IconLeafLabelList"/>
    <dgm:cxn modelId="{057D8A2F-B254-459E-AEE9-AF0356D64208}" type="presParOf" srcId="{59194C8F-E715-4239-B957-66CE5CD36776}" destId="{5FE26071-54B7-455F-80D2-B2A362AA4BE3}" srcOrd="1" destOrd="0" presId="urn:microsoft.com/office/officeart/2018/5/layout/IconLeafLabelList"/>
    <dgm:cxn modelId="{C258538A-1581-4EB0-9F89-606954C6BDA5}" type="presParOf" srcId="{59194C8F-E715-4239-B957-66CE5CD36776}" destId="{9F460247-9646-4C83-B6F6-BEF664304081}" srcOrd="2" destOrd="0" presId="urn:microsoft.com/office/officeart/2018/5/layout/IconLeafLabelList"/>
    <dgm:cxn modelId="{3A72426B-437E-47B9-BB48-0623AF0F2ED3}" type="presParOf" srcId="{59194C8F-E715-4239-B957-66CE5CD36776}" destId="{338232A6-89D3-4CE8-B52C-C4AFF6051C6E}" srcOrd="3" destOrd="0" presId="urn:microsoft.com/office/officeart/2018/5/layout/IconLeafLabelList"/>
    <dgm:cxn modelId="{D517424E-8EEB-45C0-A510-EBE28EFCC7B1}" type="presParOf" srcId="{E342EA0A-2DAE-4452-BE36-8BA28F1DB9D3}" destId="{97A41547-6EE6-400D-A4F7-1062985E8C2A}" srcOrd="3" destOrd="0" presId="urn:microsoft.com/office/officeart/2018/5/layout/IconLeafLabelList"/>
    <dgm:cxn modelId="{52A10420-153C-4C85-A00F-1B744CCDC52E}" type="presParOf" srcId="{E342EA0A-2DAE-4452-BE36-8BA28F1DB9D3}" destId="{4E3B3164-7E3C-4C4D-AD7B-49BE38DA3300}" srcOrd="4" destOrd="0" presId="urn:microsoft.com/office/officeart/2018/5/layout/IconLeafLabelList"/>
    <dgm:cxn modelId="{B774B13A-0AE4-4BFF-B218-09E503AB0477}" type="presParOf" srcId="{4E3B3164-7E3C-4C4D-AD7B-49BE38DA3300}" destId="{BC746A71-EF34-4E5B-9949-C5E883FA0175}" srcOrd="0" destOrd="0" presId="urn:microsoft.com/office/officeart/2018/5/layout/IconLeafLabelList"/>
    <dgm:cxn modelId="{352E2D10-DDB6-4C80-8322-8FD322D2483A}" type="presParOf" srcId="{4E3B3164-7E3C-4C4D-AD7B-49BE38DA3300}" destId="{5E66FB06-2EF2-41E1-99BA-4B6459BDDEC6}" srcOrd="1" destOrd="0" presId="urn:microsoft.com/office/officeart/2018/5/layout/IconLeafLabelList"/>
    <dgm:cxn modelId="{5E0CDA27-7AC8-48DB-8BA0-8B63AF526AE7}" type="presParOf" srcId="{4E3B3164-7E3C-4C4D-AD7B-49BE38DA3300}" destId="{CBBF7A81-77D4-4D5D-872D-292565D8A29F}" srcOrd="2" destOrd="0" presId="urn:microsoft.com/office/officeart/2018/5/layout/IconLeafLabelList"/>
    <dgm:cxn modelId="{9C03F9F4-2B8B-480A-884E-C936CC5C8D28}" type="presParOf" srcId="{4E3B3164-7E3C-4C4D-AD7B-49BE38DA3300}" destId="{2F8542C7-895D-42F2-8EE3-AF2D2FC76FB7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04712527-85DD-453C-A050-C7F6A80591FC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601B85C-D759-4025-9839-0A7ED89E1B55}">
      <dgm:prSet/>
      <dgm:spPr/>
      <dgm:t>
        <a:bodyPr/>
        <a:lstStyle/>
        <a:p>
          <a:pPr>
            <a:lnSpc>
              <a:spcPct val="100000"/>
            </a:lnSpc>
          </a:pPr>
          <a:r>
            <a:rPr lang="pl-PL"/>
            <a:t>nieformalne zasady</a:t>
          </a:r>
          <a:endParaRPr lang="en-US"/>
        </a:p>
      </dgm:t>
    </dgm:pt>
    <dgm:pt modelId="{5C7EBFEC-D3C6-4DDD-9A2B-20635C032405}" type="parTrans" cxnId="{AB3478E9-B14C-47B8-A538-BD0927715FF6}">
      <dgm:prSet/>
      <dgm:spPr/>
      <dgm:t>
        <a:bodyPr/>
        <a:lstStyle/>
        <a:p>
          <a:endParaRPr lang="en-US"/>
        </a:p>
      </dgm:t>
    </dgm:pt>
    <dgm:pt modelId="{7E64B5BC-193C-4076-8F8A-DBBC90477C5E}" type="sibTrans" cxnId="{AB3478E9-B14C-47B8-A538-BD0927715FF6}">
      <dgm:prSet/>
      <dgm:spPr/>
      <dgm:t>
        <a:bodyPr/>
        <a:lstStyle/>
        <a:p>
          <a:endParaRPr lang="en-US"/>
        </a:p>
      </dgm:t>
    </dgm:pt>
    <dgm:pt modelId="{9C6531B7-4395-41E6-BE01-D81931272868}">
      <dgm:prSet/>
      <dgm:spPr/>
      <dgm:t>
        <a:bodyPr/>
        <a:lstStyle/>
        <a:p>
          <a:pPr>
            <a:lnSpc>
              <a:spcPct val="100000"/>
            </a:lnSpc>
          </a:pPr>
          <a:r>
            <a:rPr lang="pl-PL"/>
            <a:t>wspólne oczekiwania</a:t>
          </a:r>
          <a:endParaRPr lang="en-US"/>
        </a:p>
      </dgm:t>
    </dgm:pt>
    <dgm:pt modelId="{75CF9498-3D03-4748-99EE-B8E249EA5AE1}" type="parTrans" cxnId="{30BB8764-E5FF-4BF8-9082-A92333812557}">
      <dgm:prSet/>
      <dgm:spPr/>
      <dgm:t>
        <a:bodyPr/>
        <a:lstStyle/>
        <a:p>
          <a:endParaRPr lang="en-US"/>
        </a:p>
      </dgm:t>
    </dgm:pt>
    <dgm:pt modelId="{A9A52F57-8358-4F2A-A432-A0EEC11E0257}" type="sibTrans" cxnId="{30BB8764-E5FF-4BF8-9082-A92333812557}">
      <dgm:prSet/>
      <dgm:spPr/>
      <dgm:t>
        <a:bodyPr/>
        <a:lstStyle/>
        <a:p>
          <a:endParaRPr lang="en-US"/>
        </a:p>
      </dgm:t>
    </dgm:pt>
    <dgm:pt modelId="{B02332F2-AA1D-43B5-A81D-472E18E24936}">
      <dgm:prSet/>
      <dgm:spPr/>
      <dgm:t>
        <a:bodyPr/>
        <a:lstStyle/>
        <a:p>
          <a:pPr>
            <a:lnSpc>
              <a:spcPct val="100000"/>
            </a:lnSpc>
          </a:pPr>
          <a:r>
            <a:rPr lang="pl-PL"/>
            <a:t>sposób zachowania</a:t>
          </a:r>
          <a:endParaRPr lang="en-US"/>
        </a:p>
      </dgm:t>
    </dgm:pt>
    <dgm:pt modelId="{A6A6F853-E302-4AB4-A66C-A26839B922D1}" type="parTrans" cxnId="{F122FC64-A7D6-44A8-96E6-98FCDB9ED8BD}">
      <dgm:prSet/>
      <dgm:spPr/>
      <dgm:t>
        <a:bodyPr/>
        <a:lstStyle/>
        <a:p>
          <a:endParaRPr lang="en-US"/>
        </a:p>
      </dgm:t>
    </dgm:pt>
    <dgm:pt modelId="{7C9983E8-D8CD-4E2A-A279-F0BC958C25F9}" type="sibTrans" cxnId="{F122FC64-A7D6-44A8-96E6-98FCDB9ED8BD}">
      <dgm:prSet/>
      <dgm:spPr/>
      <dgm:t>
        <a:bodyPr/>
        <a:lstStyle/>
        <a:p>
          <a:endParaRPr lang="en-US"/>
        </a:p>
      </dgm:t>
    </dgm:pt>
    <dgm:pt modelId="{2ACDFBE7-9C19-4162-8B77-997FDFAE399D}" type="pres">
      <dgm:prSet presAssocID="{04712527-85DD-453C-A050-C7F6A80591FC}" presName="root" presStyleCnt="0">
        <dgm:presLayoutVars>
          <dgm:dir/>
          <dgm:resizeHandles val="exact"/>
        </dgm:presLayoutVars>
      </dgm:prSet>
      <dgm:spPr/>
    </dgm:pt>
    <dgm:pt modelId="{3533E7C0-2068-44FD-B685-E4B95E7691B6}" type="pres">
      <dgm:prSet presAssocID="{5601B85C-D759-4025-9839-0A7ED89E1B55}" presName="compNode" presStyleCnt="0"/>
      <dgm:spPr/>
    </dgm:pt>
    <dgm:pt modelId="{59CF2024-17E4-48A8-937E-921B443DC84D}" type="pres">
      <dgm:prSet presAssocID="{5601B85C-D759-4025-9839-0A7ED89E1B55}" presName="bgRect" presStyleLbl="bgShp" presStyleIdx="0" presStyleCnt="3"/>
      <dgm:spPr/>
    </dgm:pt>
    <dgm:pt modelId="{F7BB593A-C982-4E1F-9368-1E959B6E8392}" type="pres">
      <dgm:prSet presAssocID="{5601B85C-D759-4025-9839-0A7ED89E1B55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ścisk dłoni"/>
        </a:ext>
      </dgm:extLst>
    </dgm:pt>
    <dgm:pt modelId="{16BB6F78-B52C-471D-8AB6-C92F4E13AC0A}" type="pres">
      <dgm:prSet presAssocID="{5601B85C-D759-4025-9839-0A7ED89E1B55}" presName="spaceRect" presStyleCnt="0"/>
      <dgm:spPr/>
    </dgm:pt>
    <dgm:pt modelId="{73B21D31-A4F3-47DD-90BB-C071210E7F39}" type="pres">
      <dgm:prSet presAssocID="{5601B85C-D759-4025-9839-0A7ED89E1B55}" presName="parTx" presStyleLbl="revTx" presStyleIdx="0" presStyleCnt="3">
        <dgm:presLayoutVars>
          <dgm:chMax val="0"/>
          <dgm:chPref val="0"/>
        </dgm:presLayoutVars>
      </dgm:prSet>
      <dgm:spPr/>
    </dgm:pt>
    <dgm:pt modelId="{E89C0D30-DB0D-46B2-9FF7-11964A94A1D4}" type="pres">
      <dgm:prSet presAssocID="{7E64B5BC-193C-4076-8F8A-DBBC90477C5E}" presName="sibTrans" presStyleCnt="0"/>
      <dgm:spPr/>
    </dgm:pt>
    <dgm:pt modelId="{0D211125-1FF3-45FA-8E69-76760089B1BA}" type="pres">
      <dgm:prSet presAssocID="{9C6531B7-4395-41E6-BE01-D81931272868}" presName="compNode" presStyleCnt="0"/>
      <dgm:spPr/>
    </dgm:pt>
    <dgm:pt modelId="{B7568386-324F-441B-B85B-D8911EAFBDDB}" type="pres">
      <dgm:prSet presAssocID="{9C6531B7-4395-41E6-BE01-D81931272868}" presName="bgRect" presStyleLbl="bgShp" presStyleIdx="1" presStyleCnt="3"/>
      <dgm:spPr/>
    </dgm:pt>
    <dgm:pt modelId="{547FBB8C-EEF4-4556-8B42-5C2098EFDF69}" type="pres">
      <dgm:prSet presAssocID="{9C6531B7-4395-41E6-BE01-D81931272868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Znacznik wyboru"/>
        </a:ext>
      </dgm:extLst>
    </dgm:pt>
    <dgm:pt modelId="{8CA441D2-B524-4949-B95D-F3AF5E0E8C0B}" type="pres">
      <dgm:prSet presAssocID="{9C6531B7-4395-41E6-BE01-D81931272868}" presName="spaceRect" presStyleCnt="0"/>
      <dgm:spPr/>
    </dgm:pt>
    <dgm:pt modelId="{0B6DD9C4-D799-4786-8B62-83155CDC5DD0}" type="pres">
      <dgm:prSet presAssocID="{9C6531B7-4395-41E6-BE01-D81931272868}" presName="parTx" presStyleLbl="revTx" presStyleIdx="1" presStyleCnt="3">
        <dgm:presLayoutVars>
          <dgm:chMax val="0"/>
          <dgm:chPref val="0"/>
        </dgm:presLayoutVars>
      </dgm:prSet>
      <dgm:spPr/>
    </dgm:pt>
    <dgm:pt modelId="{A44B1B0B-5C57-4632-B478-A370691550CF}" type="pres">
      <dgm:prSet presAssocID="{A9A52F57-8358-4F2A-A432-A0EEC11E0257}" presName="sibTrans" presStyleCnt="0"/>
      <dgm:spPr/>
    </dgm:pt>
    <dgm:pt modelId="{B296D35B-EDDF-4411-A89F-DA2175CA58A3}" type="pres">
      <dgm:prSet presAssocID="{B02332F2-AA1D-43B5-A81D-472E18E24936}" presName="compNode" presStyleCnt="0"/>
      <dgm:spPr/>
    </dgm:pt>
    <dgm:pt modelId="{B97BBEC6-9689-4791-B570-F62F124D6FA7}" type="pres">
      <dgm:prSet presAssocID="{B02332F2-AA1D-43B5-A81D-472E18E24936}" presName="bgRect" presStyleLbl="bgShp" presStyleIdx="2" presStyleCnt="3"/>
      <dgm:spPr/>
    </dgm:pt>
    <dgm:pt modelId="{BA7F3910-2D89-4195-B5B8-A2526E4D7DB7}" type="pres">
      <dgm:prSet presAssocID="{B02332F2-AA1D-43B5-A81D-472E18E24936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38F21627-BD4B-4399-9DEA-E8C01731C3EC}" type="pres">
      <dgm:prSet presAssocID="{B02332F2-AA1D-43B5-A81D-472E18E24936}" presName="spaceRect" presStyleCnt="0"/>
      <dgm:spPr/>
    </dgm:pt>
    <dgm:pt modelId="{8B7487D0-81A7-442E-B74E-0219EA96ACA4}" type="pres">
      <dgm:prSet presAssocID="{B02332F2-AA1D-43B5-A81D-472E18E24936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13F73533-13ED-4493-BBE4-052B35C04309}" type="presOf" srcId="{04712527-85DD-453C-A050-C7F6A80591FC}" destId="{2ACDFBE7-9C19-4162-8B77-997FDFAE399D}" srcOrd="0" destOrd="0" presId="urn:microsoft.com/office/officeart/2018/2/layout/IconVerticalSolidList"/>
    <dgm:cxn modelId="{A0A13F33-E763-47BB-AE78-813972F10517}" type="presOf" srcId="{5601B85C-D759-4025-9839-0A7ED89E1B55}" destId="{73B21D31-A4F3-47DD-90BB-C071210E7F39}" srcOrd="0" destOrd="0" presId="urn:microsoft.com/office/officeart/2018/2/layout/IconVerticalSolidList"/>
    <dgm:cxn modelId="{30BB8764-E5FF-4BF8-9082-A92333812557}" srcId="{04712527-85DD-453C-A050-C7F6A80591FC}" destId="{9C6531B7-4395-41E6-BE01-D81931272868}" srcOrd="1" destOrd="0" parTransId="{75CF9498-3D03-4748-99EE-B8E249EA5AE1}" sibTransId="{A9A52F57-8358-4F2A-A432-A0EEC11E0257}"/>
    <dgm:cxn modelId="{F122FC64-A7D6-44A8-96E6-98FCDB9ED8BD}" srcId="{04712527-85DD-453C-A050-C7F6A80591FC}" destId="{B02332F2-AA1D-43B5-A81D-472E18E24936}" srcOrd="2" destOrd="0" parTransId="{A6A6F853-E302-4AB4-A66C-A26839B922D1}" sibTransId="{7C9983E8-D8CD-4E2A-A279-F0BC958C25F9}"/>
    <dgm:cxn modelId="{148DECA7-1CD3-4D76-8A83-D63193F6ACF9}" type="presOf" srcId="{B02332F2-AA1D-43B5-A81D-472E18E24936}" destId="{8B7487D0-81A7-442E-B74E-0219EA96ACA4}" srcOrd="0" destOrd="0" presId="urn:microsoft.com/office/officeart/2018/2/layout/IconVerticalSolidList"/>
    <dgm:cxn modelId="{AB3478E9-B14C-47B8-A538-BD0927715FF6}" srcId="{04712527-85DD-453C-A050-C7F6A80591FC}" destId="{5601B85C-D759-4025-9839-0A7ED89E1B55}" srcOrd="0" destOrd="0" parTransId="{5C7EBFEC-D3C6-4DDD-9A2B-20635C032405}" sibTransId="{7E64B5BC-193C-4076-8F8A-DBBC90477C5E}"/>
    <dgm:cxn modelId="{740A0EEA-C262-4D64-9E91-AA3240631839}" type="presOf" srcId="{9C6531B7-4395-41E6-BE01-D81931272868}" destId="{0B6DD9C4-D799-4786-8B62-83155CDC5DD0}" srcOrd="0" destOrd="0" presId="urn:microsoft.com/office/officeart/2018/2/layout/IconVerticalSolidList"/>
    <dgm:cxn modelId="{447B1C8E-7F4F-4463-9871-2046A6B9D64E}" type="presParOf" srcId="{2ACDFBE7-9C19-4162-8B77-997FDFAE399D}" destId="{3533E7C0-2068-44FD-B685-E4B95E7691B6}" srcOrd="0" destOrd="0" presId="urn:microsoft.com/office/officeart/2018/2/layout/IconVerticalSolidList"/>
    <dgm:cxn modelId="{6B8F7FA2-C414-4B5D-95E6-71871CBCF957}" type="presParOf" srcId="{3533E7C0-2068-44FD-B685-E4B95E7691B6}" destId="{59CF2024-17E4-48A8-937E-921B443DC84D}" srcOrd="0" destOrd="0" presId="urn:microsoft.com/office/officeart/2018/2/layout/IconVerticalSolidList"/>
    <dgm:cxn modelId="{DF04267E-9F21-4A01-A6C2-DA92D40EE0B0}" type="presParOf" srcId="{3533E7C0-2068-44FD-B685-E4B95E7691B6}" destId="{F7BB593A-C982-4E1F-9368-1E959B6E8392}" srcOrd="1" destOrd="0" presId="urn:microsoft.com/office/officeart/2018/2/layout/IconVerticalSolidList"/>
    <dgm:cxn modelId="{2F795FAC-E74E-41CB-A3F7-C9E912D6B19F}" type="presParOf" srcId="{3533E7C0-2068-44FD-B685-E4B95E7691B6}" destId="{16BB6F78-B52C-471D-8AB6-C92F4E13AC0A}" srcOrd="2" destOrd="0" presId="urn:microsoft.com/office/officeart/2018/2/layout/IconVerticalSolidList"/>
    <dgm:cxn modelId="{FC78BE96-0825-4DED-9582-770F795F2F0D}" type="presParOf" srcId="{3533E7C0-2068-44FD-B685-E4B95E7691B6}" destId="{73B21D31-A4F3-47DD-90BB-C071210E7F39}" srcOrd="3" destOrd="0" presId="urn:microsoft.com/office/officeart/2018/2/layout/IconVerticalSolidList"/>
    <dgm:cxn modelId="{A3585C4F-FA83-4BB2-BD07-C49BFC69FBB2}" type="presParOf" srcId="{2ACDFBE7-9C19-4162-8B77-997FDFAE399D}" destId="{E89C0D30-DB0D-46B2-9FF7-11964A94A1D4}" srcOrd="1" destOrd="0" presId="urn:microsoft.com/office/officeart/2018/2/layout/IconVerticalSolidList"/>
    <dgm:cxn modelId="{9909C357-F324-4DFE-A493-B590DAFAA137}" type="presParOf" srcId="{2ACDFBE7-9C19-4162-8B77-997FDFAE399D}" destId="{0D211125-1FF3-45FA-8E69-76760089B1BA}" srcOrd="2" destOrd="0" presId="urn:microsoft.com/office/officeart/2018/2/layout/IconVerticalSolidList"/>
    <dgm:cxn modelId="{D99B4E10-9EA1-4664-91AB-DB761DC25FC2}" type="presParOf" srcId="{0D211125-1FF3-45FA-8E69-76760089B1BA}" destId="{B7568386-324F-441B-B85B-D8911EAFBDDB}" srcOrd="0" destOrd="0" presId="urn:microsoft.com/office/officeart/2018/2/layout/IconVerticalSolidList"/>
    <dgm:cxn modelId="{4C672026-62A7-4C80-B32E-D636DDA12F18}" type="presParOf" srcId="{0D211125-1FF3-45FA-8E69-76760089B1BA}" destId="{547FBB8C-EEF4-4556-8B42-5C2098EFDF69}" srcOrd="1" destOrd="0" presId="urn:microsoft.com/office/officeart/2018/2/layout/IconVerticalSolidList"/>
    <dgm:cxn modelId="{5F9229EE-56E1-427B-A7B0-11E195FA4D27}" type="presParOf" srcId="{0D211125-1FF3-45FA-8E69-76760089B1BA}" destId="{8CA441D2-B524-4949-B95D-F3AF5E0E8C0B}" srcOrd="2" destOrd="0" presId="urn:microsoft.com/office/officeart/2018/2/layout/IconVerticalSolidList"/>
    <dgm:cxn modelId="{D280325C-C806-4591-A236-3325963B433B}" type="presParOf" srcId="{0D211125-1FF3-45FA-8E69-76760089B1BA}" destId="{0B6DD9C4-D799-4786-8B62-83155CDC5DD0}" srcOrd="3" destOrd="0" presId="urn:microsoft.com/office/officeart/2018/2/layout/IconVerticalSolidList"/>
    <dgm:cxn modelId="{9BDFEC49-9B41-4193-B56A-E701ABCBB41B}" type="presParOf" srcId="{2ACDFBE7-9C19-4162-8B77-997FDFAE399D}" destId="{A44B1B0B-5C57-4632-B478-A370691550CF}" srcOrd="3" destOrd="0" presId="urn:microsoft.com/office/officeart/2018/2/layout/IconVerticalSolidList"/>
    <dgm:cxn modelId="{02EA6CCC-1776-4699-B925-AC731B87E59D}" type="presParOf" srcId="{2ACDFBE7-9C19-4162-8B77-997FDFAE399D}" destId="{B296D35B-EDDF-4411-A89F-DA2175CA58A3}" srcOrd="4" destOrd="0" presId="urn:microsoft.com/office/officeart/2018/2/layout/IconVerticalSolidList"/>
    <dgm:cxn modelId="{A7FE56D9-720C-452D-9448-6AC887071D38}" type="presParOf" srcId="{B296D35B-EDDF-4411-A89F-DA2175CA58A3}" destId="{B97BBEC6-9689-4791-B570-F62F124D6FA7}" srcOrd="0" destOrd="0" presId="urn:microsoft.com/office/officeart/2018/2/layout/IconVerticalSolidList"/>
    <dgm:cxn modelId="{076FEEED-459D-476F-877E-C696CF21591D}" type="presParOf" srcId="{B296D35B-EDDF-4411-A89F-DA2175CA58A3}" destId="{BA7F3910-2D89-4195-B5B8-A2526E4D7DB7}" srcOrd="1" destOrd="0" presId="urn:microsoft.com/office/officeart/2018/2/layout/IconVerticalSolidList"/>
    <dgm:cxn modelId="{71813023-4C7F-4DBB-BF93-57079D416CF3}" type="presParOf" srcId="{B296D35B-EDDF-4411-A89F-DA2175CA58A3}" destId="{38F21627-BD4B-4399-9DEA-E8C01731C3EC}" srcOrd="2" destOrd="0" presId="urn:microsoft.com/office/officeart/2018/2/layout/IconVerticalSolidList"/>
    <dgm:cxn modelId="{66B2E46A-FDE3-4B83-BDAB-8E55DCEA2C18}" type="presParOf" srcId="{B296D35B-EDDF-4411-A89F-DA2175CA58A3}" destId="{8B7487D0-81A7-442E-B74E-0219EA96ACA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C07B1E67-82CF-40AC-94AD-5F9796E0467D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28D413D-F6C7-418D-BA6F-CFC5B02B7C14}">
      <dgm:prSet/>
      <dgm:spPr/>
      <dgm:t>
        <a:bodyPr/>
        <a:lstStyle/>
        <a:p>
          <a:r>
            <a:rPr lang="pl-PL" dirty="0"/>
            <a:t>W zespole pojawiają się role takie jak</a:t>
          </a:r>
          <a:r>
            <a:rPr lang="en-US" dirty="0"/>
            <a:t> </a:t>
          </a:r>
          <a:r>
            <a:rPr lang="en-US" dirty="0" err="1"/>
            <a:t>chociażby</a:t>
          </a:r>
          <a:r>
            <a:rPr lang="pl-PL" dirty="0"/>
            <a:t>:</a:t>
          </a:r>
          <a:endParaRPr lang="en-US" dirty="0"/>
        </a:p>
      </dgm:t>
    </dgm:pt>
    <dgm:pt modelId="{200B8D99-42AC-4E10-B064-FA668910DE4D}" type="parTrans" cxnId="{DC26F029-94E3-4C99-B3F8-C0D42B29115F}">
      <dgm:prSet/>
      <dgm:spPr/>
      <dgm:t>
        <a:bodyPr/>
        <a:lstStyle/>
        <a:p>
          <a:endParaRPr lang="en-US"/>
        </a:p>
      </dgm:t>
    </dgm:pt>
    <dgm:pt modelId="{671BC572-82AA-46BF-9A9B-70AB2AC56934}" type="sibTrans" cxnId="{DC26F029-94E3-4C99-B3F8-C0D42B29115F}">
      <dgm:prSet/>
      <dgm:spPr/>
      <dgm:t>
        <a:bodyPr/>
        <a:lstStyle/>
        <a:p>
          <a:endParaRPr lang="en-US"/>
        </a:p>
      </dgm:t>
    </dgm:pt>
    <dgm:pt modelId="{03AD12A1-8FA2-42B9-8A87-6A75B031F886}">
      <dgm:prSet/>
      <dgm:spPr/>
      <dgm:t>
        <a:bodyPr/>
        <a:lstStyle/>
        <a:p>
          <a:r>
            <a:rPr lang="pl-PL"/>
            <a:t>lider opinii </a:t>
          </a:r>
          <a:endParaRPr lang="en-US"/>
        </a:p>
      </dgm:t>
    </dgm:pt>
    <dgm:pt modelId="{3F201EA8-06D6-4FFC-BB14-F4A8A1B776EF}" type="parTrans" cxnId="{EBB8F290-7BD9-47FB-9C89-3DFF236CE8A8}">
      <dgm:prSet/>
      <dgm:spPr/>
      <dgm:t>
        <a:bodyPr/>
        <a:lstStyle/>
        <a:p>
          <a:endParaRPr lang="en-US"/>
        </a:p>
      </dgm:t>
    </dgm:pt>
    <dgm:pt modelId="{FC505116-D5C6-4DB2-9914-4ADDD48A168A}" type="sibTrans" cxnId="{EBB8F290-7BD9-47FB-9C89-3DFF236CE8A8}">
      <dgm:prSet/>
      <dgm:spPr/>
      <dgm:t>
        <a:bodyPr/>
        <a:lstStyle/>
        <a:p>
          <a:endParaRPr lang="en-US"/>
        </a:p>
      </dgm:t>
    </dgm:pt>
    <dgm:pt modelId="{663ECB07-5B74-486F-A3F3-F1B957C51761}">
      <dgm:prSet/>
      <dgm:spPr/>
      <dgm:t>
        <a:bodyPr/>
        <a:lstStyle/>
        <a:p>
          <a:r>
            <a:rPr lang="pl-PL"/>
            <a:t>mediator </a:t>
          </a:r>
          <a:endParaRPr lang="en-US"/>
        </a:p>
      </dgm:t>
    </dgm:pt>
    <dgm:pt modelId="{E4CDC829-C147-4FA8-A21D-D13966CD5DE8}" type="parTrans" cxnId="{46D22F67-56B5-411E-ADEA-97F318520B32}">
      <dgm:prSet/>
      <dgm:spPr/>
      <dgm:t>
        <a:bodyPr/>
        <a:lstStyle/>
        <a:p>
          <a:endParaRPr lang="en-US"/>
        </a:p>
      </dgm:t>
    </dgm:pt>
    <dgm:pt modelId="{5B2DB356-E546-4862-B65E-EBE41BB36E57}" type="sibTrans" cxnId="{46D22F67-56B5-411E-ADEA-97F318520B32}">
      <dgm:prSet/>
      <dgm:spPr/>
      <dgm:t>
        <a:bodyPr/>
        <a:lstStyle/>
        <a:p>
          <a:endParaRPr lang="en-US"/>
        </a:p>
      </dgm:t>
    </dgm:pt>
    <dgm:pt modelId="{B9C279B2-A72B-49D0-B88B-1D288DD21F25}">
      <dgm:prSet/>
      <dgm:spPr/>
      <dgm:t>
        <a:bodyPr/>
        <a:lstStyle/>
        <a:p>
          <a:r>
            <a:rPr lang="pl-PL"/>
            <a:t>krytyk </a:t>
          </a:r>
          <a:endParaRPr lang="en-US"/>
        </a:p>
      </dgm:t>
    </dgm:pt>
    <dgm:pt modelId="{36C4D05D-66C0-4764-9845-6E072ADD2EF6}" type="parTrans" cxnId="{08A177F4-AA11-494D-BF6E-0747306FDF0F}">
      <dgm:prSet/>
      <dgm:spPr/>
      <dgm:t>
        <a:bodyPr/>
        <a:lstStyle/>
        <a:p>
          <a:endParaRPr lang="en-US"/>
        </a:p>
      </dgm:t>
    </dgm:pt>
    <dgm:pt modelId="{DAA92301-13A8-4C54-864E-3350BF14F704}" type="sibTrans" cxnId="{08A177F4-AA11-494D-BF6E-0747306FDF0F}">
      <dgm:prSet/>
      <dgm:spPr/>
      <dgm:t>
        <a:bodyPr/>
        <a:lstStyle/>
        <a:p>
          <a:endParaRPr lang="en-US"/>
        </a:p>
      </dgm:t>
    </dgm:pt>
    <dgm:pt modelId="{BF6A56E3-56AA-4B28-9717-D590728CF9B0}">
      <dgm:prSet/>
      <dgm:spPr/>
      <dgm:t>
        <a:bodyPr/>
        <a:lstStyle/>
        <a:p>
          <a:r>
            <a:rPr lang="pl-PL"/>
            <a:t>organizator </a:t>
          </a:r>
          <a:endParaRPr lang="en-US"/>
        </a:p>
      </dgm:t>
    </dgm:pt>
    <dgm:pt modelId="{885E2235-5D85-472F-9D58-AAEF2C1D8B71}" type="parTrans" cxnId="{BEBA1801-1212-448C-85F0-5CA0F5B2682E}">
      <dgm:prSet/>
      <dgm:spPr/>
      <dgm:t>
        <a:bodyPr/>
        <a:lstStyle/>
        <a:p>
          <a:endParaRPr lang="en-US"/>
        </a:p>
      </dgm:t>
    </dgm:pt>
    <dgm:pt modelId="{DC0FB8CE-F346-4891-95A6-D9E6C039C2FE}" type="sibTrans" cxnId="{BEBA1801-1212-448C-85F0-5CA0F5B2682E}">
      <dgm:prSet/>
      <dgm:spPr/>
      <dgm:t>
        <a:bodyPr/>
        <a:lstStyle/>
        <a:p>
          <a:endParaRPr lang="en-US"/>
        </a:p>
      </dgm:t>
    </dgm:pt>
    <dgm:pt modelId="{0E1EE2D5-6A94-44F0-9447-F8358266BB82}">
      <dgm:prSet/>
      <dgm:spPr/>
      <dgm:t>
        <a:bodyPr/>
        <a:lstStyle/>
        <a:p>
          <a:r>
            <a:rPr lang="pl-PL"/>
            <a:t>outsider</a:t>
          </a:r>
          <a:endParaRPr lang="en-US"/>
        </a:p>
      </dgm:t>
    </dgm:pt>
    <dgm:pt modelId="{1754C654-5841-48E1-908D-35AF41BA2396}" type="parTrans" cxnId="{17543D01-2ABE-43EB-98D8-D4E4A1AC5200}">
      <dgm:prSet/>
      <dgm:spPr/>
      <dgm:t>
        <a:bodyPr/>
        <a:lstStyle/>
        <a:p>
          <a:endParaRPr lang="en-US"/>
        </a:p>
      </dgm:t>
    </dgm:pt>
    <dgm:pt modelId="{522D1B90-4597-491F-A082-76706AF39393}" type="sibTrans" cxnId="{17543D01-2ABE-43EB-98D8-D4E4A1AC5200}">
      <dgm:prSet/>
      <dgm:spPr/>
      <dgm:t>
        <a:bodyPr/>
        <a:lstStyle/>
        <a:p>
          <a:endParaRPr lang="en-US"/>
        </a:p>
      </dgm:t>
    </dgm:pt>
    <dgm:pt modelId="{78661774-64BF-456E-9C7B-4001193B0F32}">
      <dgm:prSet/>
      <dgm:spPr/>
      <dgm:t>
        <a:bodyPr/>
        <a:lstStyle/>
        <a:p>
          <a:r>
            <a:rPr lang="pl-PL" dirty="0"/>
            <a:t>Oprócz ról formalnych, w każdym zespole pojawiają się role nieformalne. Nie są przypisane, ale wynikają z </a:t>
          </a:r>
          <a:r>
            <a:rPr lang="pl-PL" dirty="0" err="1"/>
            <a:t>zachowań</a:t>
          </a:r>
          <a:r>
            <a:rPr lang="pl-PL" dirty="0"/>
            <a:t> ludzi.</a:t>
          </a:r>
          <a:endParaRPr lang="en-US" dirty="0"/>
        </a:p>
      </dgm:t>
    </dgm:pt>
    <dgm:pt modelId="{67C9473C-E72B-4D94-9FC1-1589E525C3A5}" type="parTrans" cxnId="{AD3E0EC6-32CF-4296-ACAE-E28F413605D9}">
      <dgm:prSet/>
      <dgm:spPr/>
      <dgm:t>
        <a:bodyPr/>
        <a:lstStyle/>
        <a:p>
          <a:endParaRPr lang="en-US"/>
        </a:p>
      </dgm:t>
    </dgm:pt>
    <dgm:pt modelId="{B4AFBFB4-2302-4940-9785-A790CAEBCB85}" type="sibTrans" cxnId="{AD3E0EC6-32CF-4296-ACAE-E28F413605D9}">
      <dgm:prSet/>
      <dgm:spPr/>
      <dgm:t>
        <a:bodyPr/>
        <a:lstStyle/>
        <a:p>
          <a:endParaRPr lang="en-US"/>
        </a:p>
      </dgm:t>
    </dgm:pt>
    <dgm:pt modelId="{89E5F324-151E-404A-A360-4758B94B1AE8}" type="pres">
      <dgm:prSet presAssocID="{C07B1E67-82CF-40AC-94AD-5F9796E0467D}" presName="Name0" presStyleCnt="0">
        <dgm:presLayoutVars>
          <dgm:dir/>
          <dgm:resizeHandles val="exact"/>
        </dgm:presLayoutVars>
      </dgm:prSet>
      <dgm:spPr/>
    </dgm:pt>
    <dgm:pt modelId="{18A6E3EA-7D63-4B8F-A03B-2FEC788370B9}" type="pres">
      <dgm:prSet presAssocID="{528D413D-F6C7-418D-BA6F-CFC5B02B7C14}" presName="node" presStyleLbl="node1" presStyleIdx="0" presStyleCnt="2">
        <dgm:presLayoutVars>
          <dgm:bulletEnabled val="1"/>
        </dgm:presLayoutVars>
      </dgm:prSet>
      <dgm:spPr/>
    </dgm:pt>
    <dgm:pt modelId="{993B3D4B-D39E-492C-9B7A-7D7F89066297}" type="pres">
      <dgm:prSet presAssocID="{671BC572-82AA-46BF-9A9B-70AB2AC56934}" presName="sibTrans" presStyleLbl="sibTrans1D1" presStyleIdx="0" presStyleCnt="1"/>
      <dgm:spPr/>
    </dgm:pt>
    <dgm:pt modelId="{C0EE6BE7-8733-4978-990E-B95B7D13A5A5}" type="pres">
      <dgm:prSet presAssocID="{671BC572-82AA-46BF-9A9B-70AB2AC56934}" presName="connectorText" presStyleLbl="sibTrans1D1" presStyleIdx="0" presStyleCnt="1"/>
      <dgm:spPr/>
    </dgm:pt>
    <dgm:pt modelId="{4C5E45BA-748D-4986-B99C-1D41968ADF9C}" type="pres">
      <dgm:prSet presAssocID="{78661774-64BF-456E-9C7B-4001193B0F32}" presName="node" presStyleLbl="node1" presStyleIdx="1" presStyleCnt="2">
        <dgm:presLayoutVars>
          <dgm:bulletEnabled val="1"/>
        </dgm:presLayoutVars>
      </dgm:prSet>
      <dgm:spPr/>
    </dgm:pt>
  </dgm:ptLst>
  <dgm:cxnLst>
    <dgm:cxn modelId="{BEBA1801-1212-448C-85F0-5CA0F5B2682E}" srcId="{528D413D-F6C7-418D-BA6F-CFC5B02B7C14}" destId="{BF6A56E3-56AA-4B28-9717-D590728CF9B0}" srcOrd="3" destOrd="0" parTransId="{885E2235-5D85-472F-9D58-AAEF2C1D8B71}" sibTransId="{DC0FB8CE-F346-4891-95A6-D9E6C039C2FE}"/>
    <dgm:cxn modelId="{17543D01-2ABE-43EB-98D8-D4E4A1AC5200}" srcId="{528D413D-F6C7-418D-BA6F-CFC5B02B7C14}" destId="{0E1EE2D5-6A94-44F0-9447-F8358266BB82}" srcOrd="4" destOrd="0" parTransId="{1754C654-5841-48E1-908D-35AF41BA2396}" sibTransId="{522D1B90-4597-491F-A082-76706AF39393}"/>
    <dgm:cxn modelId="{25527507-0A95-4B44-B510-A001836E1ED2}" type="presOf" srcId="{671BC572-82AA-46BF-9A9B-70AB2AC56934}" destId="{993B3D4B-D39E-492C-9B7A-7D7F89066297}" srcOrd="0" destOrd="0" presId="urn:microsoft.com/office/officeart/2016/7/layout/RepeatingBendingProcessNew"/>
    <dgm:cxn modelId="{9ED23D1F-D77B-4D62-97CC-3225A1E332BE}" type="presOf" srcId="{528D413D-F6C7-418D-BA6F-CFC5B02B7C14}" destId="{18A6E3EA-7D63-4B8F-A03B-2FEC788370B9}" srcOrd="0" destOrd="0" presId="urn:microsoft.com/office/officeart/2016/7/layout/RepeatingBendingProcessNew"/>
    <dgm:cxn modelId="{83B68327-952A-47B1-86DC-81DD4A83D084}" type="presOf" srcId="{663ECB07-5B74-486F-A3F3-F1B957C51761}" destId="{18A6E3EA-7D63-4B8F-A03B-2FEC788370B9}" srcOrd="0" destOrd="2" presId="urn:microsoft.com/office/officeart/2016/7/layout/RepeatingBendingProcessNew"/>
    <dgm:cxn modelId="{DC26F029-94E3-4C99-B3F8-C0D42B29115F}" srcId="{C07B1E67-82CF-40AC-94AD-5F9796E0467D}" destId="{528D413D-F6C7-418D-BA6F-CFC5B02B7C14}" srcOrd="0" destOrd="0" parTransId="{200B8D99-42AC-4E10-B064-FA668910DE4D}" sibTransId="{671BC572-82AA-46BF-9A9B-70AB2AC56934}"/>
    <dgm:cxn modelId="{46D22F67-56B5-411E-ADEA-97F318520B32}" srcId="{528D413D-F6C7-418D-BA6F-CFC5B02B7C14}" destId="{663ECB07-5B74-486F-A3F3-F1B957C51761}" srcOrd="1" destOrd="0" parTransId="{E4CDC829-C147-4FA8-A21D-D13966CD5DE8}" sibTransId="{5B2DB356-E546-4862-B65E-EBE41BB36E57}"/>
    <dgm:cxn modelId="{CE13BA7D-C618-4C7B-93F7-FA87BC0E04BF}" type="presOf" srcId="{BF6A56E3-56AA-4B28-9717-D590728CF9B0}" destId="{18A6E3EA-7D63-4B8F-A03B-2FEC788370B9}" srcOrd="0" destOrd="4" presId="urn:microsoft.com/office/officeart/2016/7/layout/RepeatingBendingProcessNew"/>
    <dgm:cxn modelId="{EBB8F290-7BD9-47FB-9C89-3DFF236CE8A8}" srcId="{528D413D-F6C7-418D-BA6F-CFC5B02B7C14}" destId="{03AD12A1-8FA2-42B9-8A87-6A75B031F886}" srcOrd="0" destOrd="0" parTransId="{3F201EA8-06D6-4FFC-BB14-F4A8A1B776EF}" sibTransId="{FC505116-D5C6-4DB2-9914-4ADDD48A168A}"/>
    <dgm:cxn modelId="{EC9A7694-781B-4BD4-BF92-74B2FE5BAAE5}" type="presOf" srcId="{C07B1E67-82CF-40AC-94AD-5F9796E0467D}" destId="{89E5F324-151E-404A-A360-4758B94B1AE8}" srcOrd="0" destOrd="0" presId="urn:microsoft.com/office/officeart/2016/7/layout/RepeatingBendingProcessNew"/>
    <dgm:cxn modelId="{96E791AE-0556-451C-B2A6-0B21132C22CF}" type="presOf" srcId="{0E1EE2D5-6A94-44F0-9447-F8358266BB82}" destId="{18A6E3EA-7D63-4B8F-A03B-2FEC788370B9}" srcOrd="0" destOrd="5" presId="urn:microsoft.com/office/officeart/2016/7/layout/RepeatingBendingProcessNew"/>
    <dgm:cxn modelId="{2E5019BC-AFDE-43B5-8704-FFA2B8CDCE71}" type="presOf" srcId="{03AD12A1-8FA2-42B9-8A87-6A75B031F886}" destId="{18A6E3EA-7D63-4B8F-A03B-2FEC788370B9}" srcOrd="0" destOrd="1" presId="urn:microsoft.com/office/officeart/2016/7/layout/RepeatingBendingProcessNew"/>
    <dgm:cxn modelId="{AD3E0EC6-32CF-4296-ACAE-E28F413605D9}" srcId="{C07B1E67-82CF-40AC-94AD-5F9796E0467D}" destId="{78661774-64BF-456E-9C7B-4001193B0F32}" srcOrd="1" destOrd="0" parTransId="{67C9473C-E72B-4D94-9FC1-1589E525C3A5}" sibTransId="{B4AFBFB4-2302-4940-9785-A790CAEBCB85}"/>
    <dgm:cxn modelId="{4022AEC6-BDF4-4D31-82AF-E1CD20A3B64B}" type="presOf" srcId="{671BC572-82AA-46BF-9A9B-70AB2AC56934}" destId="{C0EE6BE7-8733-4978-990E-B95B7D13A5A5}" srcOrd="1" destOrd="0" presId="urn:microsoft.com/office/officeart/2016/7/layout/RepeatingBendingProcessNew"/>
    <dgm:cxn modelId="{10AB36D2-156E-4516-96D1-58523ABE4BC4}" type="presOf" srcId="{B9C279B2-A72B-49D0-B88B-1D288DD21F25}" destId="{18A6E3EA-7D63-4B8F-A03B-2FEC788370B9}" srcOrd="0" destOrd="3" presId="urn:microsoft.com/office/officeart/2016/7/layout/RepeatingBendingProcessNew"/>
    <dgm:cxn modelId="{00D656E1-88F0-4B00-A2D3-ED9FB7A5B235}" type="presOf" srcId="{78661774-64BF-456E-9C7B-4001193B0F32}" destId="{4C5E45BA-748D-4986-B99C-1D41968ADF9C}" srcOrd="0" destOrd="0" presId="urn:microsoft.com/office/officeart/2016/7/layout/RepeatingBendingProcessNew"/>
    <dgm:cxn modelId="{08A177F4-AA11-494D-BF6E-0747306FDF0F}" srcId="{528D413D-F6C7-418D-BA6F-CFC5B02B7C14}" destId="{B9C279B2-A72B-49D0-B88B-1D288DD21F25}" srcOrd="2" destOrd="0" parTransId="{36C4D05D-66C0-4764-9845-6E072ADD2EF6}" sibTransId="{DAA92301-13A8-4C54-864E-3350BF14F704}"/>
    <dgm:cxn modelId="{534A1C3C-EB54-4601-B572-903F233BA219}" type="presParOf" srcId="{89E5F324-151E-404A-A360-4758B94B1AE8}" destId="{18A6E3EA-7D63-4B8F-A03B-2FEC788370B9}" srcOrd="0" destOrd="0" presId="urn:microsoft.com/office/officeart/2016/7/layout/RepeatingBendingProcessNew"/>
    <dgm:cxn modelId="{CD5661E3-AB30-43E7-8BEC-3C01BCBE6056}" type="presParOf" srcId="{89E5F324-151E-404A-A360-4758B94B1AE8}" destId="{993B3D4B-D39E-492C-9B7A-7D7F89066297}" srcOrd="1" destOrd="0" presId="urn:microsoft.com/office/officeart/2016/7/layout/RepeatingBendingProcessNew"/>
    <dgm:cxn modelId="{C3C94801-1DCE-4C10-8A1B-FB56BEA92E38}" type="presParOf" srcId="{993B3D4B-D39E-492C-9B7A-7D7F89066297}" destId="{C0EE6BE7-8733-4978-990E-B95B7D13A5A5}" srcOrd="0" destOrd="0" presId="urn:microsoft.com/office/officeart/2016/7/layout/RepeatingBendingProcessNew"/>
    <dgm:cxn modelId="{5EECF7BB-BC18-448F-AD1B-975F745067F4}" type="presParOf" srcId="{89E5F324-151E-404A-A360-4758B94B1AE8}" destId="{4C5E45BA-748D-4986-B99C-1D41968ADF9C}" srcOrd="2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5A454207-AF49-4E8E-BE90-9BF97BC277FB}" type="doc">
      <dgm:prSet loTypeId="urn:microsoft.com/office/officeart/2005/8/layout/process4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3B8F5629-CC75-4B35-B9E4-40CF2737263C}">
      <dgm:prSet/>
      <dgm:spPr/>
      <dgm:t>
        <a:bodyPr/>
        <a:lstStyle/>
        <a:p>
          <a:r>
            <a:rPr lang="pl-PL"/>
            <a:t>Różnorodność oznacza różnice w:</a:t>
          </a:r>
          <a:r>
            <a:rPr lang="en-US"/>
            <a:t> </a:t>
          </a:r>
          <a:r>
            <a:rPr lang="pl-PL"/>
            <a:t>kompetencjach, doświadczeniu, sposobie myślenia, osobowości oraz podejściu do problemów.</a:t>
          </a:r>
          <a:endParaRPr lang="en-US"/>
        </a:p>
      </dgm:t>
    </dgm:pt>
    <dgm:pt modelId="{CA58C27C-D73C-4CD5-83B0-A81ED33956EF}" type="parTrans" cxnId="{2C80E60E-F3A6-4247-9E4A-5B400F96B515}">
      <dgm:prSet/>
      <dgm:spPr/>
      <dgm:t>
        <a:bodyPr/>
        <a:lstStyle/>
        <a:p>
          <a:endParaRPr lang="en-US"/>
        </a:p>
      </dgm:t>
    </dgm:pt>
    <dgm:pt modelId="{013F9D8A-6D21-4588-AC59-43BB04FF8CE5}" type="sibTrans" cxnId="{2C80E60E-F3A6-4247-9E4A-5B400F96B515}">
      <dgm:prSet/>
      <dgm:spPr/>
      <dgm:t>
        <a:bodyPr/>
        <a:lstStyle/>
        <a:p>
          <a:endParaRPr lang="en-US"/>
        </a:p>
      </dgm:t>
    </dgm:pt>
    <dgm:pt modelId="{F9BFD9BB-4C0D-4C1E-9AAE-914C03900834}">
      <dgm:prSet/>
      <dgm:spPr/>
      <dgm:t>
        <a:bodyPr/>
        <a:lstStyle/>
        <a:p>
          <a:r>
            <a:rPr lang="pl-PL"/>
            <a:t>Różnorodność to nie tylko różne role</a:t>
          </a:r>
          <a:endParaRPr lang="en-US"/>
        </a:p>
      </dgm:t>
    </dgm:pt>
    <dgm:pt modelId="{EEBD72D4-DC0F-40A8-B87C-4F4EDC0B5189}" type="parTrans" cxnId="{69E64040-1BDB-483B-8067-8F9EAFC37B82}">
      <dgm:prSet/>
      <dgm:spPr/>
      <dgm:t>
        <a:bodyPr/>
        <a:lstStyle/>
        <a:p>
          <a:endParaRPr lang="en-US"/>
        </a:p>
      </dgm:t>
    </dgm:pt>
    <dgm:pt modelId="{4C2CAA70-B10E-4795-A8CE-B4F0A7A5C69F}" type="sibTrans" cxnId="{69E64040-1BDB-483B-8067-8F9EAFC37B82}">
      <dgm:prSet/>
      <dgm:spPr/>
      <dgm:t>
        <a:bodyPr/>
        <a:lstStyle/>
        <a:p>
          <a:endParaRPr lang="en-US"/>
        </a:p>
      </dgm:t>
    </dgm:pt>
    <dgm:pt modelId="{8432EADA-D139-422E-96FA-846D7A1F864A}" type="pres">
      <dgm:prSet presAssocID="{5A454207-AF49-4E8E-BE90-9BF97BC277FB}" presName="Name0" presStyleCnt="0">
        <dgm:presLayoutVars>
          <dgm:dir/>
          <dgm:animLvl val="lvl"/>
          <dgm:resizeHandles val="exact"/>
        </dgm:presLayoutVars>
      </dgm:prSet>
      <dgm:spPr/>
    </dgm:pt>
    <dgm:pt modelId="{02A2DB3C-25FC-45D7-A932-5D7BDB9742B7}" type="pres">
      <dgm:prSet presAssocID="{F9BFD9BB-4C0D-4C1E-9AAE-914C03900834}" presName="boxAndChildren" presStyleCnt="0"/>
      <dgm:spPr/>
    </dgm:pt>
    <dgm:pt modelId="{C50DFF60-EB0A-46B2-A68B-2931F1945693}" type="pres">
      <dgm:prSet presAssocID="{F9BFD9BB-4C0D-4C1E-9AAE-914C03900834}" presName="parentTextBox" presStyleLbl="node1" presStyleIdx="0" presStyleCnt="2"/>
      <dgm:spPr/>
    </dgm:pt>
    <dgm:pt modelId="{831CC4C1-A273-4091-A279-2A6868D15DCD}" type="pres">
      <dgm:prSet presAssocID="{013F9D8A-6D21-4588-AC59-43BB04FF8CE5}" presName="sp" presStyleCnt="0"/>
      <dgm:spPr/>
    </dgm:pt>
    <dgm:pt modelId="{0A412516-099F-4921-90A8-3A402070DA7A}" type="pres">
      <dgm:prSet presAssocID="{3B8F5629-CC75-4B35-B9E4-40CF2737263C}" presName="arrowAndChildren" presStyleCnt="0"/>
      <dgm:spPr/>
    </dgm:pt>
    <dgm:pt modelId="{7032FD85-EF7F-46DF-9E92-ADAE2051F645}" type="pres">
      <dgm:prSet presAssocID="{3B8F5629-CC75-4B35-B9E4-40CF2737263C}" presName="parentTextArrow" presStyleLbl="node1" presStyleIdx="1" presStyleCnt="2"/>
      <dgm:spPr/>
    </dgm:pt>
  </dgm:ptLst>
  <dgm:cxnLst>
    <dgm:cxn modelId="{2C80E60E-F3A6-4247-9E4A-5B400F96B515}" srcId="{5A454207-AF49-4E8E-BE90-9BF97BC277FB}" destId="{3B8F5629-CC75-4B35-B9E4-40CF2737263C}" srcOrd="0" destOrd="0" parTransId="{CA58C27C-D73C-4CD5-83B0-A81ED33956EF}" sibTransId="{013F9D8A-6D21-4588-AC59-43BB04FF8CE5}"/>
    <dgm:cxn modelId="{69E64040-1BDB-483B-8067-8F9EAFC37B82}" srcId="{5A454207-AF49-4E8E-BE90-9BF97BC277FB}" destId="{F9BFD9BB-4C0D-4C1E-9AAE-914C03900834}" srcOrd="1" destOrd="0" parTransId="{EEBD72D4-DC0F-40A8-B87C-4F4EDC0B5189}" sibTransId="{4C2CAA70-B10E-4795-A8CE-B4F0A7A5C69F}"/>
    <dgm:cxn modelId="{93230B74-81F5-4395-A9A8-EEC2CF0B609B}" type="presOf" srcId="{3B8F5629-CC75-4B35-B9E4-40CF2737263C}" destId="{7032FD85-EF7F-46DF-9E92-ADAE2051F645}" srcOrd="0" destOrd="0" presId="urn:microsoft.com/office/officeart/2005/8/layout/process4"/>
    <dgm:cxn modelId="{9A53ECAA-81C0-4013-AFDD-9842AC023302}" type="presOf" srcId="{F9BFD9BB-4C0D-4C1E-9AAE-914C03900834}" destId="{C50DFF60-EB0A-46B2-A68B-2931F1945693}" srcOrd="0" destOrd="0" presId="urn:microsoft.com/office/officeart/2005/8/layout/process4"/>
    <dgm:cxn modelId="{7A0F09E6-3407-43C4-8133-E93AABD5F07C}" type="presOf" srcId="{5A454207-AF49-4E8E-BE90-9BF97BC277FB}" destId="{8432EADA-D139-422E-96FA-846D7A1F864A}" srcOrd="0" destOrd="0" presId="urn:microsoft.com/office/officeart/2005/8/layout/process4"/>
    <dgm:cxn modelId="{CFEC7612-9974-4730-83B9-5A3D1B738B97}" type="presParOf" srcId="{8432EADA-D139-422E-96FA-846D7A1F864A}" destId="{02A2DB3C-25FC-45D7-A932-5D7BDB9742B7}" srcOrd="0" destOrd="0" presId="urn:microsoft.com/office/officeart/2005/8/layout/process4"/>
    <dgm:cxn modelId="{6CA339CE-8841-41EF-9D85-1E9F55C977A7}" type="presParOf" srcId="{02A2DB3C-25FC-45D7-A932-5D7BDB9742B7}" destId="{C50DFF60-EB0A-46B2-A68B-2931F1945693}" srcOrd="0" destOrd="0" presId="urn:microsoft.com/office/officeart/2005/8/layout/process4"/>
    <dgm:cxn modelId="{A2032189-15BA-41A4-B830-DB386F698038}" type="presParOf" srcId="{8432EADA-D139-422E-96FA-846D7A1F864A}" destId="{831CC4C1-A273-4091-A279-2A6868D15DCD}" srcOrd="1" destOrd="0" presId="urn:microsoft.com/office/officeart/2005/8/layout/process4"/>
    <dgm:cxn modelId="{006FFF3E-548D-448F-9869-40A848203203}" type="presParOf" srcId="{8432EADA-D139-422E-96FA-846D7A1F864A}" destId="{0A412516-099F-4921-90A8-3A402070DA7A}" srcOrd="2" destOrd="0" presId="urn:microsoft.com/office/officeart/2005/8/layout/process4"/>
    <dgm:cxn modelId="{3A3C7CD3-1604-4D7E-BD76-D6B09C5372B8}" type="presParOf" srcId="{0A412516-099F-4921-90A8-3A402070DA7A}" destId="{7032FD85-EF7F-46DF-9E92-ADAE2051F645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E18B1521-8575-46E8-8578-76C2381E67B7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2CA1826-8C40-4406-AF61-FE705271CB00}">
      <dgm:prSet/>
      <dgm:spPr/>
      <dgm:t>
        <a:bodyPr/>
        <a:lstStyle/>
        <a:p>
          <a:r>
            <a:rPr lang="pl-PL"/>
            <a:t>Zaangażowanie rośnie, gdy członkowie zespołu:</a:t>
          </a:r>
          <a:endParaRPr lang="en-US"/>
        </a:p>
      </dgm:t>
    </dgm:pt>
    <dgm:pt modelId="{DDFA270C-D0AC-49E4-A134-4F667412BEF5}" type="parTrans" cxnId="{A1D56409-73C6-4D23-AA5F-B00E8C8E7D7A}">
      <dgm:prSet/>
      <dgm:spPr/>
      <dgm:t>
        <a:bodyPr/>
        <a:lstStyle/>
        <a:p>
          <a:endParaRPr lang="en-US"/>
        </a:p>
      </dgm:t>
    </dgm:pt>
    <dgm:pt modelId="{DE49BFA9-A52F-4E4C-8799-D675B40E756D}" type="sibTrans" cxnId="{A1D56409-73C6-4D23-AA5F-B00E8C8E7D7A}">
      <dgm:prSet/>
      <dgm:spPr/>
      <dgm:t>
        <a:bodyPr/>
        <a:lstStyle/>
        <a:p>
          <a:endParaRPr lang="en-US"/>
        </a:p>
      </dgm:t>
    </dgm:pt>
    <dgm:pt modelId="{9C817058-E548-4C44-97F3-9903756A0697}">
      <dgm:prSet/>
      <dgm:spPr/>
      <dgm:t>
        <a:bodyPr/>
        <a:lstStyle/>
        <a:p>
          <a:r>
            <a:rPr lang="en-US" dirty="0"/>
            <a:t>	</a:t>
          </a:r>
          <a:r>
            <a:rPr lang="pl-PL" dirty="0"/>
            <a:t>rozumieją cel swojej pracy</a:t>
          </a:r>
          <a:endParaRPr lang="en-US" dirty="0"/>
        </a:p>
      </dgm:t>
    </dgm:pt>
    <dgm:pt modelId="{69FC2A3F-1292-4529-862A-058A66050A57}" type="parTrans" cxnId="{6815295A-9254-4359-921D-ED47943073D1}">
      <dgm:prSet/>
      <dgm:spPr/>
      <dgm:t>
        <a:bodyPr/>
        <a:lstStyle/>
        <a:p>
          <a:endParaRPr lang="en-US"/>
        </a:p>
      </dgm:t>
    </dgm:pt>
    <dgm:pt modelId="{A1D8446E-85E9-4656-9316-836A0A592335}" type="sibTrans" cxnId="{6815295A-9254-4359-921D-ED47943073D1}">
      <dgm:prSet/>
      <dgm:spPr/>
      <dgm:t>
        <a:bodyPr/>
        <a:lstStyle/>
        <a:p>
          <a:endParaRPr lang="en-US"/>
        </a:p>
      </dgm:t>
    </dgm:pt>
    <dgm:pt modelId="{99D88525-3F95-427C-A0C1-5048EA088D32}">
      <dgm:prSet/>
      <dgm:spPr/>
      <dgm:t>
        <a:bodyPr/>
        <a:lstStyle/>
        <a:p>
          <a:r>
            <a:rPr lang="en-US" dirty="0"/>
            <a:t>	</a:t>
          </a:r>
          <a:r>
            <a:rPr lang="pl-PL" dirty="0"/>
            <a:t>mają wpływ na decyzje</a:t>
          </a:r>
          <a:endParaRPr lang="en-US" dirty="0"/>
        </a:p>
      </dgm:t>
    </dgm:pt>
    <dgm:pt modelId="{5DFDA143-6DDA-4159-A056-C290212F0F9B}" type="parTrans" cxnId="{6D32D583-74A6-489F-8719-9C2C9F22CBC1}">
      <dgm:prSet/>
      <dgm:spPr/>
      <dgm:t>
        <a:bodyPr/>
        <a:lstStyle/>
        <a:p>
          <a:endParaRPr lang="en-US"/>
        </a:p>
      </dgm:t>
    </dgm:pt>
    <dgm:pt modelId="{BE03B3C9-BC30-4247-BD1C-61A76021099A}" type="sibTrans" cxnId="{6D32D583-74A6-489F-8719-9C2C9F22CBC1}">
      <dgm:prSet/>
      <dgm:spPr/>
      <dgm:t>
        <a:bodyPr/>
        <a:lstStyle/>
        <a:p>
          <a:endParaRPr lang="en-US"/>
        </a:p>
      </dgm:t>
    </dgm:pt>
    <dgm:pt modelId="{B63A78F6-9630-4E0F-8D1A-92B4CC10A052}">
      <dgm:prSet/>
      <dgm:spPr/>
      <dgm:t>
        <a:bodyPr/>
        <a:lstStyle/>
        <a:p>
          <a:r>
            <a:rPr lang="en-US" dirty="0"/>
            <a:t>	</a:t>
          </a:r>
          <a:r>
            <a:rPr lang="pl-PL" dirty="0"/>
            <a:t>czują się doceniani</a:t>
          </a:r>
          <a:endParaRPr lang="en-US" dirty="0"/>
        </a:p>
      </dgm:t>
    </dgm:pt>
    <dgm:pt modelId="{CA13886B-17D5-46D5-AADB-C8E24D27802C}" type="parTrans" cxnId="{CEDB5CFC-C6DB-41AA-8F8D-E582DFF8634A}">
      <dgm:prSet/>
      <dgm:spPr/>
      <dgm:t>
        <a:bodyPr/>
        <a:lstStyle/>
        <a:p>
          <a:endParaRPr lang="en-US"/>
        </a:p>
      </dgm:t>
    </dgm:pt>
    <dgm:pt modelId="{1A97C54D-D794-4630-911A-F93D010542B7}" type="sibTrans" cxnId="{CEDB5CFC-C6DB-41AA-8F8D-E582DFF8634A}">
      <dgm:prSet/>
      <dgm:spPr/>
      <dgm:t>
        <a:bodyPr/>
        <a:lstStyle/>
        <a:p>
          <a:endParaRPr lang="en-US"/>
        </a:p>
      </dgm:t>
    </dgm:pt>
    <dgm:pt modelId="{CE30C493-0E60-48FC-B91D-D1FAAF425889}">
      <dgm:prSet/>
      <dgm:spPr/>
      <dgm:t>
        <a:bodyPr/>
        <a:lstStyle/>
        <a:p>
          <a:r>
            <a:rPr lang="en-US" dirty="0"/>
            <a:t>	</a:t>
          </a:r>
          <a:r>
            <a:rPr lang="pl-PL" dirty="0"/>
            <a:t>widzą sens swoich działań</a:t>
          </a:r>
          <a:endParaRPr lang="en-US" dirty="0"/>
        </a:p>
      </dgm:t>
    </dgm:pt>
    <dgm:pt modelId="{27232D44-283C-4669-AD8B-170D6EAB3553}" type="parTrans" cxnId="{FFE3E8B4-C12E-4259-BEF1-7C1BAE76685C}">
      <dgm:prSet/>
      <dgm:spPr/>
      <dgm:t>
        <a:bodyPr/>
        <a:lstStyle/>
        <a:p>
          <a:endParaRPr lang="en-US"/>
        </a:p>
      </dgm:t>
    </dgm:pt>
    <dgm:pt modelId="{CD72F9DE-43FA-41DA-9BCF-FD9ACF42E656}" type="sibTrans" cxnId="{FFE3E8B4-C12E-4259-BEF1-7C1BAE76685C}">
      <dgm:prSet/>
      <dgm:spPr/>
      <dgm:t>
        <a:bodyPr/>
        <a:lstStyle/>
        <a:p>
          <a:endParaRPr lang="en-US"/>
        </a:p>
      </dgm:t>
    </dgm:pt>
    <dgm:pt modelId="{A150EC64-4D23-4F6E-BE35-DA4762B612EF}" type="pres">
      <dgm:prSet presAssocID="{E18B1521-8575-46E8-8578-76C2381E67B7}" presName="linear" presStyleCnt="0">
        <dgm:presLayoutVars>
          <dgm:animLvl val="lvl"/>
          <dgm:resizeHandles val="exact"/>
        </dgm:presLayoutVars>
      </dgm:prSet>
      <dgm:spPr/>
    </dgm:pt>
    <dgm:pt modelId="{E18CC046-BE6B-4AB9-93F3-7DA4D03584DB}" type="pres">
      <dgm:prSet presAssocID="{B2CA1826-8C40-4406-AF61-FE705271CB00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5EE30966-7473-4F2D-8F9C-A3BD26DEB86D}" type="pres">
      <dgm:prSet presAssocID="{DE49BFA9-A52F-4E4C-8799-D675B40E756D}" presName="spacer" presStyleCnt="0"/>
      <dgm:spPr/>
    </dgm:pt>
    <dgm:pt modelId="{0C89726F-50AA-4B45-B049-54A76CC983CE}" type="pres">
      <dgm:prSet presAssocID="{9C817058-E548-4C44-97F3-9903756A0697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3BEAD438-39D9-4C0E-AE7E-A3541783FEC3}" type="pres">
      <dgm:prSet presAssocID="{A1D8446E-85E9-4656-9316-836A0A592335}" presName="spacer" presStyleCnt="0"/>
      <dgm:spPr/>
    </dgm:pt>
    <dgm:pt modelId="{52A0EB63-B2AF-4DC7-8DA6-31A238D31DBA}" type="pres">
      <dgm:prSet presAssocID="{99D88525-3F95-427C-A0C1-5048EA088D32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1B0F756F-48A0-4BD9-98AC-415E75A63F08}" type="pres">
      <dgm:prSet presAssocID="{BE03B3C9-BC30-4247-BD1C-61A76021099A}" presName="spacer" presStyleCnt="0"/>
      <dgm:spPr/>
    </dgm:pt>
    <dgm:pt modelId="{A2AD2378-FA23-4756-AA65-DE6628A70745}" type="pres">
      <dgm:prSet presAssocID="{B63A78F6-9630-4E0F-8D1A-92B4CC10A052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47196938-1668-4999-B385-CFB33118E0A9}" type="pres">
      <dgm:prSet presAssocID="{1A97C54D-D794-4630-911A-F93D010542B7}" presName="spacer" presStyleCnt="0"/>
      <dgm:spPr/>
    </dgm:pt>
    <dgm:pt modelId="{D135CC32-7B70-479F-A62D-D4B9B5973A38}" type="pres">
      <dgm:prSet presAssocID="{CE30C493-0E60-48FC-B91D-D1FAAF425889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A1D56409-73C6-4D23-AA5F-B00E8C8E7D7A}" srcId="{E18B1521-8575-46E8-8578-76C2381E67B7}" destId="{B2CA1826-8C40-4406-AF61-FE705271CB00}" srcOrd="0" destOrd="0" parTransId="{DDFA270C-D0AC-49E4-A134-4F667412BEF5}" sibTransId="{DE49BFA9-A52F-4E4C-8799-D675B40E756D}"/>
    <dgm:cxn modelId="{F3922636-672C-49B9-8181-B0E5A4FE917A}" type="presOf" srcId="{99D88525-3F95-427C-A0C1-5048EA088D32}" destId="{52A0EB63-B2AF-4DC7-8DA6-31A238D31DBA}" srcOrd="0" destOrd="0" presId="urn:microsoft.com/office/officeart/2005/8/layout/vList2"/>
    <dgm:cxn modelId="{6815295A-9254-4359-921D-ED47943073D1}" srcId="{E18B1521-8575-46E8-8578-76C2381E67B7}" destId="{9C817058-E548-4C44-97F3-9903756A0697}" srcOrd="1" destOrd="0" parTransId="{69FC2A3F-1292-4529-862A-058A66050A57}" sibTransId="{A1D8446E-85E9-4656-9316-836A0A592335}"/>
    <dgm:cxn modelId="{6D32D583-74A6-489F-8719-9C2C9F22CBC1}" srcId="{E18B1521-8575-46E8-8578-76C2381E67B7}" destId="{99D88525-3F95-427C-A0C1-5048EA088D32}" srcOrd="2" destOrd="0" parTransId="{5DFDA143-6DDA-4159-A056-C290212F0F9B}" sibTransId="{BE03B3C9-BC30-4247-BD1C-61A76021099A}"/>
    <dgm:cxn modelId="{4BE0CD86-4BCA-48C1-8FE8-B5BD1DCFE6DA}" type="presOf" srcId="{B2CA1826-8C40-4406-AF61-FE705271CB00}" destId="{E18CC046-BE6B-4AB9-93F3-7DA4D03584DB}" srcOrd="0" destOrd="0" presId="urn:microsoft.com/office/officeart/2005/8/layout/vList2"/>
    <dgm:cxn modelId="{F9459691-3EC1-4E13-BF5D-63CE3F58C06A}" type="presOf" srcId="{9C817058-E548-4C44-97F3-9903756A0697}" destId="{0C89726F-50AA-4B45-B049-54A76CC983CE}" srcOrd="0" destOrd="0" presId="urn:microsoft.com/office/officeart/2005/8/layout/vList2"/>
    <dgm:cxn modelId="{6FA36895-1359-42A9-AE05-87339CC4B510}" type="presOf" srcId="{E18B1521-8575-46E8-8578-76C2381E67B7}" destId="{A150EC64-4D23-4F6E-BE35-DA4762B612EF}" srcOrd="0" destOrd="0" presId="urn:microsoft.com/office/officeart/2005/8/layout/vList2"/>
    <dgm:cxn modelId="{81DC4EA2-5F4D-4DEF-94BC-0C9473B9B721}" type="presOf" srcId="{CE30C493-0E60-48FC-B91D-D1FAAF425889}" destId="{D135CC32-7B70-479F-A62D-D4B9B5973A38}" srcOrd="0" destOrd="0" presId="urn:microsoft.com/office/officeart/2005/8/layout/vList2"/>
    <dgm:cxn modelId="{FFE3E8B4-C12E-4259-BEF1-7C1BAE76685C}" srcId="{E18B1521-8575-46E8-8578-76C2381E67B7}" destId="{CE30C493-0E60-48FC-B91D-D1FAAF425889}" srcOrd="4" destOrd="0" parTransId="{27232D44-283C-4669-AD8B-170D6EAB3553}" sibTransId="{CD72F9DE-43FA-41DA-9BCF-FD9ACF42E656}"/>
    <dgm:cxn modelId="{EC75BAF5-896E-444F-BDEA-A1EF6E5F7C15}" type="presOf" srcId="{B63A78F6-9630-4E0F-8D1A-92B4CC10A052}" destId="{A2AD2378-FA23-4756-AA65-DE6628A70745}" srcOrd="0" destOrd="0" presId="urn:microsoft.com/office/officeart/2005/8/layout/vList2"/>
    <dgm:cxn modelId="{CEDB5CFC-C6DB-41AA-8F8D-E582DFF8634A}" srcId="{E18B1521-8575-46E8-8578-76C2381E67B7}" destId="{B63A78F6-9630-4E0F-8D1A-92B4CC10A052}" srcOrd="3" destOrd="0" parTransId="{CA13886B-17D5-46D5-AADB-C8E24D27802C}" sibTransId="{1A97C54D-D794-4630-911A-F93D010542B7}"/>
    <dgm:cxn modelId="{D2FB80AF-3012-46D3-B1F5-C022F0881669}" type="presParOf" srcId="{A150EC64-4D23-4F6E-BE35-DA4762B612EF}" destId="{E18CC046-BE6B-4AB9-93F3-7DA4D03584DB}" srcOrd="0" destOrd="0" presId="urn:microsoft.com/office/officeart/2005/8/layout/vList2"/>
    <dgm:cxn modelId="{2DD55609-057E-461E-8F03-FF38B40E6499}" type="presParOf" srcId="{A150EC64-4D23-4F6E-BE35-DA4762B612EF}" destId="{5EE30966-7473-4F2D-8F9C-A3BD26DEB86D}" srcOrd="1" destOrd="0" presId="urn:microsoft.com/office/officeart/2005/8/layout/vList2"/>
    <dgm:cxn modelId="{A7E09E09-FAE5-4ED6-9E81-265F52CEAD0A}" type="presParOf" srcId="{A150EC64-4D23-4F6E-BE35-DA4762B612EF}" destId="{0C89726F-50AA-4B45-B049-54A76CC983CE}" srcOrd="2" destOrd="0" presId="urn:microsoft.com/office/officeart/2005/8/layout/vList2"/>
    <dgm:cxn modelId="{3C79B967-158E-4D1E-B803-0D60EF8EECF6}" type="presParOf" srcId="{A150EC64-4D23-4F6E-BE35-DA4762B612EF}" destId="{3BEAD438-39D9-4C0E-AE7E-A3541783FEC3}" srcOrd="3" destOrd="0" presId="urn:microsoft.com/office/officeart/2005/8/layout/vList2"/>
    <dgm:cxn modelId="{456BE4A3-7556-46CF-85EF-04ED07DD4BE0}" type="presParOf" srcId="{A150EC64-4D23-4F6E-BE35-DA4762B612EF}" destId="{52A0EB63-B2AF-4DC7-8DA6-31A238D31DBA}" srcOrd="4" destOrd="0" presId="urn:microsoft.com/office/officeart/2005/8/layout/vList2"/>
    <dgm:cxn modelId="{EAFD027D-419F-44B0-8D78-2B9FF5F1EABF}" type="presParOf" srcId="{A150EC64-4D23-4F6E-BE35-DA4762B612EF}" destId="{1B0F756F-48A0-4BD9-98AC-415E75A63F08}" srcOrd="5" destOrd="0" presId="urn:microsoft.com/office/officeart/2005/8/layout/vList2"/>
    <dgm:cxn modelId="{30CAE398-6453-4F00-8FAB-142BFE4AF4AE}" type="presParOf" srcId="{A150EC64-4D23-4F6E-BE35-DA4762B612EF}" destId="{A2AD2378-FA23-4756-AA65-DE6628A70745}" srcOrd="6" destOrd="0" presId="urn:microsoft.com/office/officeart/2005/8/layout/vList2"/>
    <dgm:cxn modelId="{A8C1AB9D-C1B9-46FE-AF06-6B13CEFE40AD}" type="presParOf" srcId="{A150EC64-4D23-4F6E-BE35-DA4762B612EF}" destId="{47196938-1668-4999-B385-CFB33118E0A9}" srcOrd="7" destOrd="0" presId="urn:microsoft.com/office/officeart/2005/8/layout/vList2"/>
    <dgm:cxn modelId="{9C1BDDBC-5E49-4844-BF55-FB480F990D5B}" type="presParOf" srcId="{A150EC64-4D23-4F6E-BE35-DA4762B612EF}" destId="{D135CC32-7B70-479F-A62D-D4B9B5973A38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0CB5C92C-54CA-48AE-881E-AF9496524950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BBF1948F-3ECE-4FF8-A0CE-8CCE4334EF39}">
      <dgm:prSet/>
      <dgm:spPr/>
      <dgm:t>
        <a:bodyPr/>
        <a:lstStyle/>
        <a:p>
          <a:r>
            <a:rPr lang="pl-PL"/>
            <a:t>Efektywność zespołu można oceniać poprzez:</a:t>
          </a:r>
          <a:endParaRPr lang="en-US"/>
        </a:p>
      </dgm:t>
    </dgm:pt>
    <dgm:pt modelId="{37F1E4B4-80AC-4831-A6D9-F55936056E2A}" type="parTrans" cxnId="{0F1CB866-9718-4389-857A-BAF102776A32}">
      <dgm:prSet/>
      <dgm:spPr/>
      <dgm:t>
        <a:bodyPr/>
        <a:lstStyle/>
        <a:p>
          <a:endParaRPr lang="en-US"/>
        </a:p>
      </dgm:t>
    </dgm:pt>
    <dgm:pt modelId="{3C84877B-FDF1-41DC-9F41-5F57CD65C574}" type="sibTrans" cxnId="{0F1CB866-9718-4389-857A-BAF102776A32}">
      <dgm:prSet/>
      <dgm:spPr/>
      <dgm:t>
        <a:bodyPr/>
        <a:lstStyle/>
        <a:p>
          <a:endParaRPr lang="en-US"/>
        </a:p>
      </dgm:t>
    </dgm:pt>
    <dgm:pt modelId="{A4628F25-2F08-472E-8ACB-C6BF72FDD0D5}">
      <dgm:prSet/>
      <dgm:spPr/>
      <dgm:t>
        <a:bodyPr/>
        <a:lstStyle/>
        <a:p>
          <a:r>
            <a:rPr lang="pl-PL"/>
            <a:t>terminowość realizacji zadań</a:t>
          </a:r>
          <a:endParaRPr lang="en-US"/>
        </a:p>
      </dgm:t>
    </dgm:pt>
    <dgm:pt modelId="{8DD10CB8-B8B2-4649-A3A4-DD506A768337}" type="parTrans" cxnId="{0E77110B-852D-4680-A60E-1E3D40FF6589}">
      <dgm:prSet/>
      <dgm:spPr/>
      <dgm:t>
        <a:bodyPr/>
        <a:lstStyle/>
        <a:p>
          <a:endParaRPr lang="en-US"/>
        </a:p>
      </dgm:t>
    </dgm:pt>
    <dgm:pt modelId="{360326CB-7DE2-4353-8579-31C1A3A8E27D}" type="sibTrans" cxnId="{0E77110B-852D-4680-A60E-1E3D40FF6589}">
      <dgm:prSet/>
      <dgm:spPr/>
      <dgm:t>
        <a:bodyPr/>
        <a:lstStyle/>
        <a:p>
          <a:endParaRPr lang="en-US"/>
        </a:p>
      </dgm:t>
    </dgm:pt>
    <dgm:pt modelId="{91127EFD-BE51-4553-9200-337367157D87}">
      <dgm:prSet/>
      <dgm:spPr/>
      <dgm:t>
        <a:bodyPr/>
        <a:lstStyle/>
        <a:p>
          <a:r>
            <a:rPr lang="pl-PL"/>
            <a:t>jakość dostarczanych rezultatów</a:t>
          </a:r>
          <a:endParaRPr lang="en-US"/>
        </a:p>
      </dgm:t>
    </dgm:pt>
    <dgm:pt modelId="{E9095D08-C017-4D7B-91C8-6429D977B0A5}" type="parTrans" cxnId="{9DB5743E-A927-4328-A098-8963490117EF}">
      <dgm:prSet/>
      <dgm:spPr/>
      <dgm:t>
        <a:bodyPr/>
        <a:lstStyle/>
        <a:p>
          <a:endParaRPr lang="en-US"/>
        </a:p>
      </dgm:t>
    </dgm:pt>
    <dgm:pt modelId="{AC739355-86FD-4799-A718-0057158CCAEE}" type="sibTrans" cxnId="{9DB5743E-A927-4328-A098-8963490117EF}">
      <dgm:prSet/>
      <dgm:spPr/>
      <dgm:t>
        <a:bodyPr/>
        <a:lstStyle/>
        <a:p>
          <a:endParaRPr lang="en-US"/>
        </a:p>
      </dgm:t>
    </dgm:pt>
    <dgm:pt modelId="{D7CDBEF9-DB41-4FF0-BA21-94650D46E16F}">
      <dgm:prSet/>
      <dgm:spPr/>
      <dgm:t>
        <a:bodyPr/>
        <a:lstStyle/>
        <a:p>
          <a:r>
            <a:rPr lang="pl-PL"/>
            <a:t>poziom współpracy</a:t>
          </a:r>
          <a:endParaRPr lang="en-US"/>
        </a:p>
      </dgm:t>
    </dgm:pt>
    <dgm:pt modelId="{FD6A304E-3FC0-42F0-A14F-FE3727209C38}" type="parTrans" cxnId="{217A22A7-4921-450D-B809-0C0B4E4904BC}">
      <dgm:prSet/>
      <dgm:spPr/>
      <dgm:t>
        <a:bodyPr/>
        <a:lstStyle/>
        <a:p>
          <a:endParaRPr lang="en-US"/>
        </a:p>
      </dgm:t>
    </dgm:pt>
    <dgm:pt modelId="{78302A30-8004-4A0D-9F2A-5EB55A339C98}" type="sibTrans" cxnId="{217A22A7-4921-450D-B809-0C0B4E4904BC}">
      <dgm:prSet/>
      <dgm:spPr/>
      <dgm:t>
        <a:bodyPr/>
        <a:lstStyle/>
        <a:p>
          <a:endParaRPr lang="en-US"/>
        </a:p>
      </dgm:t>
    </dgm:pt>
    <dgm:pt modelId="{6804592E-2768-4ED0-9CCE-0AB9B5645157}">
      <dgm:prSet/>
      <dgm:spPr/>
      <dgm:t>
        <a:bodyPr/>
        <a:lstStyle/>
        <a:p>
          <a:r>
            <a:rPr lang="pl-PL"/>
            <a:t>satysfakcję zespołu</a:t>
          </a:r>
          <a:endParaRPr lang="en-US"/>
        </a:p>
      </dgm:t>
    </dgm:pt>
    <dgm:pt modelId="{479E356C-CC97-4F1D-A44A-5038848E46C0}" type="parTrans" cxnId="{0D9D61F7-F240-4C56-8B27-9EC441B9C484}">
      <dgm:prSet/>
      <dgm:spPr/>
      <dgm:t>
        <a:bodyPr/>
        <a:lstStyle/>
        <a:p>
          <a:endParaRPr lang="en-US"/>
        </a:p>
      </dgm:t>
    </dgm:pt>
    <dgm:pt modelId="{56B1223C-FEBC-4483-8383-95AA12F23205}" type="sibTrans" cxnId="{0D9D61F7-F240-4C56-8B27-9EC441B9C484}">
      <dgm:prSet/>
      <dgm:spPr/>
      <dgm:t>
        <a:bodyPr/>
        <a:lstStyle/>
        <a:p>
          <a:endParaRPr lang="en-US"/>
        </a:p>
      </dgm:t>
    </dgm:pt>
    <dgm:pt modelId="{C1F76580-DBF4-403A-B7BE-82146F104D01}">
      <dgm:prSet/>
      <dgm:spPr/>
      <dgm:t>
        <a:bodyPr/>
        <a:lstStyle/>
        <a:p>
          <a:r>
            <a:rPr lang="pl-PL"/>
            <a:t>liczbę konfliktów i ich rozwiązanie</a:t>
          </a:r>
          <a:endParaRPr lang="en-US"/>
        </a:p>
      </dgm:t>
    </dgm:pt>
    <dgm:pt modelId="{7F88D2BC-539F-41BC-9F45-FF5E463EFCF0}" type="parTrans" cxnId="{9FD9822C-D45E-4F19-BAD7-CDAF73A12182}">
      <dgm:prSet/>
      <dgm:spPr/>
      <dgm:t>
        <a:bodyPr/>
        <a:lstStyle/>
        <a:p>
          <a:endParaRPr lang="en-US"/>
        </a:p>
      </dgm:t>
    </dgm:pt>
    <dgm:pt modelId="{10AA515B-F897-40EA-8A5F-B16471D44C78}" type="sibTrans" cxnId="{9FD9822C-D45E-4F19-BAD7-CDAF73A12182}">
      <dgm:prSet/>
      <dgm:spPr/>
      <dgm:t>
        <a:bodyPr/>
        <a:lstStyle/>
        <a:p>
          <a:endParaRPr lang="en-US"/>
        </a:p>
      </dgm:t>
    </dgm:pt>
    <dgm:pt modelId="{BCF48BB4-0B46-43CE-9957-4E108B879DDE}" type="pres">
      <dgm:prSet presAssocID="{0CB5C92C-54CA-48AE-881E-AF9496524950}" presName="vert0" presStyleCnt="0">
        <dgm:presLayoutVars>
          <dgm:dir/>
          <dgm:animOne val="branch"/>
          <dgm:animLvl val="lvl"/>
        </dgm:presLayoutVars>
      </dgm:prSet>
      <dgm:spPr/>
    </dgm:pt>
    <dgm:pt modelId="{C69E4BF8-6CEB-4442-9428-D0BF5DCDFD51}" type="pres">
      <dgm:prSet presAssocID="{BBF1948F-3ECE-4FF8-A0CE-8CCE4334EF39}" presName="thickLine" presStyleLbl="alignNode1" presStyleIdx="0" presStyleCnt="1"/>
      <dgm:spPr/>
    </dgm:pt>
    <dgm:pt modelId="{4C470E18-C765-452F-A2CE-D3A4EA090460}" type="pres">
      <dgm:prSet presAssocID="{BBF1948F-3ECE-4FF8-A0CE-8CCE4334EF39}" presName="horz1" presStyleCnt="0"/>
      <dgm:spPr/>
    </dgm:pt>
    <dgm:pt modelId="{AD91D616-E8A1-4251-A04E-32817174EACD}" type="pres">
      <dgm:prSet presAssocID="{BBF1948F-3ECE-4FF8-A0CE-8CCE4334EF39}" presName="tx1" presStyleLbl="revTx" presStyleIdx="0" presStyleCnt="6"/>
      <dgm:spPr/>
    </dgm:pt>
    <dgm:pt modelId="{EC43B298-928E-47B4-816E-A3E66CCDEA5E}" type="pres">
      <dgm:prSet presAssocID="{BBF1948F-3ECE-4FF8-A0CE-8CCE4334EF39}" presName="vert1" presStyleCnt="0"/>
      <dgm:spPr/>
    </dgm:pt>
    <dgm:pt modelId="{CF20F771-F749-455F-A1F1-5FE8AF76C41D}" type="pres">
      <dgm:prSet presAssocID="{A4628F25-2F08-472E-8ACB-C6BF72FDD0D5}" presName="vertSpace2a" presStyleCnt="0"/>
      <dgm:spPr/>
    </dgm:pt>
    <dgm:pt modelId="{B894E617-CE57-4967-AEFD-1857CB6229BE}" type="pres">
      <dgm:prSet presAssocID="{A4628F25-2F08-472E-8ACB-C6BF72FDD0D5}" presName="horz2" presStyleCnt="0"/>
      <dgm:spPr/>
    </dgm:pt>
    <dgm:pt modelId="{90613D4F-F8FD-4696-8C66-04D909F5ADF5}" type="pres">
      <dgm:prSet presAssocID="{A4628F25-2F08-472E-8ACB-C6BF72FDD0D5}" presName="horzSpace2" presStyleCnt="0"/>
      <dgm:spPr/>
    </dgm:pt>
    <dgm:pt modelId="{6C99A7B3-5AB4-40BB-B4FE-815342CD9F71}" type="pres">
      <dgm:prSet presAssocID="{A4628F25-2F08-472E-8ACB-C6BF72FDD0D5}" presName="tx2" presStyleLbl="revTx" presStyleIdx="1" presStyleCnt="6"/>
      <dgm:spPr/>
    </dgm:pt>
    <dgm:pt modelId="{FC8FB5AE-0189-4202-A49B-86D233D55BCD}" type="pres">
      <dgm:prSet presAssocID="{A4628F25-2F08-472E-8ACB-C6BF72FDD0D5}" presName="vert2" presStyleCnt="0"/>
      <dgm:spPr/>
    </dgm:pt>
    <dgm:pt modelId="{C44D2FE1-FA1F-4788-A8EA-556E7D957100}" type="pres">
      <dgm:prSet presAssocID="{A4628F25-2F08-472E-8ACB-C6BF72FDD0D5}" presName="thinLine2b" presStyleLbl="callout" presStyleIdx="0" presStyleCnt="5"/>
      <dgm:spPr/>
    </dgm:pt>
    <dgm:pt modelId="{4E43E290-88D6-4DEB-8FEF-28956C614F4F}" type="pres">
      <dgm:prSet presAssocID="{A4628F25-2F08-472E-8ACB-C6BF72FDD0D5}" presName="vertSpace2b" presStyleCnt="0"/>
      <dgm:spPr/>
    </dgm:pt>
    <dgm:pt modelId="{8361F75A-ECDC-49BC-AFF7-2DB4F3B801F6}" type="pres">
      <dgm:prSet presAssocID="{91127EFD-BE51-4553-9200-337367157D87}" presName="horz2" presStyleCnt="0"/>
      <dgm:spPr/>
    </dgm:pt>
    <dgm:pt modelId="{89DBD28D-BDD0-4144-8A60-AD94DA858F37}" type="pres">
      <dgm:prSet presAssocID="{91127EFD-BE51-4553-9200-337367157D87}" presName="horzSpace2" presStyleCnt="0"/>
      <dgm:spPr/>
    </dgm:pt>
    <dgm:pt modelId="{93190764-84BB-4F87-931C-328D862FE9B2}" type="pres">
      <dgm:prSet presAssocID="{91127EFD-BE51-4553-9200-337367157D87}" presName="tx2" presStyleLbl="revTx" presStyleIdx="2" presStyleCnt="6"/>
      <dgm:spPr/>
    </dgm:pt>
    <dgm:pt modelId="{ECBDA8CF-04ED-442E-BD77-ECD8CDA931F7}" type="pres">
      <dgm:prSet presAssocID="{91127EFD-BE51-4553-9200-337367157D87}" presName="vert2" presStyleCnt="0"/>
      <dgm:spPr/>
    </dgm:pt>
    <dgm:pt modelId="{F93969E9-6712-43A3-96A6-D8B97269FF1D}" type="pres">
      <dgm:prSet presAssocID="{91127EFD-BE51-4553-9200-337367157D87}" presName="thinLine2b" presStyleLbl="callout" presStyleIdx="1" presStyleCnt="5"/>
      <dgm:spPr/>
    </dgm:pt>
    <dgm:pt modelId="{6E337E03-0845-43A3-8640-D3474DA99C3D}" type="pres">
      <dgm:prSet presAssocID="{91127EFD-BE51-4553-9200-337367157D87}" presName="vertSpace2b" presStyleCnt="0"/>
      <dgm:spPr/>
    </dgm:pt>
    <dgm:pt modelId="{F9FF4425-7179-4DAA-A2DB-93171C56E1F9}" type="pres">
      <dgm:prSet presAssocID="{D7CDBEF9-DB41-4FF0-BA21-94650D46E16F}" presName="horz2" presStyleCnt="0"/>
      <dgm:spPr/>
    </dgm:pt>
    <dgm:pt modelId="{1BF4BAF9-E8CD-4BFC-B8C5-C02CCD2F8515}" type="pres">
      <dgm:prSet presAssocID="{D7CDBEF9-DB41-4FF0-BA21-94650D46E16F}" presName="horzSpace2" presStyleCnt="0"/>
      <dgm:spPr/>
    </dgm:pt>
    <dgm:pt modelId="{5DBB8310-4718-46F9-AB15-981A4CB38E4F}" type="pres">
      <dgm:prSet presAssocID="{D7CDBEF9-DB41-4FF0-BA21-94650D46E16F}" presName="tx2" presStyleLbl="revTx" presStyleIdx="3" presStyleCnt="6"/>
      <dgm:spPr/>
    </dgm:pt>
    <dgm:pt modelId="{A2089AF9-BB0B-4987-A295-4C6646D50AB1}" type="pres">
      <dgm:prSet presAssocID="{D7CDBEF9-DB41-4FF0-BA21-94650D46E16F}" presName="vert2" presStyleCnt="0"/>
      <dgm:spPr/>
    </dgm:pt>
    <dgm:pt modelId="{316F08A8-4550-4855-BEBC-3224ACA65E13}" type="pres">
      <dgm:prSet presAssocID="{D7CDBEF9-DB41-4FF0-BA21-94650D46E16F}" presName="thinLine2b" presStyleLbl="callout" presStyleIdx="2" presStyleCnt="5"/>
      <dgm:spPr/>
    </dgm:pt>
    <dgm:pt modelId="{BF253242-6C73-48D7-A197-90F6EB770104}" type="pres">
      <dgm:prSet presAssocID="{D7CDBEF9-DB41-4FF0-BA21-94650D46E16F}" presName="vertSpace2b" presStyleCnt="0"/>
      <dgm:spPr/>
    </dgm:pt>
    <dgm:pt modelId="{441C70C7-4CFF-4EF2-A3C5-0CF79132E313}" type="pres">
      <dgm:prSet presAssocID="{6804592E-2768-4ED0-9CCE-0AB9B5645157}" presName="horz2" presStyleCnt="0"/>
      <dgm:spPr/>
    </dgm:pt>
    <dgm:pt modelId="{D50DFB28-2970-4EB1-AC7B-BD82C781FD51}" type="pres">
      <dgm:prSet presAssocID="{6804592E-2768-4ED0-9CCE-0AB9B5645157}" presName="horzSpace2" presStyleCnt="0"/>
      <dgm:spPr/>
    </dgm:pt>
    <dgm:pt modelId="{96FA76DC-E7F1-4B21-98EB-13F0686DFA3F}" type="pres">
      <dgm:prSet presAssocID="{6804592E-2768-4ED0-9CCE-0AB9B5645157}" presName="tx2" presStyleLbl="revTx" presStyleIdx="4" presStyleCnt="6"/>
      <dgm:spPr/>
    </dgm:pt>
    <dgm:pt modelId="{0B90AA96-554D-493F-8C37-43BACA9E87E0}" type="pres">
      <dgm:prSet presAssocID="{6804592E-2768-4ED0-9CCE-0AB9B5645157}" presName="vert2" presStyleCnt="0"/>
      <dgm:spPr/>
    </dgm:pt>
    <dgm:pt modelId="{D6B533B6-4B25-44DD-B1AF-F8CCDFAEA85A}" type="pres">
      <dgm:prSet presAssocID="{6804592E-2768-4ED0-9CCE-0AB9B5645157}" presName="thinLine2b" presStyleLbl="callout" presStyleIdx="3" presStyleCnt="5"/>
      <dgm:spPr/>
    </dgm:pt>
    <dgm:pt modelId="{4E702284-39AE-450B-AC06-C32559C0B4AE}" type="pres">
      <dgm:prSet presAssocID="{6804592E-2768-4ED0-9CCE-0AB9B5645157}" presName="vertSpace2b" presStyleCnt="0"/>
      <dgm:spPr/>
    </dgm:pt>
    <dgm:pt modelId="{3EE7DCF7-4A43-4EB8-AC58-3DDAEFC647A7}" type="pres">
      <dgm:prSet presAssocID="{C1F76580-DBF4-403A-B7BE-82146F104D01}" presName="horz2" presStyleCnt="0"/>
      <dgm:spPr/>
    </dgm:pt>
    <dgm:pt modelId="{195B39C4-E982-427E-86B4-3E6457A1D28D}" type="pres">
      <dgm:prSet presAssocID="{C1F76580-DBF4-403A-B7BE-82146F104D01}" presName="horzSpace2" presStyleCnt="0"/>
      <dgm:spPr/>
    </dgm:pt>
    <dgm:pt modelId="{5F1AD094-C9FF-4E5A-B7F4-3F09063A4217}" type="pres">
      <dgm:prSet presAssocID="{C1F76580-DBF4-403A-B7BE-82146F104D01}" presName="tx2" presStyleLbl="revTx" presStyleIdx="5" presStyleCnt="6"/>
      <dgm:spPr/>
    </dgm:pt>
    <dgm:pt modelId="{4944FE0E-2362-47A9-A689-B4E3EE2653B4}" type="pres">
      <dgm:prSet presAssocID="{C1F76580-DBF4-403A-B7BE-82146F104D01}" presName="vert2" presStyleCnt="0"/>
      <dgm:spPr/>
    </dgm:pt>
    <dgm:pt modelId="{88D52F30-CED0-4B58-980B-1186CBA7CBAF}" type="pres">
      <dgm:prSet presAssocID="{C1F76580-DBF4-403A-B7BE-82146F104D01}" presName="thinLine2b" presStyleLbl="callout" presStyleIdx="4" presStyleCnt="5"/>
      <dgm:spPr/>
    </dgm:pt>
    <dgm:pt modelId="{DD2CE41F-EB47-4DE0-8CE7-54DC182B0FC1}" type="pres">
      <dgm:prSet presAssocID="{C1F76580-DBF4-403A-B7BE-82146F104D01}" presName="vertSpace2b" presStyleCnt="0"/>
      <dgm:spPr/>
    </dgm:pt>
  </dgm:ptLst>
  <dgm:cxnLst>
    <dgm:cxn modelId="{1043EE03-A6FD-4468-8FEB-1584FD2E5350}" type="presOf" srcId="{0CB5C92C-54CA-48AE-881E-AF9496524950}" destId="{BCF48BB4-0B46-43CE-9957-4E108B879DDE}" srcOrd="0" destOrd="0" presId="urn:microsoft.com/office/officeart/2008/layout/LinedList"/>
    <dgm:cxn modelId="{0E77110B-852D-4680-A60E-1E3D40FF6589}" srcId="{BBF1948F-3ECE-4FF8-A0CE-8CCE4334EF39}" destId="{A4628F25-2F08-472E-8ACB-C6BF72FDD0D5}" srcOrd="0" destOrd="0" parTransId="{8DD10CB8-B8B2-4649-A3A4-DD506A768337}" sibTransId="{360326CB-7DE2-4353-8579-31C1A3A8E27D}"/>
    <dgm:cxn modelId="{BB5CEF0D-E941-4478-AF83-C130C7C6970C}" type="presOf" srcId="{91127EFD-BE51-4553-9200-337367157D87}" destId="{93190764-84BB-4F87-931C-328D862FE9B2}" srcOrd="0" destOrd="0" presId="urn:microsoft.com/office/officeart/2008/layout/LinedList"/>
    <dgm:cxn modelId="{EA01791D-4696-44A4-BCE0-5C814F8D45D9}" type="presOf" srcId="{6804592E-2768-4ED0-9CCE-0AB9B5645157}" destId="{96FA76DC-E7F1-4B21-98EB-13F0686DFA3F}" srcOrd="0" destOrd="0" presId="urn:microsoft.com/office/officeart/2008/layout/LinedList"/>
    <dgm:cxn modelId="{9FD9822C-D45E-4F19-BAD7-CDAF73A12182}" srcId="{BBF1948F-3ECE-4FF8-A0CE-8CCE4334EF39}" destId="{C1F76580-DBF4-403A-B7BE-82146F104D01}" srcOrd="4" destOrd="0" parTransId="{7F88D2BC-539F-41BC-9F45-FF5E463EFCF0}" sibTransId="{10AA515B-F897-40EA-8A5F-B16471D44C78}"/>
    <dgm:cxn modelId="{9DB5743E-A927-4328-A098-8963490117EF}" srcId="{BBF1948F-3ECE-4FF8-A0CE-8CCE4334EF39}" destId="{91127EFD-BE51-4553-9200-337367157D87}" srcOrd="1" destOrd="0" parTransId="{E9095D08-C017-4D7B-91C8-6429D977B0A5}" sibTransId="{AC739355-86FD-4799-A718-0057158CCAEE}"/>
    <dgm:cxn modelId="{0F1CB866-9718-4389-857A-BAF102776A32}" srcId="{0CB5C92C-54CA-48AE-881E-AF9496524950}" destId="{BBF1948F-3ECE-4FF8-A0CE-8CCE4334EF39}" srcOrd="0" destOrd="0" parTransId="{37F1E4B4-80AC-4831-A6D9-F55936056E2A}" sibTransId="{3C84877B-FDF1-41DC-9F41-5F57CD65C574}"/>
    <dgm:cxn modelId="{270C5982-2E02-459A-AF80-282D66C8321C}" type="presOf" srcId="{D7CDBEF9-DB41-4FF0-BA21-94650D46E16F}" destId="{5DBB8310-4718-46F9-AB15-981A4CB38E4F}" srcOrd="0" destOrd="0" presId="urn:microsoft.com/office/officeart/2008/layout/LinedList"/>
    <dgm:cxn modelId="{DF84669A-85FD-4845-BCDE-3CF732320991}" type="presOf" srcId="{C1F76580-DBF4-403A-B7BE-82146F104D01}" destId="{5F1AD094-C9FF-4E5A-B7F4-3F09063A4217}" srcOrd="0" destOrd="0" presId="urn:microsoft.com/office/officeart/2008/layout/LinedList"/>
    <dgm:cxn modelId="{244C6D9A-0171-40D4-8FFA-9C1235ABA787}" type="presOf" srcId="{BBF1948F-3ECE-4FF8-A0CE-8CCE4334EF39}" destId="{AD91D616-E8A1-4251-A04E-32817174EACD}" srcOrd="0" destOrd="0" presId="urn:microsoft.com/office/officeart/2008/layout/LinedList"/>
    <dgm:cxn modelId="{217A22A7-4921-450D-B809-0C0B4E4904BC}" srcId="{BBF1948F-3ECE-4FF8-A0CE-8CCE4334EF39}" destId="{D7CDBEF9-DB41-4FF0-BA21-94650D46E16F}" srcOrd="2" destOrd="0" parTransId="{FD6A304E-3FC0-42F0-A14F-FE3727209C38}" sibTransId="{78302A30-8004-4A0D-9F2A-5EB55A339C98}"/>
    <dgm:cxn modelId="{FDB5EAF1-7D52-4D32-894C-AFEF50CBC51E}" type="presOf" srcId="{A4628F25-2F08-472E-8ACB-C6BF72FDD0D5}" destId="{6C99A7B3-5AB4-40BB-B4FE-815342CD9F71}" srcOrd="0" destOrd="0" presId="urn:microsoft.com/office/officeart/2008/layout/LinedList"/>
    <dgm:cxn modelId="{0D9D61F7-F240-4C56-8B27-9EC441B9C484}" srcId="{BBF1948F-3ECE-4FF8-A0CE-8CCE4334EF39}" destId="{6804592E-2768-4ED0-9CCE-0AB9B5645157}" srcOrd="3" destOrd="0" parTransId="{479E356C-CC97-4F1D-A44A-5038848E46C0}" sibTransId="{56B1223C-FEBC-4483-8383-95AA12F23205}"/>
    <dgm:cxn modelId="{8F5608C2-0E03-48FA-8FEF-B28CEF67D338}" type="presParOf" srcId="{BCF48BB4-0B46-43CE-9957-4E108B879DDE}" destId="{C69E4BF8-6CEB-4442-9428-D0BF5DCDFD51}" srcOrd="0" destOrd="0" presId="urn:microsoft.com/office/officeart/2008/layout/LinedList"/>
    <dgm:cxn modelId="{FC1BC093-FF9B-487C-901D-06F492BA28B9}" type="presParOf" srcId="{BCF48BB4-0B46-43CE-9957-4E108B879DDE}" destId="{4C470E18-C765-452F-A2CE-D3A4EA090460}" srcOrd="1" destOrd="0" presId="urn:microsoft.com/office/officeart/2008/layout/LinedList"/>
    <dgm:cxn modelId="{11703C04-D459-47D1-B7FC-60D75B352E09}" type="presParOf" srcId="{4C470E18-C765-452F-A2CE-D3A4EA090460}" destId="{AD91D616-E8A1-4251-A04E-32817174EACD}" srcOrd="0" destOrd="0" presId="urn:microsoft.com/office/officeart/2008/layout/LinedList"/>
    <dgm:cxn modelId="{687A1ED9-F616-4796-A4B5-F6BB611535B4}" type="presParOf" srcId="{4C470E18-C765-452F-A2CE-D3A4EA090460}" destId="{EC43B298-928E-47B4-816E-A3E66CCDEA5E}" srcOrd="1" destOrd="0" presId="urn:microsoft.com/office/officeart/2008/layout/LinedList"/>
    <dgm:cxn modelId="{723DB5EB-4A98-4549-A9B1-6E30F99F6A7A}" type="presParOf" srcId="{EC43B298-928E-47B4-816E-A3E66CCDEA5E}" destId="{CF20F771-F749-455F-A1F1-5FE8AF76C41D}" srcOrd="0" destOrd="0" presId="urn:microsoft.com/office/officeart/2008/layout/LinedList"/>
    <dgm:cxn modelId="{B4A190A1-1A3B-4730-B5E9-0BE8D5CCAAFD}" type="presParOf" srcId="{EC43B298-928E-47B4-816E-A3E66CCDEA5E}" destId="{B894E617-CE57-4967-AEFD-1857CB6229BE}" srcOrd="1" destOrd="0" presId="urn:microsoft.com/office/officeart/2008/layout/LinedList"/>
    <dgm:cxn modelId="{7DB042AA-C33C-4B8E-8867-70C4680C5801}" type="presParOf" srcId="{B894E617-CE57-4967-AEFD-1857CB6229BE}" destId="{90613D4F-F8FD-4696-8C66-04D909F5ADF5}" srcOrd="0" destOrd="0" presId="urn:microsoft.com/office/officeart/2008/layout/LinedList"/>
    <dgm:cxn modelId="{3BBEB1E7-1381-4498-ACCF-C8CD46A58EF9}" type="presParOf" srcId="{B894E617-CE57-4967-AEFD-1857CB6229BE}" destId="{6C99A7B3-5AB4-40BB-B4FE-815342CD9F71}" srcOrd="1" destOrd="0" presId="urn:microsoft.com/office/officeart/2008/layout/LinedList"/>
    <dgm:cxn modelId="{09E1D4A0-68AB-4A2B-8E43-3588092948BC}" type="presParOf" srcId="{B894E617-CE57-4967-AEFD-1857CB6229BE}" destId="{FC8FB5AE-0189-4202-A49B-86D233D55BCD}" srcOrd="2" destOrd="0" presId="urn:microsoft.com/office/officeart/2008/layout/LinedList"/>
    <dgm:cxn modelId="{126EF095-FF20-4424-A056-389ED9244A56}" type="presParOf" srcId="{EC43B298-928E-47B4-816E-A3E66CCDEA5E}" destId="{C44D2FE1-FA1F-4788-A8EA-556E7D957100}" srcOrd="2" destOrd="0" presId="urn:microsoft.com/office/officeart/2008/layout/LinedList"/>
    <dgm:cxn modelId="{5D473B0B-905F-4CBA-A7F5-D33A61BCCB75}" type="presParOf" srcId="{EC43B298-928E-47B4-816E-A3E66CCDEA5E}" destId="{4E43E290-88D6-4DEB-8FEF-28956C614F4F}" srcOrd="3" destOrd="0" presId="urn:microsoft.com/office/officeart/2008/layout/LinedList"/>
    <dgm:cxn modelId="{A31E716C-29F9-4929-B3C4-9489D30EFED0}" type="presParOf" srcId="{EC43B298-928E-47B4-816E-A3E66CCDEA5E}" destId="{8361F75A-ECDC-49BC-AFF7-2DB4F3B801F6}" srcOrd="4" destOrd="0" presId="urn:microsoft.com/office/officeart/2008/layout/LinedList"/>
    <dgm:cxn modelId="{A1B9B27A-35EB-4582-B63B-A1F8A10645D9}" type="presParOf" srcId="{8361F75A-ECDC-49BC-AFF7-2DB4F3B801F6}" destId="{89DBD28D-BDD0-4144-8A60-AD94DA858F37}" srcOrd="0" destOrd="0" presId="urn:microsoft.com/office/officeart/2008/layout/LinedList"/>
    <dgm:cxn modelId="{7C43FBFB-0C5B-44B6-AFF7-3FF6980A5AF3}" type="presParOf" srcId="{8361F75A-ECDC-49BC-AFF7-2DB4F3B801F6}" destId="{93190764-84BB-4F87-931C-328D862FE9B2}" srcOrd="1" destOrd="0" presId="urn:microsoft.com/office/officeart/2008/layout/LinedList"/>
    <dgm:cxn modelId="{A4E1AA16-2492-46D9-A714-A340D51E851E}" type="presParOf" srcId="{8361F75A-ECDC-49BC-AFF7-2DB4F3B801F6}" destId="{ECBDA8CF-04ED-442E-BD77-ECD8CDA931F7}" srcOrd="2" destOrd="0" presId="urn:microsoft.com/office/officeart/2008/layout/LinedList"/>
    <dgm:cxn modelId="{6AC9FB08-F95C-4AF2-AB22-47DA38B034CB}" type="presParOf" srcId="{EC43B298-928E-47B4-816E-A3E66CCDEA5E}" destId="{F93969E9-6712-43A3-96A6-D8B97269FF1D}" srcOrd="5" destOrd="0" presId="urn:microsoft.com/office/officeart/2008/layout/LinedList"/>
    <dgm:cxn modelId="{8B98E264-A808-454B-A7F3-8D65D8F4B991}" type="presParOf" srcId="{EC43B298-928E-47B4-816E-A3E66CCDEA5E}" destId="{6E337E03-0845-43A3-8640-D3474DA99C3D}" srcOrd="6" destOrd="0" presId="urn:microsoft.com/office/officeart/2008/layout/LinedList"/>
    <dgm:cxn modelId="{ECABD5BC-8C7D-4E3B-A42C-FDD63E1D3C53}" type="presParOf" srcId="{EC43B298-928E-47B4-816E-A3E66CCDEA5E}" destId="{F9FF4425-7179-4DAA-A2DB-93171C56E1F9}" srcOrd="7" destOrd="0" presId="urn:microsoft.com/office/officeart/2008/layout/LinedList"/>
    <dgm:cxn modelId="{4C7581D8-B527-4A1C-8D4C-7E84621D60E5}" type="presParOf" srcId="{F9FF4425-7179-4DAA-A2DB-93171C56E1F9}" destId="{1BF4BAF9-E8CD-4BFC-B8C5-C02CCD2F8515}" srcOrd="0" destOrd="0" presId="urn:microsoft.com/office/officeart/2008/layout/LinedList"/>
    <dgm:cxn modelId="{86FC2D04-B7E1-4D1B-A47D-ED776F3CF1F2}" type="presParOf" srcId="{F9FF4425-7179-4DAA-A2DB-93171C56E1F9}" destId="{5DBB8310-4718-46F9-AB15-981A4CB38E4F}" srcOrd="1" destOrd="0" presId="urn:microsoft.com/office/officeart/2008/layout/LinedList"/>
    <dgm:cxn modelId="{309BB110-9934-42A5-9807-5615C7E56269}" type="presParOf" srcId="{F9FF4425-7179-4DAA-A2DB-93171C56E1F9}" destId="{A2089AF9-BB0B-4987-A295-4C6646D50AB1}" srcOrd="2" destOrd="0" presId="urn:microsoft.com/office/officeart/2008/layout/LinedList"/>
    <dgm:cxn modelId="{9ECCC499-8D45-4FB7-AAA8-A843B66F8FB0}" type="presParOf" srcId="{EC43B298-928E-47B4-816E-A3E66CCDEA5E}" destId="{316F08A8-4550-4855-BEBC-3224ACA65E13}" srcOrd="8" destOrd="0" presId="urn:microsoft.com/office/officeart/2008/layout/LinedList"/>
    <dgm:cxn modelId="{8C8978C9-501B-45FC-869A-41A69DBD19B1}" type="presParOf" srcId="{EC43B298-928E-47B4-816E-A3E66CCDEA5E}" destId="{BF253242-6C73-48D7-A197-90F6EB770104}" srcOrd="9" destOrd="0" presId="urn:microsoft.com/office/officeart/2008/layout/LinedList"/>
    <dgm:cxn modelId="{BFF6B792-C44A-44CD-ABA4-B2CCC087C61E}" type="presParOf" srcId="{EC43B298-928E-47B4-816E-A3E66CCDEA5E}" destId="{441C70C7-4CFF-4EF2-A3C5-0CF79132E313}" srcOrd="10" destOrd="0" presId="urn:microsoft.com/office/officeart/2008/layout/LinedList"/>
    <dgm:cxn modelId="{0FCD00D8-5177-4688-BAA1-E299D8F377CE}" type="presParOf" srcId="{441C70C7-4CFF-4EF2-A3C5-0CF79132E313}" destId="{D50DFB28-2970-4EB1-AC7B-BD82C781FD51}" srcOrd="0" destOrd="0" presId="urn:microsoft.com/office/officeart/2008/layout/LinedList"/>
    <dgm:cxn modelId="{CA9FEFC1-1593-4A61-95E0-7612F3EC6D62}" type="presParOf" srcId="{441C70C7-4CFF-4EF2-A3C5-0CF79132E313}" destId="{96FA76DC-E7F1-4B21-98EB-13F0686DFA3F}" srcOrd="1" destOrd="0" presId="urn:microsoft.com/office/officeart/2008/layout/LinedList"/>
    <dgm:cxn modelId="{8599AF5D-05A1-4A77-9C64-45BD6F8C33F4}" type="presParOf" srcId="{441C70C7-4CFF-4EF2-A3C5-0CF79132E313}" destId="{0B90AA96-554D-493F-8C37-43BACA9E87E0}" srcOrd="2" destOrd="0" presId="urn:microsoft.com/office/officeart/2008/layout/LinedList"/>
    <dgm:cxn modelId="{C00AB936-3D86-4654-868C-B5BC9F9FEE42}" type="presParOf" srcId="{EC43B298-928E-47B4-816E-A3E66CCDEA5E}" destId="{D6B533B6-4B25-44DD-B1AF-F8CCDFAEA85A}" srcOrd="11" destOrd="0" presId="urn:microsoft.com/office/officeart/2008/layout/LinedList"/>
    <dgm:cxn modelId="{A383E04A-FDB9-4088-8BCE-1CABE6F587C1}" type="presParOf" srcId="{EC43B298-928E-47B4-816E-A3E66CCDEA5E}" destId="{4E702284-39AE-450B-AC06-C32559C0B4AE}" srcOrd="12" destOrd="0" presId="urn:microsoft.com/office/officeart/2008/layout/LinedList"/>
    <dgm:cxn modelId="{3F4E1144-DF1F-4787-8C50-44BECA7E3AA3}" type="presParOf" srcId="{EC43B298-928E-47B4-816E-A3E66CCDEA5E}" destId="{3EE7DCF7-4A43-4EB8-AC58-3DDAEFC647A7}" srcOrd="13" destOrd="0" presId="urn:microsoft.com/office/officeart/2008/layout/LinedList"/>
    <dgm:cxn modelId="{81E5E2AA-4A0C-4F42-8519-0BFA7DBF4B9C}" type="presParOf" srcId="{3EE7DCF7-4A43-4EB8-AC58-3DDAEFC647A7}" destId="{195B39C4-E982-427E-86B4-3E6457A1D28D}" srcOrd="0" destOrd="0" presId="urn:microsoft.com/office/officeart/2008/layout/LinedList"/>
    <dgm:cxn modelId="{93E36F83-134A-4679-B3AA-BC3D79E7EA76}" type="presParOf" srcId="{3EE7DCF7-4A43-4EB8-AC58-3DDAEFC647A7}" destId="{5F1AD094-C9FF-4E5A-B7F4-3F09063A4217}" srcOrd="1" destOrd="0" presId="urn:microsoft.com/office/officeart/2008/layout/LinedList"/>
    <dgm:cxn modelId="{55583A99-CDB6-4A77-ABBC-FB2BD39ACE52}" type="presParOf" srcId="{3EE7DCF7-4A43-4EB8-AC58-3DDAEFC647A7}" destId="{4944FE0E-2362-47A9-A689-B4E3EE2653B4}" srcOrd="2" destOrd="0" presId="urn:microsoft.com/office/officeart/2008/layout/LinedList"/>
    <dgm:cxn modelId="{D77D8CF7-67EE-42C3-9E88-9BBCCA579A71}" type="presParOf" srcId="{EC43B298-928E-47B4-816E-A3E66CCDEA5E}" destId="{88D52F30-CED0-4B58-980B-1186CBA7CBAF}" srcOrd="14" destOrd="0" presId="urn:microsoft.com/office/officeart/2008/layout/LinedList"/>
    <dgm:cxn modelId="{E14BD2CF-2CB0-4516-9F2F-E7E8DF9ACB60}" type="presParOf" srcId="{EC43B298-928E-47B4-816E-A3E66CCDEA5E}" destId="{DD2CE41F-EB47-4DE0-8CE7-54DC182B0FC1}" srcOrd="15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D4FE316F-96B9-4F73-9930-074C83867140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64F754C4-60A7-4B91-90F5-108EB47A7C8E}">
      <dgm:prSet/>
      <dgm:spPr/>
      <dgm:t>
        <a:bodyPr/>
        <a:lstStyle/>
        <a:p>
          <a:r>
            <a:rPr lang="pl-PL"/>
            <a:t>Według Dyera, grupa staje się zespołem, gdy:</a:t>
          </a:r>
          <a:endParaRPr lang="en-US"/>
        </a:p>
      </dgm:t>
    </dgm:pt>
    <dgm:pt modelId="{2898EB12-F329-4EEC-9391-A480947D0040}" type="parTrans" cxnId="{0D74A04A-83C3-4836-BED1-782EE9419A0C}">
      <dgm:prSet/>
      <dgm:spPr/>
      <dgm:t>
        <a:bodyPr/>
        <a:lstStyle/>
        <a:p>
          <a:endParaRPr lang="en-US"/>
        </a:p>
      </dgm:t>
    </dgm:pt>
    <dgm:pt modelId="{EC0964CF-580F-489F-8F70-373B79F51C5C}" type="sibTrans" cxnId="{0D74A04A-83C3-4836-BED1-782EE9419A0C}">
      <dgm:prSet/>
      <dgm:spPr/>
      <dgm:t>
        <a:bodyPr/>
        <a:lstStyle/>
        <a:p>
          <a:endParaRPr lang="en-US"/>
        </a:p>
      </dgm:t>
    </dgm:pt>
    <dgm:pt modelId="{D95A7302-56B0-48FB-9561-8C4CF502EB38}">
      <dgm:prSet/>
      <dgm:spPr/>
      <dgm:t>
        <a:bodyPr/>
        <a:lstStyle/>
        <a:p>
          <a:r>
            <a:rPr lang="pl-PL"/>
            <a:t>Istnieje wspólny cel</a:t>
          </a:r>
          <a:endParaRPr lang="en-US"/>
        </a:p>
      </dgm:t>
    </dgm:pt>
    <dgm:pt modelId="{9A242DA9-1500-441B-A911-3C6C8A49016B}" type="parTrans" cxnId="{3B63089D-5BBA-41D8-A3F3-49426CF6F189}">
      <dgm:prSet/>
      <dgm:spPr/>
      <dgm:t>
        <a:bodyPr/>
        <a:lstStyle/>
        <a:p>
          <a:endParaRPr lang="en-US"/>
        </a:p>
      </dgm:t>
    </dgm:pt>
    <dgm:pt modelId="{021AE02E-4D0A-4CDA-8B50-BD87BD8FFE96}" type="sibTrans" cxnId="{3B63089D-5BBA-41D8-A3F3-49426CF6F189}">
      <dgm:prSet/>
      <dgm:spPr/>
      <dgm:t>
        <a:bodyPr/>
        <a:lstStyle/>
        <a:p>
          <a:endParaRPr lang="en-US"/>
        </a:p>
      </dgm:t>
    </dgm:pt>
    <dgm:pt modelId="{4F11A958-A17C-4920-9A5B-AC489F75D51B}">
      <dgm:prSet/>
      <dgm:spPr/>
      <dgm:t>
        <a:bodyPr/>
        <a:lstStyle/>
        <a:p>
          <a:r>
            <a:rPr lang="pl-PL"/>
            <a:t>Członkowie są współzależni</a:t>
          </a:r>
          <a:endParaRPr lang="en-US"/>
        </a:p>
      </dgm:t>
    </dgm:pt>
    <dgm:pt modelId="{E98F24F0-C7F8-45F2-8853-0A93944C7FCC}" type="parTrans" cxnId="{BB2522D8-917C-45B5-ACB9-10CFE73030A2}">
      <dgm:prSet/>
      <dgm:spPr/>
      <dgm:t>
        <a:bodyPr/>
        <a:lstStyle/>
        <a:p>
          <a:endParaRPr lang="en-US"/>
        </a:p>
      </dgm:t>
    </dgm:pt>
    <dgm:pt modelId="{BF866431-76A0-4B99-8BB1-6743A49105EC}" type="sibTrans" cxnId="{BB2522D8-917C-45B5-ACB9-10CFE73030A2}">
      <dgm:prSet/>
      <dgm:spPr/>
      <dgm:t>
        <a:bodyPr/>
        <a:lstStyle/>
        <a:p>
          <a:endParaRPr lang="en-US"/>
        </a:p>
      </dgm:t>
    </dgm:pt>
    <dgm:pt modelId="{802751DC-5972-4988-B56B-45B94DD69747}">
      <dgm:prSet/>
      <dgm:spPr/>
      <dgm:t>
        <a:bodyPr/>
        <a:lstStyle/>
        <a:p>
          <a:r>
            <a:rPr lang="pl-PL"/>
            <a:t>Występuje odpowiedzialność indywidualna i zespołowa</a:t>
          </a:r>
          <a:endParaRPr lang="en-US"/>
        </a:p>
      </dgm:t>
    </dgm:pt>
    <dgm:pt modelId="{DA43E49A-EE3A-46D7-A686-75C7BAE685F1}" type="parTrans" cxnId="{AC0BAEB5-F3E5-4E61-93BB-0568559C6A86}">
      <dgm:prSet/>
      <dgm:spPr/>
      <dgm:t>
        <a:bodyPr/>
        <a:lstStyle/>
        <a:p>
          <a:endParaRPr lang="en-US"/>
        </a:p>
      </dgm:t>
    </dgm:pt>
    <dgm:pt modelId="{9982B0AA-1B52-4A60-B1DB-E079AD6C9FBA}" type="sibTrans" cxnId="{AC0BAEB5-F3E5-4E61-93BB-0568559C6A86}">
      <dgm:prSet/>
      <dgm:spPr/>
      <dgm:t>
        <a:bodyPr/>
        <a:lstStyle/>
        <a:p>
          <a:endParaRPr lang="en-US"/>
        </a:p>
      </dgm:t>
    </dgm:pt>
    <dgm:pt modelId="{9299A0E9-A164-428C-9008-0AE659396248}">
      <dgm:prSet/>
      <dgm:spPr/>
      <dgm:t>
        <a:bodyPr/>
        <a:lstStyle/>
        <a:p>
          <a:r>
            <a:rPr lang="pl-PL"/>
            <a:t>Istnieje stała interakcja i komunikacja</a:t>
          </a:r>
          <a:endParaRPr lang="en-US"/>
        </a:p>
      </dgm:t>
    </dgm:pt>
    <dgm:pt modelId="{3D3B18A9-B9F9-4BB2-ACFA-463AF079387F}" type="parTrans" cxnId="{4B1FDBE1-20FD-43EE-9E11-FE14F44E7C8A}">
      <dgm:prSet/>
      <dgm:spPr/>
      <dgm:t>
        <a:bodyPr/>
        <a:lstStyle/>
        <a:p>
          <a:endParaRPr lang="en-US"/>
        </a:p>
      </dgm:t>
    </dgm:pt>
    <dgm:pt modelId="{C5206B6D-FBBD-4D58-A93C-78BDFC378B11}" type="sibTrans" cxnId="{4B1FDBE1-20FD-43EE-9E11-FE14F44E7C8A}">
      <dgm:prSet/>
      <dgm:spPr/>
      <dgm:t>
        <a:bodyPr/>
        <a:lstStyle/>
        <a:p>
          <a:endParaRPr lang="en-US"/>
        </a:p>
      </dgm:t>
    </dgm:pt>
    <dgm:pt modelId="{DD4F19A6-1BD9-4202-86ED-8197D2B0C4A0}" type="pres">
      <dgm:prSet presAssocID="{D4FE316F-96B9-4F73-9930-074C83867140}" presName="linear" presStyleCnt="0">
        <dgm:presLayoutVars>
          <dgm:animLvl val="lvl"/>
          <dgm:resizeHandles val="exact"/>
        </dgm:presLayoutVars>
      </dgm:prSet>
      <dgm:spPr/>
    </dgm:pt>
    <dgm:pt modelId="{BAB29F42-87A8-43B8-8F0E-116E71B8070E}" type="pres">
      <dgm:prSet presAssocID="{64F754C4-60A7-4B91-90F5-108EB47A7C8E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D6813171-457F-411B-8AD7-DCC14502AE4F}" type="pres">
      <dgm:prSet presAssocID="{64F754C4-60A7-4B91-90F5-108EB47A7C8E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81D50828-B726-40D5-990F-5C9336A70BB3}" type="presOf" srcId="{9299A0E9-A164-428C-9008-0AE659396248}" destId="{D6813171-457F-411B-8AD7-DCC14502AE4F}" srcOrd="0" destOrd="3" presId="urn:microsoft.com/office/officeart/2005/8/layout/vList2"/>
    <dgm:cxn modelId="{0D74A04A-83C3-4836-BED1-782EE9419A0C}" srcId="{D4FE316F-96B9-4F73-9930-074C83867140}" destId="{64F754C4-60A7-4B91-90F5-108EB47A7C8E}" srcOrd="0" destOrd="0" parTransId="{2898EB12-F329-4EEC-9391-A480947D0040}" sibTransId="{EC0964CF-580F-489F-8F70-373B79F51C5C}"/>
    <dgm:cxn modelId="{1F10AB6A-FA6F-4F06-8357-D282C6580BF4}" type="presOf" srcId="{D4FE316F-96B9-4F73-9930-074C83867140}" destId="{DD4F19A6-1BD9-4202-86ED-8197D2B0C4A0}" srcOrd="0" destOrd="0" presId="urn:microsoft.com/office/officeart/2005/8/layout/vList2"/>
    <dgm:cxn modelId="{3B63089D-5BBA-41D8-A3F3-49426CF6F189}" srcId="{64F754C4-60A7-4B91-90F5-108EB47A7C8E}" destId="{D95A7302-56B0-48FB-9561-8C4CF502EB38}" srcOrd="0" destOrd="0" parTransId="{9A242DA9-1500-441B-A911-3C6C8A49016B}" sibTransId="{021AE02E-4D0A-4CDA-8B50-BD87BD8FFE96}"/>
    <dgm:cxn modelId="{4D0BE59E-9347-4B9E-BDDA-D6E378D74BEF}" type="presOf" srcId="{D95A7302-56B0-48FB-9561-8C4CF502EB38}" destId="{D6813171-457F-411B-8AD7-DCC14502AE4F}" srcOrd="0" destOrd="0" presId="urn:microsoft.com/office/officeart/2005/8/layout/vList2"/>
    <dgm:cxn modelId="{AC0BAEB5-F3E5-4E61-93BB-0568559C6A86}" srcId="{64F754C4-60A7-4B91-90F5-108EB47A7C8E}" destId="{802751DC-5972-4988-B56B-45B94DD69747}" srcOrd="2" destOrd="0" parTransId="{DA43E49A-EE3A-46D7-A686-75C7BAE685F1}" sibTransId="{9982B0AA-1B52-4A60-B1DB-E079AD6C9FBA}"/>
    <dgm:cxn modelId="{8D5E04B9-0207-42B7-BA02-D28E15C1B250}" type="presOf" srcId="{802751DC-5972-4988-B56B-45B94DD69747}" destId="{D6813171-457F-411B-8AD7-DCC14502AE4F}" srcOrd="0" destOrd="2" presId="urn:microsoft.com/office/officeart/2005/8/layout/vList2"/>
    <dgm:cxn modelId="{1FBC23BB-C422-4732-9845-52E19911CEAF}" type="presOf" srcId="{64F754C4-60A7-4B91-90F5-108EB47A7C8E}" destId="{BAB29F42-87A8-43B8-8F0E-116E71B8070E}" srcOrd="0" destOrd="0" presId="urn:microsoft.com/office/officeart/2005/8/layout/vList2"/>
    <dgm:cxn modelId="{BB2522D8-917C-45B5-ACB9-10CFE73030A2}" srcId="{64F754C4-60A7-4B91-90F5-108EB47A7C8E}" destId="{4F11A958-A17C-4920-9A5B-AC489F75D51B}" srcOrd="1" destOrd="0" parTransId="{E98F24F0-C7F8-45F2-8853-0A93944C7FCC}" sibTransId="{BF866431-76A0-4B99-8BB1-6743A49105EC}"/>
    <dgm:cxn modelId="{4B1FDBE1-20FD-43EE-9E11-FE14F44E7C8A}" srcId="{64F754C4-60A7-4B91-90F5-108EB47A7C8E}" destId="{9299A0E9-A164-428C-9008-0AE659396248}" srcOrd="3" destOrd="0" parTransId="{3D3B18A9-B9F9-4BB2-ACFA-463AF079387F}" sibTransId="{C5206B6D-FBBD-4D58-A93C-78BDFC378B11}"/>
    <dgm:cxn modelId="{A0F37EF2-10C8-429E-B714-FF354D899AF0}" type="presOf" srcId="{4F11A958-A17C-4920-9A5B-AC489F75D51B}" destId="{D6813171-457F-411B-8AD7-DCC14502AE4F}" srcOrd="0" destOrd="1" presId="urn:microsoft.com/office/officeart/2005/8/layout/vList2"/>
    <dgm:cxn modelId="{2D954A33-9904-4109-9159-31D959337C55}" type="presParOf" srcId="{DD4F19A6-1BD9-4202-86ED-8197D2B0C4A0}" destId="{BAB29F42-87A8-43B8-8F0E-116E71B8070E}" srcOrd="0" destOrd="0" presId="urn:microsoft.com/office/officeart/2005/8/layout/vList2"/>
    <dgm:cxn modelId="{B7EFA227-0E27-432B-AAED-C28672B276A0}" type="presParOf" srcId="{DD4F19A6-1BD9-4202-86ED-8197D2B0C4A0}" destId="{D6813171-457F-411B-8AD7-DCC14502AE4F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943A1D9F-206C-425A-8B35-085F6367105E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accent3_2" csCatId="accent3"/>
      <dgm:spPr/>
      <dgm:t>
        <a:bodyPr/>
        <a:lstStyle/>
        <a:p>
          <a:endParaRPr lang="en-US"/>
        </a:p>
      </dgm:t>
    </dgm:pt>
    <dgm:pt modelId="{8F5F2E8B-D913-463A-A403-F07F80E60F70}">
      <dgm:prSet/>
      <dgm:spPr/>
      <dgm:t>
        <a:bodyPr/>
        <a:lstStyle/>
        <a:p>
          <a:r>
            <a:rPr lang="pl-PL"/>
            <a:t>Orientation (orientacja)</a:t>
          </a:r>
          <a:endParaRPr lang="en-US"/>
        </a:p>
      </dgm:t>
    </dgm:pt>
    <dgm:pt modelId="{3A75B036-126E-40E6-A04A-52543F672039}" type="parTrans" cxnId="{1D25182E-B024-43A4-A339-5677896ADFAE}">
      <dgm:prSet/>
      <dgm:spPr/>
      <dgm:t>
        <a:bodyPr/>
        <a:lstStyle/>
        <a:p>
          <a:endParaRPr lang="en-US"/>
        </a:p>
      </dgm:t>
    </dgm:pt>
    <dgm:pt modelId="{2DC5FE37-0292-402A-8C56-FEA0F247EAAB}" type="sibTrans" cxnId="{1D25182E-B024-43A4-A339-5677896ADFAE}">
      <dgm:prSet phldrT="01" phldr="0"/>
      <dgm:spPr/>
      <dgm:t>
        <a:bodyPr/>
        <a:lstStyle/>
        <a:p>
          <a:r>
            <a:rPr lang="en-US"/>
            <a:t>01</a:t>
          </a:r>
        </a:p>
      </dgm:t>
    </dgm:pt>
    <dgm:pt modelId="{2500D778-4F8E-420C-8747-E124924306E8}">
      <dgm:prSet/>
      <dgm:spPr/>
      <dgm:t>
        <a:bodyPr/>
        <a:lstStyle/>
        <a:p>
          <a:r>
            <a:rPr lang="pl-PL"/>
            <a:t>Trust Building (budowanie zaufania)</a:t>
          </a:r>
          <a:endParaRPr lang="en-US"/>
        </a:p>
      </dgm:t>
    </dgm:pt>
    <dgm:pt modelId="{E125CDE7-0E9C-4E49-86E4-57808595E0C5}" type="parTrans" cxnId="{0574B7AF-951A-4585-8948-89AAD4A3D279}">
      <dgm:prSet/>
      <dgm:spPr/>
      <dgm:t>
        <a:bodyPr/>
        <a:lstStyle/>
        <a:p>
          <a:endParaRPr lang="en-US"/>
        </a:p>
      </dgm:t>
    </dgm:pt>
    <dgm:pt modelId="{CE3A27AF-747A-458F-86D5-56669E41A661}" type="sibTrans" cxnId="{0574B7AF-951A-4585-8948-89AAD4A3D279}">
      <dgm:prSet phldrT="02" phldr="0"/>
      <dgm:spPr/>
      <dgm:t>
        <a:bodyPr/>
        <a:lstStyle/>
        <a:p>
          <a:r>
            <a:rPr lang="en-US"/>
            <a:t>02</a:t>
          </a:r>
        </a:p>
      </dgm:t>
    </dgm:pt>
    <dgm:pt modelId="{6E230845-7488-4BD0-8794-B1157DCD8A70}">
      <dgm:prSet/>
      <dgm:spPr/>
      <dgm:t>
        <a:bodyPr/>
        <a:lstStyle/>
        <a:p>
          <a:r>
            <a:rPr lang="pl-PL"/>
            <a:t>Goal Clarification (wyjaśnianie celów)</a:t>
          </a:r>
          <a:endParaRPr lang="en-US"/>
        </a:p>
      </dgm:t>
    </dgm:pt>
    <dgm:pt modelId="{C18BA956-5649-4491-966D-4772844B5AAC}" type="parTrans" cxnId="{0D9D3A5A-6F08-44C2-B194-9E5C2B8F3448}">
      <dgm:prSet/>
      <dgm:spPr/>
      <dgm:t>
        <a:bodyPr/>
        <a:lstStyle/>
        <a:p>
          <a:endParaRPr lang="en-US"/>
        </a:p>
      </dgm:t>
    </dgm:pt>
    <dgm:pt modelId="{776E3A9F-7BED-43B6-96FC-1ED13D3645C7}" type="sibTrans" cxnId="{0D9D3A5A-6F08-44C2-B194-9E5C2B8F3448}">
      <dgm:prSet phldrT="03" phldr="0"/>
      <dgm:spPr/>
      <dgm:t>
        <a:bodyPr/>
        <a:lstStyle/>
        <a:p>
          <a:r>
            <a:rPr lang="en-US"/>
            <a:t>03</a:t>
          </a:r>
        </a:p>
      </dgm:t>
    </dgm:pt>
    <dgm:pt modelId="{9B6B1C04-48C4-46C9-BA5C-1EB72B0EF07A}">
      <dgm:prSet/>
      <dgm:spPr/>
      <dgm:t>
        <a:bodyPr/>
        <a:lstStyle/>
        <a:p>
          <a:r>
            <a:rPr lang="pl-PL"/>
            <a:t>Commitment (zaangażowanie)</a:t>
          </a:r>
          <a:endParaRPr lang="en-US"/>
        </a:p>
      </dgm:t>
    </dgm:pt>
    <dgm:pt modelId="{4E289338-1EE7-4B4E-BCC2-90FAC370D97B}" type="parTrans" cxnId="{CDE95883-657D-4CC4-91EF-2D75B0178687}">
      <dgm:prSet/>
      <dgm:spPr/>
      <dgm:t>
        <a:bodyPr/>
        <a:lstStyle/>
        <a:p>
          <a:endParaRPr lang="en-US"/>
        </a:p>
      </dgm:t>
    </dgm:pt>
    <dgm:pt modelId="{E298301B-0B66-40E8-A371-4805949BF81E}" type="sibTrans" cxnId="{CDE95883-657D-4CC4-91EF-2D75B0178687}">
      <dgm:prSet phldrT="04" phldr="0"/>
      <dgm:spPr/>
      <dgm:t>
        <a:bodyPr/>
        <a:lstStyle/>
        <a:p>
          <a:r>
            <a:rPr lang="en-US"/>
            <a:t>04</a:t>
          </a:r>
        </a:p>
      </dgm:t>
    </dgm:pt>
    <dgm:pt modelId="{8FA67DE0-1F5E-42C7-A8DC-ECCDC3DC1B31}">
      <dgm:prSet/>
      <dgm:spPr/>
      <dgm:t>
        <a:bodyPr/>
        <a:lstStyle/>
        <a:p>
          <a:r>
            <a:rPr lang="pl-PL"/>
            <a:t>Implementation (wdrażanie)</a:t>
          </a:r>
          <a:endParaRPr lang="en-US"/>
        </a:p>
      </dgm:t>
    </dgm:pt>
    <dgm:pt modelId="{83A771D1-ED65-457D-BC77-2692F986125B}" type="parTrans" cxnId="{A075AD81-F5B4-4249-B001-B0F8F4AD23A7}">
      <dgm:prSet/>
      <dgm:spPr/>
      <dgm:t>
        <a:bodyPr/>
        <a:lstStyle/>
        <a:p>
          <a:endParaRPr lang="en-US"/>
        </a:p>
      </dgm:t>
    </dgm:pt>
    <dgm:pt modelId="{6336440F-8EF8-4EC0-B2CF-E02C61FA6E07}" type="sibTrans" cxnId="{A075AD81-F5B4-4249-B001-B0F8F4AD23A7}">
      <dgm:prSet phldrT="05" phldr="0"/>
      <dgm:spPr/>
      <dgm:t>
        <a:bodyPr/>
        <a:lstStyle/>
        <a:p>
          <a:r>
            <a:rPr lang="en-US"/>
            <a:t>05</a:t>
          </a:r>
        </a:p>
      </dgm:t>
    </dgm:pt>
    <dgm:pt modelId="{DD4B72D8-A577-426F-B7B7-E93E3ACC938F}">
      <dgm:prSet/>
      <dgm:spPr/>
      <dgm:t>
        <a:bodyPr/>
        <a:lstStyle/>
        <a:p>
          <a:r>
            <a:rPr lang="pl-PL"/>
            <a:t>High Performance (wysoka wydajność)</a:t>
          </a:r>
          <a:endParaRPr lang="en-US"/>
        </a:p>
      </dgm:t>
    </dgm:pt>
    <dgm:pt modelId="{ECDB38A5-C278-41C6-9A15-2B5F96FED2D1}" type="parTrans" cxnId="{8C71D869-4F73-4194-B5B1-7A49BE7DA0A1}">
      <dgm:prSet/>
      <dgm:spPr/>
      <dgm:t>
        <a:bodyPr/>
        <a:lstStyle/>
        <a:p>
          <a:endParaRPr lang="en-US"/>
        </a:p>
      </dgm:t>
    </dgm:pt>
    <dgm:pt modelId="{4C0FDE46-6FE4-4F93-B638-961DE70674D5}" type="sibTrans" cxnId="{8C71D869-4F73-4194-B5B1-7A49BE7DA0A1}">
      <dgm:prSet phldrT="06" phldr="0"/>
      <dgm:spPr/>
      <dgm:t>
        <a:bodyPr/>
        <a:lstStyle/>
        <a:p>
          <a:r>
            <a:rPr lang="en-US"/>
            <a:t>06</a:t>
          </a:r>
        </a:p>
      </dgm:t>
    </dgm:pt>
    <dgm:pt modelId="{F40DD380-1E62-470B-91D5-6203231BDA74}" type="pres">
      <dgm:prSet presAssocID="{943A1D9F-206C-425A-8B35-085F6367105E}" presName="Name0" presStyleCnt="0">
        <dgm:presLayoutVars>
          <dgm:animLvl val="lvl"/>
          <dgm:resizeHandles val="exact"/>
        </dgm:presLayoutVars>
      </dgm:prSet>
      <dgm:spPr/>
    </dgm:pt>
    <dgm:pt modelId="{0CA79449-544C-4947-A6EA-96C363C7CD8A}" type="pres">
      <dgm:prSet presAssocID="{8F5F2E8B-D913-463A-A403-F07F80E60F70}" presName="compositeNode" presStyleCnt="0">
        <dgm:presLayoutVars>
          <dgm:bulletEnabled val="1"/>
        </dgm:presLayoutVars>
      </dgm:prSet>
      <dgm:spPr/>
    </dgm:pt>
    <dgm:pt modelId="{EFDF040C-4E3D-4E9D-BB5B-00E913EF5240}" type="pres">
      <dgm:prSet presAssocID="{8F5F2E8B-D913-463A-A403-F07F80E60F70}" presName="bgRect" presStyleLbl="alignNode1" presStyleIdx="0" presStyleCnt="6"/>
      <dgm:spPr/>
    </dgm:pt>
    <dgm:pt modelId="{D4FF6A4A-B7A1-4C54-BEF5-073B8884D455}" type="pres">
      <dgm:prSet presAssocID="{2DC5FE37-0292-402A-8C56-FEA0F247EAAB}" presName="sibTransNodeRect" presStyleLbl="alignNode1" presStyleIdx="0" presStyleCnt="6">
        <dgm:presLayoutVars>
          <dgm:chMax val="0"/>
          <dgm:bulletEnabled val="1"/>
        </dgm:presLayoutVars>
      </dgm:prSet>
      <dgm:spPr/>
    </dgm:pt>
    <dgm:pt modelId="{C6EEEBE9-4EC1-455C-84F8-238EF7B2AF39}" type="pres">
      <dgm:prSet presAssocID="{8F5F2E8B-D913-463A-A403-F07F80E60F70}" presName="nodeRect" presStyleLbl="alignNode1" presStyleIdx="0" presStyleCnt="6">
        <dgm:presLayoutVars>
          <dgm:bulletEnabled val="1"/>
        </dgm:presLayoutVars>
      </dgm:prSet>
      <dgm:spPr/>
    </dgm:pt>
    <dgm:pt modelId="{6F92755B-97D2-41EB-B42A-D3651A381A4D}" type="pres">
      <dgm:prSet presAssocID="{2DC5FE37-0292-402A-8C56-FEA0F247EAAB}" presName="sibTrans" presStyleCnt="0"/>
      <dgm:spPr/>
    </dgm:pt>
    <dgm:pt modelId="{9D707370-B9B6-4338-BA35-20F9DD2289E2}" type="pres">
      <dgm:prSet presAssocID="{2500D778-4F8E-420C-8747-E124924306E8}" presName="compositeNode" presStyleCnt="0">
        <dgm:presLayoutVars>
          <dgm:bulletEnabled val="1"/>
        </dgm:presLayoutVars>
      </dgm:prSet>
      <dgm:spPr/>
    </dgm:pt>
    <dgm:pt modelId="{1190E52A-238F-4A05-92EA-8F4EE29AFF49}" type="pres">
      <dgm:prSet presAssocID="{2500D778-4F8E-420C-8747-E124924306E8}" presName="bgRect" presStyleLbl="alignNode1" presStyleIdx="1" presStyleCnt="6"/>
      <dgm:spPr/>
    </dgm:pt>
    <dgm:pt modelId="{94704FFE-CCA8-479C-8872-C8F4D5D28D70}" type="pres">
      <dgm:prSet presAssocID="{CE3A27AF-747A-458F-86D5-56669E41A661}" presName="sibTransNodeRect" presStyleLbl="alignNode1" presStyleIdx="1" presStyleCnt="6">
        <dgm:presLayoutVars>
          <dgm:chMax val="0"/>
          <dgm:bulletEnabled val="1"/>
        </dgm:presLayoutVars>
      </dgm:prSet>
      <dgm:spPr/>
    </dgm:pt>
    <dgm:pt modelId="{5A8DF79F-803D-4D57-8345-FBDD657CA78B}" type="pres">
      <dgm:prSet presAssocID="{2500D778-4F8E-420C-8747-E124924306E8}" presName="nodeRect" presStyleLbl="alignNode1" presStyleIdx="1" presStyleCnt="6">
        <dgm:presLayoutVars>
          <dgm:bulletEnabled val="1"/>
        </dgm:presLayoutVars>
      </dgm:prSet>
      <dgm:spPr/>
    </dgm:pt>
    <dgm:pt modelId="{E453825B-6E66-4B5B-8737-CED1F2952275}" type="pres">
      <dgm:prSet presAssocID="{CE3A27AF-747A-458F-86D5-56669E41A661}" presName="sibTrans" presStyleCnt="0"/>
      <dgm:spPr/>
    </dgm:pt>
    <dgm:pt modelId="{BDA865D3-17AC-4A95-A7C1-E686DC3EF7E9}" type="pres">
      <dgm:prSet presAssocID="{6E230845-7488-4BD0-8794-B1157DCD8A70}" presName="compositeNode" presStyleCnt="0">
        <dgm:presLayoutVars>
          <dgm:bulletEnabled val="1"/>
        </dgm:presLayoutVars>
      </dgm:prSet>
      <dgm:spPr/>
    </dgm:pt>
    <dgm:pt modelId="{73CC3920-E7DB-4969-ABC4-911138EA7476}" type="pres">
      <dgm:prSet presAssocID="{6E230845-7488-4BD0-8794-B1157DCD8A70}" presName="bgRect" presStyleLbl="alignNode1" presStyleIdx="2" presStyleCnt="6"/>
      <dgm:spPr/>
    </dgm:pt>
    <dgm:pt modelId="{53BD9F92-699F-4DD2-9734-78A048069203}" type="pres">
      <dgm:prSet presAssocID="{776E3A9F-7BED-43B6-96FC-1ED13D3645C7}" presName="sibTransNodeRect" presStyleLbl="alignNode1" presStyleIdx="2" presStyleCnt="6">
        <dgm:presLayoutVars>
          <dgm:chMax val="0"/>
          <dgm:bulletEnabled val="1"/>
        </dgm:presLayoutVars>
      </dgm:prSet>
      <dgm:spPr/>
    </dgm:pt>
    <dgm:pt modelId="{E26CA927-91C4-4F6D-B9C8-9B913FA7460B}" type="pres">
      <dgm:prSet presAssocID="{6E230845-7488-4BD0-8794-B1157DCD8A70}" presName="nodeRect" presStyleLbl="alignNode1" presStyleIdx="2" presStyleCnt="6">
        <dgm:presLayoutVars>
          <dgm:bulletEnabled val="1"/>
        </dgm:presLayoutVars>
      </dgm:prSet>
      <dgm:spPr/>
    </dgm:pt>
    <dgm:pt modelId="{792A4CBB-34A9-42F6-AA34-3DDDF389B213}" type="pres">
      <dgm:prSet presAssocID="{776E3A9F-7BED-43B6-96FC-1ED13D3645C7}" presName="sibTrans" presStyleCnt="0"/>
      <dgm:spPr/>
    </dgm:pt>
    <dgm:pt modelId="{543EEEC7-8202-4A85-AF86-8E85C12DDA19}" type="pres">
      <dgm:prSet presAssocID="{9B6B1C04-48C4-46C9-BA5C-1EB72B0EF07A}" presName="compositeNode" presStyleCnt="0">
        <dgm:presLayoutVars>
          <dgm:bulletEnabled val="1"/>
        </dgm:presLayoutVars>
      </dgm:prSet>
      <dgm:spPr/>
    </dgm:pt>
    <dgm:pt modelId="{225B7734-E6DD-4D15-9A9D-715E6F27B9A7}" type="pres">
      <dgm:prSet presAssocID="{9B6B1C04-48C4-46C9-BA5C-1EB72B0EF07A}" presName="bgRect" presStyleLbl="alignNode1" presStyleIdx="3" presStyleCnt="6"/>
      <dgm:spPr/>
    </dgm:pt>
    <dgm:pt modelId="{F19A1A86-6F1B-47A2-B397-E3B9CB6FD81E}" type="pres">
      <dgm:prSet presAssocID="{E298301B-0B66-40E8-A371-4805949BF81E}" presName="sibTransNodeRect" presStyleLbl="alignNode1" presStyleIdx="3" presStyleCnt="6">
        <dgm:presLayoutVars>
          <dgm:chMax val="0"/>
          <dgm:bulletEnabled val="1"/>
        </dgm:presLayoutVars>
      </dgm:prSet>
      <dgm:spPr/>
    </dgm:pt>
    <dgm:pt modelId="{9D21D505-5082-4B5E-B7D1-B3385C646395}" type="pres">
      <dgm:prSet presAssocID="{9B6B1C04-48C4-46C9-BA5C-1EB72B0EF07A}" presName="nodeRect" presStyleLbl="alignNode1" presStyleIdx="3" presStyleCnt="6">
        <dgm:presLayoutVars>
          <dgm:bulletEnabled val="1"/>
        </dgm:presLayoutVars>
      </dgm:prSet>
      <dgm:spPr/>
    </dgm:pt>
    <dgm:pt modelId="{BF25136A-1787-4F14-BBDD-AECAD15B9639}" type="pres">
      <dgm:prSet presAssocID="{E298301B-0B66-40E8-A371-4805949BF81E}" presName="sibTrans" presStyleCnt="0"/>
      <dgm:spPr/>
    </dgm:pt>
    <dgm:pt modelId="{336F5161-0345-4204-8B05-574BC3DE7B4C}" type="pres">
      <dgm:prSet presAssocID="{8FA67DE0-1F5E-42C7-A8DC-ECCDC3DC1B31}" presName="compositeNode" presStyleCnt="0">
        <dgm:presLayoutVars>
          <dgm:bulletEnabled val="1"/>
        </dgm:presLayoutVars>
      </dgm:prSet>
      <dgm:spPr/>
    </dgm:pt>
    <dgm:pt modelId="{A0AE04AB-04F6-4D3B-9449-E9030455F589}" type="pres">
      <dgm:prSet presAssocID="{8FA67DE0-1F5E-42C7-A8DC-ECCDC3DC1B31}" presName="bgRect" presStyleLbl="alignNode1" presStyleIdx="4" presStyleCnt="6"/>
      <dgm:spPr/>
    </dgm:pt>
    <dgm:pt modelId="{6D93694B-59BD-40B4-A92C-FE9DBEA20D2E}" type="pres">
      <dgm:prSet presAssocID="{6336440F-8EF8-4EC0-B2CF-E02C61FA6E07}" presName="sibTransNodeRect" presStyleLbl="alignNode1" presStyleIdx="4" presStyleCnt="6">
        <dgm:presLayoutVars>
          <dgm:chMax val="0"/>
          <dgm:bulletEnabled val="1"/>
        </dgm:presLayoutVars>
      </dgm:prSet>
      <dgm:spPr/>
    </dgm:pt>
    <dgm:pt modelId="{8A12B011-C5EE-40FB-93DC-A860712021BA}" type="pres">
      <dgm:prSet presAssocID="{8FA67DE0-1F5E-42C7-A8DC-ECCDC3DC1B31}" presName="nodeRect" presStyleLbl="alignNode1" presStyleIdx="4" presStyleCnt="6">
        <dgm:presLayoutVars>
          <dgm:bulletEnabled val="1"/>
        </dgm:presLayoutVars>
      </dgm:prSet>
      <dgm:spPr/>
    </dgm:pt>
    <dgm:pt modelId="{1A9E194E-3A5F-4AE4-8741-FBB8A433B1F8}" type="pres">
      <dgm:prSet presAssocID="{6336440F-8EF8-4EC0-B2CF-E02C61FA6E07}" presName="sibTrans" presStyleCnt="0"/>
      <dgm:spPr/>
    </dgm:pt>
    <dgm:pt modelId="{F92B52AA-A354-47DF-841A-316CFB49EF69}" type="pres">
      <dgm:prSet presAssocID="{DD4B72D8-A577-426F-B7B7-E93E3ACC938F}" presName="compositeNode" presStyleCnt="0">
        <dgm:presLayoutVars>
          <dgm:bulletEnabled val="1"/>
        </dgm:presLayoutVars>
      </dgm:prSet>
      <dgm:spPr/>
    </dgm:pt>
    <dgm:pt modelId="{F9D6BF43-DAFF-4E00-9884-FE7DE3F71257}" type="pres">
      <dgm:prSet presAssocID="{DD4B72D8-A577-426F-B7B7-E93E3ACC938F}" presName="bgRect" presStyleLbl="alignNode1" presStyleIdx="5" presStyleCnt="6"/>
      <dgm:spPr/>
    </dgm:pt>
    <dgm:pt modelId="{D9CB8D14-58A7-4F62-A90E-7C222B912FF5}" type="pres">
      <dgm:prSet presAssocID="{4C0FDE46-6FE4-4F93-B638-961DE70674D5}" presName="sibTransNodeRect" presStyleLbl="alignNode1" presStyleIdx="5" presStyleCnt="6">
        <dgm:presLayoutVars>
          <dgm:chMax val="0"/>
          <dgm:bulletEnabled val="1"/>
        </dgm:presLayoutVars>
      </dgm:prSet>
      <dgm:spPr/>
    </dgm:pt>
    <dgm:pt modelId="{1CA11A4D-3CE5-42F8-AA1C-FAD0572CDC0D}" type="pres">
      <dgm:prSet presAssocID="{DD4B72D8-A577-426F-B7B7-E93E3ACC938F}" presName="nodeRect" presStyleLbl="alignNode1" presStyleIdx="5" presStyleCnt="6">
        <dgm:presLayoutVars>
          <dgm:bulletEnabled val="1"/>
        </dgm:presLayoutVars>
      </dgm:prSet>
      <dgm:spPr/>
    </dgm:pt>
  </dgm:ptLst>
  <dgm:cxnLst>
    <dgm:cxn modelId="{982BD909-F4D5-483E-B562-03958AFFA3D9}" type="presOf" srcId="{DD4B72D8-A577-426F-B7B7-E93E3ACC938F}" destId="{1CA11A4D-3CE5-42F8-AA1C-FAD0572CDC0D}" srcOrd="1" destOrd="0" presId="urn:microsoft.com/office/officeart/2016/7/layout/LinearBlockProcessNumbered"/>
    <dgm:cxn modelId="{1D25182E-B024-43A4-A339-5677896ADFAE}" srcId="{943A1D9F-206C-425A-8B35-085F6367105E}" destId="{8F5F2E8B-D913-463A-A403-F07F80E60F70}" srcOrd="0" destOrd="0" parTransId="{3A75B036-126E-40E6-A04A-52543F672039}" sibTransId="{2DC5FE37-0292-402A-8C56-FEA0F247EAAB}"/>
    <dgm:cxn modelId="{2DEE9567-9250-4927-9E3F-A4BB9A5BCA63}" type="presOf" srcId="{6E230845-7488-4BD0-8794-B1157DCD8A70}" destId="{73CC3920-E7DB-4969-ABC4-911138EA7476}" srcOrd="0" destOrd="0" presId="urn:microsoft.com/office/officeart/2016/7/layout/LinearBlockProcessNumbered"/>
    <dgm:cxn modelId="{8C71D869-4F73-4194-B5B1-7A49BE7DA0A1}" srcId="{943A1D9F-206C-425A-8B35-085F6367105E}" destId="{DD4B72D8-A577-426F-B7B7-E93E3ACC938F}" srcOrd="5" destOrd="0" parTransId="{ECDB38A5-C278-41C6-9A15-2B5F96FED2D1}" sibTransId="{4C0FDE46-6FE4-4F93-B638-961DE70674D5}"/>
    <dgm:cxn modelId="{E5172451-76D7-4BE4-B20C-E858047F8509}" type="presOf" srcId="{2500D778-4F8E-420C-8747-E124924306E8}" destId="{1190E52A-238F-4A05-92EA-8F4EE29AFF49}" srcOrd="0" destOrd="0" presId="urn:microsoft.com/office/officeart/2016/7/layout/LinearBlockProcessNumbered"/>
    <dgm:cxn modelId="{E13EAF71-C883-47D1-BF55-B18139AFB087}" type="presOf" srcId="{6336440F-8EF8-4EC0-B2CF-E02C61FA6E07}" destId="{6D93694B-59BD-40B4-A92C-FE9DBEA20D2E}" srcOrd="0" destOrd="0" presId="urn:microsoft.com/office/officeart/2016/7/layout/LinearBlockProcessNumbered"/>
    <dgm:cxn modelId="{33017572-2949-40ED-9E8E-14A4D6F92A59}" type="presOf" srcId="{9B6B1C04-48C4-46C9-BA5C-1EB72B0EF07A}" destId="{9D21D505-5082-4B5E-B7D1-B3385C646395}" srcOrd="1" destOrd="0" presId="urn:microsoft.com/office/officeart/2016/7/layout/LinearBlockProcessNumbered"/>
    <dgm:cxn modelId="{6E24B155-B22F-4CB5-832E-8310F99217D3}" type="presOf" srcId="{8F5F2E8B-D913-463A-A403-F07F80E60F70}" destId="{C6EEEBE9-4EC1-455C-84F8-238EF7B2AF39}" srcOrd="1" destOrd="0" presId="urn:microsoft.com/office/officeart/2016/7/layout/LinearBlockProcessNumbered"/>
    <dgm:cxn modelId="{11C5C455-1EAC-45CF-87E3-C273622D70BE}" type="presOf" srcId="{6E230845-7488-4BD0-8794-B1157DCD8A70}" destId="{E26CA927-91C4-4F6D-B9C8-9B913FA7460B}" srcOrd="1" destOrd="0" presId="urn:microsoft.com/office/officeart/2016/7/layout/LinearBlockProcessNumbered"/>
    <dgm:cxn modelId="{0D9D3A5A-6F08-44C2-B194-9E5C2B8F3448}" srcId="{943A1D9F-206C-425A-8B35-085F6367105E}" destId="{6E230845-7488-4BD0-8794-B1157DCD8A70}" srcOrd="2" destOrd="0" parTransId="{C18BA956-5649-4491-966D-4772844B5AAC}" sibTransId="{776E3A9F-7BED-43B6-96FC-1ED13D3645C7}"/>
    <dgm:cxn modelId="{2BD8F47F-99D8-42ED-B50E-AA076716911A}" type="presOf" srcId="{8F5F2E8B-D913-463A-A403-F07F80E60F70}" destId="{EFDF040C-4E3D-4E9D-BB5B-00E913EF5240}" srcOrd="0" destOrd="0" presId="urn:microsoft.com/office/officeart/2016/7/layout/LinearBlockProcessNumbered"/>
    <dgm:cxn modelId="{A075AD81-F5B4-4249-B001-B0F8F4AD23A7}" srcId="{943A1D9F-206C-425A-8B35-085F6367105E}" destId="{8FA67DE0-1F5E-42C7-A8DC-ECCDC3DC1B31}" srcOrd="4" destOrd="0" parTransId="{83A771D1-ED65-457D-BC77-2692F986125B}" sibTransId="{6336440F-8EF8-4EC0-B2CF-E02C61FA6E07}"/>
    <dgm:cxn modelId="{CDE95883-657D-4CC4-91EF-2D75B0178687}" srcId="{943A1D9F-206C-425A-8B35-085F6367105E}" destId="{9B6B1C04-48C4-46C9-BA5C-1EB72B0EF07A}" srcOrd="3" destOrd="0" parTransId="{4E289338-1EE7-4B4E-BCC2-90FAC370D97B}" sibTransId="{E298301B-0B66-40E8-A371-4805949BF81E}"/>
    <dgm:cxn modelId="{48F4E59E-1189-4F06-AB99-A3AF727C3F74}" type="presOf" srcId="{E298301B-0B66-40E8-A371-4805949BF81E}" destId="{F19A1A86-6F1B-47A2-B397-E3B9CB6FD81E}" srcOrd="0" destOrd="0" presId="urn:microsoft.com/office/officeart/2016/7/layout/LinearBlockProcessNumbered"/>
    <dgm:cxn modelId="{E69CC9A4-6B05-4FCA-B1B8-4C558E89AC6A}" type="presOf" srcId="{DD4B72D8-A577-426F-B7B7-E93E3ACC938F}" destId="{F9D6BF43-DAFF-4E00-9884-FE7DE3F71257}" srcOrd="0" destOrd="0" presId="urn:microsoft.com/office/officeart/2016/7/layout/LinearBlockProcessNumbered"/>
    <dgm:cxn modelId="{35FCB9A6-BD54-44C7-B583-3AC7D390DAA4}" type="presOf" srcId="{2DC5FE37-0292-402A-8C56-FEA0F247EAAB}" destId="{D4FF6A4A-B7A1-4C54-BEF5-073B8884D455}" srcOrd="0" destOrd="0" presId="urn:microsoft.com/office/officeart/2016/7/layout/LinearBlockProcessNumbered"/>
    <dgm:cxn modelId="{7C8EAAA8-E4D8-4486-B027-8B463EA04FB3}" type="presOf" srcId="{8FA67DE0-1F5E-42C7-A8DC-ECCDC3DC1B31}" destId="{A0AE04AB-04F6-4D3B-9449-E9030455F589}" srcOrd="0" destOrd="0" presId="urn:microsoft.com/office/officeart/2016/7/layout/LinearBlockProcessNumbered"/>
    <dgm:cxn modelId="{5B09B0A8-AC5D-4903-91D8-91A8DB1C0EA9}" type="presOf" srcId="{CE3A27AF-747A-458F-86D5-56669E41A661}" destId="{94704FFE-CCA8-479C-8872-C8F4D5D28D70}" srcOrd="0" destOrd="0" presId="urn:microsoft.com/office/officeart/2016/7/layout/LinearBlockProcessNumbered"/>
    <dgm:cxn modelId="{0574B7AF-951A-4585-8948-89AAD4A3D279}" srcId="{943A1D9F-206C-425A-8B35-085F6367105E}" destId="{2500D778-4F8E-420C-8747-E124924306E8}" srcOrd="1" destOrd="0" parTransId="{E125CDE7-0E9C-4E49-86E4-57808595E0C5}" sibTransId="{CE3A27AF-747A-458F-86D5-56669E41A661}"/>
    <dgm:cxn modelId="{72C0D8B4-FF36-473C-8134-837F631C6A3F}" type="presOf" srcId="{943A1D9F-206C-425A-8B35-085F6367105E}" destId="{F40DD380-1E62-470B-91D5-6203231BDA74}" srcOrd="0" destOrd="0" presId="urn:microsoft.com/office/officeart/2016/7/layout/LinearBlockProcessNumbered"/>
    <dgm:cxn modelId="{EE8CD8D1-02B2-4485-B2C7-525B7F697AA3}" type="presOf" srcId="{9B6B1C04-48C4-46C9-BA5C-1EB72B0EF07A}" destId="{225B7734-E6DD-4D15-9A9D-715E6F27B9A7}" srcOrd="0" destOrd="0" presId="urn:microsoft.com/office/officeart/2016/7/layout/LinearBlockProcessNumbered"/>
    <dgm:cxn modelId="{5B73E9F1-B738-4AF3-8FD2-0CF7CB5C8654}" type="presOf" srcId="{2500D778-4F8E-420C-8747-E124924306E8}" destId="{5A8DF79F-803D-4D57-8345-FBDD657CA78B}" srcOrd="1" destOrd="0" presId="urn:microsoft.com/office/officeart/2016/7/layout/LinearBlockProcessNumbered"/>
    <dgm:cxn modelId="{745F2FF6-664F-4383-B22E-29A4200CE386}" type="presOf" srcId="{776E3A9F-7BED-43B6-96FC-1ED13D3645C7}" destId="{53BD9F92-699F-4DD2-9734-78A048069203}" srcOrd="0" destOrd="0" presId="urn:microsoft.com/office/officeart/2016/7/layout/LinearBlockProcessNumbered"/>
    <dgm:cxn modelId="{454B77F8-A519-448E-99DC-DFE4B844D98C}" type="presOf" srcId="{4C0FDE46-6FE4-4F93-B638-961DE70674D5}" destId="{D9CB8D14-58A7-4F62-A90E-7C222B912FF5}" srcOrd="0" destOrd="0" presId="urn:microsoft.com/office/officeart/2016/7/layout/LinearBlockProcessNumbered"/>
    <dgm:cxn modelId="{636E03F9-E50E-4982-85E9-9F5366495CE8}" type="presOf" srcId="{8FA67DE0-1F5E-42C7-A8DC-ECCDC3DC1B31}" destId="{8A12B011-C5EE-40FB-93DC-A860712021BA}" srcOrd="1" destOrd="0" presId="urn:microsoft.com/office/officeart/2016/7/layout/LinearBlockProcessNumbered"/>
    <dgm:cxn modelId="{72F836D2-F1B3-4C79-9BE1-DAA6E99D96C6}" type="presParOf" srcId="{F40DD380-1E62-470B-91D5-6203231BDA74}" destId="{0CA79449-544C-4947-A6EA-96C363C7CD8A}" srcOrd="0" destOrd="0" presId="urn:microsoft.com/office/officeart/2016/7/layout/LinearBlockProcessNumbered"/>
    <dgm:cxn modelId="{F7AD5937-94A9-4E7C-A2DD-55463E5D7F34}" type="presParOf" srcId="{0CA79449-544C-4947-A6EA-96C363C7CD8A}" destId="{EFDF040C-4E3D-4E9D-BB5B-00E913EF5240}" srcOrd="0" destOrd="0" presId="urn:microsoft.com/office/officeart/2016/7/layout/LinearBlockProcessNumbered"/>
    <dgm:cxn modelId="{C724CF08-3362-4465-8C89-3E9432803B55}" type="presParOf" srcId="{0CA79449-544C-4947-A6EA-96C363C7CD8A}" destId="{D4FF6A4A-B7A1-4C54-BEF5-073B8884D455}" srcOrd="1" destOrd="0" presId="urn:microsoft.com/office/officeart/2016/7/layout/LinearBlockProcessNumbered"/>
    <dgm:cxn modelId="{C61DB7D3-0782-4849-AFCA-44B6CC9D6028}" type="presParOf" srcId="{0CA79449-544C-4947-A6EA-96C363C7CD8A}" destId="{C6EEEBE9-4EC1-455C-84F8-238EF7B2AF39}" srcOrd="2" destOrd="0" presId="urn:microsoft.com/office/officeart/2016/7/layout/LinearBlockProcessNumbered"/>
    <dgm:cxn modelId="{59AE898D-C9D7-4CFE-A9F6-E9F722EAB413}" type="presParOf" srcId="{F40DD380-1E62-470B-91D5-6203231BDA74}" destId="{6F92755B-97D2-41EB-B42A-D3651A381A4D}" srcOrd="1" destOrd="0" presId="urn:microsoft.com/office/officeart/2016/7/layout/LinearBlockProcessNumbered"/>
    <dgm:cxn modelId="{49784814-D010-4500-A747-459CAC37A50C}" type="presParOf" srcId="{F40DD380-1E62-470B-91D5-6203231BDA74}" destId="{9D707370-B9B6-4338-BA35-20F9DD2289E2}" srcOrd="2" destOrd="0" presId="urn:microsoft.com/office/officeart/2016/7/layout/LinearBlockProcessNumbered"/>
    <dgm:cxn modelId="{7BE44F29-5974-4228-B69B-86A91A48D038}" type="presParOf" srcId="{9D707370-B9B6-4338-BA35-20F9DD2289E2}" destId="{1190E52A-238F-4A05-92EA-8F4EE29AFF49}" srcOrd="0" destOrd="0" presId="urn:microsoft.com/office/officeart/2016/7/layout/LinearBlockProcessNumbered"/>
    <dgm:cxn modelId="{6ADF27A6-C7F2-404C-BEA4-4E2DB6C13106}" type="presParOf" srcId="{9D707370-B9B6-4338-BA35-20F9DD2289E2}" destId="{94704FFE-CCA8-479C-8872-C8F4D5D28D70}" srcOrd="1" destOrd="0" presId="urn:microsoft.com/office/officeart/2016/7/layout/LinearBlockProcessNumbered"/>
    <dgm:cxn modelId="{AF10B08B-B5AD-4217-9DC8-60757A9130EB}" type="presParOf" srcId="{9D707370-B9B6-4338-BA35-20F9DD2289E2}" destId="{5A8DF79F-803D-4D57-8345-FBDD657CA78B}" srcOrd="2" destOrd="0" presId="urn:microsoft.com/office/officeart/2016/7/layout/LinearBlockProcessNumbered"/>
    <dgm:cxn modelId="{C3F92D4C-2B80-4146-B60C-4F34274C450F}" type="presParOf" srcId="{F40DD380-1E62-470B-91D5-6203231BDA74}" destId="{E453825B-6E66-4B5B-8737-CED1F2952275}" srcOrd="3" destOrd="0" presId="urn:microsoft.com/office/officeart/2016/7/layout/LinearBlockProcessNumbered"/>
    <dgm:cxn modelId="{99165801-0B6C-4AD2-9FB2-67ECB525AE4E}" type="presParOf" srcId="{F40DD380-1E62-470B-91D5-6203231BDA74}" destId="{BDA865D3-17AC-4A95-A7C1-E686DC3EF7E9}" srcOrd="4" destOrd="0" presId="urn:microsoft.com/office/officeart/2016/7/layout/LinearBlockProcessNumbered"/>
    <dgm:cxn modelId="{B0353F2C-89BF-4DA8-99FA-B761000A61AC}" type="presParOf" srcId="{BDA865D3-17AC-4A95-A7C1-E686DC3EF7E9}" destId="{73CC3920-E7DB-4969-ABC4-911138EA7476}" srcOrd="0" destOrd="0" presId="urn:microsoft.com/office/officeart/2016/7/layout/LinearBlockProcessNumbered"/>
    <dgm:cxn modelId="{4C5AF040-93DB-484D-93AD-9D307123626A}" type="presParOf" srcId="{BDA865D3-17AC-4A95-A7C1-E686DC3EF7E9}" destId="{53BD9F92-699F-4DD2-9734-78A048069203}" srcOrd="1" destOrd="0" presId="urn:microsoft.com/office/officeart/2016/7/layout/LinearBlockProcessNumbered"/>
    <dgm:cxn modelId="{241B7101-D5BF-4751-88F6-A09CCF94F06A}" type="presParOf" srcId="{BDA865D3-17AC-4A95-A7C1-E686DC3EF7E9}" destId="{E26CA927-91C4-4F6D-B9C8-9B913FA7460B}" srcOrd="2" destOrd="0" presId="urn:microsoft.com/office/officeart/2016/7/layout/LinearBlockProcessNumbered"/>
    <dgm:cxn modelId="{2B2C9841-553E-4B08-88BC-D3031B64F2F5}" type="presParOf" srcId="{F40DD380-1E62-470B-91D5-6203231BDA74}" destId="{792A4CBB-34A9-42F6-AA34-3DDDF389B213}" srcOrd="5" destOrd="0" presId="urn:microsoft.com/office/officeart/2016/7/layout/LinearBlockProcessNumbered"/>
    <dgm:cxn modelId="{C0C28F1F-67D3-4168-93CE-D69BD689AF85}" type="presParOf" srcId="{F40DD380-1E62-470B-91D5-6203231BDA74}" destId="{543EEEC7-8202-4A85-AF86-8E85C12DDA19}" srcOrd="6" destOrd="0" presId="urn:microsoft.com/office/officeart/2016/7/layout/LinearBlockProcessNumbered"/>
    <dgm:cxn modelId="{1986A270-1304-4F60-8287-71B22BF018D2}" type="presParOf" srcId="{543EEEC7-8202-4A85-AF86-8E85C12DDA19}" destId="{225B7734-E6DD-4D15-9A9D-715E6F27B9A7}" srcOrd="0" destOrd="0" presId="urn:microsoft.com/office/officeart/2016/7/layout/LinearBlockProcessNumbered"/>
    <dgm:cxn modelId="{501A9125-FD97-424F-A1DC-77B46BA89FEE}" type="presParOf" srcId="{543EEEC7-8202-4A85-AF86-8E85C12DDA19}" destId="{F19A1A86-6F1B-47A2-B397-E3B9CB6FD81E}" srcOrd="1" destOrd="0" presId="urn:microsoft.com/office/officeart/2016/7/layout/LinearBlockProcessNumbered"/>
    <dgm:cxn modelId="{86FB2924-AA84-4DFC-8D66-9D8417B4BD86}" type="presParOf" srcId="{543EEEC7-8202-4A85-AF86-8E85C12DDA19}" destId="{9D21D505-5082-4B5E-B7D1-B3385C646395}" srcOrd="2" destOrd="0" presId="urn:microsoft.com/office/officeart/2016/7/layout/LinearBlockProcessNumbered"/>
    <dgm:cxn modelId="{F830720B-B0B3-48D0-8218-8135B4A269BF}" type="presParOf" srcId="{F40DD380-1E62-470B-91D5-6203231BDA74}" destId="{BF25136A-1787-4F14-BBDD-AECAD15B9639}" srcOrd="7" destOrd="0" presId="urn:microsoft.com/office/officeart/2016/7/layout/LinearBlockProcessNumbered"/>
    <dgm:cxn modelId="{38D9D7B7-F747-490A-BEC3-6FAFFAF4D785}" type="presParOf" srcId="{F40DD380-1E62-470B-91D5-6203231BDA74}" destId="{336F5161-0345-4204-8B05-574BC3DE7B4C}" srcOrd="8" destOrd="0" presId="urn:microsoft.com/office/officeart/2016/7/layout/LinearBlockProcessNumbered"/>
    <dgm:cxn modelId="{A27888BA-5DC4-497F-840B-752D2812292C}" type="presParOf" srcId="{336F5161-0345-4204-8B05-574BC3DE7B4C}" destId="{A0AE04AB-04F6-4D3B-9449-E9030455F589}" srcOrd="0" destOrd="0" presId="urn:microsoft.com/office/officeart/2016/7/layout/LinearBlockProcessNumbered"/>
    <dgm:cxn modelId="{3AF10E47-52C6-473F-91F9-439B49DD5CE5}" type="presParOf" srcId="{336F5161-0345-4204-8B05-574BC3DE7B4C}" destId="{6D93694B-59BD-40B4-A92C-FE9DBEA20D2E}" srcOrd="1" destOrd="0" presId="urn:microsoft.com/office/officeart/2016/7/layout/LinearBlockProcessNumbered"/>
    <dgm:cxn modelId="{98CB7F97-C337-4711-936A-2402C5295FBE}" type="presParOf" srcId="{336F5161-0345-4204-8B05-574BC3DE7B4C}" destId="{8A12B011-C5EE-40FB-93DC-A860712021BA}" srcOrd="2" destOrd="0" presId="urn:microsoft.com/office/officeart/2016/7/layout/LinearBlockProcessNumbered"/>
    <dgm:cxn modelId="{609F301D-AA5B-4304-86FA-27A30CEC2DEA}" type="presParOf" srcId="{F40DD380-1E62-470B-91D5-6203231BDA74}" destId="{1A9E194E-3A5F-4AE4-8741-FBB8A433B1F8}" srcOrd="9" destOrd="0" presId="urn:microsoft.com/office/officeart/2016/7/layout/LinearBlockProcessNumbered"/>
    <dgm:cxn modelId="{4463E6B3-6043-452D-90CC-24B69A38F2CB}" type="presParOf" srcId="{F40DD380-1E62-470B-91D5-6203231BDA74}" destId="{F92B52AA-A354-47DF-841A-316CFB49EF69}" srcOrd="10" destOrd="0" presId="urn:microsoft.com/office/officeart/2016/7/layout/LinearBlockProcessNumbered"/>
    <dgm:cxn modelId="{43B1C068-D55A-4142-8DF6-7D221892BAC2}" type="presParOf" srcId="{F92B52AA-A354-47DF-841A-316CFB49EF69}" destId="{F9D6BF43-DAFF-4E00-9884-FE7DE3F71257}" srcOrd="0" destOrd="0" presId="urn:microsoft.com/office/officeart/2016/7/layout/LinearBlockProcessNumbered"/>
    <dgm:cxn modelId="{2A38891F-F679-43DE-95B9-59225FCEF252}" type="presParOf" srcId="{F92B52AA-A354-47DF-841A-316CFB49EF69}" destId="{D9CB8D14-58A7-4F62-A90E-7C222B912FF5}" srcOrd="1" destOrd="0" presId="urn:microsoft.com/office/officeart/2016/7/layout/LinearBlockProcessNumbered"/>
    <dgm:cxn modelId="{AFA3FB27-F1FF-4EE5-8E76-E408D252034D}" type="presParOf" srcId="{F92B52AA-A354-47DF-841A-316CFB49EF69}" destId="{1CA11A4D-3CE5-42F8-AA1C-FAD0572CDC0D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52AD1DE1-EA9A-4894-9E4D-284E74F49A8E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5A8FE738-1CF1-42ED-A8FF-29919C04DFB1}">
      <dgm:prSet/>
      <dgm:spPr/>
      <dgm:t>
        <a:bodyPr/>
        <a:lstStyle/>
        <a:p>
          <a:r>
            <a:rPr lang="pl-PL"/>
            <a:t>Bogactwo</a:t>
          </a:r>
          <a:r>
            <a:rPr lang="en-US"/>
            <a:t> (richness)</a:t>
          </a:r>
          <a:r>
            <a:rPr lang="pl-PL"/>
            <a:t> mediów oznacza, jak dużo informacji i kontekstu można przekazać:</a:t>
          </a:r>
          <a:endParaRPr lang="en-US"/>
        </a:p>
      </dgm:t>
    </dgm:pt>
    <dgm:pt modelId="{AF99075C-9A6F-4958-9242-BD640FCC9E0B}" type="parTrans" cxnId="{4D71B42B-693F-4943-91A6-F7B3632B901E}">
      <dgm:prSet/>
      <dgm:spPr/>
      <dgm:t>
        <a:bodyPr/>
        <a:lstStyle/>
        <a:p>
          <a:endParaRPr lang="en-US"/>
        </a:p>
      </dgm:t>
    </dgm:pt>
    <dgm:pt modelId="{8CFE7CFF-C588-4C50-828F-5F00132C5E66}" type="sibTrans" cxnId="{4D71B42B-693F-4943-91A6-F7B3632B901E}">
      <dgm:prSet/>
      <dgm:spPr/>
      <dgm:t>
        <a:bodyPr/>
        <a:lstStyle/>
        <a:p>
          <a:endParaRPr lang="en-US"/>
        </a:p>
      </dgm:t>
    </dgm:pt>
    <dgm:pt modelId="{A309D17F-2B43-4781-BEB8-39FDA5DEADA1}">
      <dgm:prSet/>
      <dgm:spPr/>
      <dgm:t>
        <a:bodyPr/>
        <a:lstStyle/>
        <a:p>
          <a:r>
            <a:rPr lang="pl-PL"/>
            <a:t>Spotkania face-to-face </a:t>
          </a:r>
          <a:r>
            <a:rPr lang="en-US"/>
            <a:t>-</a:t>
          </a:r>
          <a:r>
            <a:rPr lang="pl-PL"/>
            <a:t> najwyższe bogactwo </a:t>
          </a:r>
          <a:endParaRPr lang="en-US"/>
        </a:p>
      </dgm:t>
    </dgm:pt>
    <dgm:pt modelId="{76874786-0F66-4999-B3D3-F4152EAF5186}" type="parTrans" cxnId="{8731BAA0-9484-4CB4-8BE5-B3A2DF449019}">
      <dgm:prSet/>
      <dgm:spPr/>
      <dgm:t>
        <a:bodyPr/>
        <a:lstStyle/>
        <a:p>
          <a:endParaRPr lang="en-US"/>
        </a:p>
      </dgm:t>
    </dgm:pt>
    <dgm:pt modelId="{917EB498-0EBE-49B5-B652-2ECF6CC7EC6B}" type="sibTrans" cxnId="{8731BAA0-9484-4CB4-8BE5-B3A2DF449019}">
      <dgm:prSet/>
      <dgm:spPr/>
      <dgm:t>
        <a:bodyPr/>
        <a:lstStyle/>
        <a:p>
          <a:endParaRPr lang="en-US"/>
        </a:p>
      </dgm:t>
    </dgm:pt>
    <dgm:pt modelId="{61BA82C6-81E6-460C-863D-83C8D128F252}">
      <dgm:prSet/>
      <dgm:spPr/>
      <dgm:t>
        <a:bodyPr/>
        <a:lstStyle/>
        <a:p>
          <a:r>
            <a:rPr lang="pl-PL"/>
            <a:t>Wideo konferencje </a:t>
          </a:r>
          <a:r>
            <a:rPr lang="en-US"/>
            <a:t>-</a:t>
          </a:r>
          <a:r>
            <a:rPr lang="pl-PL"/>
            <a:t> wysokie </a:t>
          </a:r>
          <a:endParaRPr lang="en-US"/>
        </a:p>
      </dgm:t>
    </dgm:pt>
    <dgm:pt modelId="{B9416336-569D-44B0-A843-36CD08AD856C}" type="parTrans" cxnId="{B6B09878-4877-49C7-80FF-877E11C07D46}">
      <dgm:prSet/>
      <dgm:spPr/>
      <dgm:t>
        <a:bodyPr/>
        <a:lstStyle/>
        <a:p>
          <a:endParaRPr lang="en-US"/>
        </a:p>
      </dgm:t>
    </dgm:pt>
    <dgm:pt modelId="{8BFA4E66-9D65-4F57-AF72-C6B2BBBE70A4}" type="sibTrans" cxnId="{B6B09878-4877-49C7-80FF-877E11C07D46}">
      <dgm:prSet/>
      <dgm:spPr/>
      <dgm:t>
        <a:bodyPr/>
        <a:lstStyle/>
        <a:p>
          <a:endParaRPr lang="en-US"/>
        </a:p>
      </dgm:t>
    </dgm:pt>
    <dgm:pt modelId="{0DE48CFB-A3A2-41A7-87C5-438C419AAE03}">
      <dgm:prSet/>
      <dgm:spPr/>
      <dgm:t>
        <a:bodyPr/>
        <a:lstStyle/>
        <a:p>
          <a:r>
            <a:rPr lang="pl-PL"/>
            <a:t>Telefon </a:t>
          </a:r>
          <a:r>
            <a:rPr lang="en-US"/>
            <a:t>-</a:t>
          </a:r>
          <a:r>
            <a:rPr lang="pl-PL"/>
            <a:t> średnie </a:t>
          </a:r>
          <a:endParaRPr lang="en-US"/>
        </a:p>
      </dgm:t>
    </dgm:pt>
    <dgm:pt modelId="{1A240659-02F2-4D4B-9478-F69B5728F9FD}" type="parTrans" cxnId="{DF97A78B-6D23-4860-A0B0-CD584DE118B3}">
      <dgm:prSet/>
      <dgm:spPr/>
      <dgm:t>
        <a:bodyPr/>
        <a:lstStyle/>
        <a:p>
          <a:endParaRPr lang="en-US"/>
        </a:p>
      </dgm:t>
    </dgm:pt>
    <dgm:pt modelId="{73709F11-8C90-449B-97CE-1BB728D07CC9}" type="sibTrans" cxnId="{DF97A78B-6D23-4860-A0B0-CD584DE118B3}">
      <dgm:prSet/>
      <dgm:spPr/>
      <dgm:t>
        <a:bodyPr/>
        <a:lstStyle/>
        <a:p>
          <a:endParaRPr lang="en-US"/>
        </a:p>
      </dgm:t>
    </dgm:pt>
    <dgm:pt modelId="{C84DF77E-CA43-4FD7-96B0-D6DC973A05D5}">
      <dgm:prSet/>
      <dgm:spPr/>
      <dgm:t>
        <a:bodyPr/>
        <a:lstStyle/>
        <a:p>
          <a:r>
            <a:rPr lang="pl-PL"/>
            <a:t>E-mail, Slack </a:t>
          </a:r>
          <a:r>
            <a:rPr lang="en-US"/>
            <a:t>-</a:t>
          </a:r>
          <a:r>
            <a:rPr lang="pl-PL"/>
            <a:t> niskie</a:t>
          </a:r>
          <a:endParaRPr lang="en-US"/>
        </a:p>
      </dgm:t>
    </dgm:pt>
    <dgm:pt modelId="{C6857275-FEF3-47C4-8943-6F7E9D8E209E}" type="parTrans" cxnId="{486698B5-2A0B-4947-BBCE-3367991C54EF}">
      <dgm:prSet/>
      <dgm:spPr/>
      <dgm:t>
        <a:bodyPr/>
        <a:lstStyle/>
        <a:p>
          <a:endParaRPr lang="en-US"/>
        </a:p>
      </dgm:t>
    </dgm:pt>
    <dgm:pt modelId="{9FA2E5FF-F0A9-494C-B973-9AEB3640470A}" type="sibTrans" cxnId="{486698B5-2A0B-4947-BBCE-3367991C54EF}">
      <dgm:prSet/>
      <dgm:spPr/>
      <dgm:t>
        <a:bodyPr/>
        <a:lstStyle/>
        <a:p>
          <a:endParaRPr lang="en-US"/>
        </a:p>
      </dgm:t>
    </dgm:pt>
    <dgm:pt modelId="{F3FC568A-6821-476F-9F88-1DB032408B1D}" type="pres">
      <dgm:prSet presAssocID="{52AD1DE1-EA9A-4894-9E4D-284E74F49A8E}" presName="root" presStyleCnt="0">
        <dgm:presLayoutVars>
          <dgm:dir/>
          <dgm:resizeHandles val="exact"/>
        </dgm:presLayoutVars>
      </dgm:prSet>
      <dgm:spPr/>
    </dgm:pt>
    <dgm:pt modelId="{4FA01334-741A-45FD-A7E5-8E6D3E6181DF}" type="pres">
      <dgm:prSet presAssocID="{5A8FE738-1CF1-42ED-A8FF-29919C04DFB1}" presName="compNode" presStyleCnt="0"/>
      <dgm:spPr/>
    </dgm:pt>
    <dgm:pt modelId="{D6387D9A-19B8-497B-8638-0613C46FCF2F}" type="pres">
      <dgm:prSet presAssocID="{5A8FE738-1CF1-42ED-A8FF-29919C04DFB1}" presName="bgRect" presStyleLbl="bgShp" presStyleIdx="0" presStyleCnt="5"/>
      <dgm:spPr/>
    </dgm:pt>
    <dgm:pt modelId="{E1FA53B7-5E3B-44FB-986B-D7D9F11AB47D}" type="pres">
      <dgm:prSet presAssocID="{5A8FE738-1CF1-42ED-A8FF-29919C04DFB1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mb"/>
        </a:ext>
      </dgm:extLst>
    </dgm:pt>
    <dgm:pt modelId="{EE11B160-10B5-4EA8-8DF9-3D9A165DF7DB}" type="pres">
      <dgm:prSet presAssocID="{5A8FE738-1CF1-42ED-A8FF-29919C04DFB1}" presName="spaceRect" presStyleCnt="0"/>
      <dgm:spPr/>
    </dgm:pt>
    <dgm:pt modelId="{30AA0028-5225-4172-B04A-159FDF98638C}" type="pres">
      <dgm:prSet presAssocID="{5A8FE738-1CF1-42ED-A8FF-29919C04DFB1}" presName="parTx" presStyleLbl="revTx" presStyleIdx="0" presStyleCnt="5">
        <dgm:presLayoutVars>
          <dgm:chMax val="0"/>
          <dgm:chPref val="0"/>
        </dgm:presLayoutVars>
      </dgm:prSet>
      <dgm:spPr/>
    </dgm:pt>
    <dgm:pt modelId="{B21F1B9A-D68D-4052-87F8-11AF39B3F77A}" type="pres">
      <dgm:prSet presAssocID="{8CFE7CFF-C588-4C50-828F-5F00132C5E66}" presName="sibTrans" presStyleCnt="0"/>
      <dgm:spPr/>
    </dgm:pt>
    <dgm:pt modelId="{F9029D1A-60C1-4D5B-A448-36AD2C2240E5}" type="pres">
      <dgm:prSet presAssocID="{A309D17F-2B43-4781-BEB8-39FDA5DEADA1}" presName="compNode" presStyleCnt="0"/>
      <dgm:spPr/>
    </dgm:pt>
    <dgm:pt modelId="{1873855C-C168-449F-966C-649CA15A4E79}" type="pres">
      <dgm:prSet presAssocID="{A309D17F-2B43-4781-BEB8-39FDA5DEADA1}" presName="bgRect" presStyleLbl="bgShp" presStyleIdx="1" presStyleCnt="5"/>
      <dgm:spPr/>
    </dgm:pt>
    <dgm:pt modelId="{76D481D1-CDAC-49CA-B8F8-463091EF1323}" type="pres">
      <dgm:prSet presAssocID="{A309D17F-2B43-4781-BEB8-39FDA5DEADA1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uro"/>
        </a:ext>
      </dgm:extLst>
    </dgm:pt>
    <dgm:pt modelId="{EE848BA7-4DEB-4689-9924-E071E7D66795}" type="pres">
      <dgm:prSet presAssocID="{A309D17F-2B43-4781-BEB8-39FDA5DEADA1}" presName="spaceRect" presStyleCnt="0"/>
      <dgm:spPr/>
    </dgm:pt>
    <dgm:pt modelId="{FB61B11E-FF0B-48B4-8C2D-78146D9E4C5D}" type="pres">
      <dgm:prSet presAssocID="{A309D17F-2B43-4781-BEB8-39FDA5DEADA1}" presName="parTx" presStyleLbl="revTx" presStyleIdx="1" presStyleCnt="5">
        <dgm:presLayoutVars>
          <dgm:chMax val="0"/>
          <dgm:chPref val="0"/>
        </dgm:presLayoutVars>
      </dgm:prSet>
      <dgm:spPr/>
    </dgm:pt>
    <dgm:pt modelId="{B2FB20DD-4AD7-4CA0-9FCA-4C7C69A144A3}" type="pres">
      <dgm:prSet presAssocID="{917EB498-0EBE-49B5-B652-2ECF6CC7EC6B}" presName="sibTrans" presStyleCnt="0"/>
      <dgm:spPr/>
    </dgm:pt>
    <dgm:pt modelId="{48930B1B-70B0-48FF-9A0C-639D6BB94193}" type="pres">
      <dgm:prSet presAssocID="{61BA82C6-81E6-460C-863D-83C8D128F252}" presName="compNode" presStyleCnt="0"/>
      <dgm:spPr/>
    </dgm:pt>
    <dgm:pt modelId="{DCC0B9B6-BE0C-48CD-8121-A14F2716C0AF}" type="pres">
      <dgm:prSet presAssocID="{61BA82C6-81E6-460C-863D-83C8D128F252}" presName="bgRect" presStyleLbl="bgShp" presStyleIdx="2" presStyleCnt="5"/>
      <dgm:spPr/>
    </dgm:pt>
    <dgm:pt modelId="{1ED5BD95-E401-4F66-9BD7-13EF6BF01492}" type="pres">
      <dgm:prSet presAssocID="{61BA82C6-81E6-460C-863D-83C8D128F252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ideo camera"/>
        </a:ext>
      </dgm:extLst>
    </dgm:pt>
    <dgm:pt modelId="{FEAC8ED3-DADA-4889-86D2-92798346C073}" type="pres">
      <dgm:prSet presAssocID="{61BA82C6-81E6-460C-863D-83C8D128F252}" presName="spaceRect" presStyleCnt="0"/>
      <dgm:spPr/>
    </dgm:pt>
    <dgm:pt modelId="{1799ACB6-7B30-4C0E-94D5-E0D093ED36D8}" type="pres">
      <dgm:prSet presAssocID="{61BA82C6-81E6-460C-863D-83C8D128F252}" presName="parTx" presStyleLbl="revTx" presStyleIdx="2" presStyleCnt="5">
        <dgm:presLayoutVars>
          <dgm:chMax val="0"/>
          <dgm:chPref val="0"/>
        </dgm:presLayoutVars>
      </dgm:prSet>
      <dgm:spPr/>
    </dgm:pt>
    <dgm:pt modelId="{15657837-30B9-4F78-9B9B-AB1E9C44D5C4}" type="pres">
      <dgm:prSet presAssocID="{8BFA4E66-9D65-4F57-AF72-C6B2BBBE70A4}" presName="sibTrans" presStyleCnt="0"/>
      <dgm:spPr/>
    </dgm:pt>
    <dgm:pt modelId="{17D97642-A4A3-40DE-8B6B-FC8EFA1678FE}" type="pres">
      <dgm:prSet presAssocID="{0DE48CFB-A3A2-41A7-87C5-438C419AAE03}" presName="compNode" presStyleCnt="0"/>
      <dgm:spPr/>
    </dgm:pt>
    <dgm:pt modelId="{86153427-E183-4CCB-B679-077AD36A795B}" type="pres">
      <dgm:prSet presAssocID="{0DE48CFB-A3A2-41A7-87C5-438C419AAE03}" presName="bgRect" presStyleLbl="bgShp" presStyleIdx="3" presStyleCnt="5"/>
      <dgm:spPr/>
    </dgm:pt>
    <dgm:pt modelId="{28A76C05-4BFD-4918-8BC9-FFB18F8BCADE}" type="pres">
      <dgm:prSet presAssocID="{0DE48CFB-A3A2-41A7-87C5-438C419AAE03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łuchawka"/>
        </a:ext>
      </dgm:extLst>
    </dgm:pt>
    <dgm:pt modelId="{5B7F8732-A7B1-447E-A926-DE164B5205ED}" type="pres">
      <dgm:prSet presAssocID="{0DE48CFB-A3A2-41A7-87C5-438C419AAE03}" presName="spaceRect" presStyleCnt="0"/>
      <dgm:spPr/>
    </dgm:pt>
    <dgm:pt modelId="{AF90BB31-E076-4197-943B-8ED179C669E4}" type="pres">
      <dgm:prSet presAssocID="{0DE48CFB-A3A2-41A7-87C5-438C419AAE03}" presName="parTx" presStyleLbl="revTx" presStyleIdx="3" presStyleCnt="5">
        <dgm:presLayoutVars>
          <dgm:chMax val="0"/>
          <dgm:chPref val="0"/>
        </dgm:presLayoutVars>
      </dgm:prSet>
      <dgm:spPr/>
    </dgm:pt>
    <dgm:pt modelId="{88872A86-17AE-4AE4-A15D-0FA2A007DDD9}" type="pres">
      <dgm:prSet presAssocID="{73709F11-8C90-449B-97CE-1BB728D07CC9}" presName="sibTrans" presStyleCnt="0"/>
      <dgm:spPr/>
    </dgm:pt>
    <dgm:pt modelId="{D57E58B1-A3DC-4A43-B576-927336227A02}" type="pres">
      <dgm:prSet presAssocID="{C84DF77E-CA43-4FD7-96B0-D6DC973A05D5}" presName="compNode" presStyleCnt="0"/>
      <dgm:spPr/>
    </dgm:pt>
    <dgm:pt modelId="{5EF22115-33D9-4F55-890E-4CE23AECB458}" type="pres">
      <dgm:prSet presAssocID="{C84DF77E-CA43-4FD7-96B0-D6DC973A05D5}" presName="bgRect" presStyleLbl="bgShp" presStyleIdx="4" presStyleCnt="5"/>
      <dgm:spPr/>
    </dgm:pt>
    <dgm:pt modelId="{301038FC-51C4-47E0-A988-F34A55A791A9}" type="pres">
      <dgm:prSet presAssocID="{C84DF77E-CA43-4FD7-96B0-D6DC973A05D5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 Bubble"/>
        </a:ext>
      </dgm:extLst>
    </dgm:pt>
    <dgm:pt modelId="{51FCE80C-CBCB-4EC8-8C3C-FD13BA5CE2B4}" type="pres">
      <dgm:prSet presAssocID="{C84DF77E-CA43-4FD7-96B0-D6DC973A05D5}" presName="spaceRect" presStyleCnt="0"/>
      <dgm:spPr/>
    </dgm:pt>
    <dgm:pt modelId="{DC745494-AE13-4F91-B928-A30BC445052C}" type="pres">
      <dgm:prSet presAssocID="{C84DF77E-CA43-4FD7-96B0-D6DC973A05D5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9DB7EE08-7FF2-44AE-8DEF-7B23AD5DCDF4}" type="presOf" srcId="{0DE48CFB-A3A2-41A7-87C5-438C419AAE03}" destId="{AF90BB31-E076-4197-943B-8ED179C669E4}" srcOrd="0" destOrd="0" presId="urn:microsoft.com/office/officeart/2018/2/layout/IconVerticalSolidList"/>
    <dgm:cxn modelId="{4D71B42B-693F-4943-91A6-F7B3632B901E}" srcId="{52AD1DE1-EA9A-4894-9E4D-284E74F49A8E}" destId="{5A8FE738-1CF1-42ED-A8FF-29919C04DFB1}" srcOrd="0" destOrd="0" parTransId="{AF99075C-9A6F-4958-9242-BD640FCC9E0B}" sibTransId="{8CFE7CFF-C588-4C50-828F-5F00132C5E66}"/>
    <dgm:cxn modelId="{76CAC852-F9A3-4F8B-BDD9-852A3077CBC3}" type="presOf" srcId="{61BA82C6-81E6-460C-863D-83C8D128F252}" destId="{1799ACB6-7B30-4C0E-94D5-E0D093ED36D8}" srcOrd="0" destOrd="0" presId="urn:microsoft.com/office/officeart/2018/2/layout/IconVerticalSolidList"/>
    <dgm:cxn modelId="{B6B09878-4877-49C7-80FF-877E11C07D46}" srcId="{52AD1DE1-EA9A-4894-9E4D-284E74F49A8E}" destId="{61BA82C6-81E6-460C-863D-83C8D128F252}" srcOrd="2" destOrd="0" parTransId="{B9416336-569D-44B0-A843-36CD08AD856C}" sibTransId="{8BFA4E66-9D65-4F57-AF72-C6B2BBBE70A4}"/>
    <dgm:cxn modelId="{DF97A78B-6D23-4860-A0B0-CD584DE118B3}" srcId="{52AD1DE1-EA9A-4894-9E4D-284E74F49A8E}" destId="{0DE48CFB-A3A2-41A7-87C5-438C419AAE03}" srcOrd="3" destOrd="0" parTransId="{1A240659-02F2-4D4B-9478-F69B5728F9FD}" sibTransId="{73709F11-8C90-449B-97CE-1BB728D07CC9}"/>
    <dgm:cxn modelId="{8731BAA0-9484-4CB4-8BE5-B3A2DF449019}" srcId="{52AD1DE1-EA9A-4894-9E4D-284E74F49A8E}" destId="{A309D17F-2B43-4781-BEB8-39FDA5DEADA1}" srcOrd="1" destOrd="0" parTransId="{76874786-0F66-4999-B3D3-F4152EAF5186}" sibTransId="{917EB498-0EBE-49B5-B652-2ECF6CC7EC6B}"/>
    <dgm:cxn modelId="{37DBB9AE-1D53-46DA-BC4A-D3529AA7E7EF}" type="presOf" srcId="{52AD1DE1-EA9A-4894-9E4D-284E74F49A8E}" destId="{F3FC568A-6821-476F-9F88-1DB032408B1D}" srcOrd="0" destOrd="0" presId="urn:microsoft.com/office/officeart/2018/2/layout/IconVerticalSolidList"/>
    <dgm:cxn modelId="{486698B5-2A0B-4947-BBCE-3367991C54EF}" srcId="{52AD1DE1-EA9A-4894-9E4D-284E74F49A8E}" destId="{C84DF77E-CA43-4FD7-96B0-D6DC973A05D5}" srcOrd="4" destOrd="0" parTransId="{C6857275-FEF3-47C4-8943-6F7E9D8E209E}" sibTransId="{9FA2E5FF-F0A9-494C-B973-9AEB3640470A}"/>
    <dgm:cxn modelId="{337CE7BB-B29E-415B-971E-A77E4888CE1C}" type="presOf" srcId="{A309D17F-2B43-4781-BEB8-39FDA5DEADA1}" destId="{FB61B11E-FF0B-48B4-8C2D-78146D9E4C5D}" srcOrd="0" destOrd="0" presId="urn:microsoft.com/office/officeart/2018/2/layout/IconVerticalSolidList"/>
    <dgm:cxn modelId="{89ADDCC1-9047-4B9B-9193-DED66DFAA469}" type="presOf" srcId="{5A8FE738-1CF1-42ED-A8FF-29919C04DFB1}" destId="{30AA0028-5225-4172-B04A-159FDF98638C}" srcOrd="0" destOrd="0" presId="urn:microsoft.com/office/officeart/2018/2/layout/IconVerticalSolidList"/>
    <dgm:cxn modelId="{6C7EA8EB-1E5B-4D16-B6E2-A61789601C3B}" type="presOf" srcId="{C84DF77E-CA43-4FD7-96B0-D6DC973A05D5}" destId="{DC745494-AE13-4F91-B928-A30BC445052C}" srcOrd="0" destOrd="0" presId="urn:microsoft.com/office/officeart/2018/2/layout/IconVerticalSolidList"/>
    <dgm:cxn modelId="{6F6E526B-4C91-4180-8660-FC58C6B5A75B}" type="presParOf" srcId="{F3FC568A-6821-476F-9F88-1DB032408B1D}" destId="{4FA01334-741A-45FD-A7E5-8E6D3E6181DF}" srcOrd="0" destOrd="0" presId="urn:microsoft.com/office/officeart/2018/2/layout/IconVerticalSolidList"/>
    <dgm:cxn modelId="{CD94DCD2-7AB0-4FD0-B6BD-8A6BEA4C96E5}" type="presParOf" srcId="{4FA01334-741A-45FD-A7E5-8E6D3E6181DF}" destId="{D6387D9A-19B8-497B-8638-0613C46FCF2F}" srcOrd="0" destOrd="0" presId="urn:microsoft.com/office/officeart/2018/2/layout/IconVerticalSolidList"/>
    <dgm:cxn modelId="{6043CC29-B01D-48DA-807F-F3978275FC6F}" type="presParOf" srcId="{4FA01334-741A-45FD-A7E5-8E6D3E6181DF}" destId="{E1FA53B7-5E3B-44FB-986B-D7D9F11AB47D}" srcOrd="1" destOrd="0" presId="urn:microsoft.com/office/officeart/2018/2/layout/IconVerticalSolidList"/>
    <dgm:cxn modelId="{44C6C1AE-D88E-4B8F-B462-EED35018B67E}" type="presParOf" srcId="{4FA01334-741A-45FD-A7E5-8E6D3E6181DF}" destId="{EE11B160-10B5-4EA8-8DF9-3D9A165DF7DB}" srcOrd="2" destOrd="0" presId="urn:microsoft.com/office/officeart/2018/2/layout/IconVerticalSolidList"/>
    <dgm:cxn modelId="{0FAE87BE-2638-4E13-AA9C-0C2519023C3A}" type="presParOf" srcId="{4FA01334-741A-45FD-A7E5-8E6D3E6181DF}" destId="{30AA0028-5225-4172-B04A-159FDF98638C}" srcOrd="3" destOrd="0" presId="urn:microsoft.com/office/officeart/2018/2/layout/IconVerticalSolidList"/>
    <dgm:cxn modelId="{0A52643D-A182-4FCA-AA7A-18E86BFD37D3}" type="presParOf" srcId="{F3FC568A-6821-476F-9F88-1DB032408B1D}" destId="{B21F1B9A-D68D-4052-87F8-11AF39B3F77A}" srcOrd="1" destOrd="0" presId="urn:microsoft.com/office/officeart/2018/2/layout/IconVerticalSolidList"/>
    <dgm:cxn modelId="{4945922C-0998-4E53-820F-C50B39144766}" type="presParOf" srcId="{F3FC568A-6821-476F-9F88-1DB032408B1D}" destId="{F9029D1A-60C1-4D5B-A448-36AD2C2240E5}" srcOrd="2" destOrd="0" presId="urn:microsoft.com/office/officeart/2018/2/layout/IconVerticalSolidList"/>
    <dgm:cxn modelId="{A0C06D52-E63E-41F0-A6ED-CFE948CCE067}" type="presParOf" srcId="{F9029D1A-60C1-4D5B-A448-36AD2C2240E5}" destId="{1873855C-C168-449F-966C-649CA15A4E79}" srcOrd="0" destOrd="0" presId="urn:microsoft.com/office/officeart/2018/2/layout/IconVerticalSolidList"/>
    <dgm:cxn modelId="{87009E69-841E-4A82-A822-DC46F3AECB93}" type="presParOf" srcId="{F9029D1A-60C1-4D5B-A448-36AD2C2240E5}" destId="{76D481D1-CDAC-49CA-B8F8-463091EF1323}" srcOrd="1" destOrd="0" presId="urn:microsoft.com/office/officeart/2018/2/layout/IconVerticalSolidList"/>
    <dgm:cxn modelId="{9DC98D53-8A85-47EB-9963-32700D8843FE}" type="presParOf" srcId="{F9029D1A-60C1-4D5B-A448-36AD2C2240E5}" destId="{EE848BA7-4DEB-4689-9924-E071E7D66795}" srcOrd="2" destOrd="0" presId="urn:microsoft.com/office/officeart/2018/2/layout/IconVerticalSolidList"/>
    <dgm:cxn modelId="{D49D519C-9BE8-43E7-890B-47EBB5EEE79E}" type="presParOf" srcId="{F9029D1A-60C1-4D5B-A448-36AD2C2240E5}" destId="{FB61B11E-FF0B-48B4-8C2D-78146D9E4C5D}" srcOrd="3" destOrd="0" presId="urn:microsoft.com/office/officeart/2018/2/layout/IconVerticalSolidList"/>
    <dgm:cxn modelId="{3F8F4CB3-C1A2-4D4D-97AE-C232C50E2440}" type="presParOf" srcId="{F3FC568A-6821-476F-9F88-1DB032408B1D}" destId="{B2FB20DD-4AD7-4CA0-9FCA-4C7C69A144A3}" srcOrd="3" destOrd="0" presId="urn:microsoft.com/office/officeart/2018/2/layout/IconVerticalSolidList"/>
    <dgm:cxn modelId="{D5DA2972-161F-4EED-BD94-C6BA253043FF}" type="presParOf" srcId="{F3FC568A-6821-476F-9F88-1DB032408B1D}" destId="{48930B1B-70B0-48FF-9A0C-639D6BB94193}" srcOrd="4" destOrd="0" presId="urn:microsoft.com/office/officeart/2018/2/layout/IconVerticalSolidList"/>
    <dgm:cxn modelId="{B5066B75-8E8C-41D2-A1FB-432A759B4B2A}" type="presParOf" srcId="{48930B1B-70B0-48FF-9A0C-639D6BB94193}" destId="{DCC0B9B6-BE0C-48CD-8121-A14F2716C0AF}" srcOrd="0" destOrd="0" presId="urn:microsoft.com/office/officeart/2018/2/layout/IconVerticalSolidList"/>
    <dgm:cxn modelId="{BD1DE15B-622A-4FC5-9805-B6A63B02B88A}" type="presParOf" srcId="{48930B1B-70B0-48FF-9A0C-639D6BB94193}" destId="{1ED5BD95-E401-4F66-9BD7-13EF6BF01492}" srcOrd="1" destOrd="0" presId="urn:microsoft.com/office/officeart/2018/2/layout/IconVerticalSolidList"/>
    <dgm:cxn modelId="{87333F52-D328-499F-8E33-8C2DE428D183}" type="presParOf" srcId="{48930B1B-70B0-48FF-9A0C-639D6BB94193}" destId="{FEAC8ED3-DADA-4889-86D2-92798346C073}" srcOrd="2" destOrd="0" presId="urn:microsoft.com/office/officeart/2018/2/layout/IconVerticalSolidList"/>
    <dgm:cxn modelId="{5ABA4C08-7CAA-4DB5-88EB-E185207482A9}" type="presParOf" srcId="{48930B1B-70B0-48FF-9A0C-639D6BB94193}" destId="{1799ACB6-7B30-4C0E-94D5-E0D093ED36D8}" srcOrd="3" destOrd="0" presId="urn:microsoft.com/office/officeart/2018/2/layout/IconVerticalSolidList"/>
    <dgm:cxn modelId="{29B77D45-28B9-4BEE-BB70-C7DCC1BE6A48}" type="presParOf" srcId="{F3FC568A-6821-476F-9F88-1DB032408B1D}" destId="{15657837-30B9-4F78-9B9B-AB1E9C44D5C4}" srcOrd="5" destOrd="0" presId="urn:microsoft.com/office/officeart/2018/2/layout/IconVerticalSolidList"/>
    <dgm:cxn modelId="{A41B2ACA-5E68-4B96-95AE-3B8B11CFC478}" type="presParOf" srcId="{F3FC568A-6821-476F-9F88-1DB032408B1D}" destId="{17D97642-A4A3-40DE-8B6B-FC8EFA1678FE}" srcOrd="6" destOrd="0" presId="urn:microsoft.com/office/officeart/2018/2/layout/IconVerticalSolidList"/>
    <dgm:cxn modelId="{C701A249-5D69-4E21-B3E9-B7704BAFDA8B}" type="presParOf" srcId="{17D97642-A4A3-40DE-8B6B-FC8EFA1678FE}" destId="{86153427-E183-4CCB-B679-077AD36A795B}" srcOrd="0" destOrd="0" presId="urn:microsoft.com/office/officeart/2018/2/layout/IconVerticalSolidList"/>
    <dgm:cxn modelId="{A2D96095-04C8-417C-9040-249C40489763}" type="presParOf" srcId="{17D97642-A4A3-40DE-8B6B-FC8EFA1678FE}" destId="{28A76C05-4BFD-4918-8BC9-FFB18F8BCADE}" srcOrd="1" destOrd="0" presId="urn:microsoft.com/office/officeart/2018/2/layout/IconVerticalSolidList"/>
    <dgm:cxn modelId="{6943B9CF-1DEE-41B0-9CD2-A351FF650EA0}" type="presParOf" srcId="{17D97642-A4A3-40DE-8B6B-FC8EFA1678FE}" destId="{5B7F8732-A7B1-447E-A926-DE164B5205ED}" srcOrd="2" destOrd="0" presId="urn:microsoft.com/office/officeart/2018/2/layout/IconVerticalSolidList"/>
    <dgm:cxn modelId="{AE48F241-35EF-44FF-9F44-B01E7297D69A}" type="presParOf" srcId="{17D97642-A4A3-40DE-8B6B-FC8EFA1678FE}" destId="{AF90BB31-E076-4197-943B-8ED179C669E4}" srcOrd="3" destOrd="0" presId="urn:microsoft.com/office/officeart/2018/2/layout/IconVerticalSolidList"/>
    <dgm:cxn modelId="{3F2211C8-0370-4A80-A0D5-C996BFA270D0}" type="presParOf" srcId="{F3FC568A-6821-476F-9F88-1DB032408B1D}" destId="{88872A86-17AE-4AE4-A15D-0FA2A007DDD9}" srcOrd="7" destOrd="0" presId="urn:microsoft.com/office/officeart/2018/2/layout/IconVerticalSolidList"/>
    <dgm:cxn modelId="{DE7EF141-1E0A-41AD-A866-A3A92FB19EFD}" type="presParOf" srcId="{F3FC568A-6821-476F-9F88-1DB032408B1D}" destId="{D57E58B1-A3DC-4A43-B576-927336227A02}" srcOrd="8" destOrd="0" presId="urn:microsoft.com/office/officeart/2018/2/layout/IconVerticalSolidList"/>
    <dgm:cxn modelId="{99EBE8ED-8C8D-48EC-A6D8-59611FBDEB95}" type="presParOf" srcId="{D57E58B1-A3DC-4A43-B576-927336227A02}" destId="{5EF22115-33D9-4F55-890E-4CE23AECB458}" srcOrd="0" destOrd="0" presId="urn:microsoft.com/office/officeart/2018/2/layout/IconVerticalSolidList"/>
    <dgm:cxn modelId="{8FBD2361-F472-4F5E-928A-36E562084DD2}" type="presParOf" srcId="{D57E58B1-A3DC-4A43-B576-927336227A02}" destId="{301038FC-51C4-47E0-A988-F34A55A791A9}" srcOrd="1" destOrd="0" presId="urn:microsoft.com/office/officeart/2018/2/layout/IconVerticalSolidList"/>
    <dgm:cxn modelId="{FAE8DDBF-965E-46C0-B8F8-2E207590C43B}" type="presParOf" srcId="{D57E58B1-A3DC-4A43-B576-927336227A02}" destId="{51FCE80C-CBCB-4EC8-8C3C-FD13BA5CE2B4}" srcOrd="2" destOrd="0" presId="urn:microsoft.com/office/officeart/2018/2/layout/IconVerticalSolidList"/>
    <dgm:cxn modelId="{DBA271E4-578A-4089-ADFB-060458B03A4B}" type="presParOf" srcId="{D57E58B1-A3DC-4A43-B576-927336227A02}" destId="{DC745494-AE13-4F91-B928-A30BC445052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C56B364D-FA18-4B56-9907-200ED1FB2349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04A3185-9197-43AC-8C79-A83679BAFFD3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pl-PL" sz="1600" dirty="0"/>
            <a:t>Manifest Agile podkreśla, że</a:t>
          </a:r>
          <a:r>
            <a:rPr lang="en-US" sz="1600" dirty="0"/>
            <a:t> </a:t>
          </a:r>
          <a:r>
            <a:rPr lang="pl-PL" sz="1600" dirty="0"/>
            <a:t>interakcje międzyludzkie są ważniejsze niż procesy i narzędzia,</a:t>
          </a:r>
          <a:r>
            <a:rPr lang="en-US" sz="1600" dirty="0"/>
            <a:t> </a:t>
          </a:r>
          <a:r>
            <a:rPr lang="pl-PL" sz="1600" dirty="0"/>
            <a:t>ponieważ to ludzie tworzą wartość,</a:t>
          </a:r>
          <a:r>
            <a:rPr lang="en-US" sz="1600" dirty="0"/>
            <a:t> </a:t>
          </a:r>
          <a:r>
            <a:rPr lang="pl-PL" sz="1600" dirty="0"/>
            <a:t>a procesy są jedynie wsparciem pracy zespołu.</a:t>
          </a:r>
          <a:endParaRPr lang="en-US" sz="1600" dirty="0"/>
        </a:p>
      </dgm:t>
    </dgm:pt>
    <dgm:pt modelId="{A80938B0-6ADC-4246-840C-90914725E950}" type="parTrans" cxnId="{6E735C52-8D3A-46A9-9AA3-7AC4EADF292F}">
      <dgm:prSet/>
      <dgm:spPr/>
      <dgm:t>
        <a:bodyPr/>
        <a:lstStyle/>
        <a:p>
          <a:endParaRPr lang="en-US"/>
        </a:p>
      </dgm:t>
    </dgm:pt>
    <dgm:pt modelId="{412470D9-CBBB-4521-83DA-E9108F854112}" type="sibTrans" cxnId="{6E735C52-8D3A-46A9-9AA3-7AC4EADF292F}">
      <dgm:prSet/>
      <dgm:spPr/>
      <dgm:t>
        <a:bodyPr/>
        <a:lstStyle/>
        <a:p>
          <a:endParaRPr lang="en-US"/>
        </a:p>
      </dgm:t>
    </dgm:pt>
    <dgm:pt modelId="{2325C530-1EAD-4C9B-850F-269FD164B8BC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pl-PL" sz="1600" dirty="0"/>
            <a:t>Najważniejsza zasada Agile mówi jasno:</a:t>
          </a:r>
          <a:r>
            <a:rPr lang="en-US" sz="1600" dirty="0"/>
            <a:t> </a:t>
          </a:r>
          <a:r>
            <a:rPr lang="pl-PL" sz="1600" dirty="0"/>
            <a:t>to ludzie są najważniejsi, nie procesy</a:t>
          </a:r>
          <a:endParaRPr lang="en-US" sz="1600" dirty="0"/>
        </a:p>
      </dgm:t>
    </dgm:pt>
    <dgm:pt modelId="{42CE70EE-05B2-4B0F-9E7A-0277D2A3BA06}" type="parTrans" cxnId="{4E481299-D189-4938-9DB2-616FF76FFE81}">
      <dgm:prSet/>
      <dgm:spPr/>
      <dgm:t>
        <a:bodyPr/>
        <a:lstStyle/>
        <a:p>
          <a:endParaRPr lang="en-US"/>
        </a:p>
      </dgm:t>
    </dgm:pt>
    <dgm:pt modelId="{4C782D36-D1CB-4CEC-91EA-DE3B8499F9B8}" type="sibTrans" cxnId="{4E481299-D189-4938-9DB2-616FF76FFE81}">
      <dgm:prSet/>
      <dgm:spPr/>
      <dgm:t>
        <a:bodyPr/>
        <a:lstStyle/>
        <a:p>
          <a:endParaRPr lang="en-US"/>
        </a:p>
      </dgm:t>
    </dgm:pt>
    <dgm:pt modelId="{57E4FF6B-4D2E-40AE-B905-ABBEE0C5FBE2}" type="pres">
      <dgm:prSet presAssocID="{C56B364D-FA18-4B56-9907-200ED1FB2349}" presName="root" presStyleCnt="0">
        <dgm:presLayoutVars>
          <dgm:dir/>
          <dgm:resizeHandles val="exact"/>
        </dgm:presLayoutVars>
      </dgm:prSet>
      <dgm:spPr/>
    </dgm:pt>
    <dgm:pt modelId="{C5F147E4-BDA1-4777-979B-A88C791780E1}" type="pres">
      <dgm:prSet presAssocID="{504A3185-9197-43AC-8C79-A83679BAFFD3}" presName="compNode" presStyleCnt="0"/>
      <dgm:spPr/>
    </dgm:pt>
    <dgm:pt modelId="{92D5AB32-83BB-4A11-A205-B9AEF0CFA8EA}" type="pres">
      <dgm:prSet presAssocID="{504A3185-9197-43AC-8C79-A83679BAFFD3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Koła zębate"/>
        </a:ext>
      </dgm:extLst>
    </dgm:pt>
    <dgm:pt modelId="{9CA88CC2-CFFC-473F-BA50-4FE0B8A71DE3}" type="pres">
      <dgm:prSet presAssocID="{504A3185-9197-43AC-8C79-A83679BAFFD3}" presName="spaceRect" presStyleCnt="0"/>
      <dgm:spPr/>
    </dgm:pt>
    <dgm:pt modelId="{88E5DD3F-A37C-4019-92F8-CF98E886C8A9}" type="pres">
      <dgm:prSet presAssocID="{504A3185-9197-43AC-8C79-A83679BAFFD3}" presName="textRect" presStyleLbl="revTx" presStyleIdx="0" presStyleCnt="2">
        <dgm:presLayoutVars>
          <dgm:chMax val="1"/>
          <dgm:chPref val="1"/>
        </dgm:presLayoutVars>
      </dgm:prSet>
      <dgm:spPr/>
    </dgm:pt>
    <dgm:pt modelId="{D9304858-D940-4A48-BA74-D80B497D9A5F}" type="pres">
      <dgm:prSet presAssocID="{412470D9-CBBB-4521-83DA-E9108F854112}" presName="sibTrans" presStyleCnt="0"/>
      <dgm:spPr/>
    </dgm:pt>
    <dgm:pt modelId="{2F491294-A2EB-4940-BEDB-384355537659}" type="pres">
      <dgm:prSet presAssocID="{2325C530-1EAD-4C9B-850F-269FD164B8BC}" presName="compNode" presStyleCnt="0"/>
      <dgm:spPr/>
    </dgm:pt>
    <dgm:pt modelId="{60879BE9-1CF7-4EA9-A13C-37F514A984D0}" type="pres">
      <dgm:prSet presAssocID="{2325C530-1EAD-4C9B-850F-269FD164B8BC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ircular Flowchart"/>
        </a:ext>
      </dgm:extLst>
    </dgm:pt>
    <dgm:pt modelId="{289C2078-375F-482F-B8D5-847E521CDE56}" type="pres">
      <dgm:prSet presAssocID="{2325C530-1EAD-4C9B-850F-269FD164B8BC}" presName="spaceRect" presStyleCnt="0"/>
      <dgm:spPr/>
    </dgm:pt>
    <dgm:pt modelId="{9BA4A220-A8CA-4730-A761-C15EC2534A9D}" type="pres">
      <dgm:prSet presAssocID="{2325C530-1EAD-4C9B-850F-269FD164B8BC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6E735C52-8D3A-46A9-9AA3-7AC4EADF292F}" srcId="{C56B364D-FA18-4B56-9907-200ED1FB2349}" destId="{504A3185-9197-43AC-8C79-A83679BAFFD3}" srcOrd="0" destOrd="0" parTransId="{A80938B0-6ADC-4246-840C-90914725E950}" sibTransId="{412470D9-CBBB-4521-83DA-E9108F854112}"/>
    <dgm:cxn modelId="{203DD077-2EF1-4F09-9485-3178407307FC}" type="presOf" srcId="{504A3185-9197-43AC-8C79-A83679BAFFD3}" destId="{88E5DD3F-A37C-4019-92F8-CF98E886C8A9}" srcOrd="0" destOrd="0" presId="urn:microsoft.com/office/officeart/2018/2/layout/IconLabelList"/>
    <dgm:cxn modelId="{C233A27E-CE7D-4BBE-BE62-31CA0EF2F84C}" type="presOf" srcId="{2325C530-1EAD-4C9B-850F-269FD164B8BC}" destId="{9BA4A220-A8CA-4730-A761-C15EC2534A9D}" srcOrd="0" destOrd="0" presId="urn:microsoft.com/office/officeart/2018/2/layout/IconLabelList"/>
    <dgm:cxn modelId="{4E481299-D189-4938-9DB2-616FF76FFE81}" srcId="{C56B364D-FA18-4B56-9907-200ED1FB2349}" destId="{2325C530-1EAD-4C9B-850F-269FD164B8BC}" srcOrd="1" destOrd="0" parTransId="{42CE70EE-05B2-4B0F-9E7A-0277D2A3BA06}" sibTransId="{4C782D36-D1CB-4CEC-91EA-DE3B8499F9B8}"/>
    <dgm:cxn modelId="{E660DFCB-1B72-405C-B8B7-A2B886A660E4}" type="presOf" srcId="{C56B364D-FA18-4B56-9907-200ED1FB2349}" destId="{57E4FF6B-4D2E-40AE-B905-ABBEE0C5FBE2}" srcOrd="0" destOrd="0" presId="urn:microsoft.com/office/officeart/2018/2/layout/IconLabelList"/>
    <dgm:cxn modelId="{6DD92BDD-9F9A-4F7E-BFE2-31CCF1539CFB}" type="presParOf" srcId="{57E4FF6B-4D2E-40AE-B905-ABBEE0C5FBE2}" destId="{C5F147E4-BDA1-4777-979B-A88C791780E1}" srcOrd="0" destOrd="0" presId="urn:microsoft.com/office/officeart/2018/2/layout/IconLabelList"/>
    <dgm:cxn modelId="{9704301E-6CF3-407C-BAFD-DF77B658EA84}" type="presParOf" srcId="{C5F147E4-BDA1-4777-979B-A88C791780E1}" destId="{92D5AB32-83BB-4A11-A205-B9AEF0CFA8EA}" srcOrd="0" destOrd="0" presId="urn:microsoft.com/office/officeart/2018/2/layout/IconLabelList"/>
    <dgm:cxn modelId="{41E0B39F-7309-459F-95A4-356D91CBB7F6}" type="presParOf" srcId="{C5F147E4-BDA1-4777-979B-A88C791780E1}" destId="{9CA88CC2-CFFC-473F-BA50-4FE0B8A71DE3}" srcOrd="1" destOrd="0" presId="urn:microsoft.com/office/officeart/2018/2/layout/IconLabelList"/>
    <dgm:cxn modelId="{E5242D8F-571E-4A8C-99A8-7C6A0212B0B0}" type="presParOf" srcId="{C5F147E4-BDA1-4777-979B-A88C791780E1}" destId="{88E5DD3F-A37C-4019-92F8-CF98E886C8A9}" srcOrd="2" destOrd="0" presId="urn:microsoft.com/office/officeart/2018/2/layout/IconLabelList"/>
    <dgm:cxn modelId="{3F25D96D-D203-4A24-A236-CEEA0E9D8E55}" type="presParOf" srcId="{57E4FF6B-4D2E-40AE-B905-ABBEE0C5FBE2}" destId="{D9304858-D940-4A48-BA74-D80B497D9A5F}" srcOrd="1" destOrd="0" presId="urn:microsoft.com/office/officeart/2018/2/layout/IconLabelList"/>
    <dgm:cxn modelId="{4A9FD419-3D80-46CF-B3ED-7AF78FBFFA83}" type="presParOf" srcId="{57E4FF6B-4D2E-40AE-B905-ABBEE0C5FBE2}" destId="{2F491294-A2EB-4940-BEDB-384355537659}" srcOrd="2" destOrd="0" presId="urn:microsoft.com/office/officeart/2018/2/layout/IconLabelList"/>
    <dgm:cxn modelId="{0B817512-7FC9-4C54-AE53-CB76FE13BB00}" type="presParOf" srcId="{2F491294-A2EB-4940-BEDB-384355537659}" destId="{60879BE9-1CF7-4EA9-A13C-37F514A984D0}" srcOrd="0" destOrd="0" presId="urn:microsoft.com/office/officeart/2018/2/layout/IconLabelList"/>
    <dgm:cxn modelId="{5720BC31-0107-4A5D-9EEE-FF3D540B07D8}" type="presParOf" srcId="{2F491294-A2EB-4940-BEDB-384355537659}" destId="{289C2078-375F-482F-B8D5-847E521CDE56}" srcOrd="1" destOrd="0" presId="urn:microsoft.com/office/officeart/2018/2/layout/IconLabelList"/>
    <dgm:cxn modelId="{ACFEF480-267F-410F-98E5-1B48BA8C4FE7}" type="presParOf" srcId="{2F491294-A2EB-4940-BEDB-384355537659}" destId="{9BA4A220-A8CA-4730-A761-C15EC2534A9D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5A0E4C97-8D06-4349-8577-D6A2DE1B297D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540FD36D-059F-4BCE-AF66-62DDDA93488E}">
      <dgm:prSet/>
      <dgm:spPr/>
      <dgm:t>
        <a:bodyPr/>
        <a:lstStyle/>
        <a:p>
          <a:pPr>
            <a:defRPr cap="all"/>
          </a:pPr>
          <a:r>
            <a:rPr lang="pl-PL"/>
            <a:t>różny język specjalistyczny,</a:t>
          </a:r>
          <a:endParaRPr lang="en-US"/>
        </a:p>
      </dgm:t>
    </dgm:pt>
    <dgm:pt modelId="{B56C27D1-47D6-4165-897C-5FAF896D3BFA}" type="parTrans" cxnId="{1C1D883D-6360-4C94-95C4-61323F20D6BB}">
      <dgm:prSet/>
      <dgm:spPr/>
      <dgm:t>
        <a:bodyPr/>
        <a:lstStyle/>
        <a:p>
          <a:endParaRPr lang="en-US"/>
        </a:p>
      </dgm:t>
    </dgm:pt>
    <dgm:pt modelId="{AF1ADCB5-9BE1-4AFC-B43E-32807FE3C4BF}" type="sibTrans" cxnId="{1C1D883D-6360-4C94-95C4-61323F20D6BB}">
      <dgm:prSet/>
      <dgm:spPr/>
      <dgm:t>
        <a:bodyPr/>
        <a:lstStyle/>
        <a:p>
          <a:endParaRPr lang="en-US"/>
        </a:p>
      </dgm:t>
    </dgm:pt>
    <dgm:pt modelId="{3601DC02-D428-4EB1-B675-4A1263803F33}">
      <dgm:prSet/>
      <dgm:spPr/>
      <dgm:t>
        <a:bodyPr/>
        <a:lstStyle/>
        <a:p>
          <a:pPr>
            <a:defRPr cap="all"/>
          </a:pPr>
          <a:r>
            <a:rPr lang="pl-PL"/>
            <a:t>brak zrozumienia kontekstu innych ról,</a:t>
          </a:r>
          <a:endParaRPr lang="en-US"/>
        </a:p>
      </dgm:t>
    </dgm:pt>
    <dgm:pt modelId="{AA2A6558-040B-44A8-9F9A-44AAC904962E}" type="parTrans" cxnId="{4C48DE72-057D-453E-A348-C0FB973C485E}">
      <dgm:prSet/>
      <dgm:spPr/>
      <dgm:t>
        <a:bodyPr/>
        <a:lstStyle/>
        <a:p>
          <a:endParaRPr lang="en-US"/>
        </a:p>
      </dgm:t>
    </dgm:pt>
    <dgm:pt modelId="{73BEEFA5-2876-4A12-9F68-4BA26AE5136B}" type="sibTrans" cxnId="{4C48DE72-057D-453E-A348-C0FB973C485E}">
      <dgm:prSet/>
      <dgm:spPr/>
      <dgm:t>
        <a:bodyPr/>
        <a:lstStyle/>
        <a:p>
          <a:endParaRPr lang="en-US"/>
        </a:p>
      </dgm:t>
    </dgm:pt>
    <dgm:pt modelId="{B93ED55E-7E31-44D5-89BA-626F4AB2FAC4}">
      <dgm:prSet/>
      <dgm:spPr/>
      <dgm:t>
        <a:bodyPr/>
        <a:lstStyle/>
        <a:p>
          <a:pPr>
            <a:defRPr cap="all"/>
          </a:pPr>
          <a:r>
            <a:rPr lang="pl-PL"/>
            <a:t>różne cele i priorytety,</a:t>
          </a:r>
          <a:endParaRPr lang="en-US"/>
        </a:p>
      </dgm:t>
    </dgm:pt>
    <dgm:pt modelId="{79B426C3-5E8C-47AC-8B09-6BCBB7BFFDFE}" type="parTrans" cxnId="{EE551C4B-3C79-4438-8CB8-2F659957079C}">
      <dgm:prSet/>
      <dgm:spPr/>
      <dgm:t>
        <a:bodyPr/>
        <a:lstStyle/>
        <a:p>
          <a:endParaRPr lang="en-US"/>
        </a:p>
      </dgm:t>
    </dgm:pt>
    <dgm:pt modelId="{0C31B83D-522F-4D50-A135-ABA3ABDA7829}" type="sibTrans" cxnId="{EE551C4B-3C79-4438-8CB8-2F659957079C}">
      <dgm:prSet/>
      <dgm:spPr/>
      <dgm:t>
        <a:bodyPr/>
        <a:lstStyle/>
        <a:p>
          <a:endParaRPr lang="en-US"/>
        </a:p>
      </dgm:t>
    </dgm:pt>
    <dgm:pt modelId="{B4852A13-BCBD-4B9B-A784-70C42C5AED0A}">
      <dgm:prSet/>
      <dgm:spPr/>
      <dgm:t>
        <a:bodyPr/>
        <a:lstStyle/>
        <a:p>
          <a:pPr>
            <a:defRPr cap="all"/>
          </a:pPr>
          <a:r>
            <a:rPr lang="pl-PL"/>
            <a:t>nadmiar technicznego żargonu.</a:t>
          </a:r>
          <a:endParaRPr lang="en-US"/>
        </a:p>
      </dgm:t>
    </dgm:pt>
    <dgm:pt modelId="{4ABD9269-35DD-4CA5-A13C-EA75C164D332}" type="parTrans" cxnId="{4A559864-A35C-4572-989E-4154AB96F840}">
      <dgm:prSet/>
      <dgm:spPr/>
      <dgm:t>
        <a:bodyPr/>
        <a:lstStyle/>
        <a:p>
          <a:endParaRPr lang="en-US"/>
        </a:p>
      </dgm:t>
    </dgm:pt>
    <dgm:pt modelId="{09BAC80C-DAB8-44C1-8E43-696C684F767A}" type="sibTrans" cxnId="{4A559864-A35C-4572-989E-4154AB96F840}">
      <dgm:prSet/>
      <dgm:spPr/>
      <dgm:t>
        <a:bodyPr/>
        <a:lstStyle/>
        <a:p>
          <a:endParaRPr lang="en-US"/>
        </a:p>
      </dgm:t>
    </dgm:pt>
    <dgm:pt modelId="{393CEB2C-448B-40B7-B5E0-1BD126DF54FA}" type="pres">
      <dgm:prSet presAssocID="{5A0E4C97-8D06-4349-8577-D6A2DE1B297D}" presName="root" presStyleCnt="0">
        <dgm:presLayoutVars>
          <dgm:dir/>
          <dgm:resizeHandles val="exact"/>
        </dgm:presLayoutVars>
      </dgm:prSet>
      <dgm:spPr/>
    </dgm:pt>
    <dgm:pt modelId="{82C937DD-D2E5-451F-9A58-555E6705A17B}" type="pres">
      <dgm:prSet presAssocID="{540FD36D-059F-4BCE-AF66-62DDDA93488E}" presName="compNode" presStyleCnt="0"/>
      <dgm:spPr/>
    </dgm:pt>
    <dgm:pt modelId="{AE42713D-1FC3-499B-8326-8153D42B259B}" type="pres">
      <dgm:prSet presAssocID="{540FD36D-059F-4BCE-AF66-62DDDA93488E}" presName="iconBgRect" presStyleLbl="bgShp" presStyleIdx="0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BB1C59FE-DB4F-48CF-88CB-ABE5A06C99B5}" type="pres">
      <dgm:prSet presAssocID="{540FD36D-059F-4BCE-AF66-62DDDA93488E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Język"/>
        </a:ext>
      </dgm:extLst>
    </dgm:pt>
    <dgm:pt modelId="{C94ED069-480B-4BE3-B4E6-AA99FBDF1934}" type="pres">
      <dgm:prSet presAssocID="{540FD36D-059F-4BCE-AF66-62DDDA93488E}" presName="spaceRect" presStyleCnt="0"/>
      <dgm:spPr/>
    </dgm:pt>
    <dgm:pt modelId="{33D44E37-EB8B-4B3D-B3FB-9599FD67ED80}" type="pres">
      <dgm:prSet presAssocID="{540FD36D-059F-4BCE-AF66-62DDDA93488E}" presName="textRect" presStyleLbl="revTx" presStyleIdx="0" presStyleCnt="4">
        <dgm:presLayoutVars>
          <dgm:chMax val="1"/>
          <dgm:chPref val="1"/>
        </dgm:presLayoutVars>
      </dgm:prSet>
      <dgm:spPr/>
    </dgm:pt>
    <dgm:pt modelId="{9A624EC1-9F32-4732-9D30-F8BE00543B7B}" type="pres">
      <dgm:prSet presAssocID="{AF1ADCB5-9BE1-4AFC-B43E-32807FE3C4BF}" presName="sibTrans" presStyleCnt="0"/>
      <dgm:spPr/>
    </dgm:pt>
    <dgm:pt modelId="{D3E714DF-2635-4D4B-881E-3BA3E5BDC2FD}" type="pres">
      <dgm:prSet presAssocID="{3601DC02-D428-4EB1-B675-4A1263803F33}" presName="compNode" presStyleCnt="0"/>
      <dgm:spPr/>
    </dgm:pt>
    <dgm:pt modelId="{F0FE3C6C-0F7A-49ED-9C32-C136A31BF560}" type="pres">
      <dgm:prSet presAssocID="{3601DC02-D428-4EB1-B675-4A1263803F33}" presName="iconBgRect" presStyleLbl="bgShp" presStyleIdx="1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4C96B609-313E-4877-AA1C-F83BF2AB0FB6}" type="pres">
      <dgm:prSet presAssocID="{3601DC02-D428-4EB1-B675-4A1263803F33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strzeżenie"/>
        </a:ext>
      </dgm:extLst>
    </dgm:pt>
    <dgm:pt modelId="{37A3AA49-0E0B-44AA-AD12-DEEABBCBC880}" type="pres">
      <dgm:prSet presAssocID="{3601DC02-D428-4EB1-B675-4A1263803F33}" presName="spaceRect" presStyleCnt="0"/>
      <dgm:spPr/>
    </dgm:pt>
    <dgm:pt modelId="{2E83C37F-90FC-4CDC-AC66-FB604B3E9669}" type="pres">
      <dgm:prSet presAssocID="{3601DC02-D428-4EB1-B675-4A1263803F33}" presName="textRect" presStyleLbl="revTx" presStyleIdx="1" presStyleCnt="4">
        <dgm:presLayoutVars>
          <dgm:chMax val="1"/>
          <dgm:chPref val="1"/>
        </dgm:presLayoutVars>
      </dgm:prSet>
      <dgm:spPr/>
    </dgm:pt>
    <dgm:pt modelId="{97671861-49BF-42EE-8430-41B24F441FE6}" type="pres">
      <dgm:prSet presAssocID="{73BEEFA5-2876-4A12-9F68-4BA26AE5136B}" presName="sibTrans" presStyleCnt="0"/>
      <dgm:spPr/>
    </dgm:pt>
    <dgm:pt modelId="{3F9A3B86-152D-4A99-9190-370AE59640E9}" type="pres">
      <dgm:prSet presAssocID="{B93ED55E-7E31-44D5-89BA-626F4AB2FAC4}" presName="compNode" presStyleCnt="0"/>
      <dgm:spPr/>
    </dgm:pt>
    <dgm:pt modelId="{73DB0D55-FC8B-4B92-A72D-885B4D29F8AE}" type="pres">
      <dgm:prSet presAssocID="{B93ED55E-7E31-44D5-89BA-626F4AB2FAC4}" presName="iconBgRect" presStyleLbl="bgShp" presStyleIdx="2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6BAD8DF7-0F95-4FAE-8499-E1685B9C1985}" type="pres">
      <dgm:prSet presAssocID="{B93ED55E-7E31-44D5-89BA-626F4AB2FAC4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rzał w dziesiątkę"/>
        </a:ext>
      </dgm:extLst>
    </dgm:pt>
    <dgm:pt modelId="{6B02D84E-E883-4004-9131-5B4B7BBAA04C}" type="pres">
      <dgm:prSet presAssocID="{B93ED55E-7E31-44D5-89BA-626F4AB2FAC4}" presName="spaceRect" presStyleCnt="0"/>
      <dgm:spPr/>
    </dgm:pt>
    <dgm:pt modelId="{0291336E-C9F4-4AC6-9408-7053898103FF}" type="pres">
      <dgm:prSet presAssocID="{B93ED55E-7E31-44D5-89BA-626F4AB2FAC4}" presName="textRect" presStyleLbl="revTx" presStyleIdx="2" presStyleCnt="4">
        <dgm:presLayoutVars>
          <dgm:chMax val="1"/>
          <dgm:chPref val="1"/>
        </dgm:presLayoutVars>
      </dgm:prSet>
      <dgm:spPr/>
    </dgm:pt>
    <dgm:pt modelId="{35D6B906-AB68-4DE7-AB7B-E664B988F146}" type="pres">
      <dgm:prSet presAssocID="{0C31B83D-522F-4D50-A135-ABA3ABDA7829}" presName="sibTrans" presStyleCnt="0"/>
      <dgm:spPr/>
    </dgm:pt>
    <dgm:pt modelId="{498A3247-2863-4313-B6D7-9DE08C816550}" type="pres">
      <dgm:prSet presAssocID="{B4852A13-BCBD-4B9B-A784-70C42C5AED0A}" presName="compNode" presStyleCnt="0"/>
      <dgm:spPr/>
    </dgm:pt>
    <dgm:pt modelId="{BB6D6463-5200-4F88-AC7A-DA135D51C177}" type="pres">
      <dgm:prSet presAssocID="{B4852A13-BCBD-4B9B-A784-70C42C5AED0A}" presName="iconBgRect" presStyleLbl="bgShp" presStyleIdx="3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43DFA456-7722-4EE5-A927-91A59BF7D6AB}" type="pres">
      <dgm:prSet presAssocID="{B4852A13-BCBD-4B9B-A784-70C42C5AED0A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arm scene"/>
        </a:ext>
      </dgm:extLst>
    </dgm:pt>
    <dgm:pt modelId="{309AB6F1-D9E2-4816-BDE5-F6394563AAD1}" type="pres">
      <dgm:prSet presAssocID="{B4852A13-BCBD-4B9B-A784-70C42C5AED0A}" presName="spaceRect" presStyleCnt="0"/>
      <dgm:spPr/>
    </dgm:pt>
    <dgm:pt modelId="{3EE957FE-ADEF-496C-9A2C-F3E79417FAE4}" type="pres">
      <dgm:prSet presAssocID="{B4852A13-BCBD-4B9B-A784-70C42C5AED0A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7685AD0A-1414-4DAE-B35C-7AF592A495A6}" type="presOf" srcId="{5A0E4C97-8D06-4349-8577-D6A2DE1B297D}" destId="{393CEB2C-448B-40B7-B5E0-1BD126DF54FA}" srcOrd="0" destOrd="0" presId="urn:microsoft.com/office/officeart/2018/5/layout/IconLeafLabelList"/>
    <dgm:cxn modelId="{D4737C2F-7B1D-4C01-9075-A14D15E34041}" type="presOf" srcId="{B93ED55E-7E31-44D5-89BA-626F4AB2FAC4}" destId="{0291336E-C9F4-4AC6-9408-7053898103FF}" srcOrd="0" destOrd="0" presId="urn:microsoft.com/office/officeart/2018/5/layout/IconLeafLabelList"/>
    <dgm:cxn modelId="{1C1D883D-6360-4C94-95C4-61323F20D6BB}" srcId="{5A0E4C97-8D06-4349-8577-D6A2DE1B297D}" destId="{540FD36D-059F-4BCE-AF66-62DDDA93488E}" srcOrd="0" destOrd="0" parTransId="{B56C27D1-47D6-4165-897C-5FAF896D3BFA}" sibTransId="{AF1ADCB5-9BE1-4AFC-B43E-32807FE3C4BF}"/>
    <dgm:cxn modelId="{4A559864-A35C-4572-989E-4154AB96F840}" srcId="{5A0E4C97-8D06-4349-8577-D6A2DE1B297D}" destId="{B4852A13-BCBD-4B9B-A784-70C42C5AED0A}" srcOrd="3" destOrd="0" parTransId="{4ABD9269-35DD-4CA5-A13C-EA75C164D332}" sibTransId="{09BAC80C-DAB8-44C1-8E43-696C684F767A}"/>
    <dgm:cxn modelId="{EE551C4B-3C79-4438-8CB8-2F659957079C}" srcId="{5A0E4C97-8D06-4349-8577-D6A2DE1B297D}" destId="{B93ED55E-7E31-44D5-89BA-626F4AB2FAC4}" srcOrd="2" destOrd="0" parTransId="{79B426C3-5E8C-47AC-8B09-6BCBB7BFFDFE}" sibTransId="{0C31B83D-522F-4D50-A135-ABA3ABDA7829}"/>
    <dgm:cxn modelId="{2747C272-507E-447C-AF51-AAAD8ECD56F0}" type="presOf" srcId="{3601DC02-D428-4EB1-B675-4A1263803F33}" destId="{2E83C37F-90FC-4CDC-AC66-FB604B3E9669}" srcOrd="0" destOrd="0" presId="urn:microsoft.com/office/officeart/2018/5/layout/IconLeafLabelList"/>
    <dgm:cxn modelId="{4C48DE72-057D-453E-A348-C0FB973C485E}" srcId="{5A0E4C97-8D06-4349-8577-D6A2DE1B297D}" destId="{3601DC02-D428-4EB1-B675-4A1263803F33}" srcOrd="1" destOrd="0" parTransId="{AA2A6558-040B-44A8-9F9A-44AAC904962E}" sibTransId="{73BEEFA5-2876-4A12-9F68-4BA26AE5136B}"/>
    <dgm:cxn modelId="{F88874BB-89B1-4D3A-A3DC-EF9CFC44F16D}" type="presOf" srcId="{B4852A13-BCBD-4B9B-A784-70C42C5AED0A}" destId="{3EE957FE-ADEF-496C-9A2C-F3E79417FAE4}" srcOrd="0" destOrd="0" presId="urn:microsoft.com/office/officeart/2018/5/layout/IconLeafLabelList"/>
    <dgm:cxn modelId="{76BCBBD9-79AE-4D42-A57F-0EF5DAAC8CF2}" type="presOf" srcId="{540FD36D-059F-4BCE-AF66-62DDDA93488E}" destId="{33D44E37-EB8B-4B3D-B3FB-9599FD67ED80}" srcOrd="0" destOrd="0" presId="urn:microsoft.com/office/officeart/2018/5/layout/IconLeafLabelList"/>
    <dgm:cxn modelId="{B536B842-0AF5-4E56-9146-4DA532691BA1}" type="presParOf" srcId="{393CEB2C-448B-40B7-B5E0-1BD126DF54FA}" destId="{82C937DD-D2E5-451F-9A58-555E6705A17B}" srcOrd="0" destOrd="0" presId="urn:microsoft.com/office/officeart/2018/5/layout/IconLeafLabelList"/>
    <dgm:cxn modelId="{1E1B6EED-9007-45B3-83F1-A4430532F066}" type="presParOf" srcId="{82C937DD-D2E5-451F-9A58-555E6705A17B}" destId="{AE42713D-1FC3-499B-8326-8153D42B259B}" srcOrd="0" destOrd="0" presId="urn:microsoft.com/office/officeart/2018/5/layout/IconLeafLabelList"/>
    <dgm:cxn modelId="{ED49FF21-73DC-44C5-898D-55F92D325D31}" type="presParOf" srcId="{82C937DD-D2E5-451F-9A58-555E6705A17B}" destId="{BB1C59FE-DB4F-48CF-88CB-ABE5A06C99B5}" srcOrd="1" destOrd="0" presId="urn:microsoft.com/office/officeart/2018/5/layout/IconLeafLabelList"/>
    <dgm:cxn modelId="{1A6CF23C-0E61-410F-BE1A-973F1C37FA31}" type="presParOf" srcId="{82C937DD-D2E5-451F-9A58-555E6705A17B}" destId="{C94ED069-480B-4BE3-B4E6-AA99FBDF1934}" srcOrd="2" destOrd="0" presId="urn:microsoft.com/office/officeart/2018/5/layout/IconLeafLabelList"/>
    <dgm:cxn modelId="{5DD439AB-B96C-4663-9320-D07B13BDE051}" type="presParOf" srcId="{82C937DD-D2E5-451F-9A58-555E6705A17B}" destId="{33D44E37-EB8B-4B3D-B3FB-9599FD67ED80}" srcOrd="3" destOrd="0" presId="urn:microsoft.com/office/officeart/2018/5/layout/IconLeafLabelList"/>
    <dgm:cxn modelId="{DAA5D4BF-79C0-4A57-A4D1-93E57B37080D}" type="presParOf" srcId="{393CEB2C-448B-40B7-B5E0-1BD126DF54FA}" destId="{9A624EC1-9F32-4732-9D30-F8BE00543B7B}" srcOrd="1" destOrd="0" presId="urn:microsoft.com/office/officeart/2018/5/layout/IconLeafLabelList"/>
    <dgm:cxn modelId="{24B5F761-A19E-49DA-9FE6-5CDCD51FE239}" type="presParOf" srcId="{393CEB2C-448B-40B7-B5E0-1BD126DF54FA}" destId="{D3E714DF-2635-4D4B-881E-3BA3E5BDC2FD}" srcOrd="2" destOrd="0" presId="urn:microsoft.com/office/officeart/2018/5/layout/IconLeafLabelList"/>
    <dgm:cxn modelId="{BB823DBD-11E3-422E-87E2-F6045B2EF4DF}" type="presParOf" srcId="{D3E714DF-2635-4D4B-881E-3BA3E5BDC2FD}" destId="{F0FE3C6C-0F7A-49ED-9C32-C136A31BF560}" srcOrd="0" destOrd="0" presId="urn:microsoft.com/office/officeart/2018/5/layout/IconLeafLabelList"/>
    <dgm:cxn modelId="{A94900A4-F1CD-480B-9041-E3A09DD2D4CE}" type="presParOf" srcId="{D3E714DF-2635-4D4B-881E-3BA3E5BDC2FD}" destId="{4C96B609-313E-4877-AA1C-F83BF2AB0FB6}" srcOrd="1" destOrd="0" presId="urn:microsoft.com/office/officeart/2018/5/layout/IconLeafLabelList"/>
    <dgm:cxn modelId="{3CA611BD-519A-4487-A5BC-B46F070CCEDF}" type="presParOf" srcId="{D3E714DF-2635-4D4B-881E-3BA3E5BDC2FD}" destId="{37A3AA49-0E0B-44AA-AD12-DEEABBCBC880}" srcOrd="2" destOrd="0" presId="urn:microsoft.com/office/officeart/2018/5/layout/IconLeafLabelList"/>
    <dgm:cxn modelId="{7E633848-32DE-4E98-BE8C-0BAC2A12FB40}" type="presParOf" srcId="{D3E714DF-2635-4D4B-881E-3BA3E5BDC2FD}" destId="{2E83C37F-90FC-4CDC-AC66-FB604B3E9669}" srcOrd="3" destOrd="0" presId="urn:microsoft.com/office/officeart/2018/5/layout/IconLeafLabelList"/>
    <dgm:cxn modelId="{21EC4E59-196F-4FE7-9116-CD16E6199DC0}" type="presParOf" srcId="{393CEB2C-448B-40B7-B5E0-1BD126DF54FA}" destId="{97671861-49BF-42EE-8430-41B24F441FE6}" srcOrd="3" destOrd="0" presId="urn:microsoft.com/office/officeart/2018/5/layout/IconLeafLabelList"/>
    <dgm:cxn modelId="{7F9DDC7F-3C0F-41F8-8AD2-BFDF629E37DC}" type="presParOf" srcId="{393CEB2C-448B-40B7-B5E0-1BD126DF54FA}" destId="{3F9A3B86-152D-4A99-9190-370AE59640E9}" srcOrd="4" destOrd="0" presId="urn:microsoft.com/office/officeart/2018/5/layout/IconLeafLabelList"/>
    <dgm:cxn modelId="{3EA6A66F-3E5C-4E9B-8FAF-F14E3A96B007}" type="presParOf" srcId="{3F9A3B86-152D-4A99-9190-370AE59640E9}" destId="{73DB0D55-FC8B-4B92-A72D-885B4D29F8AE}" srcOrd="0" destOrd="0" presId="urn:microsoft.com/office/officeart/2018/5/layout/IconLeafLabelList"/>
    <dgm:cxn modelId="{75C08200-F351-4B1C-98DE-31A01193A77A}" type="presParOf" srcId="{3F9A3B86-152D-4A99-9190-370AE59640E9}" destId="{6BAD8DF7-0F95-4FAE-8499-E1685B9C1985}" srcOrd="1" destOrd="0" presId="urn:microsoft.com/office/officeart/2018/5/layout/IconLeafLabelList"/>
    <dgm:cxn modelId="{6770F6F2-8F24-4D8D-9081-437B748C7B0C}" type="presParOf" srcId="{3F9A3B86-152D-4A99-9190-370AE59640E9}" destId="{6B02D84E-E883-4004-9131-5B4B7BBAA04C}" srcOrd="2" destOrd="0" presId="urn:microsoft.com/office/officeart/2018/5/layout/IconLeafLabelList"/>
    <dgm:cxn modelId="{055B1F12-2B70-478F-932B-0593332456E0}" type="presParOf" srcId="{3F9A3B86-152D-4A99-9190-370AE59640E9}" destId="{0291336E-C9F4-4AC6-9408-7053898103FF}" srcOrd="3" destOrd="0" presId="urn:microsoft.com/office/officeart/2018/5/layout/IconLeafLabelList"/>
    <dgm:cxn modelId="{57DADF51-ED92-4455-A7BE-712CE9918C1E}" type="presParOf" srcId="{393CEB2C-448B-40B7-B5E0-1BD126DF54FA}" destId="{35D6B906-AB68-4DE7-AB7B-E664B988F146}" srcOrd="5" destOrd="0" presId="urn:microsoft.com/office/officeart/2018/5/layout/IconLeafLabelList"/>
    <dgm:cxn modelId="{EEBE51CA-C123-474A-AD88-38A8828DD281}" type="presParOf" srcId="{393CEB2C-448B-40B7-B5E0-1BD126DF54FA}" destId="{498A3247-2863-4313-B6D7-9DE08C816550}" srcOrd="6" destOrd="0" presId="urn:microsoft.com/office/officeart/2018/5/layout/IconLeafLabelList"/>
    <dgm:cxn modelId="{D3FBDCDA-681F-4EE3-B11C-1ADA0599C7B0}" type="presParOf" srcId="{498A3247-2863-4313-B6D7-9DE08C816550}" destId="{BB6D6463-5200-4F88-AC7A-DA135D51C177}" srcOrd="0" destOrd="0" presId="urn:microsoft.com/office/officeart/2018/5/layout/IconLeafLabelList"/>
    <dgm:cxn modelId="{385EBE82-9CDC-447F-809E-4D89ED67DD5F}" type="presParOf" srcId="{498A3247-2863-4313-B6D7-9DE08C816550}" destId="{43DFA456-7722-4EE5-A927-91A59BF7D6AB}" srcOrd="1" destOrd="0" presId="urn:microsoft.com/office/officeart/2018/5/layout/IconLeafLabelList"/>
    <dgm:cxn modelId="{95260A4B-7C75-466B-A3D5-6F7707696D81}" type="presParOf" srcId="{498A3247-2863-4313-B6D7-9DE08C816550}" destId="{309AB6F1-D9E2-4816-BDE5-F6394563AAD1}" srcOrd="2" destOrd="0" presId="urn:microsoft.com/office/officeart/2018/5/layout/IconLeafLabelList"/>
    <dgm:cxn modelId="{7C82279A-5A84-46A6-B8BE-4474C30318ED}" type="presParOf" srcId="{498A3247-2863-4313-B6D7-9DE08C816550}" destId="{3EE957FE-ADEF-496C-9A2C-F3E79417FAE4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70C604BB-9EB9-487D-AF13-06A41C903B9F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C23CC176-E6CC-49E0-AF52-E6350E75F0A3}">
      <dgm:prSet/>
      <dgm:spPr/>
      <dgm:t>
        <a:bodyPr/>
        <a:lstStyle/>
        <a:p>
          <a:r>
            <a:rPr lang="pl-PL"/>
            <a:t>Retrospektywa to spotkanie zespołu, którego celem jest:</a:t>
          </a:r>
          <a:endParaRPr lang="en-US"/>
        </a:p>
      </dgm:t>
    </dgm:pt>
    <dgm:pt modelId="{D7824D48-F9AE-4254-ADD4-691A61DF515A}" type="parTrans" cxnId="{107A283D-D2C6-4638-9FB0-1F2146B99A61}">
      <dgm:prSet/>
      <dgm:spPr/>
      <dgm:t>
        <a:bodyPr/>
        <a:lstStyle/>
        <a:p>
          <a:endParaRPr lang="en-US"/>
        </a:p>
      </dgm:t>
    </dgm:pt>
    <dgm:pt modelId="{C87F7604-C3A8-4795-A74B-9E5801742DD3}" type="sibTrans" cxnId="{107A283D-D2C6-4638-9FB0-1F2146B99A61}">
      <dgm:prSet/>
      <dgm:spPr/>
      <dgm:t>
        <a:bodyPr/>
        <a:lstStyle/>
        <a:p>
          <a:endParaRPr lang="en-US"/>
        </a:p>
      </dgm:t>
    </dgm:pt>
    <dgm:pt modelId="{5D1EA9B6-331E-4D17-B7D8-FA7B554F3903}">
      <dgm:prSet/>
      <dgm:spPr/>
      <dgm:t>
        <a:bodyPr/>
        <a:lstStyle/>
        <a:p>
          <a:r>
            <a:rPr lang="pl-PL"/>
            <a:t>analiza sposobu pracy,</a:t>
          </a:r>
          <a:endParaRPr lang="en-US"/>
        </a:p>
      </dgm:t>
    </dgm:pt>
    <dgm:pt modelId="{33770EAE-F35A-43DF-BFF8-42DAC8DF40B3}" type="parTrans" cxnId="{CFEDE700-86B8-487D-BA92-75578A444862}">
      <dgm:prSet/>
      <dgm:spPr/>
      <dgm:t>
        <a:bodyPr/>
        <a:lstStyle/>
        <a:p>
          <a:endParaRPr lang="en-US"/>
        </a:p>
      </dgm:t>
    </dgm:pt>
    <dgm:pt modelId="{60C69B5D-E1E7-4B86-81F1-0B6207207C4B}" type="sibTrans" cxnId="{CFEDE700-86B8-487D-BA92-75578A444862}">
      <dgm:prSet/>
      <dgm:spPr/>
      <dgm:t>
        <a:bodyPr/>
        <a:lstStyle/>
        <a:p>
          <a:endParaRPr lang="en-US"/>
        </a:p>
      </dgm:t>
    </dgm:pt>
    <dgm:pt modelId="{2E568D6B-8A47-4F3D-9F43-3BA8E8B6B043}">
      <dgm:prSet/>
      <dgm:spPr/>
      <dgm:t>
        <a:bodyPr/>
        <a:lstStyle/>
        <a:p>
          <a:r>
            <a:rPr lang="pl-PL"/>
            <a:t>identyfikacja problemów,</a:t>
          </a:r>
          <a:endParaRPr lang="en-US"/>
        </a:p>
      </dgm:t>
    </dgm:pt>
    <dgm:pt modelId="{CC89A83A-6118-45A7-93DB-C048B0BCCB12}" type="parTrans" cxnId="{3E65EEC4-3F55-444A-B7D5-83A1F9126ACD}">
      <dgm:prSet/>
      <dgm:spPr/>
      <dgm:t>
        <a:bodyPr/>
        <a:lstStyle/>
        <a:p>
          <a:endParaRPr lang="en-US"/>
        </a:p>
      </dgm:t>
    </dgm:pt>
    <dgm:pt modelId="{D09C7322-714E-497B-8164-094431D128DF}" type="sibTrans" cxnId="{3E65EEC4-3F55-444A-B7D5-83A1F9126ACD}">
      <dgm:prSet/>
      <dgm:spPr/>
      <dgm:t>
        <a:bodyPr/>
        <a:lstStyle/>
        <a:p>
          <a:endParaRPr lang="en-US"/>
        </a:p>
      </dgm:t>
    </dgm:pt>
    <dgm:pt modelId="{3494AD92-9926-4750-85EA-866287AC8047}">
      <dgm:prSet/>
      <dgm:spPr/>
      <dgm:t>
        <a:bodyPr/>
        <a:lstStyle/>
        <a:p>
          <a:r>
            <a:rPr lang="pl-PL"/>
            <a:t>wyciąganie wniosków,</a:t>
          </a:r>
          <a:endParaRPr lang="en-US"/>
        </a:p>
      </dgm:t>
    </dgm:pt>
    <dgm:pt modelId="{59531D0E-BD1F-4CD9-AF3C-13C8971F0D14}" type="parTrans" cxnId="{5644525B-5450-4ED1-A4FE-44C133F7EC09}">
      <dgm:prSet/>
      <dgm:spPr/>
      <dgm:t>
        <a:bodyPr/>
        <a:lstStyle/>
        <a:p>
          <a:endParaRPr lang="en-US"/>
        </a:p>
      </dgm:t>
    </dgm:pt>
    <dgm:pt modelId="{B9241E27-D0CD-4160-88F5-EDBF913AD9F2}" type="sibTrans" cxnId="{5644525B-5450-4ED1-A4FE-44C133F7EC09}">
      <dgm:prSet/>
      <dgm:spPr/>
      <dgm:t>
        <a:bodyPr/>
        <a:lstStyle/>
        <a:p>
          <a:endParaRPr lang="en-US"/>
        </a:p>
      </dgm:t>
    </dgm:pt>
    <dgm:pt modelId="{F0862150-37CE-46C9-A742-F2A8F22D3146}">
      <dgm:prSet/>
      <dgm:spPr/>
      <dgm:t>
        <a:bodyPr/>
        <a:lstStyle/>
        <a:p>
          <a:r>
            <a:rPr lang="pl-PL"/>
            <a:t>wprowadzanie usprawnień.</a:t>
          </a:r>
          <a:endParaRPr lang="en-US"/>
        </a:p>
      </dgm:t>
    </dgm:pt>
    <dgm:pt modelId="{A1EBDB7D-D708-4BEC-84EB-840EEB35CA45}" type="parTrans" cxnId="{6D450EC8-7835-4581-8C21-59B836A12BD3}">
      <dgm:prSet/>
      <dgm:spPr/>
      <dgm:t>
        <a:bodyPr/>
        <a:lstStyle/>
        <a:p>
          <a:endParaRPr lang="en-US"/>
        </a:p>
      </dgm:t>
    </dgm:pt>
    <dgm:pt modelId="{FFB5B77A-6E5C-4883-9510-69F773FA8923}" type="sibTrans" cxnId="{6D450EC8-7835-4581-8C21-59B836A12BD3}">
      <dgm:prSet/>
      <dgm:spPr/>
      <dgm:t>
        <a:bodyPr/>
        <a:lstStyle/>
        <a:p>
          <a:endParaRPr lang="en-US"/>
        </a:p>
      </dgm:t>
    </dgm:pt>
    <dgm:pt modelId="{249532CA-4153-4C4F-8606-E557678462DB}" type="pres">
      <dgm:prSet presAssocID="{70C604BB-9EB9-487D-AF13-06A41C903B9F}" presName="outerComposite" presStyleCnt="0">
        <dgm:presLayoutVars>
          <dgm:chMax val="5"/>
          <dgm:dir/>
          <dgm:resizeHandles val="exact"/>
        </dgm:presLayoutVars>
      </dgm:prSet>
      <dgm:spPr/>
    </dgm:pt>
    <dgm:pt modelId="{127257A8-E71B-47A6-A058-A07E041B06E9}" type="pres">
      <dgm:prSet presAssocID="{70C604BB-9EB9-487D-AF13-06A41C903B9F}" presName="dummyMaxCanvas" presStyleCnt="0">
        <dgm:presLayoutVars/>
      </dgm:prSet>
      <dgm:spPr/>
    </dgm:pt>
    <dgm:pt modelId="{01F72FA4-7064-457E-B3C2-8AD1244E2570}" type="pres">
      <dgm:prSet presAssocID="{70C604BB-9EB9-487D-AF13-06A41C903B9F}" presName="FiveNodes_1" presStyleLbl="node1" presStyleIdx="0" presStyleCnt="5">
        <dgm:presLayoutVars>
          <dgm:bulletEnabled val="1"/>
        </dgm:presLayoutVars>
      </dgm:prSet>
      <dgm:spPr/>
    </dgm:pt>
    <dgm:pt modelId="{4492F957-6BB1-4484-802B-C92A30098682}" type="pres">
      <dgm:prSet presAssocID="{70C604BB-9EB9-487D-AF13-06A41C903B9F}" presName="FiveNodes_2" presStyleLbl="node1" presStyleIdx="1" presStyleCnt="5">
        <dgm:presLayoutVars>
          <dgm:bulletEnabled val="1"/>
        </dgm:presLayoutVars>
      </dgm:prSet>
      <dgm:spPr/>
    </dgm:pt>
    <dgm:pt modelId="{F6E23351-1C14-4238-9411-02856F4F193C}" type="pres">
      <dgm:prSet presAssocID="{70C604BB-9EB9-487D-AF13-06A41C903B9F}" presName="FiveNodes_3" presStyleLbl="node1" presStyleIdx="2" presStyleCnt="5">
        <dgm:presLayoutVars>
          <dgm:bulletEnabled val="1"/>
        </dgm:presLayoutVars>
      </dgm:prSet>
      <dgm:spPr/>
    </dgm:pt>
    <dgm:pt modelId="{4BAC8BC1-9BEE-4985-89FE-813E418354F1}" type="pres">
      <dgm:prSet presAssocID="{70C604BB-9EB9-487D-AF13-06A41C903B9F}" presName="FiveNodes_4" presStyleLbl="node1" presStyleIdx="3" presStyleCnt="5">
        <dgm:presLayoutVars>
          <dgm:bulletEnabled val="1"/>
        </dgm:presLayoutVars>
      </dgm:prSet>
      <dgm:spPr/>
    </dgm:pt>
    <dgm:pt modelId="{9EE8703F-A1ED-4F83-B4B5-24F80BB6B0C4}" type="pres">
      <dgm:prSet presAssocID="{70C604BB-9EB9-487D-AF13-06A41C903B9F}" presName="FiveNodes_5" presStyleLbl="node1" presStyleIdx="4" presStyleCnt="5">
        <dgm:presLayoutVars>
          <dgm:bulletEnabled val="1"/>
        </dgm:presLayoutVars>
      </dgm:prSet>
      <dgm:spPr/>
    </dgm:pt>
    <dgm:pt modelId="{42BF08F4-936A-4610-AAC4-C81D880B8E60}" type="pres">
      <dgm:prSet presAssocID="{70C604BB-9EB9-487D-AF13-06A41C903B9F}" presName="FiveConn_1-2" presStyleLbl="fgAccFollowNode1" presStyleIdx="0" presStyleCnt="4">
        <dgm:presLayoutVars>
          <dgm:bulletEnabled val="1"/>
        </dgm:presLayoutVars>
      </dgm:prSet>
      <dgm:spPr/>
    </dgm:pt>
    <dgm:pt modelId="{EB49A6FC-684E-4DAA-9C4E-94E7593442BE}" type="pres">
      <dgm:prSet presAssocID="{70C604BB-9EB9-487D-AF13-06A41C903B9F}" presName="FiveConn_2-3" presStyleLbl="fgAccFollowNode1" presStyleIdx="1" presStyleCnt="4">
        <dgm:presLayoutVars>
          <dgm:bulletEnabled val="1"/>
        </dgm:presLayoutVars>
      </dgm:prSet>
      <dgm:spPr/>
    </dgm:pt>
    <dgm:pt modelId="{9613CE09-8704-4ABA-AF93-CAF5BA512E88}" type="pres">
      <dgm:prSet presAssocID="{70C604BB-9EB9-487D-AF13-06A41C903B9F}" presName="FiveConn_3-4" presStyleLbl="fgAccFollowNode1" presStyleIdx="2" presStyleCnt="4">
        <dgm:presLayoutVars>
          <dgm:bulletEnabled val="1"/>
        </dgm:presLayoutVars>
      </dgm:prSet>
      <dgm:spPr/>
    </dgm:pt>
    <dgm:pt modelId="{5D9368C2-7959-417F-8FF3-9AE2B4A80C84}" type="pres">
      <dgm:prSet presAssocID="{70C604BB-9EB9-487D-AF13-06A41C903B9F}" presName="FiveConn_4-5" presStyleLbl="fgAccFollowNode1" presStyleIdx="3" presStyleCnt="4">
        <dgm:presLayoutVars>
          <dgm:bulletEnabled val="1"/>
        </dgm:presLayoutVars>
      </dgm:prSet>
      <dgm:spPr/>
    </dgm:pt>
    <dgm:pt modelId="{79583D16-7112-420A-865E-B4E85BFF1485}" type="pres">
      <dgm:prSet presAssocID="{70C604BB-9EB9-487D-AF13-06A41C903B9F}" presName="FiveNodes_1_text" presStyleLbl="node1" presStyleIdx="4" presStyleCnt="5">
        <dgm:presLayoutVars>
          <dgm:bulletEnabled val="1"/>
        </dgm:presLayoutVars>
      </dgm:prSet>
      <dgm:spPr/>
    </dgm:pt>
    <dgm:pt modelId="{D861280D-BD43-4EAF-9440-2EA1C2F9AF44}" type="pres">
      <dgm:prSet presAssocID="{70C604BB-9EB9-487D-AF13-06A41C903B9F}" presName="FiveNodes_2_text" presStyleLbl="node1" presStyleIdx="4" presStyleCnt="5">
        <dgm:presLayoutVars>
          <dgm:bulletEnabled val="1"/>
        </dgm:presLayoutVars>
      </dgm:prSet>
      <dgm:spPr/>
    </dgm:pt>
    <dgm:pt modelId="{BBA0B348-4320-442F-8D41-5FC32FABDD8B}" type="pres">
      <dgm:prSet presAssocID="{70C604BB-9EB9-487D-AF13-06A41C903B9F}" presName="FiveNodes_3_text" presStyleLbl="node1" presStyleIdx="4" presStyleCnt="5">
        <dgm:presLayoutVars>
          <dgm:bulletEnabled val="1"/>
        </dgm:presLayoutVars>
      </dgm:prSet>
      <dgm:spPr/>
    </dgm:pt>
    <dgm:pt modelId="{62E70ADE-3A39-4AE0-B1E2-9B5BA1119C03}" type="pres">
      <dgm:prSet presAssocID="{70C604BB-9EB9-487D-AF13-06A41C903B9F}" presName="FiveNodes_4_text" presStyleLbl="node1" presStyleIdx="4" presStyleCnt="5">
        <dgm:presLayoutVars>
          <dgm:bulletEnabled val="1"/>
        </dgm:presLayoutVars>
      </dgm:prSet>
      <dgm:spPr/>
    </dgm:pt>
    <dgm:pt modelId="{11FB8F5F-7DC7-4B62-A0DD-B9A3C243C5D0}" type="pres">
      <dgm:prSet presAssocID="{70C604BB-9EB9-487D-AF13-06A41C903B9F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CFEDE700-86B8-487D-BA92-75578A444862}" srcId="{70C604BB-9EB9-487D-AF13-06A41C903B9F}" destId="{5D1EA9B6-331E-4D17-B7D8-FA7B554F3903}" srcOrd="1" destOrd="0" parTransId="{33770EAE-F35A-43DF-BFF8-42DAC8DF40B3}" sibTransId="{60C69B5D-E1E7-4B86-81F1-0B6207207C4B}"/>
    <dgm:cxn modelId="{6DD03908-2648-40DC-AB4B-699B1423333B}" type="presOf" srcId="{D09C7322-714E-497B-8164-094431D128DF}" destId="{9613CE09-8704-4ABA-AF93-CAF5BA512E88}" srcOrd="0" destOrd="0" presId="urn:microsoft.com/office/officeart/2005/8/layout/vProcess5"/>
    <dgm:cxn modelId="{DC8BDB0A-B2A7-4E2B-91D4-0A85E8176275}" type="presOf" srcId="{5D1EA9B6-331E-4D17-B7D8-FA7B554F3903}" destId="{D861280D-BD43-4EAF-9440-2EA1C2F9AF44}" srcOrd="1" destOrd="0" presId="urn:microsoft.com/office/officeart/2005/8/layout/vProcess5"/>
    <dgm:cxn modelId="{4765A10E-3DD9-41C8-8E75-8ACC69BF1DFA}" type="presOf" srcId="{2E568D6B-8A47-4F3D-9F43-3BA8E8B6B043}" destId="{BBA0B348-4320-442F-8D41-5FC32FABDD8B}" srcOrd="1" destOrd="0" presId="urn:microsoft.com/office/officeart/2005/8/layout/vProcess5"/>
    <dgm:cxn modelId="{F6C46224-12C7-4A15-9E76-A44C4B5DDFF8}" type="presOf" srcId="{C23CC176-E6CC-49E0-AF52-E6350E75F0A3}" destId="{01F72FA4-7064-457E-B3C2-8AD1244E2570}" srcOrd="0" destOrd="0" presId="urn:microsoft.com/office/officeart/2005/8/layout/vProcess5"/>
    <dgm:cxn modelId="{0FC4C52A-D750-4B89-B293-FAD54BAA06B9}" type="presOf" srcId="{60C69B5D-E1E7-4B86-81F1-0B6207207C4B}" destId="{EB49A6FC-684E-4DAA-9C4E-94E7593442BE}" srcOrd="0" destOrd="0" presId="urn:microsoft.com/office/officeart/2005/8/layout/vProcess5"/>
    <dgm:cxn modelId="{107A283D-D2C6-4638-9FB0-1F2146B99A61}" srcId="{70C604BB-9EB9-487D-AF13-06A41C903B9F}" destId="{C23CC176-E6CC-49E0-AF52-E6350E75F0A3}" srcOrd="0" destOrd="0" parTransId="{D7824D48-F9AE-4254-ADD4-691A61DF515A}" sibTransId="{C87F7604-C3A8-4795-A74B-9E5801742DD3}"/>
    <dgm:cxn modelId="{6DA7553D-BCA5-4253-8B39-FC0FE46F89D0}" type="presOf" srcId="{70C604BB-9EB9-487D-AF13-06A41C903B9F}" destId="{249532CA-4153-4C4F-8606-E557678462DB}" srcOrd="0" destOrd="0" presId="urn:microsoft.com/office/officeart/2005/8/layout/vProcess5"/>
    <dgm:cxn modelId="{5644525B-5450-4ED1-A4FE-44C133F7EC09}" srcId="{70C604BB-9EB9-487D-AF13-06A41C903B9F}" destId="{3494AD92-9926-4750-85EA-866287AC8047}" srcOrd="3" destOrd="0" parTransId="{59531D0E-BD1F-4CD9-AF3C-13C8971F0D14}" sibTransId="{B9241E27-D0CD-4160-88F5-EDBF913AD9F2}"/>
    <dgm:cxn modelId="{172CFB56-C3B7-4010-AE5E-1997B104D980}" type="presOf" srcId="{5D1EA9B6-331E-4D17-B7D8-FA7B554F3903}" destId="{4492F957-6BB1-4484-802B-C92A30098682}" srcOrd="0" destOrd="0" presId="urn:microsoft.com/office/officeart/2005/8/layout/vProcess5"/>
    <dgm:cxn modelId="{2379F977-EF86-4FBF-99B8-82CB3FFC0508}" type="presOf" srcId="{B9241E27-D0CD-4160-88F5-EDBF913AD9F2}" destId="{5D9368C2-7959-417F-8FF3-9AE2B4A80C84}" srcOrd="0" destOrd="0" presId="urn:microsoft.com/office/officeart/2005/8/layout/vProcess5"/>
    <dgm:cxn modelId="{5F6C51A8-DC17-4DBA-B436-774A4DA08162}" type="presOf" srcId="{C87F7604-C3A8-4795-A74B-9E5801742DD3}" destId="{42BF08F4-936A-4610-AAC4-C81D880B8E60}" srcOrd="0" destOrd="0" presId="urn:microsoft.com/office/officeart/2005/8/layout/vProcess5"/>
    <dgm:cxn modelId="{EC93EFAA-E67F-4065-A454-E2A7B93635F9}" type="presOf" srcId="{2E568D6B-8A47-4F3D-9F43-3BA8E8B6B043}" destId="{F6E23351-1C14-4238-9411-02856F4F193C}" srcOrd="0" destOrd="0" presId="urn:microsoft.com/office/officeart/2005/8/layout/vProcess5"/>
    <dgm:cxn modelId="{227C19AE-76E5-49AB-BC74-A51F56ACC05F}" type="presOf" srcId="{C23CC176-E6CC-49E0-AF52-E6350E75F0A3}" destId="{79583D16-7112-420A-865E-B4E85BFF1485}" srcOrd="1" destOrd="0" presId="urn:microsoft.com/office/officeart/2005/8/layout/vProcess5"/>
    <dgm:cxn modelId="{745F17B3-FF0E-4AA5-8A93-1DA73BC64971}" type="presOf" srcId="{3494AD92-9926-4750-85EA-866287AC8047}" destId="{62E70ADE-3A39-4AE0-B1E2-9B5BA1119C03}" srcOrd="1" destOrd="0" presId="urn:microsoft.com/office/officeart/2005/8/layout/vProcess5"/>
    <dgm:cxn modelId="{3E65EEC4-3F55-444A-B7D5-83A1F9126ACD}" srcId="{70C604BB-9EB9-487D-AF13-06A41C903B9F}" destId="{2E568D6B-8A47-4F3D-9F43-3BA8E8B6B043}" srcOrd="2" destOrd="0" parTransId="{CC89A83A-6118-45A7-93DB-C048B0BCCB12}" sibTransId="{D09C7322-714E-497B-8164-094431D128DF}"/>
    <dgm:cxn modelId="{6D450EC8-7835-4581-8C21-59B836A12BD3}" srcId="{70C604BB-9EB9-487D-AF13-06A41C903B9F}" destId="{F0862150-37CE-46C9-A742-F2A8F22D3146}" srcOrd="4" destOrd="0" parTransId="{A1EBDB7D-D708-4BEC-84EB-840EEB35CA45}" sibTransId="{FFB5B77A-6E5C-4883-9510-69F773FA8923}"/>
    <dgm:cxn modelId="{2E98A1DB-D1C0-42A2-8C90-D402D5E1738A}" type="presOf" srcId="{3494AD92-9926-4750-85EA-866287AC8047}" destId="{4BAC8BC1-9BEE-4985-89FE-813E418354F1}" srcOrd="0" destOrd="0" presId="urn:microsoft.com/office/officeart/2005/8/layout/vProcess5"/>
    <dgm:cxn modelId="{163E50DF-551A-4F7E-9B2F-90127B6AC4AE}" type="presOf" srcId="{F0862150-37CE-46C9-A742-F2A8F22D3146}" destId="{11FB8F5F-7DC7-4B62-A0DD-B9A3C243C5D0}" srcOrd="1" destOrd="0" presId="urn:microsoft.com/office/officeart/2005/8/layout/vProcess5"/>
    <dgm:cxn modelId="{8A68CDEA-518E-462A-A26C-77615E24D2F3}" type="presOf" srcId="{F0862150-37CE-46C9-A742-F2A8F22D3146}" destId="{9EE8703F-A1ED-4F83-B4B5-24F80BB6B0C4}" srcOrd="0" destOrd="0" presId="urn:microsoft.com/office/officeart/2005/8/layout/vProcess5"/>
    <dgm:cxn modelId="{010C512A-FD7D-4CC4-BAD5-20705FBC559A}" type="presParOf" srcId="{249532CA-4153-4C4F-8606-E557678462DB}" destId="{127257A8-E71B-47A6-A058-A07E041B06E9}" srcOrd="0" destOrd="0" presId="urn:microsoft.com/office/officeart/2005/8/layout/vProcess5"/>
    <dgm:cxn modelId="{F7340850-C2FD-4284-8A7D-FB858CBD1033}" type="presParOf" srcId="{249532CA-4153-4C4F-8606-E557678462DB}" destId="{01F72FA4-7064-457E-B3C2-8AD1244E2570}" srcOrd="1" destOrd="0" presId="urn:microsoft.com/office/officeart/2005/8/layout/vProcess5"/>
    <dgm:cxn modelId="{86E3B679-0EE6-4319-8321-73FE94494BD0}" type="presParOf" srcId="{249532CA-4153-4C4F-8606-E557678462DB}" destId="{4492F957-6BB1-4484-802B-C92A30098682}" srcOrd="2" destOrd="0" presId="urn:microsoft.com/office/officeart/2005/8/layout/vProcess5"/>
    <dgm:cxn modelId="{60D7E963-18CE-42D7-AEDA-397B335DD998}" type="presParOf" srcId="{249532CA-4153-4C4F-8606-E557678462DB}" destId="{F6E23351-1C14-4238-9411-02856F4F193C}" srcOrd="3" destOrd="0" presId="urn:microsoft.com/office/officeart/2005/8/layout/vProcess5"/>
    <dgm:cxn modelId="{B8D20795-ABBA-463C-9AA7-77D65C143E8F}" type="presParOf" srcId="{249532CA-4153-4C4F-8606-E557678462DB}" destId="{4BAC8BC1-9BEE-4985-89FE-813E418354F1}" srcOrd="4" destOrd="0" presId="urn:microsoft.com/office/officeart/2005/8/layout/vProcess5"/>
    <dgm:cxn modelId="{775CDCBD-9FB2-4740-ABD9-11A7C83EB381}" type="presParOf" srcId="{249532CA-4153-4C4F-8606-E557678462DB}" destId="{9EE8703F-A1ED-4F83-B4B5-24F80BB6B0C4}" srcOrd="5" destOrd="0" presId="urn:microsoft.com/office/officeart/2005/8/layout/vProcess5"/>
    <dgm:cxn modelId="{6F5FB4D3-D4E0-42C8-99EB-8C4B8BED7CE3}" type="presParOf" srcId="{249532CA-4153-4C4F-8606-E557678462DB}" destId="{42BF08F4-936A-4610-AAC4-C81D880B8E60}" srcOrd="6" destOrd="0" presId="urn:microsoft.com/office/officeart/2005/8/layout/vProcess5"/>
    <dgm:cxn modelId="{7C2E35C4-9C5C-4FE9-BEF3-F8CAFD5B5C70}" type="presParOf" srcId="{249532CA-4153-4C4F-8606-E557678462DB}" destId="{EB49A6FC-684E-4DAA-9C4E-94E7593442BE}" srcOrd="7" destOrd="0" presId="urn:microsoft.com/office/officeart/2005/8/layout/vProcess5"/>
    <dgm:cxn modelId="{62B336F7-69C7-4AE6-8B96-8E5B65C32971}" type="presParOf" srcId="{249532CA-4153-4C4F-8606-E557678462DB}" destId="{9613CE09-8704-4ABA-AF93-CAF5BA512E88}" srcOrd="8" destOrd="0" presId="urn:microsoft.com/office/officeart/2005/8/layout/vProcess5"/>
    <dgm:cxn modelId="{57626D81-1467-4762-874A-45F1CD116D29}" type="presParOf" srcId="{249532CA-4153-4C4F-8606-E557678462DB}" destId="{5D9368C2-7959-417F-8FF3-9AE2B4A80C84}" srcOrd="9" destOrd="0" presId="urn:microsoft.com/office/officeart/2005/8/layout/vProcess5"/>
    <dgm:cxn modelId="{E1F898A9-2CA8-485E-96F3-7A127604D50C}" type="presParOf" srcId="{249532CA-4153-4C4F-8606-E557678462DB}" destId="{79583D16-7112-420A-865E-B4E85BFF1485}" srcOrd="10" destOrd="0" presId="urn:microsoft.com/office/officeart/2005/8/layout/vProcess5"/>
    <dgm:cxn modelId="{505BD037-44F9-4401-919B-D4B58472F4D6}" type="presParOf" srcId="{249532CA-4153-4C4F-8606-E557678462DB}" destId="{D861280D-BD43-4EAF-9440-2EA1C2F9AF44}" srcOrd="11" destOrd="0" presId="urn:microsoft.com/office/officeart/2005/8/layout/vProcess5"/>
    <dgm:cxn modelId="{3C3FB43E-5DDF-4357-9203-793F16E9A55E}" type="presParOf" srcId="{249532CA-4153-4C4F-8606-E557678462DB}" destId="{BBA0B348-4320-442F-8D41-5FC32FABDD8B}" srcOrd="12" destOrd="0" presId="urn:microsoft.com/office/officeart/2005/8/layout/vProcess5"/>
    <dgm:cxn modelId="{D8D5C11C-0570-49AE-96DE-E01EAAF36C92}" type="presParOf" srcId="{249532CA-4153-4C4F-8606-E557678462DB}" destId="{62E70ADE-3A39-4AE0-B1E2-9B5BA1119C03}" srcOrd="13" destOrd="0" presId="urn:microsoft.com/office/officeart/2005/8/layout/vProcess5"/>
    <dgm:cxn modelId="{8F39347E-78F5-489C-AB01-0ED4AD8203DA}" type="presParOf" srcId="{249532CA-4153-4C4F-8606-E557678462DB}" destId="{11FB8F5F-7DC7-4B62-A0DD-B9A3C243C5D0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D4DE21EE-0575-4472-99B1-6E0DA22EBD4E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657EB959-CBEC-463E-9B8A-6B566F773F3C}">
      <dgm:prSet/>
      <dgm:spPr/>
      <dgm:t>
        <a:bodyPr/>
        <a:lstStyle/>
        <a:p>
          <a:r>
            <a:rPr lang="pl-PL" dirty="0"/>
            <a:t>Czym jest </a:t>
          </a:r>
          <a:r>
            <a:rPr lang="pl-PL" dirty="0" err="1"/>
            <a:t>interdependence</a:t>
          </a:r>
          <a:r>
            <a:rPr lang="pl-PL" dirty="0"/>
            <a:t>?</a:t>
          </a:r>
          <a:endParaRPr lang="en-US" dirty="0"/>
        </a:p>
      </dgm:t>
    </dgm:pt>
    <dgm:pt modelId="{663E7DA9-DBEE-4435-B401-C05F369D3903}" type="parTrans" cxnId="{101AE56B-7EC0-468B-8D12-F56B709898AF}">
      <dgm:prSet/>
      <dgm:spPr/>
      <dgm:t>
        <a:bodyPr/>
        <a:lstStyle/>
        <a:p>
          <a:endParaRPr lang="en-US"/>
        </a:p>
      </dgm:t>
    </dgm:pt>
    <dgm:pt modelId="{8148C3A1-587C-41DA-9DBE-D82955EC0325}" type="sibTrans" cxnId="{101AE56B-7EC0-468B-8D12-F56B709898AF}">
      <dgm:prSet phldrT="01" phldr="0"/>
      <dgm:spPr/>
      <dgm:t>
        <a:bodyPr/>
        <a:lstStyle/>
        <a:p>
          <a:r>
            <a:rPr lang="en-US"/>
            <a:t>01</a:t>
          </a:r>
        </a:p>
      </dgm:t>
    </dgm:pt>
    <dgm:pt modelId="{5AA48B98-4174-47F6-9BF5-9CC373A662F1}">
      <dgm:prSet/>
      <dgm:spPr/>
      <dgm:t>
        <a:bodyPr/>
        <a:lstStyle/>
        <a:p>
          <a:r>
            <a:rPr lang="pl-PL"/>
            <a:t>członkowie zespołu są od siebie zależni,</a:t>
          </a:r>
          <a:endParaRPr lang="en-US"/>
        </a:p>
      </dgm:t>
    </dgm:pt>
    <dgm:pt modelId="{ECBF2A35-6EE9-4058-9A0C-73494641E6BF}" type="parTrans" cxnId="{F21B45DA-8B23-4A77-A55F-4C7A706E5268}">
      <dgm:prSet/>
      <dgm:spPr/>
      <dgm:t>
        <a:bodyPr/>
        <a:lstStyle/>
        <a:p>
          <a:endParaRPr lang="en-US"/>
        </a:p>
      </dgm:t>
    </dgm:pt>
    <dgm:pt modelId="{815A2194-F27B-4DBB-939A-843E478DC674}" type="sibTrans" cxnId="{F21B45DA-8B23-4A77-A55F-4C7A706E5268}">
      <dgm:prSet/>
      <dgm:spPr/>
      <dgm:t>
        <a:bodyPr/>
        <a:lstStyle/>
        <a:p>
          <a:endParaRPr lang="en-US"/>
        </a:p>
      </dgm:t>
    </dgm:pt>
    <dgm:pt modelId="{2FB170ED-C5C3-4DA0-B057-1A5C3F8759AE}">
      <dgm:prSet/>
      <dgm:spPr/>
      <dgm:t>
        <a:bodyPr/>
        <a:lstStyle/>
        <a:p>
          <a:r>
            <a:rPr lang="pl-PL"/>
            <a:t>wynik jednej osoby wpływa na innych,</a:t>
          </a:r>
          <a:endParaRPr lang="en-US"/>
        </a:p>
      </dgm:t>
    </dgm:pt>
    <dgm:pt modelId="{D78C3A61-8FD0-4DDC-80A2-2730B9F39466}" type="parTrans" cxnId="{299D28D5-F377-4E9B-BFAC-C6FE2510323C}">
      <dgm:prSet/>
      <dgm:spPr/>
      <dgm:t>
        <a:bodyPr/>
        <a:lstStyle/>
        <a:p>
          <a:endParaRPr lang="en-US"/>
        </a:p>
      </dgm:t>
    </dgm:pt>
    <dgm:pt modelId="{A1436A11-5072-446F-B02A-EF76A498BE0B}" type="sibTrans" cxnId="{299D28D5-F377-4E9B-BFAC-C6FE2510323C}">
      <dgm:prSet/>
      <dgm:spPr/>
      <dgm:t>
        <a:bodyPr/>
        <a:lstStyle/>
        <a:p>
          <a:endParaRPr lang="en-US"/>
        </a:p>
      </dgm:t>
    </dgm:pt>
    <dgm:pt modelId="{9E972575-1BBC-49EE-A6AC-E805F70939C1}">
      <dgm:prSet/>
      <dgm:spPr/>
      <dgm:t>
        <a:bodyPr/>
        <a:lstStyle/>
        <a:p>
          <a:r>
            <a:rPr lang="pl-PL"/>
            <a:t>sukces projektu zależy od współpracy.</a:t>
          </a:r>
          <a:endParaRPr lang="en-US"/>
        </a:p>
      </dgm:t>
    </dgm:pt>
    <dgm:pt modelId="{A26701BD-ECE8-49A9-A03A-1E37F77BDA45}" type="parTrans" cxnId="{C516FB5D-DFA0-470B-BF7B-4F6CE89AC1AC}">
      <dgm:prSet/>
      <dgm:spPr/>
      <dgm:t>
        <a:bodyPr/>
        <a:lstStyle/>
        <a:p>
          <a:endParaRPr lang="en-US"/>
        </a:p>
      </dgm:t>
    </dgm:pt>
    <dgm:pt modelId="{78961997-CF5C-496D-A884-556073034BF4}" type="sibTrans" cxnId="{C516FB5D-DFA0-470B-BF7B-4F6CE89AC1AC}">
      <dgm:prSet/>
      <dgm:spPr/>
      <dgm:t>
        <a:bodyPr/>
        <a:lstStyle/>
        <a:p>
          <a:endParaRPr lang="en-US"/>
        </a:p>
      </dgm:t>
    </dgm:pt>
    <dgm:pt modelId="{EA8E1D3D-2477-4213-94C3-9F7E9D0CB319}">
      <dgm:prSet/>
      <dgm:spPr/>
      <dgm:t>
        <a:bodyPr/>
        <a:lstStyle/>
        <a:p>
          <a:r>
            <a:rPr lang="pl-PL"/>
            <a:t>W prawdziwym zespole nikt nie działa w izolacji. Każde działanie wpływa na innych.</a:t>
          </a:r>
          <a:endParaRPr lang="en-US"/>
        </a:p>
      </dgm:t>
    </dgm:pt>
    <dgm:pt modelId="{9F3B40F8-F1C9-49A3-97B1-E26CDC6D2EF6}" type="parTrans" cxnId="{4E1DA9F1-16C4-4A83-878B-6D1AFF84DF60}">
      <dgm:prSet/>
      <dgm:spPr/>
      <dgm:t>
        <a:bodyPr/>
        <a:lstStyle/>
        <a:p>
          <a:endParaRPr lang="en-US"/>
        </a:p>
      </dgm:t>
    </dgm:pt>
    <dgm:pt modelId="{4F93638C-AFE6-49D8-AB60-55AEA05B7B9E}" type="sibTrans" cxnId="{4E1DA9F1-16C4-4A83-878B-6D1AFF84DF60}">
      <dgm:prSet phldrT="02" phldr="0"/>
      <dgm:spPr/>
      <dgm:t>
        <a:bodyPr/>
        <a:lstStyle/>
        <a:p>
          <a:r>
            <a:rPr lang="en-US"/>
            <a:t>02</a:t>
          </a:r>
        </a:p>
      </dgm:t>
    </dgm:pt>
    <dgm:pt modelId="{750B42AF-A262-4FFA-954E-4CA131587596}" type="pres">
      <dgm:prSet presAssocID="{D4DE21EE-0575-4472-99B1-6E0DA22EBD4E}" presName="Name0" presStyleCnt="0">
        <dgm:presLayoutVars>
          <dgm:animLvl val="lvl"/>
          <dgm:resizeHandles val="exact"/>
        </dgm:presLayoutVars>
      </dgm:prSet>
      <dgm:spPr/>
    </dgm:pt>
    <dgm:pt modelId="{B39BDAED-69DB-4A89-986C-0DCFF5EFD21A}" type="pres">
      <dgm:prSet presAssocID="{657EB959-CBEC-463E-9B8A-6B566F773F3C}" presName="compositeNode" presStyleCnt="0">
        <dgm:presLayoutVars>
          <dgm:bulletEnabled val="1"/>
        </dgm:presLayoutVars>
      </dgm:prSet>
      <dgm:spPr/>
    </dgm:pt>
    <dgm:pt modelId="{FE8DF78C-0D64-4CEE-B83E-84F16E4331A8}" type="pres">
      <dgm:prSet presAssocID="{657EB959-CBEC-463E-9B8A-6B566F773F3C}" presName="bgRect" presStyleLbl="alignNode1" presStyleIdx="0" presStyleCnt="2"/>
      <dgm:spPr/>
    </dgm:pt>
    <dgm:pt modelId="{A855A227-10D1-4741-9EF2-D1DF42BCA19A}" type="pres">
      <dgm:prSet presAssocID="{8148C3A1-587C-41DA-9DBE-D82955EC0325}" presName="sibTransNodeRect" presStyleLbl="alignNode1" presStyleIdx="0" presStyleCnt="2">
        <dgm:presLayoutVars>
          <dgm:chMax val="0"/>
          <dgm:bulletEnabled val="1"/>
        </dgm:presLayoutVars>
      </dgm:prSet>
      <dgm:spPr/>
    </dgm:pt>
    <dgm:pt modelId="{7A221AC4-5166-4E39-9A36-23C54B4F6562}" type="pres">
      <dgm:prSet presAssocID="{657EB959-CBEC-463E-9B8A-6B566F773F3C}" presName="nodeRect" presStyleLbl="alignNode1" presStyleIdx="0" presStyleCnt="2">
        <dgm:presLayoutVars>
          <dgm:bulletEnabled val="1"/>
        </dgm:presLayoutVars>
      </dgm:prSet>
      <dgm:spPr/>
    </dgm:pt>
    <dgm:pt modelId="{225E9B16-CA67-44C3-9074-9624C1FA2445}" type="pres">
      <dgm:prSet presAssocID="{8148C3A1-587C-41DA-9DBE-D82955EC0325}" presName="sibTrans" presStyleCnt="0"/>
      <dgm:spPr/>
    </dgm:pt>
    <dgm:pt modelId="{E9D204C5-66A7-441E-A3BA-2EC8B90E5F3C}" type="pres">
      <dgm:prSet presAssocID="{EA8E1D3D-2477-4213-94C3-9F7E9D0CB319}" presName="compositeNode" presStyleCnt="0">
        <dgm:presLayoutVars>
          <dgm:bulletEnabled val="1"/>
        </dgm:presLayoutVars>
      </dgm:prSet>
      <dgm:spPr/>
    </dgm:pt>
    <dgm:pt modelId="{A5601995-41E0-4B11-8D27-EC0304065420}" type="pres">
      <dgm:prSet presAssocID="{EA8E1D3D-2477-4213-94C3-9F7E9D0CB319}" presName="bgRect" presStyleLbl="alignNode1" presStyleIdx="1" presStyleCnt="2"/>
      <dgm:spPr/>
    </dgm:pt>
    <dgm:pt modelId="{36B0D331-2350-498C-87FA-82EE34E3D115}" type="pres">
      <dgm:prSet presAssocID="{4F93638C-AFE6-49D8-AB60-55AEA05B7B9E}" presName="sibTransNodeRect" presStyleLbl="alignNode1" presStyleIdx="1" presStyleCnt="2">
        <dgm:presLayoutVars>
          <dgm:chMax val="0"/>
          <dgm:bulletEnabled val="1"/>
        </dgm:presLayoutVars>
      </dgm:prSet>
      <dgm:spPr/>
    </dgm:pt>
    <dgm:pt modelId="{362A9EF8-A3FD-447E-B735-854925A5FC6D}" type="pres">
      <dgm:prSet presAssocID="{EA8E1D3D-2477-4213-94C3-9F7E9D0CB319}" presName="nodeRect" presStyleLbl="alignNode1" presStyleIdx="1" presStyleCnt="2">
        <dgm:presLayoutVars>
          <dgm:bulletEnabled val="1"/>
        </dgm:presLayoutVars>
      </dgm:prSet>
      <dgm:spPr/>
    </dgm:pt>
  </dgm:ptLst>
  <dgm:cxnLst>
    <dgm:cxn modelId="{25823236-6456-4CEC-B87C-181A0B5D6A0A}" type="presOf" srcId="{5AA48B98-4174-47F6-9BF5-9CC373A662F1}" destId="{7A221AC4-5166-4E39-9A36-23C54B4F6562}" srcOrd="0" destOrd="1" presId="urn:microsoft.com/office/officeart/2016/7/layout/LinearBlockProcessNumbered"/>
    <dgm:cxn modelId="{33A56C39-4366-4B9E-8F63-83DBA8454029}" type="presOf" srcId="{657EB959-CBEC-463E-9B8A-6B566F773F3C}" destId="{7A221AC4-5166-4E39-9A36-23C54B4F6562}" srcOrd="1" destOrd="0" presId="urn:microsoft.com/office/officeart/2016/7/layout/LinearBlockProcessNumbered"/>
    <dgm:cxn modelId="{C516FB5D-DFA0-470B-BF7B-4F6CE89AC1AC}" srcId="{657EB959-CBEC-463E-9B8A-6B566F773F3C}" destId="{9E972575-1BBC-49EE-A6AC-E805F70939C1}" srcOrd="2" destOrd="0" parTransId="{A26701BD-ECE8-49A9-A03A-1E37F77BDA45}" sibTransId="{78961997-CF5C-496D-A884-556073034BF4}"/>
    <dgm:cxn modelId="{9FCEEE5F-65BD-45BC-9815-795AB5733B68}" type="presOf" srcId="{8148C3A1-587C-41DA-9DBE-D82955EC0325}" destId="{A855A227-10D1-4741-9EF2-D1DF42BCA19A}" srcOrd="0" destOrd="0" presId="urn:microsoft.com/office/officeart/2016/7/layout/LinearBlockProcessNumbered"/>
    <dgm:cxn modelId="{101AE56B-7EC0-468B-8D12-F56B709898AF}" srcId="{D4DE21EE-0575-4472-99B1-6E0DA22EBD4E}" destId="{657EB959-CBEC-463E-9B8A-6B566F773F3C}" srcOrd="0" destOrd="0" parTransId="{663E7DA9-DBEE-4435-B401-C05F369D3903}" sibTransId="{8148C3A1-587C-41DA-9DBE-D82955EC0325}"/>
    <dgm:cxn modelId="{14B34B71-842F-4B43-B6E6-7FB797F56157}" type="presOf" srcId="{EA8E1D3D-2477-4213-94C3-9F7E9D0CB319}" destId="{362A9EF8-A3FD-447E-B735-854925A5FC6D}" srcOrd="1" destOrd="0" presId="urn:microsoft.com/office/officeart/2016/7/layout/LinearBlockProcessNumbered"/>
    <dgm:cxn modelId="{085F327F-A91D-4180-8DB6-1CC12216B884}" type="presOf" srcId="{EA8E1D3D-2477-4213-94C3-9F7E9D0CB319}" destId="{A5601995-41E0-4B11-8D27-EC0304065420}" srcOrd="0" destOrd="0" presId="urn:microsoft.com/office/officeart/2016/7/layout/LinearBlockProcessNumbered"/>
    <dgm:cxn modelId="{B99301B9-CC1D-40BE-976C-4EB4B77BA082}" type="presOf" srcId="{657EB959-CBEC-463E-9B8A-6B566F773F3C}" destId="{FE8DF78C-0D64-4CEE-B83E-84F16E4331A8}" srcOrd="0" destOrd="0" presId="urn:microsoft.com/office/officeart/2016/7/layout/LinearBlockProcessNumbered"/>
    <dgm:cxn modelId="{48BA5DCF-FE97-466E-98F9-ACBF8B3D2BAE}" type="presOf" srcId="{D4DE21EE-0575-4472-99B1-6E0DA22EBD4E}" destId="{750B42AF-A262-4FFA-954E-4CA131587596}" srcOrd="0" destOrd="0" presId="urn:microsoft.com/office/officeart/2016/7/layout/LinearBlockProcessNumbered"/>
    <dgm:cxn modelId="{299D28D5-F377-4E9B-BFAC-C6FE2510323C}" srcId="{657EB959-CBEC-463E-9B8A-6B566F773F3C}" destId="{2FB170ED-C5C3-4DA0-B057-1A5C3F8759AE}" srcOrd="1" destOrd="0" parTransId="{D78C3A61-8FD0-4DDC-80A2-2730B9F39466}" sibTransId="{A1436A11-5072-446F-B02A-EF76A498BE0B}"/>
    <dgm:cxn modelId="{F21B45DA-8B23-4A77-A55F-4C7A706E5268}" srcId="{657EB959-CBEC-463E-9B8A-6B566F773F3C}" destId="{5AA48B98-4174-47F6-9BF5-9CC373A662F1}" srcOrd="0" destOrd="0" parTransId="{ECBF2A35-6EE9-4058-9A0C-73494641E6BF}" sibTransId="{815A2194-F27B-4DBB-939A-843E478DC674}"/>
    <dgm:cxn modelId="{3352F8ED-7A90-46BE-B44E-37F77E5784EF}" type="presOf" srcId="{9E972575-1BBC-49EE-A6AC-E805F70939C1}" destId="{7A221AC4-5166-4E39-9A36-23C54B4F6562}" srcOrd="0" destOrd="3" presId="urn:microsoft.com/office/officeart/2016/7/layout/LinearBlockProcessNumbered"/>
    <dgm:cxn modelId="{4E1DA9F1-16C4-4A83-878B-6D1AFF84DF60}" srcId="{D4DE21EE-0575-4472-99B1-6E0DA22EBD4E}" destId="{EA8E1D3D-2477-4213-94C3-9F7E9D0CB319}" srcOrd="1" destOrd="0" parTransId="{9F3B40F8-F1C9-49A3-97B1-E26CDC6D2EF6}" sibTransId="{4F93638C-AFE6-49D8-AB60-55AEA05B7B9E}"/>
    <dgm:cxn modelId="{95670FFA-EC91-40B6-BF38-0083C9FD0176}" type="presOf" srcId="{4F93638C-AFE6-49D8-AB60-55AEA05B7B9E}" destId="{36B0D331-2350-498C-87FA-82EE34E3D115}" srcOrd="0" destOrd="0" presId="urn:microsoft.com/office/officeart/2016/7/layout/LinearBlockProcessNumbered"/>
    <dgm:cxn modelId="{ECA7B9FA-86AE-41CC-BE3A-BD0688CD8167}" type="presOf" srcId="{2FB170ED-C5C3-4DA0-B057-1A5C3F8759AE}" destId="{7A221AC4-5166-4E39-9A36-23C54B4F6562}" srcOrd="0" destOrd="2" presId="urn:microsoft.com/office/officeart/2016/7/layout/LinearBlockProcessNumbered"/>
    <dgm:cxn modelId="{AD2976B5-D068-4FE3-A058-66689791BB6B}" type="presParOf" srcId="{750B42AF-A262-4FFA-954E-4CA131587596}" destId="{B39BDAED-69DB-4A89-986C-0DCFF5EFD21A}" srcOrd="0" destOrd="0" presId="urn:microsoft.com/office/officeart/2016/7/layout/LinearBlockProcessNumbered"/>
    <dgm:cxn modelId="{DEBA0B22-9CE2-409B-981A-F86ACA491AE1}" type="presParOf" srcId="{B39BDAED-69DB-4A89-986C-0DCFF5EFD21A}" destId="{FE8DF78C-0D64-4CEE-B83E-84F16E4331A8}" srcOrd="0" destOrd="0" presId="urn:microsoft.com/office/officeart/2016/7/layout/LinearBlockProcessNumbered"/>
    <dgm:cxn modelId="{1DCA7D0A-A171-4321-8DB9-06405379E272}" type="presParOf" srcId="{B39BDAED-69DB-4A89-986C-0DCFF5EFD21A}" destId="{A855A227-10D1-4741-9EF2-D1DF42BCA19A}" srcOrd="1" destOrd="0" presId="urn:microsoft.com/office/officeart/2016/7/layout/LinearBlockProcessNumbered"/>
    <dgm:cxn modelId="{053522F4-64F6-43D3-AB73-EBFFE653BC3E}" type="presParOf" srcId="{B39BDAED-69DB-4A89-986C-0DCFF5EFD21A}" destId="{7A221AC4-5166-4E39-9A36-23C54B4F6562}" srcOrd="2" destOrd="0" presId="urn:microsoft.com/office/officeart/2016/7/layout/LinearBlockProcessNumbered"/>
    <dgm:cxn modelId="{02B91CC4-30F9-45C7-8406-696C1996A0E5}" type="presParOf" srcId="{750B42AF-A262-4FFA-954E-4CA131587596}" destId="{225E9B16-CA67-44C3-9074-9624C1FA2445}" srcOrd="1" destOrd="0" presId="urn:microsoft.com/office/officeart/2016/7/layout/LinearBlockProcessNumbered"/>
    <dgm:cxn modelId="{56C73BB9-B422-48B9-8E6D-043C836F1A82}" type="presParOf" srcId="{750B42AF-A262-4FFA-954E-4CA131587596}" destId="{E9D204C5-66A7-441E-A3BA-2EC8B90E5F3C}" srcOrd="2" destOrd="0" presId="urn:microsoft.com/office/officeart/2016/7/layout/LinearBlockProcessNumbered"/>
    <dgm:cxn modelId="{7F811460-DBB1-4A2C-9381-A58C95C20384}" type="presParOf" srcId="{E9D204C5-66A7-441E-A3BA-2EC8B90E5F3C}" destId="{A5601995-41E0-4B11-8D27-EC0304065420}" srcOrd="0" destOrd="0" presId="urn:microsoft.com/office/officeart/2016/7/layout/LinearBlockProcessNumbered"/>
    <dgm:cxn modelId="{E3AED54E-DFC2-4450-A130-50FE67AE93B4}" type="presParOf" srcId="{E9D204C5-66A7-441E-A3BA-2EC8B90E5F3C}" destId="{36B0D331-2350-498C-87FA-82EE34E3D115}" srcOrd="1" destOrd="0" presId="urn:microsoft.com/office/officeart/2016/7/layout/LinearBlockProcessNumbered"/>
    <dgm:cxn modelId="{04FE2725-3903-4A48-A931-DCA45F25C417}" type="presParOf" srcId="{E9D204C5-66A7-441E-A3BA-2EC8B90E5F3C}" destId="{362A9EF8-A3FD-447E-B735-854925A5FC6D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C51E798-8699-4EE1-A5DE-FFE8B09E43B8}">
      <dsp:nvSpPr>
        <dsp:cNvPr id="0" name=""/>
        <dsp:cNvSpPr/>
      </dsp:nvSpPr>
      <dsp:spPr>
        <a:xfrm>
          <a:off x="0" y="145410"/>
          <a:ext cx="5130210" cy="6364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F</a:t>
          </a:r>
          <a:r>
            <a:rPr lang="pl-PL" sz="1600" kern="1200"/>
            <a:t>irma tworząca aplikację mobilną do zarządzania finansami osobistymi</a:t>
          </a:r>
          <a:endParaRPr lang="en-US" sz="1600" kern="1200"/>
        </a:p>
      </dsp:txBody>
      <dsp:txXfrm>
        <a:off x="31070" y="176480"/>
        <a:ext cx="5068070" cy="574340"/>
      </dsp:txXfrm>
    </dsp:sp>
    <dsp:sp modelId="{694F8F9E-C3E5-454C-B07F-1114689690D7}">
      <dsp:nvSpPr>
        <dsp:cNvPr id="0" name=""/>
        <dsp:cNvSpPr/>
      </dsp:nvSpPr>
      <dsp:spPr>
        <a:xfrm>
          <a:off x="0" y="827970"/>
          <a:ext cx="5130210" cy="6364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600" kern="1200"/>
            <a:t>Zespół:</a:t>
          </a:r>
          <a:endParaRPr lang="en-US" sz="1600" kern="1200"/>
        </a:p>
      </dsp:txBody>
      <dsp:txXfrm>
        <a:off x="31070" y="859040"/>
        <a:ext cx="5068070" cy="574340"/>
      </dsp:txXfrm>
    </dsp:sp>
    <dsp:sp modelId="{D0B0A6E3-AD2D-434A-B705-571B64BB75DC}">
      <dsp:nvSpPr>
        <dsp:cNvPr id="0" name=""/>
        <dsp:cNvSpPr/>
      </dsp:nvSpPr>
      <dsp:spPr>
        <a:xfrm>
          <a:off x="0" y="1510530"/>
          <a:ext cx="5130210" cy="6364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600" kern="1200" dirty="0"/>
            <a:t>Anna – Product Manager </a:t>
          </a:r>
          <a:endParaRPr lang="en-US" sz="1600" kern="1200" dirty="0"/>
        </a:p>
      </dsp:txBody>
      <dsp:txXfrm>
        <a:off x="31070" y="1541600"/>
        <a:ext cx="5068070" cy="574340"/>
      </dsp:txXfrm>
    </dsp:sp>
    <dsp:sp modelId="{A04E3A3F-226E-4C7F-B368-ED30F8916940}">
      <dsp:nvSpPr>
        <dsp:cNvPr id="0" name=""/>
        <dsp:cNvSpPr/>
      </dsp:nvSpPr>
      <dsp:spPr>
        <a:xfrm>
          <a:off x="0" y="2193090"/>
          <a:ext cx="5130210" cy="6364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600" kern="1200"/>
            <a:t>Michał – Developer </a:t>
          </a:r>
          <a:endParaRPr lang="en-US" sz="1600" kern="1200"/>
        </a:p>
      </dsp:txBody>
      <dsp:txXfrm>
        <a:off x="31070" y="2224160"/>
        <a:ext cx="5068070" cy="574340"/>
      </dsp:txXfrm>
    </dsp:sp>
    <dsp:sp modelId="{5FCFA1D0-CCEB-4F8A-B8E8-F3D03F060F6A}">
      <dsp:nvSpPr>
        <dsp:cNvPr id="0" name=""/>
        <dsp:cNvSpPr/>
      </dsp:nvSpPr>
      <dsp:spPr>
        <a:xfrm>
          <a:off x="0" y="2875650"/>
          <a:ext cx="5130210" cy="6364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600" kern="1200"/>
            <a:t>Karolina – QA </a:t>
          </a:r>
          <a:endParaRPr lang="en-US" sz="1600" kern="1200"/>
        </a:p>
      </dsp:txBody>
      <dsp:txXfrm>
        <a:off x="31070" y="2906720"/>
        <a:ext cx="5068070" cy="574340"/>
      </dsp:txXfrm>
    </dsp:sp>
    <dsp:sp modelId="{A2BCE2E5-15CD-4F5C-BAFA-83845C582E36}">
      <dsp:nvSpPr>
        <dsp:cNvPr id="0" name=""/>
        <dsp:cNvSpPr/>
      </dsp:nvSpPr>
      <dsp:spPr>
        <a:xfrm>
          <a:off x="0" y="3558210"/>
          <a:ext cx="5130210" cy="6364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600" kern="1200"/>
            <a:t>Tomasz – UX Designer </a:t>
          </a:r>
          <a:endParaRPr lang="en-US" sz="1600" kern="1200"/>
        </a:p>
      </dsp:txBody>
      <dsp:txXfrm>
        <a:off x="31070" y="3589280"/>
        <a:ext cx="5068070" cy="574340"/>
      </dsp:txXfrm>
    </dsp:sp>
    <dsp:sp modelId="{584F91A2-8A25-4D04-BEFA-E84EF6181C86}">
      <dsp:nvSpPr>
        <dsp:cNvPr id="0" name=""/>
        <dsp:cNvSpPr/>
      </dsp:nvSpPr>
      <dsp:spPr>
        <a:xfrm>
          <a:off x="0" y="4240770"/>
          <a:ext cx="5130210" cy="6364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600" kern="1200"/>
            <a:t>Paweł – nowy członek zespołu</a:t>
          </a:r>
          <a:endParaRPr lang="en-US" sz="1600" kern="1200"/>
        </a:p>
      </dsp:txBody>
      <dsp:txXfrm>
        <a:off x="31070" y="4271840"/>
        <a:ext cx="5068070" cy="57434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819476B-1AA9-4EB1-82BC-F001DE4BE5F7}">
      <dsp:nvSpPr>
        <dsp:cNvPr id="0" name=""/>
        <dsp:cNvSpPr/>
      </dsp:nvSpPr>
      <dsp:spPr>
        <a:xfrm>
          <a:off x="3190" y="224092"/>
          <a:ext cx="2531290" cy="151877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300" kern="1200"/>
            <a:t>Grupa:</a:t>
          </a:r>
          <a:endParaRPr lang="en-US" sz="2300" kern="1200"/>
        </a:p>
      </dsp:txBody>
      <dsp:txXfrm>
        <a:off x="3190" y="224092"/>
        <a:ext cx="2531290" cy="1518774"/>
      </dsp:txXfrm>
    </dsp:sp>
    <dsp:sp modelId="{AD84357A-8E2B-4A2C-812E-6654D9A9D69F}">
      <dsp:nvSpPr>
        <dsp:cNvPr id="0" name=""/>
        <dsp:cNvSpPr/>
      </dsp:nvSpPr>
      <dsp:spPr>
        <a:xfrm>
          <a:off x="2787609" y="224092"/>
          <a:ext cx="2531290" cy="1518774"/>
        </a:xfrm>
        <a:prstGeom prst="rect">
          <a:avLst/>
        </a:prstGeom>
        <a:solidFill>
          <a:schemeClr val="accent2">
            <a:hueOff val="1010300"/>
            <a:satOff val="-3805"/>
            <a:lumOff val="319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300" kern="1200"/>
            <a:t>„moja praca” </a:t>
          </a:r>
          <a:endParaRPr lang="en-US" sz="2300" kern="1200"/>
        </a:p>
      </dsp:txBody>
      <dsp:txXfrm>
        <a:off x="2787609" y="224092"/>
        <a:ext cx="2531290" cy="1518774"/>
      </dsp:txXfrm>
    </dsp:sp>
    <dsp:sp modelId="{4AE57B36-E860-4991-A61B-EF0C840FCF6F}">
      <dsp:nvSpPr>
        <dsp:cNvPr id="0" name=""/>
        <dsp:cNvSpPr/>
      </dsp:nvSpPr>
      <dsp:spPr>
        <a:xfrm>
          <a:off x="5572029" y="224092"/>
          <a:ext cx="2531290" cy="1518774"/>
        </a:xfrm>
        <a:prstGeom prst="rect">
          <a:avLst/>
        </a:prstGeom>
        <a:solidFill>
          <a:schemeClr val="accent2">
            <a:hueOff val="2020599"/>
            <a:satOff val="-7611"/>
            <a:lumOff val="638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300" kern="1200"/>
            <a:t>indywidualna odpowiedzialność </a:t>
          </a:r>
          <a:endParaRPr lang="en-US" sz="2300" kern="1200"/>
        </a:p>
      </dsp:txBody>
      <dsp:txXfrm>
        <a:off x="5572029" y="224092"/>
        <a:ext cx="2531290" cy="1518774"/>
      </dsp:txXfrm>
    </dsp:sp>
    <dsp:sp modelId="{922412F4-9D29-44B4-BE48-5C52876BE2A1}">
      <dsp:nvSpPr>
        <dsp:cNvPr id="0" name=""/>
        <dsp:cNvSpPr/>
      </dsp:nvSpPr>
      <dsp:spPr>
        <a:xfrm>
          <a:off x="8356448" y="224092"/>
          <a:ext cx="2531290" cy="1518774"/>
        </a:xfrm>
        <a:prstGeom prst="rect">
          <a:avLst/>
        </a:prstGeom>
        <a:solidFill>
          <a:schemeClr val="accent2">
            <a:hueOff val="3030899"/>
            <a:satOff val="-11416"/>
            <a:lumOff val="958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300" kern="1200"/>
            <a:t>brak silnej współpracy</a:t>
          </a:r>
          <a:endParaRPr lang="en-US" sz="2300" kern="1200"/>
        </a:p>
      </dsp:txBody>
      <dsp:txXfrm>
        <a:off x="8356448" y="224092"/>
        <a:ext cx="2531290" cy="1518774"/>
      </dsp:txXfrm>
    </dsp:sp>
    <dsp:sp modelId="{9107E724-808B-4AF9-B2BB-A7C2E3D80C6C}">
      <dsp:nvSpPr>
        <dsp:cNvPr id="0" name=""/>
        <dsp:cNvSpPr/>
      </dsp:nvSpPr>
      <dsp:spPr>
        <a:xfrm>
          <a:off x="3190" y="1995996"/>
          <a:ext cx="2531290" cy="1518774"/>
        </a:xfrm>
        <a:prstGeom prst="rect">
          <a:avLst/>
        </a:prstGeom>
        <a:solidFill>
          <a:schemeClr val="accent2">
            <a:hueOff val="4041199"/>
            <a:satOff val="-15222"/>
            <a:lumOff val="1277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Zespół:</a:t>
          </a:r>
        </a:p>
      </dsp:txBody>
      <dsp:txXfrm>
        <a:off x="3190" y="1995996"/>
        <a:ext cx="2531290" cy="1518774"/>
      </dsp:txXfrm>
    </dsp:sp>
    <dsp:sp modelId="{A53C9DB3-9AB6-436E-908C-D02995C7F5DE}">
      <dsp:nvSpPr>
        <dsp:cNvPr id="0" name=""/>
        <dsp:cNvSpPr/>
      </dsp:nvSpPr>
      <dsp:spPr>
        <a:xfrm>
          <a:off x="2787609" y="1995996"/>
          <a:ext cx="2531290" cy="1518774"/>
        </a:xfrm>
        <a:prstGeom prst="rect">
          <a:avLst/>
        </a:prstGeom>
        <a:solidFill>
          <a:schemeClr val="accent2">
            <a:hueOff val="5051498"/>
            <a:satOff val="-19027"/>
            <a:lumOff val="1596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300" kern="1200"/>
            <a:t>„nasz wynik”</a:t>
          </a:r>
          <a:endParaRPr lang="en-US" sz="2300" kern="1200"/>
        </a:p>
      </dsp:txBody>
      <dsp:txXfrm>
        <a:off x="2787609" y="1995996"/>
        <a:ext cx="2531290" cy="1518774"/>
      </dsp:txXfrm>
    </dsp:sp>
    <dsp:sp modelId="{45132FB7-AC18-4F28-9F4E-21BA94A6B0C9}">
      <dsp:nvSpPr>
        <dsp:cNvPr id="0" name=""/>
        <dsp:cNvSpPr/>
      </dsp:nvSpPr>
      <dsp:spPr>
        <a:xfrm>
          <a:off x="5572029" y="1995996"/>
          <a:ext cx="2531290" cy="1518774"/>
        </a:xfrm>
        <a:prstGeom prst="rect">
          <a:avLst/>
        </a:prstGeom>
        <a:solidFill>
          <a:schemeClr val="accent2">
            <a:hueOff val="6061798"/>
            <a:satOff val="-22833"/>
            <a:lumOff val="1916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300" kern="1200"/>
            <a:t>wspólna odpowiedzialność</a:t>
          </a:r>
          <a:endParaRPr lang="en-US" sz="2300" kern="1200"/>
        </a:p>
      </dsp:txBody>
      <dsp:txXfrm>
        <a:off x="5572029" y="1995996"/>
        <a:ext cx="2531290" cy="1518774"/>
      </dsp:txXfrm>
    </dsp:sp>
    <dsp:sp modelId="{1DB51A3C-B48A-4F1E-B1FA-894CD7ACA183}">
      <dsp:nvSpPr>
        <dsp:cNvPr id="0" name=""/>
        <dsp:cNvSpPr/>
      </dsp:nvSpPr>
      <dsp:spPr>
        <a:xfrm>
          <a:off x="8356448" y="1995996"/>
          <a:ext cx="2531290" cy="1518774"/>
        </a:xfrm>
        <a:prstGeom prst="rect">
          <a:avLst/>
        </a:prstGeom>
        <a:solidFill>
          <a:schemeClr val="accent2">
            <a:hueOff val="7072097"/>
            <a:satOff val="-26638"/>
            <a:lumOff val="2235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300" kern="1200"/>
            <a:t>intensywna współpraca</a:t>
          </a:r>
          <a:endParaRPr lang="en-US" sz="2300" kern="1200"/>
        </a:p>
      </dsp:txBody>
      <dsp:txXfrm>
        <a:off x="8356448" y="1995996"/>
        <a:ext cx="2531290" cy="151877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16B13C4-719A-478C-8C71-E3A3705ED36E}">
      <dsp:nvSpPr>
        <dsp:cNvPr id="0" name=""/>
        <dsp:cNvSpPr/>
      </dsp:nvSpPr>
      <dsp:spPr>
        <a:xfrm>
          <a:off x="3190" y="1025879"/>
          <a:ext cx="2278161" cy="144663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2F057B-6F00-449F-A30E-2A87238ED1B4}">
      <dsp:nvSpPr>
        <dsp:cNvPr id="0" name=""/>
        <dsp:cNvSpPr/>
      </dsp:nvSpPr>
      <dsp:spPr>
        <a:xfrm>
          <a:off x="256319" y="1266351"/>
          <a:ext cx="2278161" cy="144663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800" kern="1200"/>
            <a:t>poznawanie się</a:t>
          </a:r>
          <a:endParaRPr lang="en-US" sz="2800" kern="1200"/>
        </a:p>
      </dsp:txBody>
      <dsp:txXfrm>
        <a:off x="298689" y="1308721"/>
        <a:ext cx="2193421" cy="1361892"/>
      </dsp:txXfrm>
    </dsp:sp>
    <dsp:sp modelId="{BE490FA9-9F1D-4C7B-809D-CB06466378D0}">
      <dsp:nvSpPr>
        <dsp:cNvPr id="0" name=""/>
        <dsp:cNvSpPr/>
      </dsp:nvSpPr>
      <dsp:spPr>
        <a:xfrm>
          <a:off x="2787609" y="1025879"/>
          <a:ext cx="2278161" cy="144663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C7E835-9A78-469D-A121-4AD22AC93F53}">
      <dsp:nvSpPr>
        <dsp:cNvPr id="0" name=""/>
        <dsp:cNvSpPr/>
      </dsp:nvSpPr>
      <dsp:spPr>
        <a:xfrm>
          <a:off x="3040738" y="1266351"/>
          <a:ext cx="2278161" cy="144663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800" kern="1200"/>
            <a:t>brak pewności</a:t>
          </a:r>
          <a:endParaRPr lang="en-US" sz="2800" kern="1200"/>
        </a:p>
      </dsp:txBody>
      <dsp:txXfrm>
        <a:off x="3083108" y="1308721"/>
        <a:ext cx="2193421" cy="1361892"/>
      </dsp:txXfrm>
    </dsp:sp>
    <dsp:sp modelId="{8A1BA83A-6670-403E-8C39-2E85AD3AAAC0}">
      <dsp:nvSpPr>
        <dsp:cNvPr id="0" name=""/>
        <dsp:cNvSpPr/>
      </dsp:nvSpPr>
      <dsp:spPr>
        <a:xfrm>
          <a:off x="5572029" y="1025879"/>
          <a:ext cx="2278161" cy="144663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20FF57-ADEC-4414-9847-B95AE3B23231}">
      <dsp:nvSpPr>
        <dsp:cNvPr id="0" name=""/>
        <dsp:cNvSpPr/>
      </dsp:nvSpPr>
      <dsp:spPr>
        <a:xfrm>
          <a:off x="5825158" y="1266351"/>
          <a:ext cx="2278161" cy="144663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800" kern="1200"/>
            <a:t>uprzejma komunikacja</a:t>
          </a:r>
          <a:endParaRPr lang="en-US" sz="2800" kern="1200"/>
        </a:p>
      </dsp:txBody>
      <dsp:txXfrm>
        <a:off x="5867528" y="1308721"/>
        <a:ext cx="2193421" cy="1361892"/>
      </dsp:txXfrm>
    </dsp:sp>
    <dsp:sp modelId="{AC4C4A39-8851-40B0-A580-DC6A2C04A9A5}">
      <dsp:nvSpPr>
        <dsp:cNvPr id="0" name=""/>
        <dsp:cNvSpPr/>
      </dsp:nvSpPr>
      <dsp:spPr>
        <a:xfrm>
          <a:off x="8356448" y="1025879"/>
          <a:ext cx="2278161" cy="144663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8C9BCD-A452-4B3C-836E-4C980EAB12ED}">
      <dsp:nvSpPr>
        <dsp:cNvPr id="0" name=""/>
        <dsp:cNvSpPr/>
      </dsp:nvSpPr>
      <dsp:spPr>
        <a:xfrm>
          <a:off x="8609577" y="1266351"/>
          <a:ext cx="2278161" cy="144663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800" kern="1200"/>
            <a:t>brak konfliktów</a:t>
          </a:r>
          <a:endParaRPr lang="en-US" sz="2800" kern="1200"/>
        </a:p>
      </dsp:txBody>
      <dsp:txXfrm>
        <a:off x="8651947" y="1308721"/>
        <a:ext cx="2193421" cy="136189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26064FE-962C-4345-B0D4-98C430FBDA2E}">
      <dsp:nvSpPr>
        <dsp:cNvPr id="0" name=""/>
        <dsp:cNvSpPr/>
      </dsp:nvSpPr>
      <dsp:spPr>
        <a:xfrm>
          <a:off x="3190" y="1025879"/>
          <a:ext cx="2278161" cy="144663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47A7F7-1F74-48CE-9422-BCC0568269E1}">
      <dsp:nvSpPr>
        <dsp:cNvPr id="0" name=""/>
        <dsp:cNvSpPr/>
      </dsp:nvSpPr>
      <dsp:spPr>
        <a:xfrm>
          <a:off x="256319" y="1266351"/>
          <a:ext cx="2278161" cy="144663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3800" kern="1200"/>
            <a:t>Konflikty</a:t>
          </a:r>
          <a:endParaRPr lang="en-US" sz="3800" kern="1200"/>
        </a:p>
      </dsp:txBody>
      <dsp:txXfrm>
        <a:off x="298689" y="1308721"/>
        <a:ext cx="2193421" cy="1361892"/>
      </dsp:txXfrm>
    </dsp:sp>
    <dsp:sp modelId="{D89EF0C0-F6FD-436D-9843-619AB40F60B9}">
      <dsp:nvSpPr>
        <dsp:cNvPr id="0" name=""/>
        <dsp:cNvSpPr/>
      </dsp:nvSpPr>
      <dsp:spPr>
        <a:xfrm>
          <a:off x="2787609" y="1025879"/>
          <a:ext cx="2278161" cy="144663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ED4D02-B9E1-45FC-A8F1-0E1A13B309DE}">
      <dsp:nvSpPr>
        <dsp:cNvPr id="0" name=""/>
        <dsp:cNvSpPr/>
      </dsp:nvSpPr>
      <dsp:spPr>
        <a:xfrm>
          <a:off x="3040738" y="1266351"/>
          <a:ext cx="2278161" cy="144663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3800" kern="1200"/>
            <a:t>różnice zdań</a:t>
          </a:r>
          <a:endParaRPr lang="en-US" sz="3800" kern="1200"/>
        </a:p>
      </dsp:txBody>
      <dsp:txXfrm>
        <a:off x="3083108" y="1308721"/>
        <a:ext cx="2193421" cy="1361892"/>
      </dsp:txXfrm>
    </dsp:sp>
    <dsp:sp modelId="{D14370E9-9859-4451-9E8A-A60A2FE2CA92}">
      <dsp:nvSpPr>
        <dsp:cNvPr id="0" name=""/>
        <dsp:cNvSpPr/>
      </dsp:nvSpPr>
      <dsp:spPr>
        <a:xfrm>
          <a:off x="5572029" y="1025879"/>
          <a:ext cx="2278161" cy="144663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886566-5454-4EBB-B2B5-E5CA6F9867EE}">
      <dsp:nvSpPr>
        <dsp:cNvPr id="0" name=""/>
        <dsp:cNvSpPr/>
      </dsp:nvSpPr>
      <dsp:spPr>
        <a:xfrm>
          <a:off x="5825158" y="1266351"/>
          <a:ext cx="2278161" cy="144663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3800" kern="1200"/>
            <a:t>walka o wpływ</a:t>
          </a:r>
          <a:endParaRPr lang="en-US" sz="3800" kern="1200"/>
        </a:p>
      </dsp:txBody>
      <dsp:txXfrm>
        <a:off x="5867528" y="1308721"/>
        <a:ext cx="2193421" cy="1361892"/>
      </dsp:txXfrm>
    </dsp:sp>
    <dsp:sp modelId="{7F01214A-B65B-4302-9BD5-89122D96AB73}">
      <dsp:nvSpPr>
        <dsp:cNvPr id="0" name=""/>
        <dsp:cNvSpPr/>
      </dsp:nvSpPr>
      <dsp:spPr>
        <a:xfrm>
          <a:off x="8356448" y="1025879"/>
          <a:ext cx="2278161" cy="144663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2BE4D1-8D72-4D60-90D2-336E8F6C808A}">
      <dsp:nvSpPr>
        <dsp:cNvPr id="0" name=""/>
        <dsp:cNvSpPr/>
      </dsp:nvSpPr>
      <dsp:spPr>
        <a:xfrm>
          <a:off x="8609577" y="1266351"/>
          <a:ext cx="2278161" cy="144663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3800" kern="1200"/>
            <a:t>napięcia</a:t>
          </a:r>
          <a:endParaRPr lang="en-US" sz="3800" kern="1200"/>
        </a:p>
      </dsp:txBody>
      <dsp:txXfrm>
        <a:off x="8651947" y="1308721"/>
        <a:ext cx="2193421" cy="136189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75946B0-0C0F-4623-9213-B3962C8D1A9A}">
      <dsp:nvSpPr>
        <dsp:cNvPr id="0" name=""/>
        <dsp:cNvSpPr/>
      </dsp:nvSpPr>
      <dsp:spPr>
        <a:xfrm>
          <a:off x="936823" y="507074"/>
          <a:ext cx="1449205" cy="144920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12FC4A-CEC0-46D5-B5CF-BA9EF66DE194}">
      <dsp:nvSpPr>
        <dsp:cNvPr id="0" name=""/>
        <dsp:cNvSpPr/>
      </dsp:nvSpPr>
      <dsp:spPr>
        <a:xfrm>
          <a:off x="51197" y="2339085"/>
          <a:ext cx="3220457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001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700" kern="1200"/>
            <a:t>powstawanie zasad</a:t>
          </a:r>
          <a:endParaRPr lang="en-US" sz="2700" kern="1200"/>
        </a:p>
      </dsp:txBody>
      <dsp:txXfrm>
        <a:off x="51197" y="2339085"/>
        <a:ext cx="3220457" cy="720000"/>
      </dsp:txXfrm>
    </dsp:sp>
    <dsp:sp modelId="{690EF385-EDA2-42EF-B347-AD6D9D0CB281}">
      <dsp:nvSpPr>
        <dsp:cNvPr id="0" name=""/>
        <dsp:cNvSpPr/>
      </dsp:nvSpPr>
      <dsp:spPr>
        <a:xfrm>
          <a:off x="4720861" y="507074"/>
          <a:ext cx="1449205" cy="144920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098165-6E50-472A-9F12-DC6EFEB0677A}">
      <dsp:nvSpPr>
        <dsp:cNvPr id="0" name=""/>
        <dsp:cNvSpPr/>
      </dsp:nvSpPr>
      <dsp:spPr>
        <a:xfrm>
          <a:off x="3835235" y="2339085"/>
          <a:ext cx="3220457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001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700" kern="1200"/>
            <a:t>poprawa komunikacji</a:t>
          </a:r>
          <a:endParaRPr lang="en-US" sz="2700" kern="1200"/>
        </a:p>
      </dsp:txBody>
      <dsp:txXfrm>
        <a:off x="3835235" y="2339085"/>
        <a:ext cx="3220457" cy="720000"/>
      </dsp:txXfrm>
    </dsp:sp>
    <dsp:sp modelId="{D0B06E18-3C34-4EB7-847D-0BD78F6892F9}">
      <dsp:nvSpPr>
        <dsp:cNvPr id="0" name=""/>
        <dsp:cNvSpPr/>
      </dsp:nvSpPr>
      <dsp:spPr>
        <a:xfrm>
          <a:off x="8504898" y="507074"/>
          <a:ext cx="1449205" cy="144920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CD5EC7-84F1-43B9-AC70-D34995106B32}">
      <dsp:nvSpPr>
        <dsp:cNvPr id="0" name=""/>
        <dsp:cNvSpPr/>
      </dsp:nvSpPr>
      <dsp:spPr>
        <a:xfrm>
          <a:off x="7619272" y="2339085"/>
          <a:ext cx="3220457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001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700" kern="1200"/>
            <a:t>większe zaufanie</a:t>
          </a:r>
          <a:endParaRPr lang="en-US" sz="2700" kern="1200"/>
        </a:p>
      </dsp:txBody>
      <dsp:txXfrm>
        <a:off x="7619272" y="2339085"/>
        <a:ext cx="3220457" cy="72000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688A24-97F6-45B1-BC4A-9B06D44F9747}">
      <dsp:nvSpPr>
        <dsp:cNvPr id="0" name=""/>
        <dsp:cNvSpPr/>
      </dsp:nvSpPr>
      <dsp:spPr>
        <a:xfrm>
          <a:off x="700214" y="226931"/>
          <a:ext cx="1955812" cy="1955812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095198E-3DFB-4DA2-ACB0-786AF569D814}">
      <dsp:nvSpPr>
        <dsp:cNvPr id="0" name=""/>
        <dsp:cNvSpPr/>
      </dsp:nvSpPr>
      <dsp:spPr>
        <a:xfrm>
          <a:off x="1117027" y="643743"/>
          <a:ext cx="1122187" cy="11221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397911-C1C9-4531-94E4-1AE6CC75207E}">
      <dsp:nvSpPr>
        <dsp:cNvPr id="0" name=""/>
        <dsp:cNvSpPr/>
      </dsp:nvSpPr>
      <dsp:spPr>
        <a:xfrm>
          <a:off x="74995" y="2791931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pl-PL" sz="2600" kern="1200"/>
            <a:t>wysoka efektywność</a:t>
          </a:r>
          <a:endParaRPr lang="en-US" sz="2600" kern="1200"/>
        </a:p>
      </dsp:txBody>
      <dsp:txXfrm>
        <a:off x="74995" y="2791931"/>
        <a:ext cx="3206250" cy="720000"/>
      </dsp:txXfrm>
    </dsp:sp>
    <dsp:sp modelId="{E19B6D87-02FD-45B2-A37E-847589C129B5}">
      <dsp:nvSpPr>
        <dsp:cNvPr id="0" name=""/>
        <dsp:cNvSpPr/>
      </dsp:nvSpPr>
      <dsp:spPr>
        <a:xfrm>
          <a:off x="4467558" y="226931"/>
          <a:ext cx="1955812" cy="1955812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FE26071-54B7-455F-80D2-B2A362AA4BE3}">
      <dsp:nvSpPr>
        <dsp:cNvPr id="0" name=""/>
        <dsp:cNvSpPr/>
      </dsp:nvSpPr>
      <dsp:spPr>
        <a:xfrm>
          <a:off x="4884370" y="643743"/>
          <a:ext cx="1122187" cy="11221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8232A6-89D3-4CE8-B52C-C4AFF6051C6E}">
      <dsp:nvSpPr>
        <dsp:cNvPr id="0" name=""/>
        <dsp:cNvSpPr/>
      </dsp:nvSpPr>
      <dsp:spPr>
        <a:xfrm>
          <a:off x="3842339" y="2791931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pl-PL" sz="2600" kern="1200"/>
            <a:t>dobra współpraca</a:t>
          </a:r>
          <a:endParaRPr lang="en-US" sz="2600" kern="1200"/>
        </a:p>
      </dsp:txBody>
      <dsp:txXfrm>
        <a:off x="3842339" y="2791931"/>
        <a:ext cx="3206250" cy="720000"/>
      </dsp:txXfrm>
    </dsp:sp>
    <dsp:sp modelId="{BC746A71-EF34-4E5B-9949-C5E883FA0175}">
      <dsp:nvSpPr>
        <dsp:cNvPr id="0" name=""/>
        <dsp:cNvSpPr/>
      </dsp:nvSpPr>
      <dsp:spPr>
        <a:xfrm>
          <a:off x="8234902" y="226931"/>
          <a:ext cx="1955812" cy="1955812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E66FB06-2EF2-41E1-99BA-4B6459BDDEC6}">
      <dsp:nvSpPr>
        <dsp:cNvPr id="0" name=""/>
        <dsp:cNvSpPr/>
      </dsp:nvSpPr>
      <dsp:spPr>
        <a:xfrm>
          <a:off x="8651714" y="643743"/>
          <a:ext cx="1122187" cy="11221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8542C7-895D-42F2-8EE3-AF2D2FC76FB7}">
      <dsp:nvSpPr>
        <dsp:cNvPr id="0" name=""/>
        <dsp:cNvSpPr/>
      </dsp:nvSpPr>
      <dsp:spPr>
        <a:xfrm>
          <a:off x="7609683" y="2791931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pl-PL" sz="2600" kern="1200"/>
            <a:t>wspólna odpowiedzialność</a:t>
          </a:r>
          <a:endParaRPr lang="en-US" sz="2600" kern="1200"/>
        </a:p>
      </dsp:txBody>
      <dsp:txXfrm>
        <a:off x="7609683" y="2791931"/>
        <a:ext cx="3206250" cy="72000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CF2024-17E4-48A8-937E-921B443DC84D}">
      <dsp:nvSpPr>
        <dsp:cNvPr id="0" name=""/>
        <dsp:cNvSpPr/>
      </dsp:nvSpPr>
      <dsp:spPr>
        <a:xfrm>
          <a:off x="0" y="435"/>
          <a:ext cx="10890928" cy="101865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7BB593A-C982-4E1F-9368-1E959B6E8392}">
      <dsp:nvSpPr>
        <dsp:cNvPr id="0" name=""/>
        <dsp:cNvSpPr/>
      </dsp:nvSpPr>
      <dsp:spPr>
        <a:xfrm>
          <a:off x="308142" y="229632"/>
          <a:ext cx="560259" cy="56025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B21D31-A4F3-47DD-90BB-C071210E7F39}">
      <dsp:nvSpPr>
        <dsp:cNvPr id="0" name=""/>
        <dsp:cNvSpPr/>
      </dsp:nvSpPr>
      <dsp:spPr>
        <a:xfrm>
          <a:off x="1176545" y="435"/>
          <a:ext cx="9714382" cy="10186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7808" tIns="107808" rIns="107808" bIns="107808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500" kern="1200"/>
            <a:t>nieformalne zasady</a:t>
          </a:r>
          <a:endParaRPr lang="en-US" sz="2500" kern="1200"/>
        </a:p>
      </dsp:txBody>
      <dsp:txXfrm>
        <a:off x="1176545" y="435"/>
        <a:ext cx="9714382" cy="1018654"/>
      </dsp:txXfrm>
    </dsp:sp>
    <dsp:sp modelId="{B7568386-324F-441B-B85B-D8911EAFBDDB}">
      <dsp:nvSpPr>
        <dsp:cNvPr id="0" name=""/>
        <dsp:cNvSpPr/>
      </dsp:nvSpPr>
      <dsp:spPr>
        <a:xfrm>
          <a:off x="0" y="1273752"/>
          <a:ext cx="10890928" cy="101865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47FBB8C-EEF4-4556-8B42-5C2098EFDF69}">
      <dsp:nvSpPr>
        <dsp:cNvPr id="0" name=""/>
        <dsp:cNvSpPr/>
      </dsp:nvSpPr>
      <dsp:spPr>
        <a:xfrm>
          <a:off x="308142" y="1502950"/>
          <a:ext cx="560259" cy="56025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6DD9C4-D799-4786-8B62-83155CDC5DD0}">
      <dsp:nvSpPr>
        <dsp:cNvPr id="0" name=""/>
        <dsp:cNvSpPr/>
      </dsp:nvSpPr>
      <dsp:spPr>
        <a:xfrm>
          <a:off x="1176545" y="1273752"/>
          <a:ext cx="9714382" cy="10186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7808" tIns="107808" rIns="107808" bIns="107808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500" kern="1200"/>
            <a:t>wspólne oczekiwania</a:t>
          </a:r>
          <a:endParaRPr lang="en-US" sz="2500" kern="1200"/>
        </a:p>
      </dsp:txBody>
      <dsp:txXfrm>
        <a:off x="1176545" y="1273752"/>
        <a:ext cx="9714382" cy="1018654"/>
      </dsp:txXfrm>
    </dsp:sp>
    <dsp:sp modelId="{B97BBEC6-9689-4791-B570-F62F124D6FA7}">
      <dsp:nvSpPr>
        <dsp:cNvPr id="0" name=""/>
        <dsp:cNvSpPr/>
      </dsp:nvSpPr>
      <dsp:spPr>
        <a:xfrm>
          <a:off x="0" y="2547070"/>
          <a:ext cx="10890928" cy="101865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A7F3910-2D89-4195-B5B8-A2526E4D7DB7}">
      <dsp:nvSpPr>
        <dsp:cNvPr id="0" name=""/>
        <dsp:cNvSpPr/>
      </dsp:nvSpPr>
      <dsp:spPr>
        <a:xfrm>
          <a:off x="308142" y="2776267"/>
          <a:ext cx="560259" cy="56025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7487D0-81A7-442E-B74E-0219EA96ACA4}">
      <dsp:nvSpPr>
        <dsp:cNvPr id="0" name=""/>
        <dsp:cNvSpPr/>
      </dsp:nvSpPr>
      <dsp:spPr>
        <a:xfrm>
          <a:off x="1176545" y="2547070"/>
          <a:ext cx="9714382" cy="10186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7808" tIns="107808" rIns="107808" bIns="107808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500" kern="1200"/>
            <a:t>sposób zachowania</a:t>
          </a:r>
          <a:endParaRPr lang="en-US" sz="2500" kern="1200"/>
        </a:p>
      </dsp:txBody>
      <dsp:txXfrm>
        <a:off x="1176545" y="2547070"/>
        <a:ext cx="9714382" cy="1018654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93B3D4B-D39E-492C-9B7A-7D7F89066297}">
      <dsp:nvSpPr>
        <dsp:cNvPr id="0" name=""/>
        <dsp:cNvSpPr/>
      </dsp:nvSpPr>
      <dsp:spPr>
        <a:xfrm>
          <a:off x="4882260" y="1737360"/>
          <a:ext cx="109220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1092207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400293" y="1777465"/>
        <a:ext cx="56140" cy="11228"/>
      </dsp:txXfrm>
    </dsp:sp>
    <dsp:sp modelId="{18A6E3EA-7D63-4B8F-A03B-2FEC788370B9}">
      <dsp:nvSpPr>
        <dsp:cNvPr id="0" name=""/>
        <dsp:cNvSpPr/>
      </dsp:nvSpPr>
      <dsp:spPr>
        <a:xfrm>
          <a:off x="2286" y="318547"/>
          <a:ext cx="4881773" cy="292906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9211" tIns="251094" rIns="239211" bIns="251094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600" kern="1200" dirty="0"/>
            <a:t>W zespole pojawiają się role takie jak</a:t>
          </a:r>
          <a:r>
            <a:rPr lang="en-US" sz="2600" kern="1200" dirty="0"/>
            <a:t> </a:t>
          </a:r>
          <a:r>
            <a:rPr lang="en-US" sz="2600" kern="1200" dirty="0" err="1"/>
            <a:t>chociażby</a:t>
          </a:r>
          <a:r>
            <a:rPr lang="pl-PL" sz="2600" kern="1200" dirty="0"/>
            <a:t>:</a:t>
          </a:r>
          <a:endParaRPr lang="en-US" sz="26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l-PL" sz="2000" kern="1200"/>
            <a:t>lider opinii </a:t>
          </a:r>
          <a:endParaRPr lang="en-US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l-PL" sz="2000" kern="1200"/>
            <a:t>mediator </a:t>
          </a:r>
          <a:endParaRPr lang="en-US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l-PL" sz="2000" kern="1200"/>
            <a:t>krytyk </a:t>
          </a:r>
          <a:endParaRPr lang="en-US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l-PL" sz="2000" kern="1200"/>
            <a:t>organizator </a:t>
          </a:r>
          <a:endParaRPr lang="en-US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l-PL" sz="2000" kern="1200"/>
            <a:t>outsider</a:t>
          </a:r>
          <a:endParaRPr lang="en-US" sz="2000" kern="1200"/>
        </a:p>
      </dsp:txBody>
      <dsp:txXfrm>
        <a:off x="2286" y="318547"/>
        <a:ext cx="4881773" cy="2929064"/>
      </dsp:txXfrm>
    </dsp:sp>
    <dsp:sp modelId="{4C5E45BA-748D-4986-B99C-1D41968ADF9C}">
      <dsp:nvSpPr>
        <dsp:cNvPr id="0" name=""/>
        <dsp:cNvSpPr/>
      </dsp:nvSpPr>
      <dsp:spPr>
        <a:xfrm>
          <a:off x="6006867" y="318547"/>
          <a:ext cx="4881773" cy="292906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9211" tIns="251094" rIns="239211" bIns="251094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600" kern="1200" dirty="0"/>
            <a:t>Oprócz ról formalnych, w każdym zespole pojawiają się role nieformalne. Nie są przypisane, ale wynikają z </a:t>
          </a:r>
          <a:r>
            <a:rPr lang="pl-PL" sz="2600" kern="1200" dirty="0" err="1"/>
            <a:t>zachowań</a:t>
          </a:r>
          <a:r>
            <a:rPr lang="pl-PL" sz="2600" kern="1200" dirty="0"/>
            <a:t> ludzi.</a:t>
          </a:r>
          <a:endParaRPr lang="en-US" sz="2600" kern="1200" dirty="0"/>
        </a:p>
      </dsp:txBody>
      <dsp:txXfrm>
        <a:off x="6006867" y="318547"/>
        <a:ext cx="4881773" cy="2929064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50DFF60-EB0A-46B2-A68B-2931F1945693}">
      <dsp:nvSpPr>
        <dsp:cNvPr id="0" name=""/>
        <dsp:cNvSpPr/>
      </dsp:nvSpPr>
      <dsp:spPr>
        <a:xfrm>
          <a:off x="0" y="2973293"/>
          <a:ext cx="6479357" cy="195080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99136" rIns="199136" bIns="199136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800" kern="1200"/>
            <a:t>Różnorodność to nie tylko różne role</a:t>
          </a:r>
          <a:endParaRPr lang="en-US" sz="2800" kern="1200"/>
        </a:p>
      </dsp:txBody>
      <dsp:txXfrm>
        <a:off x="0" y="2973293"/>
        <a:ext cx="6479357" cy="1950802"/>
      </dsp:txXfrm>
    </dsp:sp>
    <dsp:sp modelId="{7032FD85-EF7F-46DF-9E92-ADAE2051F645}">
      <dsp:nvSpPr>
        <dsp:cNvPr id="0" name=""/>
        <dsp:cNvSpPr/>
      </dsp:nvSpPr>
      <dsp:spPr>
        <a:xfrm rot="10800000">
          <a:off x="0" y="2221"/>
          <a:ext cx="6479357" cy="3000334"/>
        </a:xfrm>
        <a:prstGeom prst="upArrowCallout">
          <a:avLst/>
        </a:prstGeom>
        <a:solidFill>
          <a:schemeClr val="accent2">
            <a:hueOff val="7072097"/>
            <a:satOff val="-26638"/>
            <a:lumOff val="2235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99136" rIns="199136" bIns="199136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800" kern="1200"/>
            <a:t>Różnorodność oznacza różnice w:</a:t>
          </a:r>
          <a:r>
            <a:rPr lang="en-US" sz="2800" kern="1200"/>
            <a:t> </a:t>
          </a:r>
          <a:r>
            <a:rPr lang="pl-PL" sz="2800" kern="1200"/>
            <a:t>kompetencjach, doświadczeniu, sposobie myślenia, osobowości oraz podejściu do problemów.</a:t>
          </a:r>
          <a:endParaRPr lang="en-US" sz="2800" kern="1200"/>
        </a:p>
      </dsp:txBody>
      <dsp:txXfrm rot="10800000">
        <a:off x="0" y="2221"/>
        <a:ext cx="6479357" cy="1949527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18CC046-BE6B-4AB9-93F3-7DA4D03584DB}">
      <dsp:nvSpPr>
        <dsp:cNvPr id="0" name=""/>
        <dsp:cNvSpPr/>
      </dsp:nvSpPr>
      <dsp:spPr>
        <a:xfrm>
          <a:off x="0" y="8572"/>
          <a:ext cx="10890928" cy="64759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700" kern="1200"/>
            <a:t>Zaangażowanie rośnie, gdy członkowie zespołu:</a:t>
          </a:r>
          <a:endParaRPr lang="en-US" sz="2700" kern="1200"/>
        </a:p>
      </dsp:txBody>
      <dsp:txXfrm>
        <a:off x="31613" y="40185"/>
        <a:ext cx="10827702" cy="584369"/>
      </dsp:txXfrm>
    </dsp:sp>
    <dsp:sp modelId="{0C89726F-50AA-4B45-B049-54A76CC983CE}">
      <dsp:nvSpPr>
        <dsp:cNvPr id="0" name=""/>
        <dsp:cNvSpPr/>
      </dsp:nvSpPr>
      <dsp:spPr>
        <a:xfrm>
          <a:off x="0" y="733927"/>
          <a:ext cx="10890928" cy="64759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	</a:t>
          </a:r>
          <a:r>
            <a:rPr lang="pl-PL" sz="2700" kern="1200" dirty="0"/>
            <a:t>rozumieją cel swojej pracy</a:t>
          </a:r>
          <a:endParaRPr lang="en-US" sz="2700" kern="1200" dirty="0"/>
        </a:p>
      </dsp:txBody>
      <dsp:txXfrm>
        <a:off x="31613" y="765540"/>
        <a:ext cx="10827702" cy="584369"/>
      </dsp:txXfrm>
    </dsp:sp>
    <dsp:sp modelId="{52A0EB63-B2AF-4DC7-8DA6-31A238D31DBA}">
      <dsp:nvSpPr>
        <dsp:cNvPr id="0" name=""/>
        <dsp:cNvSpPr/>
      </dsp:nvSpPr>
      <dsp:spPr>
        <a:xfrm>
          <a:off x="0" y="1459282"/>
          <a:ext cx="10890928" cy="64759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	</a:t>
          </a:r>
          <a:r>
            <a:rPr lang="pl-PL" sz="2700" kern="1200" dirty="0"/>
            <a:t>mają wpływ na decyzje</a:t>
          </a:r>
          <a:endParaRPr lang="en-US" sz="2700" kern="1200" dirty="0"/>
        </a:p>
      </dsp:txBody>
      <dsp:txXfrm>
        <a:off x="31613" y="1490895"/>
        <a:ext cx="10827702" cy="584369"/>
      </dsp:txXfrm>
    </dsp:sp>
    <dsp:sp modelId="{A2AD2378-FA23-4756-AA65-DE6628A70745}">
      <dsp:nvSpPr>
        <dsp:cNvPr id="0" name=""/>
        <dsp:cNvSpPr/>
      </dsp:nvSpPr>
      <dsp:spPr>
        <a:xfrm>
          <a:off x="0" y="2184637"/>
          <a:ext cx="10890928" cy="64759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	</a:t>
          </a:r>
          <a:r>
            <a:rPr lang="pl-PL" sz="2700" kern="1200" dirty="0"/>
            <a:t>czują się doceniani</a:t>
          </a:r>
          <a:endParaRPr lang="en-US" sz="2700" kern="1200" dirty="0"/>
        </a:p>
      </dsp:txBody>
      <dsp:txXfrm>
        <a:off x="31613" y="2216250"/>
        <a:ext cx="10827702" cy="584369"/>
      </dsp:txXfrm>
    </dsp:sp>
    <dsp:sp modelId="{D135CC32-7B70-479F-A62D-D4B9B5973A38}">
      <dsp:nvSpPr>
        <dsp:cNvPr id="0" name=""/>
        <dsp:cNvSpPr/>
      </dsp:nvSpPr>
      <dsp:spPr>
        <a:xfrm>
          <a:off x="0" y="2909992"/>
          <a:ext cx="10890928" cy="64759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	</a:t>
          </a:r>
          <a:r>
            <a:rPr lang="pl-PL" sz="2700" kern="1200" dirty="0"/>
            <a:t>widzą sens swoich działań</a:t>
          </a:r>
          <a:endParaRPr lang="en-US" sz="2700" kern="1200" dirty="0"/>
        </a:p>
      </dsp:txBody>
      <dsp:txXfrm>
        <a:off x="31613" y="2941605"/>
        <a:ext cx="10827702" cy="584369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69E4BF8-6CEB-4442-9428-D0BF5DCDFD51}">
      <dsp:nvSpPr>
        <dsp:cNvPr id="0" name=""/>
        <dsp:cNvSpPr/>
      </dsp:nvSpPr>
      <dsp:spPr>
        <a:xfrm>
          <a:off x="0" y="0"/>
          <a:ext cx="1089092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D91D616-E8A1-4251-A04E-32817174EACD}">
      <dsp:nvSpPr>
        <dsp:cNvPr id="0" name=""/>
        <dsp:cNvSpPr/>
      </dsp:nvSpPr>
      <dsp:spPr>
        <a:xfrm>
          <a:off x="0" y="0"/>
          <a:ext cx="2178185" cy="35661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800" kern="1200"/>
            <a:t>Efektywność zespołu można oceniać poprzez:</a:t>
          </a:r>
          <a:endParaRPr lang="en-US" sz="2800" kern="1200"/>
        </a:p>
      </dsp:txBody>
      <dsp:txXfrm>
        <a:off x="0" y="0"/>
        <a:ext cx="2178185" cy="3566160"/>
      </dsp:txXfrm>
    </dsp:sp>
    <dsp:sp modelId="{6C99A7B3-5AB4-40BB-B4FE-815342CD9F71}">
      <dsp:nvSpPr>
        <dsp:cNvPr id="0" name=""/>
        <dsp:cNvSpPr/>
      </dsp:nvSpPr>
      <dsp:spPr>
        <a:xfrm>
          <a:off x="2341549" y="33606"/>
          <a:ext cx="8549378" cy="6721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3100" kern="1200"/>
            <a:t>terminowość realizacji zadań</a:t>
          </a:r>
          <a:endParaRPr lang="en-US" sz="3100" kern="1200"/>
        </a:p>
      </dsp:txBody>
      <dsp:txXfrm>
        <a:off x="2341549" y="33606"/>
        <a:ext cx="8549378" cy="672137"/>
      </dsp:txXfrm>
    </dsp:sp>
    <dsp:sp modelId="{C44D2FE1-FA1F-4788-A8EA-556E7D957100}">
      <dsp:nvSpPr>
        <dsp:cNvPr id="0" name=""/>
        <dsp:cNvSpPr/>
      </dsp:nvSpPr>
      <dsp:spPr>
        <a:xfrm>
          <a:off x="2178185" y="705744"/>
          <a:ext cx="871274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3190764-84BB-4F87-931C-328D862FE9B2}">
      <dsp:nvSpPr>
        <dsp:cNvPr id="0" name=""/>
        <dsp:cNvSpPr/>
      </dsp:nvSpPr>
      <dsp:spPr>
        <a:xfrm>
          <a:off x="2341549" y="739351"/>
          <a:ext cx="8549378" cy="6721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3100" kern="1200"/>
            <a:t>jakość dostarczanych rezultatów</a:t>
          </a:r>
          <a:endParaRPr lang="en-US" sz="3100" kern="1200"/>
        </a:p>
      </dsp:txBody>
      <dsp:txXfrm>
        <a:off x="2341549" y="739351"/>
        <a:ext cx="8549378" cy="672137"/>
      </dsp:txXfrm>
    </dsp:sp>
    <dsp:sp modelId="{F93969E9-6712-43A3-96A6-D8B97269FF1D}">
      <dsp:nvSpPr>
        <dsp:cNvPr id="0" name=""/>
        <dsp:cNvSpPr/>
      </dsp:nvSpPr>
      <dsp:spPr>
        <a:xfrm>
          <a:off x="2178185" y="1411488"/>
          <a:ext cx="871274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DBB8310-4718-46F9-AB15-981A4CB38E4F}">
      <dsp:nvSpPr>
        <dsp:cNvPr id="0" name=""/>
        <dsp:cNvSpPr/>
      </dsp:nvSpPr>
      <dsp:spPr>
        <a:xfrm>
          <a:off x="2341549" y="1445095"/>
          <a:ext cx="8549378" cy="6721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3100" kern="1200"/>
            <a:t>poziom współpracy</a:t>
          </a:r>
          <a:endParaRPr lang="en-US" sz="3100" kern="1200"/>
        </a:p>
      </dsp:txBody>
      <dsp:txXfrm>
        <a:off x="2341549" y="1445095"/>
        <a:ext cx="8549378" cy="672137"/>
      </dsp:txXfrm>
    </dsp:sp>
    <dsp:sp modelId="{316F08A8-4550-4855-BEBC-3224ACA65E13}">
      <dsp:nvSpPr>
        <dsp:cNvPr id="0" name=""/>
        <dsp:cNvSpPr/>
      </dsp:nvSpPr>
      <dsp:spPr>
        <a:xfrm>
          <a:off x="2178185" y="2117233"/>
          <a:ext cx="871274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6FA76DC-E7F1-4B21-98EB-13F0686DFA3F}">
      <dsp:nvSpPr>
        <dsp:cNvPr id="0" name=""/>
        <dsp:cNvSpPr/>
      </dsp:nvSpPr>
      <dsp:spPr>
        <a:xfrm>
          <a:off x="2341549" y="2150840"/>
          <a:ext cx="8549378" cy="6721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3100" kern="1200"/>
            <a:t>satysfakcję zespołu</a:t>
          </a:r>
          <a:endParaRPr lang="en-US" sz="3100" kern="1200"/>
        </a:p>
      </dsp:txBody>
      <dsp:txXfrm>
        <a:off x="2341549" y="2150840"/>
        <a:ext cx="8549378" cy="672137"/>
      </dsp:txXfrm>
    </dsp:sp>
    <dsp:sp modelId="{D6B533B6-4B25-44DD-B1AF-F8CCDFAEA85A}">
      <dsp:nvSpPr>
        <dsp:cNvPr id="0" name=""/>
        <dsp:cNvSpPr/>
      </dsp:nvSpPr>
      <dsp:spPr>
        <a:xfrm>
          <a:off x="2178185" y="2822977"/>
          <a:ext cx="871274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F1AD094-C9FF-4E5A-B7F4-3F09063A4217}">
      <dsp:nvSpPr>
        <dsp:cNvPr id="0" name=""/>
        <dsp:cNvSpPr/>
      </dsp:nvSpPr>
      <dsp:spPr>
        <a:xfrm>
          <a:off x="2341549" y="2856584"/>
          <a:ext cx="8549378" cy="6721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3100" kern="1200"/>
            <a:t>liczbę konfliktów i ich rozwiązanie</a:t>
          </a:r>
          <a:endParaRPr lang="en-US" sz="3100" kern="1200"/>
        </a:p>
      </dsp:txBody>
      <dsp:txXfrm>
        <a:off x="2341549" y="2856584"/>
        <a:ext cx="8549378" cy="672137"/>
      </dsp:txXfrm>
    </dsp:sp>
    <dsp:sp modelId="{88D52F30-CED0-4B58-980B-1186CBA7CBAF}">
      <dsp:nvSpPr>
        <dsp:cNvPr id="0" name=""/>
        <dsp:cNvSpPr/>
      </dsp:nvSpPr>
      <dsp:spPr>
        <a:xfrm>
          <a:off x="2178185" y="3528722"/>
          <a:ext cx="871274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AB29F42-87A8-43B8-8F0E-116E71B8070E}">
      <dsp:nvSpPr>
        <dsp:cNvPr id="0" name=""/>
        <dsp:cNvSpPr/>
      </dsp:nvSpPr>
      <dsp:spPr>
        <a:xfrm>
          <a:off x="0" y="438149"/>
          <a:ext cx="5375383" cy="147186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3700" kern="1200"/>
            <a:t>Według Dyera, grupa staje się zespołem, gdy:</a:t>
          </a:r>
          <a:endParaRPr lang="en-US" sz="3700" kern="1200"/>
        </a:p>
      </dsp:txBody>
      <dsp:txXfrm>
        <a:off x="71850" y="509999"/>
        <a:ext cx="5231683" cy="1328160"/>
      </dsp:txXfrm>
    </dsp:sp>
    <dsp:sp modelId="{D6813171-457F-411B-8AD7-DCC14502AE4F}">
      <dsp:nvSpPr>
        <dsp:cNvPr id="0" name=""/>
        <dsp:cNvSpPr/>
      </dsp:nvSpPr>
      <dsp:spPr>
        <a:xfrm>
          <a:off x="0" y="1910010"/>
          <a:ext cx="5375383" cy="27572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68" tIns="46990" rIns="263144" bIns="46990" numCol="1" spcCol="1270" anchor="t" anchorCtr="0">
          <a:noAutofit/>
        </a:bodyPr>
        <a:lstStyle/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l-PL" sz="2900" kern="1200"/>
            <a:t>Istnieje wspólny cel</a:t>
          </a:r>
          <a:endParaRPr lang="en-US" sz="2900" kern="1200"/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l-PL" sz="2900" kern="1200"/>
            <a:t>Członkowie są współzależni</a:t>
          </a:r>
          <a:endParaRPr lang="en-US" sz="2900" kern="1200"/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l-PL" sz="2900" kern="1200"/>
            <a:t>Występuje odpowiedzialność indywidualna i zespołowa</a:t>
          </a:r>
          <a:endParaRPr lang="en-US" sz="2900" kern="1200"/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l-PL" sz="2900" kern="1200"/>
            <a:t>Istnieje stała interakcja i komunikacja</a:t>
          </a:r>
          <a:endParaRPr lang="en-US" sz="2900" kern="1200"/>
        </a:p>
      </dsp:txBody>
      <dsp:txXfrm>
        <a:off x="0" y="1910010"/>
        <a:ext cx="5375383" cy="2757240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FDF040C-4E3D-4E9D-BB5B-00E913EF5240}">
      <dsp:nvSpPr>
        <dsp:cNvPr id="0" name=""/>
        <dsp:cNvSpPr/>
      </dsp:nvSpPr>
      <dsp:spPr>
        <a:xfrm>
          <a:off x="0" y="848406"/>
          <a:ext cx="1701707" cy="2042049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8091" tIns="0" rIns="168091" bIns="33020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400" kern="1200"/>
            <a:t>Orientation (orientacja)</a:t>
          </a:r>
          <a:endParaRPr lang="en-US" sz="1400" kern="1200"/>
        </a:p>
      </dsp:txBody>
      <dsp:txXfrm>
        <a:off x="0" y="1665226"/>
        <a:ext cx="1701707" cy="1225229"/>
      </dsp:txXfrm>
    </dsp:sp>
    <dsp:sp modelId="{D4FF6A4A-B7A1-4C54-BEF5-073B8884D455}">
      <dsp:nvSpPr>
        <dsp:cNvPr id="0" name=""/>
        <dsp:cNvSpPr/>
      </dsp:nvSpPr>
      <dsp:spPr>
        <a:xfrm>
          <a:off x="0" y="848406"/>
          <a:ext cx="1701707" cy="816819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8091" tIns="165100" rIns="168091" bIns="16510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01</a:t>
          </a:r>
        </a:p>
      </dsp:txBody>
      <dsp:txXfrm>
        <a:off x="0" y="848406"/>
        <a:ext cx="1701707" cy="816819"/>
      </dsp:txXfrm>
    </dsp:sp>
    <dsp:sp modelId="{1190E52A-238F-4A05-92EA-8F4EE29AFF49}">
      <dsp:nvSpPr>
        <dsp:cNvPr id="0" name=""/>
        <dsp:cNvSpPr/>
      </dsp:nvSpPr>
      <dsp:spPr>
        <a:xfrm>
          <a:off x="1837844" y="848406"/>
          <a:ext cx="1701707" cy="2042049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8091" tIns="0" rIns="168091" bIns="33020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400" kern="1200"/>
            <a:t>Trust Building (budowanie zaufania)</a:t>
          </a:r>
          <a:endParaRPr lang="en-US" sz="1400" kern="1200"/>
        </a:p>
      </dsp:txBody>
      <dsp:txXfrm>
        <a:off x="1837844" y="1665226"/>
        <a:ext cx="1701707" cy="1225229"/>
      </dsp:txXfrm>
    </dsp:sp>
    <dsp:sp modelId="{94704FFE-CCA8-479C-8872-C8F4D5D28D70}">
      <dsp:nvSpPr>
        <dsp:cNvPr id="0" name=""/>
        <dsp:cNvSpPr/>
      </dsp:nvSpPr>
      <dsp:spPr>
        <a:xfrm>
          <a:off x="1837844" y="848406"/>
          <a:ext cx="1701707" cy="816819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8091" tIns="165100" rIns="168091" bIns="16510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02</a:t>
          </a:r>
        </a:p>
      </dsp:txBody>
      <dsp:txXfrm>
        <a:off x="1837844" y="848406"/>
        <a:ext cx="1701707" cy="816819"/>
      </dsp:txXfrm>
    </dsp:sp>
    <dsp:sp modelId="{73CC3920-E7DB-4969-ABC4-911138EA7476}">
      <dsp:nvSpPr>
        <dsp:cNvPr id="0" name=""/>
        <dsp:cNvSpPr/>
      </dsp:nvSpPr>
      <dsp:spPr>
        <a:xfrm>
          <a:off x="3675688" y="848406"/>
          <a:ext cx="1701707" cy="2042049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8091" tIns="0" rIns="168091" bIns="33020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400" kern="1200"/>
            <a:t>Goal Clarification (wyjaśnianie celów)</a:t>
          </a:r>
          <a:endParaRPr lang="en-US" sz="1400" kern="1200"/>
        </a:p>
      </dsp:txBody>
      <dsp:txXfrm>
        <a:off x="3675688" y="1665226"/>
        <a:ext cx="1701707" cy="1225229"/>
      </dsp:txXfrm>
    </dsp:sp>
    <dsp:sp modelId="{53BD9F92-699F-4DD2-9734-78A048069203}">
      <dsp:nvSpPr>
        <dsp:cNvPr id="0" name=""/>
        <dsp:cNvSpPr/>
      </dsp:nvSpPr>
      <dsp:spPr>
        <a:xfrm>
          <a:off x="3675688" y="848406"/>
          <a:ext cx="1701707" cy="816819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8091" tIns="165100" rIns="168091" bIns="16510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03</a:t>
          </a:r>
        </a:p>
      </dsp:txBody>
      <dsp:txXfrm>
        <a:off x="3675688" y="848406"/>
        <a:ext cx="1701707" cy="816819"/>
      </dsp:txXfrm>
    </dsp:sp>
    <dsp:sp modelId="{225B7734-E6DD-4D15-9A9D-715E6F27B9A7}">
      <dsp:nvSpPr>
        <dsp:cNvPr id="0" name=""/>
        <dsp:cNvSpPr/>
      </dsp:nvSpPr>
      <dsp:spPr>
        <a:xfrm>
          <a:off x="5513532" y="848406"/>
          <a:ext cx="1701707" cy="2042049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8091" tIns="0" rIns="168091" bIns="33020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400" kern="1200"/>
            <a:t>Commitment (zaangażowanie)</a:t>
          </a:r>
          <a:endParaRPr lang="en-US" sz="1400" kern="1200"/>
        </a:p>
      </dsp:txBody>
      <dsp:txXfrm>
        <a:off x="5513532" y="1665226"/>
        <a:ext cx="1701707" cy="1225229"/>
      </dsp:txXfrm>
    </dsp:sp>
    <dsp:sp modelId="{F19A1A86-6F1B-47A2-B397-E3B9CB6FD81E}">
      <dsp:nvSpPr>
        <dsp:cNvPr id="0" name=""/>
        <dsp:cNvSpPr/>
      </dsp:nvSpPr>
      <dsp:spPr>
        <a:xfrm>
          <a:off x="5513532" y="848406"/>
          <a:ext cx="1701707" cy="816819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8091" tIns="165100" rIns="168091" bIns="16510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04</a:t>
          </a:r>
        </a:p>
      </dsp:txBody>
      <dsp:txXfrm>
        <a:off x="5513532" y="848406"/>
        <a:ext cx="1701707" cy="816819"/>
      </dsp:txXfrm>
    </dsp:sp>
    <dsp:sp modelId="{A0AE04AB-04F6-4D3B-9449-E9030455F589}">
      <dsp:nvSpPr>
        <dsp:cNvPr id="0" name=""/>
        <dsp:cNvSpPr/>
      </dsp:nvSpPr>
      <dsp:spPr>
        <a:xfrm>
          <a:off x="7351377" y="848406"/>
          <a:ext cx="1701707" cy="2042049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8091" tIns="0" rIns="168091" bIns="33020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400" kern="1200"/>
            <a:t>Implementation (wdrażanie)</a:t>
          </a:r>
          <a:endParaRPr lang="en-US" sz="1400" kern="1200"/>
        </a:p>
      </dsp:txBody>
      <dsp:txXfrm>
        <a:off x="7351377" y="1665226"/>
        <a:ext cx="1701707" cy="1225229"/>
      </dsp:txXfrm>
    </dsp:sp>
    <dsp:sp modelId="{6D93694B-59BD-40B4-A92C-FE9DBEA20D2E}">
      <dsp:nvSpPr>
        <dsp:cNvPr id="0" name=""/>
        <dsp:cNvSpPr/>
      </dsp:nvSpPr>
      <dsp:spPr>
        <a:xfrm>
          <a:off x="7351377" y="848406"/>
          <a:ext cx="1701707" cy="816819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8091" tIns="165100" rIns="168091" bIns="16510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05</a:t>
          </a:r>
        </a:p>
      </dsp:txBody>
      <dsp:txXfrm>
        <a:off x="7351377" y="848406"/>
        <a:ext cx="1701707" cy="816819"/>
      </dsp:txXfrm>
    </dsp:sp>
    <dsp:sp modelId="{F9D6BF43-DAFF-4E00-9884-FE7DE3F71257}">
      <dsp:nvSpPr>
        <dsp:cNvPr id="0" name=""/>
        <dsp:cNvSpPr/>
      </dsp:nvSpPr>
      <dsp:spPr>
        <a:xfrm>
          <a:off x="9189221" y="848406"/>
          <a:ext cx="1701707" cy="2042049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8091" tIns="0" rIns="168091" bIns="33020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400" kern="1200"/>
            <a:t>High Performance (wysoka wydajność)</a:t>
          </a:r>
          <a:endParaRPr lang="en-US" sz="1400" kern="1200"/>
        </a:p>
      </dsp:txBody>
      <dsp:txXfrm>
        <a:off x="9189221" y="1665226"/>
        <a:ext cx="1701707" cy="1225229"/>
      </dsp:txXfrm>
    </dsp:sp>
    <dsp:sp modelId="{D9CB8D14-58A7-4F62-A90E-7C222B912FF5}">
      <dsp:nvSpPr>
        <dsp:cNvPr id="0" name=""/>
        <dsp:cNvSpPr/>
      </dsp:nvSpPr>
      <dsp:spPr>
        <a:xfrm>
          <a:off x="9189221" y="848406"/>
          <a:ext cx="1701707" cy="816819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8091" tIns="165100" rIns="168091" bIns="16510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06</a:t>
          </a:r>
        </a:p>
      </dsp:txBody>
      <dsp:txXfrm>
        <a:off x="9189221" y="848406"/>
        <a:ext cx="1701707" cy="816819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6387D9A-19B8-497B-8638-0613C46FCF2F}">
      <dsp:nvSpPr>
        <dsp:cNvPr id="0" name=""/>
        <dsp:cNvSpPr/>
      </dsp:nvSpPr>
      <dsp:spPr>
        <a:xfrm>
          <a:off x="0" y="3993"/>
          <a:ext cx="7216416" cy="8505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1FA53B7-5E3B-44FB-986B-D7D9F11AB47D}">
      <dsp:nvSpPr>
        <dsp:cNvPr id="0" name=""/>
        <dsp:cNvSpPr/>
      </dsp:nvSpPr>
      <dsp:spPr>
        <a:xfrm>
          <a:off x="257290" y="195365"/>
          <a:ext cx="467800" cy="4678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AA0028-5225-4172-B04A-159FDF98638C}">
      <dsp:nvSpPr>
        <dsp:cNvPr id="0" name=""/>
        <dsp:cNvSpPr/>
      </dsp:nvSpPr>
      <dsp:spPr>
        <a:xfrm>
          <a:off x="982380" y="3993"/>
          <a:ext cx="6234035" cy="8505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016" tIns="90016" rIns="90016" bIns="9001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900" kern="1200"/>
            <a:t>Bogactwo</a:t>
          </a:r>
          <a:r>
            <a:rPr lang="en-US" sz="1900" kern="1200"/>
            <a:t> (richness)</a:t>
          </a:r>
          <a:r>
            <a:rPr lang="pl-PL" sz="1900" kern="1200"/>
            <a:t> mediów oznacza, jak dużo informacji i kontekstu można przekazać:</a:t>
          </a:r>
          <a:endParaRPr lang="en-US" sz="1900" kern="1200"/>
        </a:p>
      </dsp:txBody>
      <dsp:txXfrm>
        <a:off x="982380" y="3993"/>
        <a:ext cx="6234035" cy="850545"/>
      </dsp:txXfrm>
    </dsp:sp>
    <dsp:sp modelId="{1873855C-C168-449F-966C-649CA15A4E79}">
      <dsp:nvSpPr>
        <dsp:cNvPr id="0" name=""/>
        <dsp:cNvSpPr/>
      </dsp:nvSpPr>
      <dsp:spPr>
        <a:xfrm>
          <a:off x="0" y="1067175"/>
          <a:ext cx="7216416" cy="8505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6D481D1-CDAC-49CA-B8F8-463091EF1323}">
      <dsp:nvSpPr>
        <dsp:cNvPr id="0" name=""/>
        <dsp:cNvSpPr/>
      </dsp:nvSpPr>
      <dsp:spPr>
        <a:xfrm>
          <a:off x="257290" y="1258547"/>
          <a:ext cx="467800" cy="4678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61B11E-FF0B-48B4-8C2D-78146D9E4C5D}">
      <dsp:nvSpPr>
        <dsp:cNvPr id="0" name=""/>
        <dsp:cNvSpPr/>
      </dsp:nvSpPr>
      <dsp:spPr>
        <a:xfrm>
          <a:off x="982380" y="1067175"/>
          <a:ext cx="6234035" cy="8505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016" tIns="90016" rIns="90016" bIns="9001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900" kern="1200"/>
            <a:t>Spotkania face-to-face </a:t>
          </a:r>
          <a:r>
            <a:rPr lang="en-US" sz="1900" kern="1200"/>
            <a:t>-</a:t>
          </a:r>
          <a:r>
            <a:rPr lang="pl-PL" sz="1900" kern="1200"/>
            <a:t> najwyższe bogactwo </a:t>
          </a:r>
          <a:endParaRPr lang="en-US" sz="1900" kern="1200"/>
        </a:p>
      </dsp:txBody>
      <dsp:txXfrm>
        <a:off x="982380" y="1067175"/>
        <a:ext cx="6234035" cy="850545"/>
      </dsp:txXfrm>
    </dsp:sp>
    <dsp:sp modelId="{DCC0B9B6-BE0C-48CD-8121-A14F2716C0AF}">
      <dsp:nvSpPr>
        <dsp:cNvPr id="0" name=""/>
        <dsp:cNvSpPr/>
      </dsp:nvSpPr>
      <dsp:spPr>
        <a:xfrm>
          <a:off x="0" y="2130357"/>
          <a:ext cx="7216416" cy="8505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ED5BD95-E401-4F66-9BD7-13EF6BF01492}">
      <dsp:nvSpPr>
        <dsp:cNvPr id="0" name=""/>
        <dsp:cNvSpPr/>
      </dsp:nvSpPr>
      <dsp:spPr>
        <a:xfrm>
          <a:off x="257290" y="2321729"/>
          <a:ext cx="467800" cy="4678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99ACB6-7B30-4C0E-94D5-E0D093ED36D8}">
      <dsp:nvSpPr>
        <dsp:cNvPr id="0" name=""/>
        <dsp:cNvSpPr/>
      </dsp:nvSpPr>
      <dsp:spPr>
        <a:xfrm>
          <a:off x="982380" y="2130357"/>
          <a:ext cx="6234035" cy="8505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016" tIns="90016" rIns="90016" bIns="9001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900" kern="1200"/>
            <a:t>Wideo konferencje </a:t>
          </a:r>
          <a:r>
            <a:rPr lang="en-US" sz="1900" kern="1200"/>
            <a:t>-</a:t>
          </a:r>
          <a:r>
            <a:rPr lang="pl-PL" sz="1900" kern="1200"/>
            <a:t> wysokie </a:t>
          </a:r>
          <a:endParaRPr lang="en-US" sz="1900" kern="1200"/>
        </a:p>
      </dsp:txBody>
      <dsp:txXfrm>
        <a:off x="982380" y="2130357"/>
        <a:ext cx="6234035" cy="850545"/>
      </dsp:txXfrm>
    </dsp:sp>
    <dsp:sp modelId="{86153427-E183-4CCB-B679-077AD36A795B}">
      <dsp:nvSpPr>
        <dsp:cNvPr id="0" name=""/>
        <dsp:cNvSpPr/>
      </dsp:nvSpPr>
      <dsp:spPr>
        <a:xfrm>
          <a:off x="0" y="3193539"/>
          <a:ext cx="7216416" cy="8505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8A76C05-4BFD-4918-8BC9-FFB18F8BCADE}">
      <dsp:nvSpPr>
        <dsp:cNvPr id="0" name=""/>
        <dsp:cNvSpPr/>
      </dsp:nvSpPr>
      <dsp:spPr>
        <a:xfrm>
          <a:off x="257290" y="3384911"/>
          <a:ext cx="467800" cy="4678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90BB31-E076-4197-943B-8ED179C669E4}">
      <dsp:nvSpPr>
        <dsp:cNvPr id="0" name=""/>
        <dsp:cNvSpPr/>
      </dsp:nvSpPr>
      <dsp:spPr>
        <a:xfrm>
          <a:off x="982380" y="3193539"/>
          <a:ext cx="6234035" cy="8505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016" tIns="90016" rIns="90016" bIns="9001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900" kern="1200"/>
            <a:t>Telefon </a:t>
          </a:r>
          <a:r>
            <a:rPr lang="en-US" sz="1900" kern="1200"/>
            <a:t>-</a:t>
          </a:r>
          <a:r>
            <a:rPr lang="pl-PL" sz="1900" kern="1200"/>
            <a:t> średnie </a:t>
          </a:r>
          <a:endParaRPr lang="en-US" sz="1900" kern="1200"/>
        </a:p>
      </dsp:txBody>
      <dsp:txXfrm>
        <a:off x="982380" y="3193539"/>
        <a:ext cx="6234035" cy="850545"/>
      </dsp:txXfrm>
    </dsp:sp>
    <dsp:sp modelId="{5EF22115-33D9-4F55-890E-4CE23AECB458}">
      <dsp:nvSpPr>
        <dsp:cNvPr id="0" name=""/>
        <dsp:cNvSpPr/>
      </dsp:nvSpPr>
      <dsp:spPr>
        <a:xfrm>
          <a:off x="0" y="4256721"/>
          <a:ext cx="7216416" cy="8505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01038FC-51C4-47E0-A988-F34A55A791A9}">
      <dsp:nvSpPr>
        <dsp:cNvPr id="0" name=""/>
        <dsp:cNvSpPr/>
      </dsp:nvSpPr>
      <dsp:spPr>
        <a:xfrm>
          <a:off x="257290" y="4448093"/>
          <a:ext cx="467800" cy="46780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745494-AE13-4F91-B928-A30BC445052C}">
      <dsp:nvSpPr>
        <dsp:cNvPr id="0" name=""/>
        <dsp:cNvSpPr/>
      </dsp:nvSpPr>
      <dsp:spPr>
        <a:xfrm>
          <a:off x="982380" y="4256721"/>
          <a:ext cx="6234035" cy="8505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016" tIns="90016" rIns="90016" bIns="9001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900" kern="1200"/>
            <a:t>E-mail, Slack </a:t>
          </a:r>
          <a:r>
            <a:rPr lang="en-US" sz="1900" kern="1200"/>
            <a:t>-</a:t>
          </a:r>
          <a:r>
            <a:rPr lang="pl-PL" sz="1900" kern="1200"/>
            <a:t> niskie</a:t>
          </a:r>
          <a:endParaRPr lang="en-US" sz="1900" kern="1200"/>
        </a:p>
      </dsp:txBody>
      <dsp:txXfrm>
        <a:off x="982380" y="4256721"/>
        <a:ext cx="6234035" cy="850545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2D5AB32-83BB-4A11-A205-B9AEF0CFA8EA}">
      <dsp:nvSpPr>
        <dsp:cNvPr id="0" name=""/>
        <dsp:cNvSpPr/>
      </dsp:nvSpPr>
      <dsp:spPr>
        <a:xfrm>
          <a:off x="1935463" y="57185"/>
          <a:ext cx="1944000" cy="1944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E5DD3F-A37C-4019-92F8-CF98E886C8A9}">
      <dsp:nvSpPr>
        <dsp:cNvPr id="0" name=""/>
        <dsp:cNvSpPr/>
      </dsp:nvSpPr>
      <dsp:spPr>
        <a:xfrm>
          <a:off x="747463" y="2518974"/>
          <a:ext cx="4320000" cy="99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600" kern="1200" dirty="0"/>
            <a:t>Manifest Agile podkreśla, że</a:t>
          </a:r>
          <a:r>
            <a:rPr lang="en-US" sz="1600" kern="1200" dirty="0"/>
            <a:t> </a:t>
          </a:r>
          <a:r>
            <a:rPr lang="pl-PL" sz="1600" kern="1200" dirty="0"/>
            <a:t>interakcje międzyludzkie są ważniejsze niż procesy i narzędzia,</a:t>
          </a:r>
          <a:r>
            <a:rPr lang="en-US" sz="1600" kern="1200" dirty="0"/>
            <a:t> </a:t>
          </a:r>
          <a:r>
            <a:rPr lang="pl-PL" sz="1600" kern="1200" dirty="0"/>
            <a:t>ponieważ to ludzie tworzą wartość,</a:t>
          </a:r>
          <a:r>
            <a:rPr lang="en-US" sz="1600" kern="1200" dirty="0"/>
            <a:t> </a:t>
          </a:r>
          <a:r>
            <a:rPr lang="pl-PL" sz="1600" kern="1200" dirty="0"/>
            <a:t>a procesy są jedynie wsparciem pracy zespołu.</a:t>
          </a:r>
          <a:endParaRPr lang="en-US" sz="1600" kern="1200" dirty="0"/>
        </a:p>
      </dsp:txBody>
      <dsp:txXfrm>
        <a:off x="747463" y="2518974"/>
        <a:ext cx="4320000" cy="990000"/>
      </dsp:txXfrm>
    </dsp:sp>
    <dsp:sp modelId="{60879BE9-1CF7-4EA9-A13C-37F514A984D0}">
      <dsp:nvSpPr>
        <dsp:cNvPr id="0" name=""/>
        <dsp:cNvSpPr/>
      </dsp:nvSpPr>
      <dsp:spPr>
        <a:xfrm>
          <a:off x="7011464" y="57185"/>
          <a:ext cx="1944000" cy="1944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A4A220-A8CA-4730-A761-C15EC2534A9D}">
      <dsp:nvSpPr>
        <dsp:cNvPr id="0" name=""/>
        <dsp:cNvSpPr/>
      </dsp:nvSpPr>
      <dsp:spPr>
        <a:xfrm>
          <a:off x="5823464" y="2518974"/>
          <a:ext cx="4320000" cy="99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600" kern="1200" dirty="0"/>
            <a:t>Najważniejsza zasada Agile mówi jasno:</a:t>
          </a:r>
          <a:r>
            <a:rPr lang="en-US" sz="1600" kern="1200" dirty="0"/>
            <a:t> </a:t>
          </a:r>
          <a:r>
            <a:rPr lang="pl-PL" sz="1600" kern="1200" dirty="0"/>
            <a:t>to ludzie są najważniejsi, nie procesy</a:t>
          </a:r>
          <a:endParaRPr lang="en-US" sz="1600" kern="1200" dirty="0"/>
        </a:p>
      </dsp:txBody>
      <dsp:txXfrm>
        <a:off x="5823464" y="2518974"/>
        <a:ext cx="4320000" cy="990000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E42713D-1FC3-499B-8326-8153D42B259B}">
      <dsp:nvSpPr>
        <dsp:cNvPr id="0" name=""/>
        <dsp:cNvSpPr/>
      </dsp:nvSpPr>
      <dsp:spPr>
        <a:xfrm>
          <a:off x="549246" y="562158"/>
          <a:ext cx="1444591" cy="1444591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B1C59FE-DB4F-48CF-88CB-ABE5A06C99B5}">
      <dsp:nvSpPr>
        <dsp:cNvPr id="0" name=""/>
        <dsp:cNvSpPr/>
      </dsp:nvSpPr>
      <dsp:spPr>
        <a:xfrm>
          <a:off x="857109" y="870022"/>
          <a:ext cx="828864" cy="82886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D44E37-EB8B-4B3D-B3FB-9599FD67ED80}">
      <dsp:nvSpPr>
        <dsp:cNvPr id="0" name=""/>
        <dsp:cNvSpPr/>
      </dsp:nvSpPr>
      <dsp:spPr>
        <a:xfrm>
          <a:off x="87450" y="2456704"/>
          <a:ext cx="236818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pl-PL" sz="1700" kern="1200"/>
            <a:t>różny język specjalistyczny,</a:t>
          </a:r>
          <a:endParaRPr lang="en-US" sz="1700" kern="1200"/>
        </a:p>
      </dsp:txBody>
      <dsp:txXfrm>
        <a:off x="87450" y="2456704"/>
        <a:ext cx="2368183" cy="720000"/>
      </dsp:txXfrm>
    </dsp:sp>
    <dsp:sp modelId="{F0FE3C6C-0F7A-49ED-9C32-C136A31BF560}">
      <dsp:nvSpPr>
        <dsp:cNvPr id="0" name=""/>
        <dsp:cNvSpPr/>
      </dsp:nvSpPr>
      <dsp:spPr>
        <a:xfrm>
          <a:off x="3331861" y="562158"/>
          <a:ext cx="1444591" cy="1444591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C96B609-313E-4877-AA1C-F83BF2AB0FB6}">
      <dsp:nvSpPr>
        <dsp:cNvPr id="0" name=""/>
        <dsp:cNvSpPr/>
      </dsp:nvSpPr>
      <dsp:spPr>
        <a:xfrm>
          <a:off x="3639724" y="870022"/>
          <a:ext cx="828864" cy="82886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E83C37F-90FC-4CDC-AC66-FB604B3E9669}">
      <dsp:nvSpPr>
        <dsp:cNvPr id="0" name=""/>
        <dsp:cNvSpPr/>
      </dsp:nvSpPr>
      <dsp:spPr>
        <a:xfrm>
          <a:off x="2870065" y="2456704"/>
          <a:ext cx="236818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pl-PL" sz="1700" kern="1200"/>
            <a:t>brak zrozumienia kontekstu innych ról,</a:t>
          </a:r>
          <a:endParaRPr lang="en-US" sz="1700" kern="1200"/>
        </a:p>
      </dsp:txBody>
      <dsp:txXfrm>
        <a:off x="2870065" y="2456704"/>
        <a:ext cx="2368183" cy="720000"/>
      </dsp:txXfrm>
    </dsp:sp>
    <dsp:sp modelId="{73DB0D55-FC8B-4B92-A72D-885B4D29F8AE}">
      <dsp:nvSpPr>
        <dsp:cNvPr id="0" name=""/>
        <dsp:cNvSpPr/>
      </dsp:nvSpPr>
      <dsp:spPr>
        <a:xfrm>
          <a:off x="6114476" y="562158"/>
          <a:ext cx="1444591" cy="1444591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BAD8DF7-0F95-4FAE-8499-E1685B9C1985}">
      <dsp:nvSpPr>
        <dsp:cNvPr id="0" name=""/>
        <dsp:cNvSpPr/>
      </dsp:nvSpPr>
      <dsp:spPr>
        <a:xfrm>
          <a:off x="6422340" y="870022"/>
          <a:ext cx="828864" cy="82886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91336E-C9F4-4AC6-9408-7053898103FF}">
      <dsp:nvSpPr>
        <dsp:cNvPr id="0" name=""/>
        <dsp:cNvSpPr/>
      </dsp:nvSpPr>
      <dsp:spPr>
        <a:xfrm>
          <a:off x="5652680" y="2456704"/>
          <a:ext cx="236818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pl-PL" sz="1700" kern="1200"/>
            <a:t>różne cele i priorytety,</a:t>
          </a:r>
          <a:endParaRPr lang="en-US" sz="1700" kern="1200"/>
        </a:p>
      </dsp:txBody>
      <dsp:txXfrm>
        <a:off x="5652680" y="2456704"/>
        <a:ext cx="2368183" cy="720000"/>
      </dsp:txXfrm>
    </dsp:sp>
    <dsp:sp modelId="{BB6D6463-5200-4F88-AC7A-DA135D51C177}">
      <dsp:nvSpPr>
        <dsp:cNvPr id="0" name=""/>
        <dsp:cNvSpPr/>
      </dsp:nvSpPr>
      <dsp:spPr>
        <a:xfrm>
          <a:off x="8897091" y="562158"/>
          <a:ext cx="1444591" cy="1444591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3DFA456-7722-4EE5-A927-91A59BF7D6AB}">
      <dsp:nvSpPr>
        <dsp:cNvPr id="0" name=""/>
        <dsp:cNvSpPr/>
      </dsp:nvSpPr>
      <dsp:spPr>
        <a:xfrm>
          <a:off x="9204955" y="870022"/>
          <a:ext cx="828864" cy="82886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E957FE-ADEF-496C-9A2C-F3E79417FAE4}">
      <dsp:nvSpPr>
        <dsp:cNvPr id="0" name=""/>
        <dsp:cNvSpPr/>
      </dsp:nvSpPr>
      <dsp:spPr>
        <a:xfrm>
          <a:off x="8435295" y="2456704"/>
          <a:ext cx="236818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pl-PL" sz="1700" kern="1200"/>
            <a:t>nadmiar technicznego żargonu.</a:t>
          </a:r>
          <a:endParaRPr lang="en-US" sz="1700" kern="1200"/>
        </a:p>
      </dsp:txBody>
      <dsp:txXfrm>
        <a:off x="8435295" y="2456704"/>
        <a:ext cx="2368183" cy="720000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F72FA4-7064-457E-B3C2-8AD1244E2570}">
      <dsp:nvSpPr>
        <dsp:cNvPr id="0" name=""/>
        <dsp:cNvSpPr/>
      </dsp:nvSpPr>
      <dsp:spPr>
        <a:xfrm>
          <a:off x="0" y="0"/>
          <a:ext cx="8386015" cy="67299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300" kern="1200"/>
            <a:t>Retrospektywa to spotkanie zespołu, którego celem jest:</a:t>
          </a:r>
          <a:endParaRPr lang="en-US" sz="2300" kern="1200"/>
        </a:p>
      </dsp:txBody>
      <dsp:txXfrm>
        <a:off x="19711" y="19711"/>
        <a:ext cx="7581061" cy="633573"/>
      </dsp:txXfrm>
    </dsp:sp>
    <dsp:sp modelId="{4492F957-6BB1-4484-802B-C92A30098682}">
      <dsp:nvSpPr>
        <dsp:cNvPr id="0" name=""/>
        <dsp:cNvSpPr/>
      </dsp:nvSpPr>
      <dsp:spPr>
        <a:xfrm>
          <a:off x="626228" y="766466"/>
          <a:ext cx="8386015" cy="672995"/>
        </a:xfrm>
        <a:prstGeom prst="roundRect">
          <a:avLst>
            <a:gd name="adj" fmla="val 10000"/>
          </a:avLst>
        </a:prstGeom>
        <a:solidFill>
          <a:schemeClr val="accent2">
            <a:hueOff val="1768024"/>
            <a:satOff val="-6660"/>
            <a:lumOff val="558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300" kern="1200"/>
            <a:t>analiza sposobu pracy,</a:t>
          </a:r>
          <a:endParaRPr lang="en-US" sz="2300" kern="1200"/>
        </a:p>
      </dsp:txBody>
      <dsp:txXfrm>
        <a:off x="645939" y="786177"/>
        <a:ext cx="7282917" cy="633573"/>
      </dsp:txXfrm>
    </dsp:sp>
    <dsp:sp modelId="{F6E23351-1C14-4238-9411-02856F4F193C}">
      <dsp:nvSpPr>
        <dsp:cNvPr id="0" name=""/>
        <dsp:cNvSpPr/>
      </dsp:nvSpPr>
      <dsp:spPr>
        <a:xfrm>
          <a:off x="1252456" y="1532933"/>
          <a:ext cx="8386015" cy="672995"/>
        </a:xfrm>
        <a:prstGeom prst="roundRect">
          <a:avLst>
            <a:gd name="adj" fmla="val 10000"/>
          </a:avLst>
        </a:prstGeom>
        <a:solidFill>
          <a:schemeClr val="accent2">
            <a:hueOff val="3536049"/>
            <a:satOff val="-13319"/>
            <a:lumOff val="1117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300" kern="1200"/>
            <a:t>identyfikacja problemów,</a:t>
          </a:r>
          <a:endParaRPr lang="en-US" sz="2300" kern="1200"/>
        </a:p>
      </dsp:txBody>
      <dsp:txXfrm>
        <a:off x="1272167" y="1552644"/>
        <a:ext cx="7282917" cy="633573"/>
      </dsp:txXfrm>
    </dsp:sp>
    <dsp:sp modelId="{4BAC8BC1-9BEE-4985-89FE-813E418354F1}">
      <dsp:nvSpPr>
        <dsp:cNvPr id="0" name=""/>
        <dsp:cNvSpPr/>
      </dsp:nvSpPr>
      <dsp:spPr>
        <a:xfrm>
          <a:off x="1878685" y="2299400"/>
          <a:ext cx="8386015" cy="672995"/>
        </a:xfrm>
        <a:prstGeom prst="roundRect">
          <a:avLst>
            <a:gd name="adj" fmla="val 10000"/>
          </a:avLst>
        </a:prstGeom>
        <a:solidFill>
          <a:schemeClr val="accent2">
            <a:hueOff val="5304073"/>
            <a:satOff val="-19979"/>
            <a:lumOff val="16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300" kern="1200"/>
            <a:t>wyciąganie wniosków,</a:t>
          </a:r>
          <a:endParaRPr lang="en-US" sz="2300" kern="1200"/>
        </a:p>
      </dsp:txBody>
      <dsp:txXfrm>
        <a:off x="1898396" y="2319111"/>
        <a:ext cx="7282917" cy="633573"/>
      </dsp:txXfrm>
    </dsp:sp>
    <dsp:sp modelId="{9EE8703F-A1ED-4F83-B4B5-24F80BB6B0C4}">
      <dsp:nvSpPr>
        <dsp:cNvPr id="0" name=""/>
        <dsp:cNvSpPr/>
      </dsp:nvSpPr>
      <dsp:spPr>
        <a:xfrm>
          <a:off x="2504913" y="3065867"/>
          <a:ext cx="8386015" cy="672995"/>
        </a:xfrm>
        <a:prstGeom prst="roundRect">
          <a:avLst>
            <a:gd name="adj" fmla="val 10000"/>
          </a:avLst>
        </a:prstGeom>
        <a:solidFill>
          <a:schemeClr val="accent2">
            <a:hueOff val="7072097"/>
            <a:satOff val="-26638"/>
            <a:lumOff val="2235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300" kern="1200"/>
            <a:t>wprowadzanie usprawnień.</a:t>
          </a:r>
          <a:endParaRPr lang="en-US" sz="2300" kern="1200"/>
        </a:p>
      </dsp:txBody>
      <dsp:txXfrm>
        <a:off x="2524624" y="3085578"/>
        <a:ext cx="7282917" cy="633573"/>
      </dsp:txXfrm>
    </dsp:sp>
    <dsp:sp modelId="{42BF08F4-936A-4610-AAC4-C81D880B8E60}">
      <dsp:nvSpPr>
        <dsp:cNvPr id="0" name=""/>
        <dsp:cNvSpPr/>
      </dsp:nvSpPr>
      <dsp:spPr>
        <a:xfrm>
          <a:off x="7948568" y="491660"/>
          <a:ext cx="437446" cy="437446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8046993" y="491660"/>
        <a:ext cx="240596" cy="329178"/>
      </dsp:txXfrm>
    </dsp:sp>
    <dsp:sp modelId="{EB49A6FC-684E-4DAA-9C4E-94E7593442BE}">
      <dsp:nvSpPr>
        <dsp:cNvPr id="0" name=""/>
        <dsp:cNvSpPr/>
      </dsp:nvSpPr>
      <dsp:spPr>
        <a:xfrm>
          <a:off x="8574796" y="1258127"/>
          <a:ext cx="437446" cy="437446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2471626"/>
            <a:satOff val="-2469"/>
            <a:lumOff val="1138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2471626"/>
              <a:satOff val="-2469"/>
              <a:lumOff val="113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8673221" y="1258127"/>
        <a:ext cx="240596" cy="329178"/>
      </dsp:txXfrm>
    </dsp:sp>
    <dsp:sp modelId="{9613CE09-8704-4ABA-AF93-CAF5BA512E88}">
      <dsp:nvSpPr>
        <dsp:cNvPr id="0" name=""/>
        <dsp:cNvSpPr/>
      </dsp:nvSpPr>
      <dsp:spPr>
        <a:xfrm>
          <a:off x="9201025" y="2013377"/>
          <a:ext cx="437446" cy="437446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4943252"/>
            <a:satOff val="-4937"/>
            <a:lumOff val="2276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4943252"/>
              <a:satOff val="-4937"/>
              <a:lumOff val="227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9299450" y="2013377"/>
        <a:ext cx="240596" cy="329178"/>
      </dsp:txXfrm>
    </dsp:sp>
    <dsp:sp modelId="{5D9368C2-7959-417F-8FF3-9AE2B4A80C84}">
      <dsp:nvSpPr>
        <dsp:cNvPr id="0" name=""/>
        <dsp:cNvSpPr/>
      </dsp:nvSpPr>
      <dsp:spPr>
        <a:xfrm>
          <a:off x="9827253" y="2787322"/>
          <a:ext cx="437446" cy="437446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7414877"/>
            <a:satOff val="-7406"/>
            <a:lumOff val="3414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7414877"/>
              <a:satOff val="-7406"/>
              <a:lumOff val="341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9925678" y="2787322"/>
        <a:ext cx="240596" cy="329178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E8DF78C-0D64-4CEE-B83E-84F16E4331A8}">
      <dsp:nvSpPr>
        <dsp:cNvPr id="0" name=""/>
        <dsp:cNvSpPr/>
      </dsp:nvSpPr>
      <dsp:spPr>
        <a:xfrm>
          <a:off x="3403" y="0"/>
          <a:ext cx="5232751" cy="3738868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6880" tIns="0" rIns="516880" bIns="33020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400" kern="1200" dirty="0"/>
            <a:t>Czym jest </a:t>
          </a:r>
          <a:r>
            <a:rPr lang="pl-PL" sz="2400" kern="1200" dirty="0" err="1"/>
            <a:t>interdependence</a:t>
          </a:r>
          <a:r>
            <a:rPr lang="pl-PL" sz="2400" kern="1200" dirty="0"/>
            <a:t>?</a:t>
          </a:r>
          <a:endParaRPr lang="en-US" sz="24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l-PL" sz="1900" kern="1200"/>
            <a:t>członkowie zespołu są od siebie zależni,</a:t>
          </a:r>
          <a:endParaRPr lang="en-US" sz="1900" kern="120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l-PL" sz="1900" kern="1200"/>
            <a:t>wynik jednej osoby wpływa na innych,</a:t>
          </a:r>
          <a:endParaRPr lang="en-US" sz="1900" kern="120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l-PL" sz="1900" kern="1200"/>
            <a:t>sukces projektu zależy od współpracy.</a:t>
          </a:r>
          <a:endParaRPr lang="en-US" sz="1900" kern="1200"/>
        </a:p>
      </dsp:txBody>
      <dsp:txXfrm>
        <a:off x="3403" y="1495547"/>
        <a:ext cx="5232751" cy="2243320"/>
      </dsp:txXfrm>
    </dsp:sp>
    <dsp:sp modelId="{A855A227-10D1-4741-9EF2-D1DF42BCA19A}">
      <dsp:nvSpPr>
        <dsp:cNvPr id="0" name=""/>
        <dsp:cNvSpPr/>
      </dsp:nvSpPr>
      <dsp:spPr>
        <a:xfrm>
          <a:off x="3403" y="0"/>
          <a:ext cx="5232751" cy="1495547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6880" tIns="165100" rIns="516880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01</a:t>
          </a:r>
        </a:p>
      </dsp:txBody>
      <dsp:txXfrm>
        <a:off x="3403" y="0"/>
        <a:ext cx="5232751" cy="1495547"/>
      </dsp:txXfrm>
    </dsp:sp>
    <dsp:sp modelId="{A5601995-41E0-4B11-8D27-EC0304065420}">
      <dsp:nvSpPr>
        <dsp:cNvPr id="0" name=""/>
        <dsp:cNvSpPr/>
      </dsp:nvSpPr>
      <dsp:spPr>
        <a:xfrm>
          <a:off x="5654774" y="0"/>
          <a:ext cx="5232751" cy="3738868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6880" tIns="0" rIns="516880" bIns="33020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400" kern="1200"/>
            <a:t>W prawdziwym zespole nikt nie działa w izolacji. Każde działanie wpływa na innych.</a:t>
          </a:r>
          <a:endParaRPr lang="en-US" sz="2400" kern="1200"/>
        </a:p>
      </dsp:txBody>
      <dsp:txXfrm>
        <a:off x="5654774" y="1495547"/>
        <a:ext cx="5232751" cy="2243320"/>
      </dsp:txXfrm>
    </dsp:sp>
    <dsp:sp modelId="{36B0D331-2350-498C-87FA-82EE34E3D115}">
      <dsp:nvSpPr>
        <dsp:cNvPr id="0" name=""/>
        <dsp:cNvSpPr/>
      </dsp:nvSpPr>
      <dsp:spPr>
        <a:xfrm>
          <a:off x="5654774" y="0"/>
          <a:ext cx="5232751" cy="1495547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6880" tIns="165100" rIns="516880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02</a:t>
          </a:r>
        </a:p>
      </dsp:txBody>
      <dsp:txXfrm>
        <a:off x="5654774" y="0"/>
        <a:ext cx="5232751" cy="149554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Symbol zastępczy daty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B365DF-0924-4632-A80A-9563FC3A2595}" type="datetimeFigureOut">
              <a:rPr lang="pl-PL" smtClean="0"/>
              <a:t>25.03.2026</a:t>
            </a:fld>
            <a:endParaRPr lang="pl-PL"/>
          </a:p>
        </p:txBody>
      </p:sp>
      <p:sp>
        <p:nvSpPr>
          <p:cNvPr id="4" name="Symbol zastępczy obrazu slajd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l-PL"/>
          </a:p>
        </p:txBody>
      </p:sp>
      <p:sp>
        <p:nvSpPr>
          <p:cNvPr id="5" name="Symbol zastępczy notatek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73E27A-E070-4AD0-85DB-BAF92CEF18C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324925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Na </a:t>
            </a:r>
            <a:r>
              <a:rPr lang="en-US" dirty="0" err="1"/>
              <a:t>podstawie</a:t>
            </a:r>
            <a:r>
              <a:rPr lang="en-US" dirty="0"/>
              <a:t> </a:t>
            </a:r>
            <a:r>
              <a:rPr lang="en-US" dirty="0" err="1"/>
              <a:t>tej</a:t>
            </a:r>
            <a:r>
              <a:rPr lang="en-US" dirty="0"/>
              <a:t> </a:t>
            </a:r>
            <a:r>
              <a:rPr lang="en-US" dirty="0" err="1"/>
              <a:t>fikcyjnej</a:t>
            </a:r>
            <a:r>
              <a:rPr lang="en-US" dirty="0"/>
              <a:t> </a:t>
            </a:r>
            <a:r>
              <a:rPr lang="en-US" dirty="0" err="1"/>
              <a:t>firmy</a:t>
            </a:r>
            <a:r>
              <a:rPr lang="en-US" dirty="0"/>
              <a:t> </a:t>
            </a:r>
            <a:r>
              <a:rPr lang="en-US" dirty="0" err="1"/>
              <a:t>zaprezentuję</a:t>
            </a:r>
            <a:r>
              <a:rPr lang="en-US" dirty="0"/>
              <a:t> </a:t>
            </a:r>
            <a:r>
              <a:rPr lang="en-US" dirty="0" err="1"/>
              <a:t>najważniejsze</a:t>
            </a:r>
            <a:r>
              <a:rPr lang="en-US" dirty="0"/>
              <a:t> </a:t>
            </a:r>
            <a:r>
              <a:rPr lang="en-US" dirty="0" err="1"/>
              <a:t>informacje</a:t>
            </a:r>
            <a:r>
              <a:rPr lang="en-US" dirty="0"/>
              <a:t> </a:t>
            </a:r>
            <a:r>
              <a:rPr lang="en-US" dirty="0" err="1"/>
              <a:t>związane</a:t>
            </a:r>
            <a:r>
              <a:rPr lang="en-US" dirty="0"/>
              <a:t> z </a:t>
            </a:r>
            <a:r>
              <a:rPr lang="en-US" dirty="0" err="1"/>
              <a:t>dynamiką</a:t>
            </a:r>
            <a:r>
              <a:rPr lang="en-US" dirty="0"/>
              <a:t> </a:t>
            </a:r>
            <a:r>
              <a:rPr lang="en-US" dirty="0" err="1"/>
              <a:t>współpracy</a:t>
            </a:r>
            <a:r>
              <a:rPr lang="en-US" dirty="0"/>
              <a:t> w </a:t>
            </a:r>
            <a:r>
              <a:rPr lang="en-US" dirty="0" err="1"/>
              <a:t>projekcie</a:t>
            </a:r>
            <a:r>
              <a:rPr lang="en-US" dirty="0"/>
              <a:t> IT.</a:t>
            </a:r>
          </a:p>
          <a:p>
            <a:endParaRPr lang="en-US" dirty="0"/>
          </a:p>
          <a:p>
            <a:r>
              <a:rPr lang="pl-PL" dirty="0"/>
              <a:t>Wyobraźmy sobie firmę </a:t>
            </a:r>
            <a:r>
              <a:rPr lang="en-US" dirty="0"/>
              <a:t>Filip</a:t>
            </a:r>
            <a:r>
              <a:rPr lang="pl-PL" dirty="0"/>
              <a:t>Tech, która tworzy nową aplikację. Zostaje powołany </a:t>
            </a:r>
            <a:r>
              <a:rPr lang="en-US" dirty="0"/>
              <a:t>w </a:t>
            </a:r>
            <a:r>
              <a:rPr lang="en-US" dirty="0" err="1"/>
              <a:t>niej</a:t>
            </a:r>
            <a:r>
              <a:rPr lang="en-US" dirty="0"/>
              <a:t> </a:t>
            </a:r>
            <a:r>
              <a:rPr lang="en-US" dirty="0" err="1"/>
              <a:t>nowy</a:t>
            </a:r>
            <a:r>
              <a:rPr lang="en-US" dirty="0"/>
              <a:t> </a:t>
            </a:r>
            <a:r>
              <a:rPr lang="pl-PL" dirty="0"/>
              <a:t>zespół, ale jego członkowie wcześniej ze sobą nie pracowali. Na tym etapie nie mamy jeszcze zespołu</a:t>
            </a:r>
            <a:r>
              <a:rPr lang="en-US" dirty="0"/>
              <a:t>,</a:t>
            </a:r>
            <a:r>
              <a:rPr lang="pl-PL" dirty="0"/>
              <a:t> mamy </a:t>
            </a:r>
            <a:r>
              <a:rPr lang="en-US" dirty="0"/>
              <a:t>po </a:t>
            </a:r>
            <a:r>
              <a:rPr lang="en-US" dirty="0" err="1"/>
              <a:t>prostu</a:t>
            </a:r>
            <a:r>
              <a:rPr lang="en-US" dirty="0"/>
              <a:t> </a:t>
            </a:r>
            <a:r>
              <a:rPr lang="pl-PL" dirty="0"/>
              <a:t>grupę ludzi</a:t>
            </a:r>
            <a:r>
              <a:rPr lang="en-US" dirty="0"/>
              <a:t> (</a:t>
            </a:r>
            <a:r>
              <a:rPr lang="en-US" dirty="0" err="1"/>
              <a:t>którzy</a:t>
            </a:r>
            <a:r>
              <a:rPr lang="en-US" dirty="0"/>
              <a:t> </a:t>
            </a:r>
            <a:r>
              <a:rPr lang="en-US" dirty="0" err="1"/>
              <a:t>prawdopodobnie</a:t>
            </a:r>
            <a:r>
              <a:rPr lang="en-US" dirty="0"/>
              <a:t> </a:t>
            </a:r>
            <a:r>
              <a:rPr lang="en-US" dirty="0" err="1"/>
              <a:t>nawet</a:t>
            </a:r>
            <a:r>
              <a:rPr lang="en-US" dirty="0"/>
              <a:t> </a:t>
            </a:r>
            <a:r>
              <a:rPr lang="en-US" dirty="0" err="1"/>
              <a:t>dobrze</a:t>
            </a:r>
            <a:r>
              <a:rPr lang="en-US" dirty="0"/>
              <a:t> się nie </a:t>
            </a:r>
            <a:r>
              <a:rPr lang="en-US" dirty="0" err="1"/>
              <a:t>znają</a:t>
            </a:r>
            <a:r>
              <a:rPr lang="en-US" dirty="0"/>
              <a:t>)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73E27A-E070-4AD0-85DB-BAF92CEF18C5}" type="slidenum">
              <a:rPr lang="pl-PL" smtClean="0"/>
              <a:t>2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5102168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Grupa to po prostu ludzie pracujący razem, ale niekoniecznie współpracujący. Każdy skupia się na swoim zadaniu i swoich celach</a:t>
            </a:r>
            <a:endParaRPr lang="en-US" dirty="0"/>
          </a:p>
          <a:p>
            <a:endParaRPr lang="en-US" dirty="0"/>
          </a:p>
          <a:p>
            <a:r>
              <a:rPr lang="pl-PL" dirty="0"/>
              <a:t>https://asana.com/pl/resources/group-vs-team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73E27A-E070-4AD0-85DB-BAF92CEF18C5}" type="slidenum">
              <a:rPr lang="pl-PL" smtClean="0"/>
              <a:t>3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3546663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Zespół to coś więcej niż grupa. To ludzie, którzy nie tylko pracują razem, ale też wspólnie odpowiadają za efekt końcowy.</a:t>
            </a:r>
            <a:endParaRPr lang="en-US" dirty="0"/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https://asana.com/pl/resources/group-vs-team</a:t>
            </a:r>
          </a:p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73E27A-E070-4AD0-85DB-BAF92CEF18C5}" type="slidenum">
              <a:rPr lang="pl-PL" smtClean="0"/>
              <a:t>4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028570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Najważniejsza różnica</a:t>
            </a:r>
            <a:r>
              <a:rPr lang="en-US" dirty="0"/>
              <a:t> aby </a:t>
            </a:r>
            <a:r>
              <a:rPr lang="en-US" dirty="0" err="1"/>
              <a:t>rozróżnić</a:t>
            </a:r>
            <a:r>
              <a:rPr lang="en-US" dirty="0"/>
              <a:t> </a:t>
            </a:r>
            <a:r>
              <a:rPr lang="en-US" dirty="0" err="1"/>
              <a:t>grupę</a:t>
            </a:r>
            <a:r>
              <a:rPr lang="en-US" dirty="0"/>
              <a:t> od </a:t>
            </a:r>
            <a:r>
              <a:rPr lang="en-US" dirty="0" err="1"/>
              <a:t>zespołu</a:t>
            </a:r>
            <a:r>
              <a:rPr lang="pl-PL" dirty="0"/>
              <a:t> to sposób myślenia:</a:t>
            </a:r>
            <a:r>
              <a:rPr lang="en-US" dirty="0"/>
              <a:t> </a:t>
            </a:r>
            <a:r>
              <a:rPr lang="pl-PL" dirty="0"/>
              <a:t>w grupie dominuje </a:t>
            </a:r>
            <a:r>
              <a:rPr lang="en-US" dirty="0"/>
              <a:t>“</a:t>
            </a:r>
            <a:r>
              <a:rPr lang="pl-PL" dirty="0"/>
              <a:t>ja</a:t>
            </a:r>
            <a:r>
              <a:rPr lang="en-US" dirty="0"/>
              <a:t>”</a:t>
            </a:r>
            <a:r>
              <a:rPr lang="pl-PL" dirty="0"/>
              <a:t>, a w zespole </a:t>
            </a:r>
            <a:r>
              <a:rPr lang="en-US" dirty="0"/>
              <a:t>“</a:t>
            </a:r>
            <a:r>
              <a:rPr lang="pl-PL" dirty="0"/>
              <a:t>my</a:t>
            </a:r>
            <a:r>
              <a:rPr lang="en-US" dirty="0"/>
              <a:t>”</a:t>
            </a:r>
          </a:p>
          <a:p>
            <a:endParaRPr lang="en-US" dirty="0"/>
          </a:p>
          <a:p>
            <a:r>
              <a:rPr lang="pl-PL" dirty="0"/>
              <a:t>Zespół </a:t>
            </a:r>
            <a:r>
              <a:rPr lang="en-US" dirty="0"/>
              <a:t>Filip</a:t>
            </a:r>
            <a:r>
              <a:rPr lang="pl-PL" dirty="0"/>
              <a:t>Tech na starcie</a:t>
            </a:r>
            <a:r>
              <a:rPr lang="en-US" dirty="0"/>
              <a:t> to </a:t>
            </a:r>
            <a:r>
              <a:rPr lang="pl-PL" dirty="0"/>
              <a:t>brak zaufania </a:t>
            </a:r>
            <a:r>
              <a:rPr lang="en-US" dirty="0"/>
              <a:t>, </a:t>
            </a:r>
            <a:r>
              <a:rPr lang="pl-PL" dirty="0"/>
              <a:t>brak wspólnych zasad</a:t>
            </a:r>
            <a:r>
              <a:rPr lang="en-US" dirty="0"/>
              <a:t>, </a:t>
            </a:r>
            <a:r>
              <a:rPr lang="pl-PL" dirty="0"/>
              <a:t>każdy pracuje osobno</a:t>
            </a:r>
            <a:r>
              <a:rPr lang="en-US" dirty="0"/>
              <a:t>, być </a:t>
            </a:r>
            <a:r>
              <a:rPr lang="en-US" dirty="0" err="1"/>
              <a:t>może</a:t>
            </a:r>
            <a:r>
              <a:rPr lang="en-US" dirty="0"/>
              <a:t> </a:t>
            </a:r>
            <a:r>
              <a:rPr lang="pl-PL" dirty="0"/>
              <a:t>pojawiają się pierwsze napięcia</a:t>
            </a:r>
            <a:r>
              <a:rPr lang="en-US" dirty="0"/>
              <a:t>. Jest to </a:t>
            </a:r>
            <a:r>
              <a:rPr lang="en-US" dirty="0" err="1"/>
              <a:t>zdecydowanie</a:t>
            </a:r>
            <a:r>
              <a:rPr lang="en-US" dirty="0"/>
              <a:t> </a:t>
            </a:r>
            <a:r>
              <a:rPr lang="en-US" dirty="0" err="1"/>
              <a:t>grupa</a:t>
            </a:r>
            <a:r>
              <a:rPr lang="en-US" dirty="0"/>
              <a:t> </a:t>
            </a:r>
            <a:r>
              <a:rPr lang="en-US" dirty="0" err="1"/>
              <a:t>osób</a:t>
            </a:r>
            <a:endParaRPr lang="pl-PL" dirty="0"/>
          </a:p>
          <a:p>
            <a:endParaRPr lang="en-US" dirty="0"/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https://asana.com/pl/resources/group-vs-team</a:t>
            </a:r>
          </a:p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73E27A-E070-4AD0-85DB-BAF92CEF18C5}" type="slidenum">
              <a:rPr lang="pl-PL" smtClean="0"/>
              <a:t>5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5003722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Fazy rozwoju zespołu:</a:t>
            </a:r>
          </a:p>
          <a:p>
            <a:r>
              <a:rPr lang="en-US" dirty="0"/>
              <a:t>- </a:t>
            </a:r>
            <a:r>
              <a:rPr lang="pl-PL" dirty="0"/>
              <a:t>Forming </a:t>
            </a:r>
          </a:p>
          <a:p>
            <a:r>
              <a:rPr lang="en-US" dirty="0"/>
              <a:t>- </a:t>
            </a:r>
            <a:r>
              <a:rPr lang="pl-PL" dirty="0" err="1"/>
              <a:t>Storming</a:t>
            </a:r>
            <a:r>
              <a:rPr lang="pl-PL" dirty="0"/>
              <a:t> </a:t>
            </a:r>
          </a:p>
          <a:p>
            <a:r>
              <a:rPr lang="en-US" dirty="0"/>
              <a:t>- </a:t>
            </a:r>
            <a:r>
              <a:rPr lang="pl-PL" dirty="0" err="1"/>
              <a:t>Norming</a:t>
            </a:r>
            <a:r>
              <a:rPr lang="pl-PL" dirty="0"/>
              <a:t> </a:t>
            </a:r>
          </a:p>
          <a:p>
            <a:pPr marL="171450" indent="-171450">
              <a:buFontTx/>
              <a:buChar char="-"/>
            </a:pPr>
            <a:r>
              <a:rPr lang="pl-PL" dirty="0"/>
              <a:t>Performing</a:t>
            </a:r>
            <a:endParaRPr lang="en-US" dirty="0"/>
          </a:p>
          <a:p>
            <a:pPr marL="171450" indent="-171450">
              <a:buFontTx/>
              <a:buChar char="-"/>
            </a:pPr>
            <a:endParaRPr lang="en-US" dirty="0"/>
          </a:p>
          <a:p>
            <a:r>
              <a:rPr lang="en-US" dirty="0"/>
              <a:t>W </a:t>
            </a:r>
            <a:r>
              <a:rPr lang="en-US" dirty="0" err="1"/>
              <a:t>kontekście</a:t>
            </a:r>
            <a:r>
              <a:rPr lang="en-US" dirty="0"/>
              <a:t> </a:t>
            </a:r>
            <a:r>
              <a:rPr lang="en-US" dirty="0" err="1"/>
              <a:t>FilipTech</a:t>
            </a:r>
            <a:r>
              <a:rPr lang="en-US" dirty="0"/>
              <a:t>:</a:t>
            </a:r>
            <a:br>
              <a:rPr lang="en-US" dirty="0"/>
            </a:br>
            <a:r>
              <a:rPr lang="pl-PL" dirty="0"/>
              <a:t>Forming </a:t>
            </a:r>
            <a:r>
              <a:rPr lang="en-US" dirty="0"/>
              <a:t>-&gt;</a:t>
            </a:r>
            <a:r>
              <a:rPr lang="pl-PL" dirty="0"/>
              <a:t> pierwsze spotkania</a:t>
            </a:r>
            <a:r>
              <a:rPr lang="en-US" dirty="0"/>
              <a:t>, </a:t>
            </a:r>
            <a:r>
              <a:rPr lang="en-US" dirty="0" err="1"/>
              <a:t>poznawanie</a:t>
            </a:r>
            <a:r>
              <a:rPr lang="en-US" dirty="0"/>
              <a:t> się…</a:t>
            </a:r>
            <a:endParaRPr lang="pl-PL" dirty="0"/>
          </a:p>
          <a:p>
            <a:r>
              <a:rPr lang="pl-PL" dirty="0" err="1"/>
              <a:t>Storming</a:t>
            </a:r>
            <a:r>
              <a:rPr lang="pl-PL" dirty="0"/>
              <a:t> </a:t>
            </a:r>
            <a:r>
              <a:rPr lang="en-US" dirty="0"/>
              <a:t>-&gt;</a:t>
            </a:r>
            <a:r>
              <a:rPr lang="pl-PL" dirty="0"/>
              <a:t> </a:t>
            </a:r>
            <a:r>
              <a:rPr lang="en-US" dirty="0" err="1"/>
              <a:t>pierwsze</a:t>
            </a:r>
            <a:r>
              <a:rPr lang="en-US" dirty="0"/>
              <a:t> </a:t>
            </a:r>
            <a:r>
              <a:rPr lang="pl-PL" dirty="0"/>
              <a:t>konflikty między </a:t>
            </a:r>
            <a:r>
              <a:rPr lang="en-US" dirty="0"/>
              <a:t>np. </a:t>
            </a:r>
            <a:r>
              <a:rPr lang="pl-PL" dirty="0" err="1"/>
              <a:t>dev</a:t>
            </a:r>
            <a:r>
              <a:rPr lang="pl-PL" dirty="0"/>
              <a:t> i QA </a:t>
            </a:r>
          </a:p>
          <a:p>
            <a:r>
              <a:rPr lang="pl-PL" dirty="0" err="1"/>
              <a:t>Norming</a:t>
            </a:r>
            <a:r>
              <a:rPr lang="pl-PL" dirty="0"/>
              <a:t> </a:t>
            </a:r>
            <a:r>
              <a:rPr lang="en-US" dirty="0"/>
              <a:t>-&gt;</a:t>
            </a:r>
            <a:r>
              <a:rPr lang="pl-PL" dirty="0"/>
              <a:t> ustaleni</a:t>
            </a:r>
            <a:r>
              <a:rPr lang="en-US" dirty="0"/>
              <a:t>e </a:t>
            </a:r>
            <a:r>
              <a:rPr lang="en-US" dirty="0" err="1"/>
              <a:t>zasad</a:t>
            </a:r>
            <a:r>
              <a:rPr lang="en-US" dirty="0"/>
              <a:t> </a:t>
            </a:r>
            <a:r>
              <a:rPr lang="en-US" dirty="0" err="1"/>
              <a:t>współpracy</a:t>
            </a:r>
            <a:endParaRPr lang="pl-PL" dirty="0"/>
          </a:p>
          <a:p>
            <a:r>
              <a:rPr lang="pl-PL" dirty="0"/>
              <a:t>Performing </a:t>
            </a:r>
            <a:r>
              <a:rPr lang="en-US" dirty="0"/>
              <a:t>-&gt;</a:t>
            </a:r>
            <a:r>
              <a:rPr lang="pl-PL" dirty="0"/>
              <a:t> sprawna współpraca</a:t>
            </a:r>
            <a:r>
              <a:rPr lang="en-US" dirty="0"/>
              <a:t>, rozwój </a:t>
            </a:r>
            <a:r>
              <a:rPr lang="en-US" dirty="0" err="1"/>
              <a:t>projektu</a:t>
            </a:r>
            <a:endParaRPr lang="pl-PL" dirty="0"/>
          </a:p>
          <a:p>
            <a:endParaRPr lang="en-US" dirty="0"/>
          </a:p>
          <a:p>
            <a:r>
              <a:rPr lang="pl-PL" dirty="0"/>
              <a:t>https://www.archimetric.com/pl/tuckman-fsnp-forming-storming-norming-performing-adjourning/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73E27A-E070-4AD0-85DB-BAF92CEF18C5}" type="slidenum">
              <a:rPr lang="pl-PL" smtClean="0"/>
              <a:t>6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0782947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Na początku wszyscy są ostrożni. Ludzie się poznają i unikają konfliktów.</a:t>
            </a:r>
            <a:endParaRPr lang="en-US" dirty="0"/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https://www.archimetric.com/pl/tuckman-fsnp-forming-storming-norming-performing-adjourning/</a:t>
            </a:r>
          </a:p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73E27A-E070-4AD0-85DB-BAF92CEF18C5}" type="slidenum">
              <a:rPr lang="pl-PL" smtClean="0"/>
              <a:t>7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4862628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To najtrudniejszy etap. Pojawiają się konflikty, bo ludzie zaczynają wyrażać swoje zdanie</a:t>
            </a:r>
            <a:r>
              <a:rPr lang="en-US" dirty="0"/>
              <a:t>, </a:t>
            </a:r>
            <a:r>
              <a:rPr lang="en-US" dirty="0" err="1"/>
              <a:t>często</a:t>
            </a:r>
            <a:r>
              <a:rPr lang="en-US" dirty="0"/>
              <a:t> </a:t>
            </a:r>
            <a:r>
              <a:rPr lang="en-US" dirty="0" err="1"/>
              <a:t>sprzerzcne</a:t>
            </a:r>
            <a:r>
              <a:rPr lang="en-US" dirty="0"/>
              <a:t> z </a:t>
            </a:r>
            <a:r>
              <a:rPr lang="en-US" dirty="0" err="1"/>
              <a:t>wizją</a:t>
            </a:r>
            <a:r>
              <a:rPr lang="en-US" dirty="0"/>
              <a:t> </a:t>
            </a:r>
            <a:r>
              <a:rPr lang="en-US" dirty="0" err="1"/>
              <a:t>innych</a:t>
            </a:r>
            <a:endParaRPr lang="en-US" dirty="0"/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https://www.archimetric.com/pl/tuckman-fsnp-forming-storming-norming-performing-adjourning/</a:t>
            </a:r>
          </a:p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73E27A-E070-4AD0-85DB-BAF92CEF18C5}" type="slidenum">
              <a:rPr lang="pl-PL" smtClean="0"/>
              <a:t>8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0356977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Zespół zaczyna się stabilizować. Powstają normy i sposób współpracy</a:t>
            </a:r>
            <a:r>
              <a:rPr lang="en-US" dirty="0"/>
              <a:t>. </a:t>
            </a:r>
            <a:r>
              <a:rPr lang="en-US" dirty="0" err="1"/>
              <a:t>Pracownicy</a:t>
            </a:r>
            <a:r>
              <a:rPr lang="en-US" dirty="0"/>
              <a:t> się </a:t>
            </a:r>
            <a:r>
              <a:rPr lang="en-US" dirty="0" err="1"/>
              <a:t>przyzwyczajają</a:t>
            </a:r>
            <a:r>
              <a:rPr lang="en-US" dirty="0"/>
              <a:t>.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https://www.archimetric.com/pl/tuckman-fsnp-forming-storming-norming-performing-adjourning/</a:t>
            </a:r>
          </a:p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73E27A-E070-4AD0-85DB-BAF92CEF18C5}" type="slidenum">
              <a:rPr lang="pl-PL" smtClean="0"/>
              <a:t>9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4747564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To moment, w którym zespół działa najlepiej. Skupia się na wynikach i działa sprawnie</a:t>
            </a:r>
            <a:endParaRPr lang="en-US" dirty="0"/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https://www.archimetric.com/pl/tuckman-fsnp-forming-storming-norming-performing-adjourning/</a:t>
            </a:r>
          </a:p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73E27A-E070-4AD0-85DB-BAF92CEF18C5}" type="slidenum">
              <a:rPr lang="pl-PL" smtClean="0"/>
              <a:t>10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2156501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Normy </a:t>
            </a:r>
            <a:r>
              <a:rPr lang="en-US" dirty="0" err="1"/>
              <a:t>zespołowe</a:t>
            </a:r>
            <a:r>
              <a:rPr lang="en-US" dirty="0"/>
              <a:t> </a:t>
            </a:r>
            <a:r>
              <a:rPr lang="pl-PL" dirty="0"/>
              <a:t>to zasady, które powstają w zespole</a:t>
            </a:r>
            <a:r>
              <a:rPr lang="en-US" dirty="0"/>
              <a:t>. C</a:t>
            </a:r>
            <a:r>
              <a:rPr lang="pl-PL" dirty="0" err="1"/>
              <a:t>zęsto</a:t>
            </a:r>
            <a:r>
              <a:rPr lang="pl-PL" dirty="0"/>
              <a:t> nie są zapisane, ale wszyscy je rozumieją</a:t>
            </a:r>
            <a:r>
              <a:rPr lang="en-US" dirty="0"/>
              <a:t>. </a:t>
            </a:r>
            <a:r>
              <a:rPr lang="en-US" dirty="0" err="1"/>
              <a:t>Można</a:t>
            </a:r>
            <a:r>
              <a:rPr lang="en-US" dirty="0"/>
              <a:t> je </a:t>
            </a:r>
            <a:r>
              <a:rPr lang="en-US" dirty="0" err="1"/>
              <a:t>nazwać</a:t>
            </a:r>
            <a:r>
              <a:rPr lang="en-US" dirty="0"/>
              <a:t> </a:t>
            </a:r>
            <a:r>
              <a:rPr lang="en-US" dirty="0" err="1"/>
              <a:t>mianem</a:t>
            </a:r>
            <a:r>
              <a:rPr lang="en-US" dirty="0"/>
              <a:t> “unwritten rules”.</a:t>
            </a:r>
          </a:p>
          <a:p>
            <a:r>
              <a:rPr lang="pl-PL" dirty="0"/>
              <a:t>Normy </a:t>
            </a:r>
            <a:r>
              <a:rPr lang="en-US" dirty="0" err="1"/>
              <a:t>te</a:t>
            </a:r>
            <a:r>
              <a:rPr lang="en-US" dirty="0"/>
              <a:t> </a:t>
            </a:r>
            <a:r>
              <a:rPr lang="pl-PL" dirty="0"/>
              <a:t>powstają poprzez</a:t>
            </a:r>
            <a:r>
              <a:rPr lang="en-US" dirty="0"/>
              <a:t> </a:t>
            </a:r>
            <a:r>
              <a:rPr lang="pl-PL" dirty="0"/>
              <a:t>doświadczenia zespołu</a:t>
            </a:r>
            <a:r>
              <a:rPr lang="en-US" dirty="0"/>
              <a:t>, </a:t>
            </a:r>
            <a:r>
              <a:rPr lang="en-US" dirty="0" err="1"/>
              <a:t>wnioski</a:t>
            </a:r>
            <a:r>
              <a:rPr lang="en-US" dirty="0"/>
              <a:t> z </a:t>
            </a:r>
            <a:r>
              <a:rPr lang="pl-PL" dirty="0"/>
              <a:t>konflikt</a:t>
            </a:r>
            <a:r>
              <a:rPr lang="en-US" dirty="0" err="1"/>
              <a:t>ów</a:t>
            </a:r>
            <a:r>
              <a:rPr lang="en-US" dirty="0"/>
              <a:t>, </a:t>
            </a:r>
            <a:r>
              <a:rPr lang="pl-PL" dirty="0"/>
              <a:t>obserwację </a:t>
            </a:r>
            <a:r>
              <a:rPr lang="pl-PL" dirty="0" err="1"/>
              <a:t>zachowań</a:t>
            </a:r>
            <a:r>
              <a:rPr lang="en-US" dirty="0"/>
              <a:t>, </a:t>
            </a:r>
            <a:r>
              <a:rPr lang="en-US" dirty="0" err="1"/>
              <a:t>jakieś</a:t>
            </a:r>
            <a:r>
              <a:rPr lang="en-US" dirty="0"/>
              <a:t> </a:t>
            </a:r>
            <a:r>
              <a:rPr lang="pl-PL" dirty="0"/>
              <a:t>wspólne ustalenia</a:t>
            </a:r>
            <a:r>
              <a:rPr lang="en-US" dirty="0"/>
              <a:t>, </a:t>
            </a:r>
            <a:r>
              <a:rPr lang="en-US" dirty="0" err="1"/>
              <a:t>itp</a:t>
            </a:r>
            <a:r>
              <a:rPr lang="en-US" dirty="0"/>
              <a:t>.</a:t>
            </a:r>
          </a:p>
          <a:p>
            <a:r>
              <a:rPr lang="pl-PL" dirty="0"/>
              <a:t>Po kilku konfliktach </a:t>
            </a:r>
            <a:r>
              <a:rPr lang="en-US" dirty="0"/>
              <a:t>w </a:t>
            </a:r>
            <a:r>
              <a:rPr lang="pl-PL" dirty="0" err="1"/>
              <a:t>zesp</a:t>
            </a:r>
            <a:r>
              <a:rPr lang="en-US" dirty="0"/>
              <a:t>ole</a:t>
            </a:r>
            <a:r>
              <a:rPr lang="pl-PL" dirty="0"/>
              <a:t> </a:t>
            </a:r>
            <a:r>
              <a:rPr lang="en-US" dirty="0" err="1"/>
              <a:t>FilipTech</a:t>
            </a:r>
            <a:r>
              <a:rPr lang="en-US" dirty="0"/>
              <a:t>, </a:t>
            </a:r>
            <a:r>
              <a:rPr lang="en-US" dirty="0" err="1"/>
              <a:t>zespół</a:t>
            </a:r>
            <a:r>
              <a:rPr lang="pl-PL" dirty="0"/>
              <a:t> zaczyna ustalać zasady</a:t>
            </a:r>
            <a:r>
              <a:rPr lang="en-US" dirty="0"/>
              <a:t>: </a:t>
            </a:r>
            <a:r>
              <a:rPr lang="pl-PL" dirty="0"/>
              <a:t>jak komunikujemy się, jak pracujemy, jak podejmujemy decyzje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pl-PL" dirty="0"/>
              <a:t>https://clickup.com/pl/blog/234883/normy-grupowe</a:t>
            </a:r>
            <a:endParaRPr lang="en-US" dirty="0"/>
          </a:p>
          <a:p>
            <a:r>
              <a:rPr lang="en-US" dirty="0" err="1"/>
              <a:t>Artykuł</a:t>
            </a:r>
            <a:r>
              <a:rPr lang="en-US" dirty="0"/>
              <a:t> jest </a:t>
            </a:r>
            <a:r>
              <a:rPr lang="en-US" dirty="0" err="1"/>
              <a:t>dość</a:t>
            </a:r>
            <a:r>
              <a:rPr lang="en-US" dirty="0"/>
              <a:t> </a:t>
            </a:r>
            <a:r>
              <a:rPr lang="en-US" dirty="0" err="1"/>
              <a:t>długi</a:t>
            </a:r>
            <a:r>
              <a:rPr lang="en-US" dirty="0"/>
              <a:t>, </a:t>
            </a:r>
            <a:r>
              <a:rPr lang="en-US" dirty="0" err="1"/>
              <a:t>najbardziej</a:t>
            </a:r>
            <a:r>
              <a:rPr lang="en-US" dirty="0"/>
              <a:t> </a:t>
            </a:r>
            <a:r>
              <a:rPr lang="en-US" dirty="0" err="1"/>
              <a:t>istotna</a:t>
            </a:r>
            <a:r>
              <a:rPr lang="en-US" dirty="0"/>
              <a:t> jest </a:t>
            </a:r>
            <a:r>
              <a:rPr lang="en-US" dirty="0" err="1"/>
              <a:t>część</a:t>
            </a:r>
            <a:r>
              <a:rPr lang="en-US" dirty="0"/>
              <a:t> - </a:t>
            </a:r>
            <a:r>
              <a:rPr lang="pl-P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Czym są normy grupowe?</a:t>
            </a:r>
          </a:p>
          <a:p>
            <a:br>
              <a:rPr lang="pl-PL" dirty="0"/>
            </a:br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73E27A-E070-4AD0-85DB-BAF92CEF18C5}" type="slidenum">
              <a:rPr lang="pl-PL" smtClean="0"/>
              <a:t>11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99456579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Dla </a:t>
            </a:r>
            <a:r>
              <a:rPr lang="en-US" dirty="0" err="1"/>
              <a:t>przykładu</a:t>
            </a:r>
            <a:r>
              <a:rPr lang="en-US" dirty="0"/>
              <a:t> w </a:t>
            </a:r>
            <a:r>
              <a:rPr lang="en-US" dirty="0" err="1"/>
              <a:t>FilipTech</a:t>
            </a:r>
            <a:r>
              <a:rPr lang="en-US" dirty="0"/>
              <a:t>:</a:t>
            </a:r>
          </a:p>
          <a:p>
            <a:endParaRPr lang="en-US" dirty="0"/>
          </a:p>
          <a:p>
            <a:r>
              <a:rPr lang="pl-PL" dirty="0"/>
              <a:t>Anna </a:t>
            </a:r>
            <a:r>
              <a:rPr lang="en-US" dirty="0"/>
              <a:t>to </a:t>
            </a:r>
            <a:r>
              <a:rPr lang="pl-PL" dirty="0"/>
              <a:t>naturalny lider </a:t>
            </a:r>
            <a:endParaRPr lang="en-US" dirty="0"/>
          </a:p>
          <a:p>
            <a:r>
              <a:rPr lang="pl-PL" dirty="0"/>
              <a:t>Karolina </a:t>
            </a:r>
            <a:r>
              <a:rPr lang="en-US" dirty="0"/>
              <a:t>to</a:t>
            </a:r>
            <a:r>
              <a:rPr lang="pl-PL" dirty="0"/>
              <a:t> mediator</a:t>
            </a:r>
            <a:r>
              <a:rPr lang="en-US" dirty="0"/>
              <a:t> w </a:t>
            </a:r>
            <a:r>
              <a:rPr lang="en-US" dirty="0" err="1"/>
              <a:t>konfiltach</a:t>
            </a:r>
            <a:r>
              <a:rPr lang="pl-PL" dirty="0"/>
              <a:t> </a:t>
            </a:r>
            <a:endParaRPr lang="en-US" dirty="0"/>
          </a:p>
          <a:p>
            <a:r>
              <a:rPr lang="pl-PL" dirty="0"/>
              <a:t>Michał </a:t>
            </a:r>
            <a:r>
              <a:rPr lang="en-US" dirty="0"/>
              <a:t>to</a:t>
            </a:r>
            <a:r>
              <a:rPr lang="pl-PL" dirty="0"/>
              <a:t> krytyk </a:t>
            </a:r>
            <a:r>
              <a:rPr lang="en-US" dirty="0" err="1"/>
              <a:t>rozwiązań</a:t>
            </a:r>
            <a:r>
              <a:rPr lang="en-US" dirty="0"/>
              <a:t> AI</a:t>
            </a:r>
          </a:p>
          <a:p>
            <a:endParaRPr lang="en-US" dirty="0"/>
          </a:p>
          <a:p>
            <a:r>
              <a:rPr lang="en-US" dirty="0"/>
              <a:t>Bo:</a:t>
            </a:r>
          </a:p>
          <a:p>
            <a:endParaRPr lang="en-US" dirty="0"/>
          </a:p>
          <a:p>
            <a:r>
              <a:rPr lang="pl-PL" dirty="0"/>
              <a:t>Anna naturalnie </a:t>
            </a:r>
            <a:r>
              <a:rPr lang="en-US" dirty="0"/>
              <a:t>w </a:t>
            </a:r>
            <a:r>
              <a:rPr lang="en-US" dirty="0" err="1"/>
              <a:t>łatwy</a:t>
            </a:r>
            <a:r>
              <a:rPr lang="en-US" dirty="0"/>
              <a:t> </a:t>
            </a:r>
            <a:r>
              <a:rPr lang="en-US" dirty="0" err="1"/>
              <a:t>sposób</a:t>
            </a:r>
            <a:r>
              <a:rPr lang="en-US" dirty="0"/>
              <a:t> </a:t>
            </a:r>
            <a:r>
              <a:rPr lang="pl-PL" dirty="0"/>
              <a:t>przejmuje inicjatywę,</a:t>
            </a:r>
            <a:endParaRPr lang="en-US" dirty="0"/>
          </a:p>
          <a:p>
            <a:r>
              <a:rPr lang="pl-PL" dirty="0"/>
              <a:t>Karolina łagodzi konflikty</a:t>
            </a:r>
            <a:r>
              <a:rPr lang="en-US" dirty="0"/>
              <a:t>, jest </a:t>
            </a:r>
            <a:r>
              <a:rPr lang="en-US" dirty="0" err="1"/>
              <a:t>osobą</a:t>
            </a:r>
            <a:r>
              <a:rPr lang="en-US" dirty="0"/>
              <a:t> </a:t>
            </a:r>
            <a:r>
              <a:rPr lang="en-US" dirty="0" err="1"/>
              <a:t>bardzo</a:t>
            </a:r>
            <a:r>
              <a:rPr lang="en-US" dirty="0"/>
              <a:t> </a:t>
            </a:r>
            <a:r>
              <a:rPr lang="en-US" dirty="0" err="1"/>
              <a:t>spokojną</a:t>
            </a:r>
            <a:r>
              <a:rPr lang="en-US" dirty="0"/>
              <a:t> I </a:t>
            </a:r>
            <a:r>
              <a:rPr lang="en-US" dirty="0" err="1"/>
              <a:t>wyważoną</a:t>
            </a:r>
            <a:r>
              <a:rPr lang="pl-PL" dirty="0"/>
              <a:t>, </a:t>
            </a:r>
            <a:endParaRPr lang="en-US" dirty="0"/>
          </a:p>
          <a:p>
            <a:r>
              <a:rPr lang="pl-PL" dirty="0"/>
              <a:t>Michał często kwestionuje</a:t>
            </a:r>
            <a:r>
              <a:rPr lang="en-US" dirty="0"/>
              <a:t> </a:t>
            </a:r>
            <a:r>
              <a:rPr lang="en-US" dirty="0" err="1"/>
              <a:t>odpowiedzi</a:t>
            </a:r>
            <a:r>
              <a:rPr lang="en-US" dirty="0"/>
              <a:t> </a:t>
            </a:r>
            <a:r>
              <a:rPr lang="en-US" dirty="0" err="1"/>
              <a:t>dużych</a:t>
            </a:r>
            <a:r>
              <a:rPr lang="en-US" dirty="0"/>
              <a:t> </a:t>
            </a:r>
            <a:r>
              <a:rPr lang="en-US" dirty="0" err="1"/>
              <a:t>modeli</a:t>
            </a:r>
            <a:r>
              <a:rPr lang="en-US" dirty="0"/>
              <a:t> </a:t>
            </a:r>
            <a:r>
              <a:rPr lang="en-US" dirty="0" err="1"/>
              <a:t>językowych</a:t>
            </a:r>
            <a:r>
              <a:rPr lang="en-US" dirty="0"/>
              <a:t> typu GPT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73E27A-E070-4AD0-85DB-BAF92CEF18C5}" type="slidenum">
              <a:rPr lang="pl-PL" smtClean="0"/>
              <a:t>12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33804070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Najczęściej konflikty wynikają nie z ludzi, ale z braku jasności i komunikacji</a:t>
            </a:r>
            <a:r>
              <a:rPr lang="en-US" dirty="0"/>
              <a:t>.</a:t>
            </a:r>
          </a:p>
          <a:p>
            <a:r>
              <a:rPr lang="en-US" dirty="0"/>
              <a:t>We </a:t>
            </a:r>
            <a:r>
              <a:rPr lang="en-US" dirty="0" err="1"/>
              <a:t>wcześniejszych</a:t>
            </a:r>
            <a:r>
              <a:rPr lang="en-US" dirty="0"/>
              <a:t> </a:t>
            </a:r>
            <a:r>
              <a:rPr lang="en-US" dirty="0" err="1"/>
              <a:t>slajdach</a:t>
            </a:r>
            <a:r>
              <a:rPr lang="en-US" dirty="0"/>
              <a:t> </a:t>
            </a:r>
            <a:r>
              <a:rPr lang="en-US" dirty="0" err="1"/>
              <a:t>wspomniałem</a:t>
            </a:r>
            <a:r>
              <a:rPr lang="en-US" dirty="0"/>
              <a:t> o </a:t>
            </a:r>
            <a:r>
              <a:rPr lang="en-US" dirty="0" err="1"/>
              <a:t>konflikcie</a:t>
            </a:r>
            <a:r>
              <a:rPr lang="en-US" dirty="0"/>
              <a:t> dev vs QA. </a:t>
            </a:r>
            <a:r>
              <a:rPr lang="pl-PL" dirty="0"/>
              <a:t>Developer uważa, że funkcja działa, QA twierdzi, że nie. Problemem nie są ludzie</a:t>
            </a:r>
            <a:r>
              <a:rPr lang="en-US" dirty="0"/>
              <a:t>, </a:t>
            </a:r>
            <a:r>
              <a:rPr lang="pl-PL" dirty="0"/>
              <a:t>problemem jest brak wspólnych zasad</a:t>
            </a:r>
            <a:r>
              <a:rPr lang="en-US" dirty="0"/>
              <a:t> </a:t>
            </a:r>
            <a:r>
              <a:rPr lang="en-US" dirty="0" err="1"/>
              <a:t>odnośnie</a:t>
            </a:r>
            <a:r>
              <a:rPr lang="en-US" dirty="0"/>
              <a:t> “</a:t>
            </a:r>
            <a:r>
              <a:rPr lang="en-US" dirty="0" err="1"/>
              <a:t>kiedy</a:t>
            </a:r>
            <a:r>
              <a:rPr lang="en-US" dirty="0"/>
              <a:t> </a:t>
            </a:r>
            <a:r>
              <a:rPr lang="en-US" dirty="0" err="1"/>
              <a:t>można</a:t>
            </a:r>
            <a:r>
              <a:rPr lang="en-US" dirty="0"/>
              <a:t> </a:t>
            </a:r>
            <a:r>
              <a:rPr lang="en-US" dirty="0" err="1"/>
              <a:t>uznać</a:t>
            </a:r>
            <a:r>
              <a:rPr lang="en-US" dirty="0"/>
              <a:t> </a:t>
            </a:r>
            <a:r>
              <a:rPr lang="en-US" dirty="0" err="1"/>
              <a:t>rozwiązanie</a:t>
            </a:r>
            <a:r>
              <a:rPr lang="en-US" dirty="0"/>
              <a:t> za </a:t>
            </a:r>
            <a:r>
              <a:rPr lang="en-US" dirty="0" err="1"/>
              <a:t>działające</a:t>
            </a:r>
            <a:r>
              <a:rPr lang="en-US" dirty="0"/>
              <a:t>”.</a:t>
            </a:r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73E27A-E070-4AD0-85DB-BAF92CEF18C5}" type="slidenum">
              <a:rPr lang="pl-PL" smtClean="0"/>
              <a:t>13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13830714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Zaufanie buduje się poprzez</a:t>
            </a:r>
            <a:r>
              <a:rPr lang="en-US" dirty="0"/>
              <a:t> </a:t>
            </a:r>
            <a:r>
              <a:rPr lang="pl-PL" dirty="0"/>
              <a:t>regularną i szczerą komunikację,</a:t>
            </a:r>
            <a:r>
              <a:rPr lang="en-US" dirty="0"/>
              <a:t> </a:t>
            </a:r>
            <a:r>
              <a:rPr lang="pl-PL" dirty="0"/>
              <a:t>dotrzymywanie zobowiązań,</a:t>
            </a:r>
            <a:r>
              <a:rPr lang="en-US" dirty="0"/>
              <a:t> </a:t>
            </a:r>
            <a:r>
              <a:rPr lang="pl-PL" dirty="0"/>
              <a:t>transparentność działań,</a:t>
            </a:r>
            <a:r>
              <a:rPr lang="en-US" dirty="0"/>
              <a:t> </a:t>
            </a:r>
            <a:r>
              <a:rPr lang="pl-PL" dirty="0"/>
              <a:t>wspieranie się nawzajem,</a:t>
            </a:r>
            <a:r>
              <a:rPr lang="en-US" dirty="0"/>
              <a:t> </a:t>
            </a:r>
            <a:r>
              <a:rPr lang="pl-PL" dirty="0"/>
              <a:t>akceptację błędów jako elementu nauki.</a:t>
            </a:r>
            <a:endParaRPr lang="en-US" dirty="0"/>
          </a:p>
          <a:p>
            <a:r>
              <a:rPr lang="en-US" dirty="0"/>
              <a:t>W </a:t>
            </a:r>
            <a:r>
              <a:rPr lang="en-US" dirty="0" err="1"/>
              <a:t>konfilkcie</a:t>
            </a:r>
            <a:r>
              <a:rPr lang="en-US" dirty="0"/>
              <a:t> między dev a QA </a:t>
            </a:r>
            <a:r>
              <a:rPr lang="pl-PL" dirty="0"/>
              <a:t>następuje przełom. Zespół zaczyna mówić otwarcie o problemach zamiast je ukrywać</a:t>
            </a:r>
            <a:r>
              <a:rPr lang="en-US" dirty="0"/>
              <a:t> </a:t>
            </a:r>
          </a:p>
          <a:p>
            <a:endParaRPr lang="en-US" dirty="0"/>
          </a:p>
          <a:p>
            <a:r>
              <a:rPr lang="pl-PL" dirty="0"/>
              <a:t>https://mitsmr.pl/kultura-organizacyjna/szkola-zarzadzania-zaufanie-w-zespole-dlaczego-jest-wazne-jak-je-budowac/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73E27A-E070-4AD0-85DB-BAF92CEF18C5}" type="slidenum">
              <a:rPr lang="pl-PL" smtClean="0"/>
              <a:t>14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35273940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Garść</a:t>
            </a:r>
            <a:r>
              <a:rPr lang="en-US" dirty="0"/>
              <a:t> </a:t>
            </a:r>
            <a:r>
              <a:rPr lang="en-US" dirty="0" err="1"/>
              <a:t>statystyk</a:t>
            </a:r>
            <a:r>
              <a:rPr lang="en-US" dirty="0"/>
              <a:t> ze </a:t>
            </a:r>
            <a:r>
              <a:rPr lang="en-US" dirty="0" err="1"/>
              <a:t>strony</a:t>
            </a:r>
            <a:r>
              <a:rPr lang="en-US" dirty="0"/>
              <a:t>: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https://mitsmr.pl/kultura-organizacyjna/szkola-zarzadzania-zaufanie-w-zespole-dlaczego-jest-wazne-jak-je-budowac/</a:t>
            </a:r>
          </a:p>
          <a:p>
            <a:r>
              <a:rPr lang="en-US" dirty="0" err="1"/>
              <a:t>Opisujących</a:t>
            </a:r>
            <a:r>
              <a:rPr lang="en-US" dirty="0"/>
              <a:t> jak </a:t>
            </a:r>
            <a:r>
              <a:rPr lang="en-US" dirty="0" err="1"/>
              <a:t>zaufanie</a:t>
            </a:r>
            <a:r>
              <a:rPr lang="en-US" dirty="0"/>
              <a:t> </a:t>
            </a:r>
            <a:r>
              <a:rPr lang="en-US" dirty="0" err="1"/>
              <a:t>osób</a:t>
            </a:r>
            <a:r>
              <a:rPr lang="en-US" dirty="0"/>
              <a:t> w </a:t>
            </a:r>
            <a:r>
              <a:rPr lang="en-US" dirty="0" err="1"/>
              <a:t>zespole</a:t>
            </a:r>
            <a:r>
              <a:rPr lang="en-US" dirty="0"/>
              <a:t> wpływa na wyniki </a:t>
            </a:r>
            <a:r>
              <a:rPr lang="en-US" dirty="0" err="1"/>
              <a:t>pracy</a:t>
            </a:r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73E27A-E070-4AD0-85DB-BAF92CEF18C5}" type="slidenum">
              <a:rPr lang="pl-PL" smtClean="0"/>
              <a:t>15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32248747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Różnorodność może:</a:t>
            </a:r>
            <a:br>
              <a:rPr lang="pl-PL" dirty="0"/>
            </a:br>
            <a:r>
              <a:rPr lang="pl-PL" dirty="0"/>
              <a:t>zwiększać innowacyjność,</a:t>
            </a:r>
            <a:br>
              <a:rPr lang="pl-PL" dirty="0"/>
            </a:br>
            <a:r>
              <a:rPr lang="pl-PL" dirty="0"/>
              <a:t>poprawiać jakość decyzji,</a:t>
            </a:r>
            <a:br>
              <a:rPr lang="pl-PL" dirty="0"/>
            </a:br>
            <a:r>
              <a:rPr lang="pl-PL" dirty="0"/>
              <a:t>prowadzić do lepszych rozwiązań,</a:t>
            </a:r>
            <a:br>
              <a:rPr lang="pl-PL" dirty="0"/>
            </a:br>
            <a:r>
              <a:rPr lang="pl-PL" dirty="0"/>
              <a:t>ale jednocześnie zwiększać ryzyko konfliktów.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73E27A-E070-4AD0-85DB-BAF92CEF18C5}" type="slidenum">
              <a:rPr lang="pl-PL" smtClean="0"/>
              <a:t>16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28387742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Ludzie angażują się wtedy, gdy widzą sens swojej pracy i czują, że mają realny wpływ</a:t>
            </a:r>
            <a:r>
              <a:rPr lang="en-US" dirty="0"/>
              <a:t>.</a:t>
            </a:r>
          </a:p>
          <a:p>
            <a:r>
              <a:rPr lang="pl-PL" dirty="0"/>
              <a:t>Mechanizmy zwiększające zaangażowanie</a:t>
            </a:r>
            <a:r>
              <a:rPr lang="en-US" dirty="0"/>
              <a:t>: </a:t>
            </a:r>
            <a:r>
              <a:rPr lang="pl-PL" dirty="0"/>
              <a:t>regularny feedback,</a:t>
            </a:r>
            <a:r>
              <a:rPr lang="en-US" dirty="0"/>
              <a:t> </a:t>
            </a:r>
            <a:r>
              <a:rPr lang="pl-PL" dirty="0"/>
              <a:t>jasne cele,</a:t>
            </a:r>
            <a:r>
              <a:rPr lang="en-US" dirty="0"/>
              <a:t> </a:t>
            </a:r>
            <a:r>
              <a:rPr lang="pl-PL" dirty="0"/>
              <a:t>autonomia w działaniu,</a:t>
            </a:r>
            <a:r>
              <a:rPr lang="en-US" dirty="0"/>
              <a:t> </a:t>
            </a:r>
            <a:r>
              <a:rPr lang="pl-PL" dirty="0"/>
              <a:t>udział w podejmowaniu decyzji,</a:t>
            </a:r>
            <a:r>
              <a:rPr lang="en-US" dirty="0"/>
              <a:t> </a:t>
            </a:r>
            <a:r>
              <a:rPr lang="pl-PL" dirty="0"/>
              <a:t>docenianie osiągnięć</a:t>
            </a:r>
            <a:r>
              <a:rPr lang="en-US" dirty="0"/>
              <a:t>…</a:t>
            </a:r>
          </a:p>
          <a:p>
            <a:r>
              <a:rPr lang="en-US" dirty="0"/>
              <a:t>W </a:t>
            </a:r>
            <a:r>
              <a:rPr lang="en-US" dirty="0" err="1"/>
              <a:t>FilipTech</a:t>
            </a:r>
            <a:r>
              <a:rPr lang="en-US" dirty="0"/>
              <a:t> </a:t>
            </a:r>
            <a:r>
              <a:rPr lang="en-US" dirty="0" err="1"/>
              <a:t>zaangażowanie</a:t>
            </a:r>
            <a:r>
              <a:rPr lang="en-US" dirty="0"/>
              <a:t> </a:t>
            </a:r>
            <a:r>
              <a:rPr lang="en-US" dirty="0" err="1"/>
              <a:t>wzrasta</a:t>
            </a:r>
            <a:r>
              <a:rPr lang="en-US" dirty="0"/>
              <a:t> </a:t>
            </a:r>
            <a:r>
              <a:rPr lang="en-US" dirty="0" err="1"/>
              <a:t>gdy</a:t>
            </a:r>
            <a:r>
              <a:rPr lang="en-US" dirty="0"/>
              <a:t> </a:t>
            </a:r>
            <a:r>
              <a:rPr lang="en-US" dirty="0" err="1"/>
              <a:t>pracownicy</a:t>
            </a:r>
            <a:r>
              <a:rPr lang="en-US" dirty="0"/>
              <a:t> </a:t>
            </a:r>
            <a:r>
              <a:rPr lang="en-US" dirty="0" err="1"/>
              <a:t>zaczynają</a:t>
            </a:r>
            <a:r>
              <a:rPr lang="en-US" dirty="0"/>
              <a:t> </a:t>
            </a:r>
            <a:r>
              <a:rPr lang="pl-PL" dirty="0"/>
              <a:t>wspólnie podejmować decyzje,</a:t>
            </a:r>
            <a:r>
              <a:rPr lang="en-US" dirty="0"/>
              <a:t> </a:t>
            </a:r>
            <a:r>
              <a:rPr lang="pl-PL" dirty="0"/>
              <a:t>dzielić się pomysłami,</a:t>
            </a:r>
            <a:r>
              <a:rPr lang="en-US" dirty="0"/>
              <a:t> </a:t>
            </a:r>
            <a:r>
              <a:rPr lang="en-US" dirty="0" err="1"/>
              <a:t>wiedzą</a:t>
            </a:r>
            <a:r>
              <a:rPr lang="en-US" dirty="0"/>
              <a:t>, </a:t>
            </a:r>
            <a:r>
              <a:rPr lang="pl-PL" dirty="0"/>
              <a:t>brać odpowiedzialność za wynik</a:t>
            </a:r>
            <a:r>
              <a:rPr lang="en-US" dirty="0"/>
              <a:t> – </a:t>
            </a:r>
            <a:r>
              <a:rPr lang="en-US" dirty="0" err="1"/>
              <a:t>innymi</a:t>
            </a:r>
            <a:r>
              <a:rPr lang="en-US" dirty="0"/>
              <a:t> </a:t>
            </a:r>
            <a:r>
              <a:rPr lang="en-US" dirty="0" err="1"/>
              <a:t>słowy</a:t>
            </a:r>
            <a:r>
              <a:rPr lang="en-US" dirty="0"/>
              <a:t> – </a:t>
            </a:r>
            <a:r>
              <a:rPr lang="en-US" dirty="0" err="1"/>
              <a:t>zaczynają</a:t>
            </a:r>
            <a:r>
              <a:rPr lang="en-US" dirty="0"/>
              <a:t> czuć </a:t>
            </a:r>
            <a:r>
              <a:rPr lang="en-US" dirty="0" err="1"/>
              <a:t>że</a:t>
            </a:r>
            <a:r>
              <a:rPr lang="en-US" dirty="0"/>
              <a:t> to ICH project</a:t>
            </a:r>
          </a:p>
          <a:p>
            <a:endParaRPr lang="en-US" dirty="0"/>
          </a:p>
          <a:p>
            <a:r>
              <a:rPr lang="pl-PL" dirty="0"/>
              <a:t>https://www.projektgamma.pl/strefa-wiedzy/wiki/zaangazowanie-zespolu-kluczowe-czynniki-i-strategie/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73E27A-E070-4AD0-85DB-BAF92CEF18C5}" type="slidenum">
              <a:rPr lang="pl-PL" smtClean="0"/>
              <a:t>17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95891603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Bardzo ważne jest mierzenie nie tylko wyników, ale też sposobu pracy zespołu</a:t>
            </a:r>
            <a:r>
              <a:rPr lang="en-US" dirty="0"/>
              <a:t>.</a:t>
            </a:r>
          </a:p>
          <a:p>
            <a:r>
              <a:rPr lang="en-US" dirty="0" err="1"/>
              <a:t>Generalnie</a:t>
            </a:r>
            <a:r>
              <a:rPr lang="en-US" dirty="0"/>
              <a:t> </a:t>
            </a:r>
            <a:r>
              <a:rPr lang="en-US" dirty="0" err="1"/>
              <a:t>wyróżnia</a:t>
            </a:r>
            <a:r>
              <a:rPr lang="en-US" dirty="0"/>
              <a:t> się 2 typy </a:t>
            </a:r>
            <a:r>
              <a:rPr lang="en-US" dirty="0" err="1"/>
              <a:t>wskaźników</a:t>
            </a:r>
            <a:r>
              <a:rPr lang="en-US" dirty="0"/>
              <a:t> do </a:t>
            </a:r>
            <a:r>
              <a:rPr lang="en-US" dirty="0" err="1"/>
              <a:t>mierzenia</a:t>
            </a:r>
            <a:r>
              <a:rPr lang="en-US" dirty="0"/>
              <a:t> </a:t>
            </a:r>
            <a:r>
              <a:rPr lang="en-US" dirty="0" err="1"/>
              <a:t>efektywności</a:t>
            </a:r>
            <a:r>
              <a:rPr lang="en-US" dirty="0"/>
              <a:t>: twarde (</a:t>
            </a:r>
            <a:r>
              <a:rPr lang="pl-PL" dirty="0"/>
              <a:t>czas realizacji, liczba błędów</a:t>
            </a:r>
            <a:r>
              <a:rPr lang="en-US" dirty="0"/>
              <a:t>) </a:t>
            </a:r>
            <a:r>
              <a:rPr lang="en-US" dirty="0" err="1"/>
              <a:t>oraz</a:t>
            </a:r>
            <a:r>
              <a:rPr lang="en-US" dirty="0"/>
              <a:t> </a:t>
            </a:r>
            <a:r>
              <a:rPr lang="en-US" dirty="0" err="1"/>
              <a:t>miękkie</a:t>
            </a:r>
            <a:r>
              <a:rPr lang="en-US" dirty="0"/>
              <a:t>  (</a:t>
            </a:r>
            <a:r>
              <a:rPr lang="pl-PL" dirty="0"/>
              <a:t>zaufanie, komunikacja, zaangażowanie</a:t>
            </a:r>
            <a:r>
              <a:rPr lang="en-US" dirty="0"/>
              <a:t>)</a:t>
            </a:r>
          </a:p>
          <a:p>
            <a:r>
              <a:rPr lang="en-US" dirty="0"/>
              <a:t>W </a:t>
            </a:r>
            <a:r>
              <a:rPr lang="en-US" dirty="0" err="1"/>
              <a:t>FilipTech</a:t>
            </a:r>
            <a:r>
              <a:rPr lang="en-US" dirty="0"/>
              <a:t> </a:t>
            </a:r>
            <a:r>
              <a:rPr lang="en-US" dirty="0" err="1"/>
              <a:t>wprowadzono</a:t>
            </a:r>
            <a:r>
              <a:rPr lang="en-US" dirty="0"/>
              <a:t> </a:t>
            </a:r>
            <a:r>
              <a:rPr lang="en-US" dirty="0" err="1"/>
              <a:t>kilka</a:t>
            </a:r>
            <a:r>
              <a:rPr lang="en-US" dirty="0"/>
              <a:t> </a:t>
            </a:r>
            <a:r>
              <a:rPr lang="en-US" dirty="0" err="1"/>
              <a:t>zmian</a:t>
            </a:r>
            <a:r>
              <a:rPr lang="en-US" dirty="0"/>
              <a:t> w celu </a:t>
            </a:r>
            <a:r>
              <a:rPr lang="en-US" dirty="0" err="1"/>
              <a:t>poprawienia</a:t>
            </a:r>
            <a:r>
              <a:rPr lang="en-US" dirty="0"/>
              <a:t> </a:t>
            </a:r>
            <a:r>
              <a:rPr lang="en-US" dirty="0" err="1"/>
              <a:t>efektywności</a:t>
            </a:r>
            <a:r>
              <a:rPr lang="en-US" dirty="0"/>
              <a:t>. Co </a:t>
            </a:r>
            <a:r>
              <a:rPr lang="en-US" dirty="0" err="1"/>
              <a:t>uległo</a:t>
            </a:r>
            <a:r>
              <a:rPr lang="en-US" dirty="0"/>
              <a:t> </a:t>
            </a:r>
            <a:r>
              <a:rPr lang="en-US" dirty="0" err="1"/>
              <a:t>zmianie</a:t>
            </a:r>
            <a:r>
              <a:rPr lang="en-US" dirty="0"/>
              <a:t>? Jest l</a:t>
            </a:r>
            <a:r>
              <a:rPr lang="pl-PL" dirty="0" err="1"/>
              <a:t>epsza</a:t>
            </a:r>
            <a:r>
              <a:rPr lang="pl-PL" dirty="0"/>
              <a:t> Komunikacja</a:t>
            </a:r>
            <a:r>
              <a:rPr lang="en-US" dirty="0"/>
              <a:t>, </a:t>
            </a:r>
            <a:r>
              <a:rPr lang="en-US" dirty="0" err="1"/>
              <a:t>zespół</a:t>
            </a:r>
            <a:r>
              <a:rPr lang="en-US" dirty="0"/>
              <a:t> ma </a:t>
            </a:r>
            <a:r>
              <a:rPr lang="pl-PL" dirty="0"/>
              <a:t>mniej </a:t>
            </a:r>
            <a:r>
              <a:rPr lang="pl-PL" dirty="0" err="1"/>
              <a:t>konfliktó</a:t>
            </a:r>
            <a:r>
              <a:rPr lang="en-US" dirty="0"/>
              <a:t>w, jest </a:t>
            </a:r>
            <a:r>
              <a:rPr lang="pl-PL" dirty="0"/>
              <a:t>większa przewidywalność pracy</a:t>
            </a:r>
            <a:r>
              <a:rPr lang="en-US" dirty="0"/>
              <a:t> I </a:t>
            </a:r>
            <a:r>
              <a:rPr lang="en-US" dirty="0" err="1"/>
              <a:t>najważniejsze</a:t>
            </a:r>
            <a:r>
              <a:rPr lang="en-US" dirty="0"/>
              <a:t> - </a:t>
            </a:r>
            <a:r>
              <a:rPr lang="pl-PL" dirty="0"/>
              <a:t>lepsze wyniki projektu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73E27A-E070-4AD0-85DB-BAF92CEF18C5}" type="slidenum">
              <a:rPr lang="pl-PL" smtClean="0"/>
              <a:t>18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08760426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b="0" dirty="0"/>
              <a:t>Kluczowe elementy transformacji</a:t>
            </a:r>
            <a:r>
              <a:rPr lang="en-US" b="0" dirty="0"/>
              <a:t> aby </a:t>
            </a:r>
            <a:r>
              <a:rPr lang="en-US" b="0" dirty="0" err="1"/>
              <a:t>grupa</a:t>
            </a:r>
            <a:r>
              <a:rPr lang="en-US" b="0" dirty="0"/>
              <a:t> </a:t>
            </a:r>
            <a:r>
              <a:rPr lang="en-US" b="0" dirty="0" err="1"/>
              <a:t>stała</a:t>
            </a:r>
            <a:r>
              <a:rPr lang="en-US" b="0" dirty="0"/>
              <a:t> się </a:t>
            </a:r>
            <a:r>
              <a:rPr lang="en-US" b="0" dirty="0" err="1"/>
              <a:t>zespołem</a:t>
            </a:r>
            <a:r>
              <a:rPr lang="en-US" b="0" dirty="0"/>
              <a:t>: j</a:t>
            </a:r>
            <a:r>
              <a:rPr lang="pl-PL" b="0" dirty="0" err="1"/>
              <a:t>asny</a:t>
            </a:r>
            <a:r>
              <a:rPr lang="pl-PL" b="0" dirty="0"/>
              <a:t> cel</a:t>
            </a:r>
            <a:r>
              <a:rPr lang="en-US" b="0" dirty="0"/>
              <a:t>, </a:t>
            </a:r>
            <a:r>
              <a:rPr lang="pl-PL" b="0" dirty="0"/>
              <a:t>zaufanie</a:t>
            </a:r>
            <a:r>
              <a:rPr lang="en-US" b="0" dirty="0"/>
              <a:t>, </a:t>
            </a:r>
            <a:r>
              <a:rPr lang="pl-PL" b="0" dirty="0"/>
              <a:t>komunikacja</a:t>
            </a:r>
            <a:r>
              <a:rPr lang="en-US" b="0" dirty="0"/>
              <a:t>, </a:t>
            </a:r>
            <a:r>
              <a:rPr lang="pl-PL" b="0" dirty="0"/>
              <a:t>odpowiedzialność</a:t>
            </a:r>
            <a:r>
              <a:rPr lang="en-US" b="0" dirty="0"/>
              <a:t>, </a:t>
            </a:r>
            <a:r>
              <a:rPr lang="pl-PL" b="0" dirty="0"/>
              <a:t>współpraca</a:t>
            </a:r>
            <a:endParaRPr lang="en-US" b="0" dirty="0"/>
          </a:p>
          <a:p>
            <a:endParaRPr lang="en-US" b="0" dirty="0"/>
          </a:p>
          <a:p>
            <a:r>
              <a:rPr lang="en-US" b="0" dirty="0"/>
              <a:t>W </a:t>
            </a:r>
            <a:r>
              <a:rPr lang="en-US" b="0" dirty="0" err="1"/>
              <a:t>FilipTech</a:t>
            </a:r>
            <a:r>
              <a:rPr lang="en-US" b="0" dirty="0"/>
              <a:t> po </a:t>
            </a:r>
            <a:r>
              <a:rPr lang="en-US" b="0" dirty="0" err="1"/>
              <a:t>ciężkim</a:t>
            </a:r>
            <a:r>
              <a:rPr lang="en-US" b="0" dirty="0"/>
              <a:t> </a:t>
            </a:r>
            <a:r>
              <a:rPr lang="en-US" b="0" dirty="0" err="1"/>
              <a:t>początku</a:t>
            </a:r>
            <a:r>
              <a:rPr lang="en-US" b="0" dirty="0"/>
              <a:t> I </a:t>
            </a:r>
            <a:r>
              <a:rPr lang="en-US" b="0" dirty="0" err="1"/>
              <a:t>konfilktach</a:t>
            </a:r>
            <a:r>
              <a:rPr lang="en-US" b="0" dirty="0"/>
              <a:t> </a:t>
            </a:r>
            <a:r>
              <a:rPr lang="en-US" dirty="0" err="1"/>
              <a:t>grupa</a:t>
            </a:r>
            <a:r>
              <a:rPr lang="pl-PL" dirty="0"/>
              <a:t> zaczyna działać jako całość</a:t>
            </a:r>
            <a:r>
              <a:rPr lang="en-US" dirty="0"/>
              <a:t> - </a:t>
            </a:r>
            <a:r>
              <a:rPr lang="pl-PL" dirty="0"/>
              <a:t>członkowie wspierają się </a:t>
            </a:r>
            <a:r>
              <a:rPr lang="pl-PL" dirty="0" err="1"/>
              <a:t>nawzaje</a:t>
            </a:r>
            <a:r>
              <a:rPr lang="en-US" dirty="0"/>
              <a:t>m, a </a:t>
            </a:r>
            <a:r>
              <a:rPr lang="pl-PL" dirty="0"/>
              <a:t>odpowiedzialność jest współdzielona</a:t>
            </a:r>
            <a:r>
              <a:rPr lang="en-US" dirty="0"/>
              <a:t>. </a:t>
            </a:r>
            <a:r>
              <a:rPr lang="pl-PL" dirty="0"/>
              <a:t>To moment, w którym </a:t>
            </a:r>
            <a:r>
              <a:rPr lang="pl-PL" dirty="0" err="1"/>
              <a:t>FilipTech</a:t>
            </a:r>
            <a:r>
              <a:rPr lang="pl-PL" dirty="0"/>
              <a:t> przestaje być grupą, a zaczyna być prawdziwym zespołem</a:t>
            </a:r>
            <a:endParaRPr lang="pl-PL" b="0" dirty="0"/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https://asana.com/pl/resources/group-vs-team</a:t>
            </a:r>
          </a:p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73E27A-E070-4AD0-85DB-BAF92CEF18C5}" type="slidenum">
              <a:rPr lang="pl-PL" smtClean="0"/>
              <a:t>19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35407319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Nie wystarczy, że ludzie siedzą razem. Aby nazywać ich zespołem, muszą mieć wspólny cel, współzależność, odpowiedzialność i regularną komunikację</a:t>
            </a:r>
            <a:r>
              <a:rPr lang="en-US" dirty="0"/>
              <a:t>. </a:t>
            </a:r>
          </a:p>
          <a:p>
            <a:r>
              <a:rPr lang="pl-PL" dirty="0" err="1"/>
              <a:t>FilipTech</a:t>
            </a:r>
            <a:r>
              <a:rPr lang="pl-PL" dirty="0"/>
              <a:t> spełnia </a:t>
            </a:r>
            <a:r>
              <a:rPr lang="en-US" dirty="0" err="1"/>
              <a:t>wszystkie</a:t>
            </a:r>
            <a:r>
              <a:rPr lang="en-US" dirty="0"/>
              <a:t> 4</a:t>
            </a:r>
            <a:r>
              <a:rPr lang="pl-PL" dirty="0"/>
              <a:t> warunki</a:t>
            </a:r>
            <a:endParaRPr lang="en-US" dirty="0"/>
          </a:p>
          <a:p>
            <a:r>
              <a:rPr lang="pl-PL" dirty="0"/>
              <a:t>Cel: stworzenie aplikacji mobilnej </a:t>
            </a:r>
            <a:endParaRPr lang="en-US" dirty="0"/>
          </a:p>
          <a:p>
            <a:r>
              <a:rPr lang="pl-PL" dirty="0"/>
              <a:t>Współzależność: developer,</a:t>
            </a:r>
            <a:r>
              <a:rPr lang="en-US" dirty="0"/>
              <a:t> jest </a:t>
            </a:r>
            <a:r>
              <a:rPr lang="en-US" dirty="0" err="1"/>
              <a:t>zależny</a:t>
            </a:r>
            <a:r>
              <a:rPr lang="en-US" dirty="0"/>
              <a:t> od </a:t>
            </a:r>
            <a:r>
              <a:rPr lang="en-US" dirty="0" err="1"/>
              <a:t>testera</a:t>
            </a:r>
            <a:r>
              <a:rPr lang="pl-PL" dirty="0"/>
              <a:t> QA</a:t>
            </a:r>
            <a:r>
              <a:rPr lang="en-US" dirty="0"/>
              <a:t>, </a:t>
            </a:r>
            <a:r>
              <a:rPr lang="en-US" dirty="0" err="1"/>
              <a:t>oboje</a:t>
            </a:r>
            <a:r>
              <a:rPr lang="en-US" dirty="0"/>
              <a:t> </a:t>
            </a:r>
            <a:r>
              <a:rPr lang="en-US" dirty="0" err="1"/>
              <a:t>są</a:t>
            </a:r>
            <a:r>
              <a:rPr lang="en-US" dirty="0"/>
              <a:t> </a:t>
            </a:r>
            <a:r>
              <a:rPr lang="en-US" dirty="0" err="1"/>
              <a:t>zależni</a:t>
            </a:r>
            <a:r>
              <a:rPr lang="en-US" dirty="0"/>
              <a:t> od</a:t>
            </a:r>
            <a:r>
              <a:rPr lang="pl-PL" dirty="0"/>
              <a:t> PM </a:t>
            </a:r>
            <a:endParaRPr lang="en-US" dirty="0"/>
          </a:p>
          <a:p>
            <a:r>
              <a:rPr lang="pl-PL" dirty="0"/>
              <a:t>Odpowiedzialność: każdy za swój moduł </a:t>
            </a:r>
            <a:r>
              <a:rPr lang="en-US" dirty="0"/>
              <a:t>za </a:t>
            </a:r>
            <a:r>
              <a:rPr lang="en-US" dirty="0" err="1"/>
              <a:t>który</a:t>
            </a:r>
            <a:r>
              <a:rPr lang="en-US" dirty="0"/>
              <a:t> jest </a:t>
            </a:r>
            <a:r>
              <a:rPr lang="en-US" dirty="0" err="1"/>
              <a:t>odpowiedzialny</a:t>
            </a:r>
            <a:r>
              <a:rPr lang="en-US" dirty="0"/>
              <a:t> </a:t>
            </a:r>
            <a:r>
              <a:rPr lang="en-US" dirty="0" err="1"/>
              <a:t>oraz</a:t>
            </a:r>
            <a:r>
              <a:rPr lang="en-US" dirty="0"/>
              <a:t> jest </a:t>
            </a:r>
            <a:r>
              <a:rPr lang="en-US" dirty="0" err="1"/>
              <a:t>odpowiedzialny</a:t>
            </a:r>
            <a:r>
              <a:rPr lang="en-US" dirty="0"/>
              <a:t> </a:t>
            </a:r>
            <a:r>
              <a:rPr lang="en-US" dirty="0" err="1"/>
              <a:t>zespołowo</a:t>
            </a:r>
            <a:r>
              <a:rPr lang="en-US" dirty="0"/>
              <a:t> za</a:t>
            </a:r>
            <a:r>
              <a:rPr lang="pl-PL" dirty="0"/>
              <a:t> całość projektu </a:t>
            </a:r>
            <a:endParaRPr lang="en-US" dirty="0"/>
          </a:p>
          <a:p>
            <a:r>
              <a:rPr lang="pl-PL" dirty="0"/>
              <a:t>Interakcja: codzienne spotkania, </a:t>
            </a:r>
            <a:r>
              <a:rPr lang="pl-PL" dirty="0" err="1"/>
              <a:t>backlog</a:t>
            </a:r>
            <a:r>
              <a:rPr lang="en-US" dirty="0"/>
              <a:t>, sprint </a:t>
            </a:r>
            <a:r>
              <a:rPr lang="en-US" dirty="0" err="1"/>
              <a:t>planning&amp;review</a:t>
            </a:r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73E27A-E070-4AD0-85DB-BAF92CEF18C5}" type="slidenum">
              <a:rPr lang="pl-PL" smtClean="0"/>
              <a:t>20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71049343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Inny</a:t>
            </a:r>
            <a:r>
              <a:rPr lang="en-US" dirty="0"/>
              <a:t> Przykład z </a:t>
            </a:r>
            <a:r>
              <a:rPr lang="pl-PL" dirty="0" err="1"/>
              <a:t>FilipTech</a:t>
            </a:r>
            <a:r>
              <a:rPr lang="pl-PL" dirty="0"/>
              <a:t> </a:t>
            </a:r>
            <a:r>
              <a:rPr lang="en-US" dirty="0"/>
              <a:t>- </a:t>
            </a:r>
            <a:r>
              <a:rPr lang="pl-PL" dirty="0"/>
              <a:t>pojawiły się mocne spory</a:t>
            </a:r>
            <a:r>
              <a:rPr lang="en-US" dirty="0"/>
              <a:t> między</a:t>
            </a:r>
            <a:r>
              <a:rPr lang="pl-PL" dirty="0"/>
              <a:t> UX i PM </a:t>
            </a:r>
            <a:r>
              <a:rPr lang="en-US" dirty="0"/>
              <a:t>(</a:t>
            </a:r>
            <a:r>
              <a:rPr lang="pl-PL" dirty="0"/>
              <a:t>mają różne wizje produktu</a:t>
            </a:r>
            <a:r>
              <a:rPr lang="en-US" dirty="0"/>
              <a:t>)</a:t>
            </a:r>
            <a:r>
              <a:rPr lang="pl-PL" dirty="0"/>
              <a:t>. To normalny etap </a:t>
            </a:r>
            <a:r>
              <a:rPr lang="pl-PL" dirty="0" err="1"/>
              <a:t>storming</a:t>
            </a:r>
            <a:r>
              <a:rPr lang="en-US" dirty="0"/>
              <a:t>.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https://www.archimetric.com/pl/tuckman-fsnp-forming-storming-norming-performing-adjourning/</a:t>
            </a:r>
          </a:p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73E27A-E070-4AD0-85DB-BAF92CEF18C5}" type="slidenum">
              <a:rPr lang="pl-PL" smtClean="0"/>
              <a:t>21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29418278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Model </a:t>
            </a:r>
            <a:r>
              <a:rPr lang="pl-PL" dirty="0" err="1"/>
              <a:t>Drexlera-Sibbett</a:t>
            </a:r>
            <a:r>
              <a:rPr lang="pl-PL" dirty="0"/>
              <a:t> pokazuje drogę od pierwszego spotkania do zespołu osiągającego wysoką efektywność</a:t>
            </a:r>
            <a:endParaRPr lang="en-US" dirty="0"/>
          </a:p>
          <a:p>
            <a:endParaRPr lang="en-US" dirty="0"/>
          </a:p>
          <a:p>
            <a:r>
              <a:rPr lang="pl-PL" dirty="0"/>
              <a:t>https://www.slidekit.com/drexler-sibbet-team-performance-model-powerpoint-template/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73E27A-E070-4AD0-85DB-BAF92CEF18C5}" type="slidenum">
              <a:rPr lang="pl-PL" smtClean="0"/>
              <a:t>22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33752889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Przykład na </a:t>
            </a:r>
            <a:r>
              <a:rPr lang="en-US" dirty="0" err="1"/>
              <a:t>podstawie</a:t>
            </a:r>
            <a:r>
              <a:rPr lang="en-US" dirty="0"/>
              <a:t> </a:t>
            </a:r>
            <a:r>
              <a:rPr lang="en-US" dirty="0" err="1"/>
              <a:t>FilipTech</a:t>
            </a:r>
            <a:r>
              <a:rPr lang="en-US" dirty="0"/>
              <a:t>:</a:t>
            </a:r>
            <a:br>
              <a:rPr lang="en-US" dirty="0"/>
            </a:br>
            <a:r>
              <a:rPr lang="pl-PL" dirty="0" err="1"/>
              <a:t>Orientation</a:t>
            </a:r>
            <a:r>
              <a:rPr lang="pl-PL" dirty="0"/>
              <a:t> </a:t>
            </a:r>
            <a:r>
              <a:rPr lang="en-US" dirty="0"/>
              <a:t>-</a:t>
            </a:r>
            <a:r>
              <a:rPr lang="pl-PL" dirty="0"/>
              <a:t> pierwsze spotkania i poznawanie się </a:t>
            </a:r>
            <a:endParaRPr lang="en-US" dirty="0"/>
          </a:p>
          <a:p>
            <a:r>
              <a:rPr lang="pl-PL" dirty="0"/>
              <a:t>Trust </a:t>
            </a:r>
            <a:r>
              <a:rPr lang="pl-PL" dirty="0" err="1"/>
              <a:t>Building</a:t>
            </a:r>
            <a:r>
              <a:rPr lang="pl-PL" dirty="0"/>
              <a:t> </a:t>
            </a:r>
            <a:r>
              <a:rPr lang="en-US" dirty="0"/>
              <a:t>-</a:t>
            </a:r>
            <a:r>
              <a:rPr lang="pl-PL" dirty="0"/>
              <a:t> komunikacja, dzielenie się problemami </a:t>
            </a:r>
            <a:endParaRPr lang="en-US" dirty="0"/>
          </a:p>
          <a:p>
            <a:r>
              <a:rPr lang="pl-PL" dirty="0" err="1"/>
              <a:t>Goal</a:t>
            </a:r>
            <a:r>
              <a:rPr lang="pl-PL" dirty="0"/>
              <a:t> </a:t>
            </a:r>
            <a:r>
              <a:rPr lang="pl-PL" dirty="0" err="1"/>
              <a:t>Clarification</a:t>
            </a:r>
            <a:r>
              <a:rPr lang="pl-PL" dirty="0"/>
              <a:t> </a:t>
            </a:r>
            <a:r>
              <a:rPr lang="en-US" dirty="0"/>
              <a:t>-</a:t>
            </a:r>
            <a:r>
              <a:rPr lang="pl-PL" dirty="0"/>
              <a:t> </a:t>
            </a:r>
            <a:r>
              <a:rPr lang="pl-PL" dirty="0" err="1"/>
              <a:t>backlog</a:t>
            </a:r>
            <a:r>
              <a:rPr lang="pl-PL" dirty="0"/>
              <a:t> i </a:t>
            </a:r>
            <a:r>
              <a:rPr lang="en-US" dirty="0" err="1"/>
              <a:t>okreslenie</a:t>
            </a:r>
            <a:r>
              <a:rPr lang="en-US" dirty="0"/>
              <a:t> </a:t>
            </a:r>
            <a:r>
              <a:rPr lang="pl-PL" dirty="0"/>
              <a:t>priorytet</a:t>
            </a:r>
            <a:r>
              <a:rPr lang="en-US" dirty="0" err="1"/>
              <a:t>ów</a:t>
            </a:r>
            <a:endParaRPr lang="en-US" dirty="0"/>
          </a:p>
          <a:p>
            <a:r>
              <a:rPr lang="pl-PL" dirty="0" err="1"/>
              <a:t>Commitment</a:t>
            </a:r>
            <a:r>
              <a:rPr lang="pl-PL" dirty="0"/>
              <a:t> </a:t>
            </a:r>
            <a:r>
              <a:rPr lang="en-US" dirty="0"/>
              <a:t>-</a:t>
            </a:r>
            <a:r>
              <a:rPr lang="pl-PL" dirty="0"/>
              <a:t> </a:t>
            </a:r>
            <a:r>
              <a:rPr lang="en-US" dirty="0" err="1"/>
              <a:t>pracownicy</a:t>
            </a:r>
            <a:r>
              <a:rPr lang="pl-PL" dirty="0"/>
              <a:t> deklarują swoje zadania </a:t>
            </a:r>
            <a:endParaRPr lang="en-US" dirty="0"/>
          </a:p>
          <a:p>
            <a:r>
              <a:rPr lang="pl-PL" dirty="0" err="1"/>
              <a:t>Implementation</a:t>
            </a:r>
            <a:r>
              <a:rPr lang="pl-PL" dirty="0"/>
              <a:t> </a:t>
            </a:r>
            <a:r>
              <a:rPr lang="en-US" dirty="0"/>
              <a:t>-</a:t>
            </a:r>
            <a:r>
              <a:rPr lang="pl-PL" dirty="0"/>
              <a:t> realizacja sprintów </a:t>
            </a:r>
            <a:r>
              <a:rPr lang="en-US" dirty="0"/>
              <a:t>I </a:t>
            </a:r>
            <a:r>
              <a:rPr lang="en-US" dirty="0" err="1"/>
              <a:t>swoich</a:t>
            </a:r>
            <a:r>
              <a:rPr lang="en-US" dirty="0"/>
              <a:t> </a:t>
            </a:r>
            <a:r>
              <a:rPr lang="en-US" dirty="0" err="1"/>
              <a:t>zadań</a:t>
            </a:r>
            <a:endParaRPr lang="en-US" dirty="0"/>
          </a:p>
          <a:p>
            <a:r>
              <a:rPr lang="pl-PL" dirty="0"/>
              <a:t>High Performance </a:t>
            </a:r>
            <a:r>
              <a:rPr lang="en-US" dirty="0"/>
              <a:t>-</a:t>
            </a:r>
            <a:r>
              <a:rPr lang="pl-PL" dirty="0"/>
              <a:t> zespół osiąga </a:t>
            </a:r>
            <a:r>
              <a:rPr lang="en-US" dirty="0" err="1"/>
              <a:t>szczytową</a:t>
            </a:r>
            <a:r>
              <a:rPr lang="en-US" dirty="0"/>
              <a:t> </a:t>
            </a:r>
            <a:r>
              <a:rPr lang="pl-PL" dirty="0"/>
              <a:t>wydajność i przewidywalność</a:t>
            </a:r>
            <a:endParaRPr lang="en-US" dirty="0"/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https://www.slidekit.com/drexler-sibbet-team-performance-model-powerpoint-template/</a:t>
            </a:r>
          </a:p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73E27A-E070-4AD0-85DB-BAF92CEF18C5}" type="slidenum">
              <a:rPr lang="pl-PL" smtClean="0"/>
              <a:t>23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99822436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W </a:t>
            </a:r>
            <a:r>
              <a:rPr lang="pl-PL" dirty="0" err="1"/>
              <a:t>FilipTech</a:t>
            </a:r>
            <a:r>
              <a:rPr lang="pl-PL" dirty="0"/>
              <a:t> ludzie muszą czuć, że mogą zgłaszać problemy bez obawy o konsekwencje</a:t>
            </a:r>
            <a:r>
              <a:rPr lang="en-US" dirty="0"/>
              <a:t>. </a:t>
            </a:r>
            <a:r>
              <a:rPr lang="pl-PL" dirty="0"/>
              <a:t>Dlaczego jest kluczowe?</a:t>
            </a:r>
            <a:r>
              <a:rPr lang="en-US" dirty="0"/>
              <a:t> </a:t>
            </a:r>
            <a:r>
              <a:rPr lang="pl-PL" dirty="0"/>
              <a:t>Bez psychologicznego bezpieczeństwa zespół nigdy nie osiągnie wysokiej wydajności. </a:t>
            </a:r>
            <a:r>
              <a:rPr lang="en-US" dirty="0" err="1"/>
              <a:t>Pracownicy</a:t>
            </a:r>
            <a:r>
              <a:rPr lang="pl-PL" dirty="0"/>
              <a:t> milczą, a</a:t>
            </a:r>
            <a:r>
              <a:rPr lang="en-US" dirty="0"/>
              <a:t>le</a:t>
            </a:r>
            <a:r>
              <a:rPr lang="pl-PL" dirty="0"/>
              <a:t> problemy rosną</a:t>
            </a:r>
            <a:r>
              <a:rPr lang="en-US" dirty="0"/>
              <a:t>, tylko </a:t>
            </a:r>
            <a:r>
              <a:rPr lang="en-US" dirty="0" err="1"/>
              <a:t>że</a:t>
            </a:r>
            <a:r>
              <a:rPr lang="pl-PL" dirty="0"/>
              <a:t> w ukryciu</a:t>
            </a:r>
            <a:endParaRPr lang="en-US" dirty="0"/>
          </a:p>
          <a:p>
            <a:endParaRPr lang="en-US" dirty="0"/>
          </a:p>
          <a:p>
            <a:r>
              <a:rPr lang="pl-PL" dirty="0"/>
              <a:t>https://en.wikipedia.org/wiki/Psychological_safety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73E27A-E070-4AD0-85DB-BAF92CEF18C5}" type="slidenum">
              <a:rPr lang="pl-PL" smtClean="0"/>
              <a:t>24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00167251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W </a:t>
            </a:r>
            <a:r>
              <a:rPr lang="pl-PL" dirty="0" err="1"/>
              <a:t>FilipTech</a:t>
            </a:r>
            <a:r>
              <a:rPr lang="pl-PL" dirty="0"/>
              <a:t> zauważ</a:t>
            </a:r>
            <a:r>
              <a:rPr lang="en-US" dirty="0"/>
              <a:t>ono</a:t>
            </a:r>
            <a:r>
              <a:rPr lang="pl-PL" dirty="0"/>
              <a:t>, że niektóre problemy da się rozwiązać tylko osobiście lub przez </a:t>
            </a:r>
            <a:r>
              <a:rPr lang="en-US" dirty="0" err="1"/>
              <a:t>rozmowę</a:t>
            </a:r>
            <a:r>
              <a:rPr lang="en-US" dirty="0"/>
              <a:t> na </a:t>
            </a:r>
            <a:r>
              <a:rPr lang="en-US" dirty="0" err="1"/>
              <a:t>kamerce</a:t>
            </a:r>
            <a:r>
              <a:rPr lang="pl-PL" dirty="0"/>
              <a:t>. </a:t>
            </a:r>
            <a:r>
              <a:rPr lang="en-US" dirty="0"/>
              <a:t>M</a:t>
            </a:r>
            <a:r>
              <a:rPr lang="pl-PL" dirty="0" err="1"/>
              <a:t>ailem</a:t>
            </a:r>
            <a:r>
              <a:rPr lang="pl-PL" dirty="0"/>
              <a:t> zbyt łatwo dochodzi do nieporozumień</a:t>
            </a:r>
            <a:r>
              <a:rPr lang="en-US" dirty="0"/>
              <a:t>.</a:t>
            </a:r>
          </a:p>
          <a:p>
            <a:r>
              <a:rPr lang="en-US" dirty="0" err="1"/>
              <a:t>Najlepiej</a:t>
            </a:r>
            <a:r>
              <a:rPr lang="en-US" dirty="0"/>
              <a:t> jest </a:t>
            </a:r>
            <a:r>
              <a:rPr lang="en-US" dirty="0" err="1"/>
              <a:t>dopasować</a:t>
            </a:r>
            <a:r>
              <a:rPr lang="en-US" dirty="0"/>
              <a:t> problem do </a:t>
            </a:r>
            <a:r>
              <a:rPr lang="en-US" dirty="0" err="1"/>
              <a:t>sposobu</a:t>
            </a:r>
            <a:r>
              <a:rPr lang="en-US" dirty="0"/>
              <a:t> </a:t>
            </a:r>
            <a:r>
              <a:rPr lang="en-US" dirty="0" err="1"/>
              <a:t>komuniacji</a:t>
            </a:r>
            <a:r>
              <a:rPr lang="en-US" dirty="0"/>
              <a:t>. Zasada </a:t>
            </a:r>
            <a:r>
              <a:rPr lang="en-US" dirty="0" err="1"/>
              <a:t>mówi</a:t>
            </a:r>
            <a:r>
              <a:rPr lang="en-US" dirty="0"/>
              <a:t>, </a:t>
            </a:r>
            <a:r>
              <a:rPr lang="en-US" dirty="0" err="1"/>
              <a:t>że</a:t>
            </a:r>
            <a:r>
              <a:rPr lang="en-US" dirty="0"/>
              <a:t> </a:t>
            </a:r>
            <a:r>
              <a:rPr lang="en-US" dirty="0" err="1"/>
              <a:t>im</a:t>
            </a:r>
            <a:r>
              <a:rPr lang="en-US" dirty="0"/>
              <a:t> </a:t>
            </a:r>
            <a:r>
              <a:rPr lang="en-US" dirty="0" err="1"/>
              <a:t>ważniejszy</a:t>
            </a:r>
            <a:r>
              <a:rPr lang="en-US" dirty="0"/>
              <a:t> problem, </a:t>
            </a:r>
            <a:r>
              <a:rPr lang="en-US" dirty="0" err="1"/>
              <a:t>tym</a:t>
            </a:r>
            <a:r>
              <a:rPr lang="en-US" dirty="0"/>
              <a:t> </a:t>
            </a:r>
            <a:r>
              <a:rPr lang="en-US" dirty="0" err="1"/>
              <a:t>powinno</a:t>
            </a:r>
            <a:r>
              <a:rPr lang="en-US" dirty="0"/>
              <a:t> się </a:t>
            </a:r>
            <a:r>
              <a:rPr lang="en-US" dirty="0" err="1"/>
              <a:t>wykorzystać</a:t>
            </a:r>
            <a:r>
              <a:rPr lang="en-US" dirty="0"/>
              <a:t> </a:t>
            </a:r>
            <a:r>
              <a:rPr lang="en-US" dirty="0" err="1"/>
              <a:t>wyższe</a:t>
            </a:r>
            <a:r>
              <a:rPr lang="en-US" dirty="0"/>
              <a:t> medium. </a:t>
            </a:r>
            <a:r>
              <a:rPr lang="en-US" dirty="0" err="1"/>
              <a:t>Więcej</a:t>
            </a:r>
            <a:r>
              <a:rPr lang="en-US" dirty="0"/>
              <a:t> na </a:t>
            </a:r>
            <a:r>
              <a:rPr lang="en-US" dirty="0" err="1"/>
              <a:t>kolejnym</a:t>
            </a:r>
            <a:r>
              <a:rPr lang="en-US" dirty="0"/>
              <a:t> </a:t>
            </a:r>
            <a:r>
              <a:rPr lang="en-US" dirty="0" err="1"/>
              <a:t>slajdzie</a:t>
            </a:r>
            <a:endParaRPr lang="en-US" dirty="0"/>
          </a:p>
          <a:p>
            <a:endParaRPr lang="en-US" dirty="0"/>
          </a:p>
          <a:p>
            <a:r>
              <a:rPr lang="pl-PL" dirty="0"/>
              <a:t>https://uxdesign.cc/media-richness-theory-true-or-false-6f6218a8cf35?gi=07ced6f442c6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73E27A-E070-4AD0-85DB-BAF92CEF18C5}" type="slidenum">
              <a:rPr lang="pl-PL" smtClean="0"/>
              <a:t>25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46748435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https://uxdesign.cc/media-richness-theory-true-or-false-6f6218a8cf35?gi=07ced6f442c6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73E27A-E070-4AD0-85DB-BAF92CEF18C5}" type="slidenum">
              <a:rPr lang="pl-PL" smtClean="0"/>
              <a:t>26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20624203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DLatego</a:t>
            </a:r>
            <a:r>
              <a:rPr lang="en-US" dirty="0"/>
              <a:t> w </a:t>
            </a:r>
            <a:r>
              <a:rPr lang="en-US" dirty="0" err="1"/>
              <a:t>FilipTech</a:t>
            </a:r>
            <a:r>
              <a:rPr lang="en-US" dirty="0"/>
              <a:t> z</a:t>
            </a:r>
            <a:r>
              <a:rPr lang="pl-PL" dirty="0" err="1"/>
              <a:t>espół</a:t>
            </a:r>
            <a:r>
              <a:rPr lang="pl-PL" dirty="0"/>
              <a:t> stawia na</a:t>
            </a:r>
            <a:r>
              <a:rPr lang="en-US" dirty="0"/>
              <a:t> </a:t>
            </a:r>
            <a:r>
              <a:rPr lang="pl-PL" dirty="0"/>
              <a:t>rozmowę zamiast dokumentacji,</a:t>
            </a:r>
            <a:r>
              <a:rPr lang="en-US" dirty="0"/>
              <a:t> </a:t>
            </a:r>
            <a:r>
              <a:rPr lang="pl-PL" dirty="0"/>
              <a:t>współpracę zamiast formalnych procedur,</a:t>
            </a:r>
            <a:r>
              <a:rPr lang="en-US" dirty="0"/>
              <a:t> </a:t>
            </a:r>
            <a:r>
              <a:rPr lang="pl-PL" dirty="0"/>
              <a:t>szybkie rozwiązywanie problemów poprzez kontakt bezpośredni</a:t>
            </a:r>
            <a:r>
              <a:rPr lang="en-US" dirty="0"/>
              <a:t> (praca w </a:t>
            </a:r>
            <a:r>
              <a:rPr lang="en-US" dirty="0" err="1"/>
              <a:t>modelu</a:t>
            </a:r>
            <a:r>
              <a:rPr lang="en-US" dirty="0"/>
              <a:t> </a:t>
            </a:r>
            <a:r>
              <a:rPr lang="en-US" dirty="0" err="1"/>
              <a:t>hybrydowym</a:t>
            </a:r>
            <a:r>
              <a:rPr lang="en-US" dirty="0"/>
              <a:t> 60% z </a:t>
            </a:r>
            <a:r>
              <a:rPr lang="en-US" dirty="0" err="1"/>
              <a:t>biura</a:t>
            </a:r>
            <a:r>
              <a:rPr lang="en-US" dirty="0"/>
              <a:t>)</a:t>
            </a:r>
          </a:p>
          <a:p>
            <a:endParaRPr lang="en-US" dirty="0"/>
          </a:p>
          <a:p>
            <a:r>
              <a:rPr lang="pl-PL" dirty="0"/>
              <a:t>https://www.atlassian.com/pl/agile/manifesto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73E27A-E070-4AD0-85DB-BAF92CEF18C5}" type="slidenum">
              <a:rPr lang="pl-PL" smtClean="0"/>
              <a:t>27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0565050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Developer, QA i UX często mówią innym językiem. To powoduje nieporozumienia, nawet jeśli wszyscy chcą osiągnąć ten sam cel</a:t>
            </a:r>
            <a:r>
              <a:rPr lang="en-US" dirty="0"/>
              <a:t>. W </a:t>
            </a:r>
            <a:r>
              <a:rPr lang="en-US" dirty="0" err="1"/>
              <a:t>FilipTech</a:t>
            </a:r>
            <a:r>
              <a:rPr lang="en-US" dirty="0"/>
              <a:t> </a:t>
            </a:r>
            <a:r>
              <a:rPr lang="en-US" dirty="0" err="1"/>
              <a:t>również</a:t>
            </a:r>
            <a:r>
              <a:rPr lang="en-US" dirty="0"/>
              <a:t> </a:t>
            </a:r>
            <a:r>
              <a:rPr lang="en-US" dirty="0" err="1"/>
              <a:t>wystepował</a:t>
            </a:r>
            <a:r>
              <a:rPr lang="en-US" dirty="0"/>
              <a:t> ten problem:</a:t>
            </a:r>
          </a:p>
          <a:p>
            <a:pPr marL="0" indent="0">
              <a:buFontTx/>
              <a:buNone/>
            </a:pPr>
            <a:r>
              <a:rPr lang="en-US" dirty="0"/>
              <a:t>- </a:t>
            </a:r>
            <a:r>
              <a:rPr lang="pl-PL" dirty="0"/>
              <a:t>Developer używa języka technicznego</a:t>
            </a:r>
            <a:br>
              <a:rPr lang="pl-PL" dirty="0"/>
            </a:br>
            <a:r>
              <a:rPr lang="en-US" dirty="0"/>
              <a:t>- </a:t>
            </a:r>
            <a:r>
              <a:rPr lang="pl-PL" dirty="0"/>
              <a:t>QA skupia się na </a:t>
            </a:r>
            <a:r>
              <a:rPr lang="en-US" dirty="0" err="1"/>
              <a:t>języku</a:t>
            </a:r>
            <a:r>
              <a:rPr lang="en-US" dirty="0"/>
              <a:t> </a:t>
            </a:r>
            <a:r>
              <a:rPr lang="en-US" dirty="0" err="1"/>
              <a:t>błędów</a:t>
            </a:r>
            <a:br>
              <a:rPr lang="pl-PL" dirty="0"/>
            </a:br>
            <a:r>
              <a:rPr lang="en-US" dirty="0"/>
              <a:t>- </a:t>
            </a:r>
            <a:r>
              <a:rPr lang="pl-PL" dirty="0"/>
              <a:t>UX mówi o doświadczeniu </a:t>
            </a:r>
            <a:r>
              <a:rPr lang="en-US" dirty="0"/>
              <a:t> z </a:t>
            </a:r>
            <a:r>
              <a:rPr lang="en-US" dirty="0" err="1"/>
              <a:t>perspektywy</a:t>
            </a:r>
            <a:r>
              <a:rPr lang="en-US" dirty="0"/>
              <a:t> </a:t>
            </a:r>
            <a:r>
              <a:rPr lang="pl-PL" dirty="0"/>
              <a:t>użytkownika</a:t>
            </a:r>
            <a:endParaRPr lang="en-US" dirty="0"/>
          </a:p>
          <a:p>
            <a:pPr marL="0" indent="0">
              <a:buFontTx/>
              <a:buNone/>
            </a:pPr>
            <a:r>
              <a:rPr lang="pl-PL" dirty="0"/>
              <a:t>Dopiero z czasem zespół nauczył się upraszczać komunikację i tłumaczyć swoje decyzje</a:t>
            </a:r>
            <a:endParaRPr lang="en-US" dirty="0"/>
          </a:p>
          <a:p>
            <a:pPr marL="0" indent="0">
              <a:buFontTx/>
              <a:buNone/>
            </a:pPr>
            <a:endParaRPr lang="en-US" dirty="0"/>
          </a:p>
          <a:p>
            <a:pPr marL="0" indent="0">
              <a:buFontTx/>
              <a:buNone/>
            </a:pPr>
            <a:r>
              <a:rPr lang="pl-PL" dirty="0"/>
              <a:t>https://www.projektgamma.pl/strefa-wiedzy/artykuly/bariery-komunikacyjne-w-procesie-komunikowania/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73E27A-E070-4AD0-85DB-BAF92CEF18C5}" type="slidenum">
              <a:rPr lang="pl-PL" smtClean="0"/>
              <a:t>28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6616230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Retrospektywy to jedno z najważniejszych narzędzi rozwoju zespołu. To moment, w którym zespół zatrzymuje się i zastanawia, jak pracuje</a:t>
            </a:r>
            <a:r>
              <a:rPr lang="en-US" dirty="0"/>
              <a:t>. </a:t>
            </a:r>
          </a:p>
          <a:p>
            <a:r>
              <a:rPr lang="en-US" dirty="0"/>
              <a:t>Dla </a:t>
            </a:r>
            <a:r>
              <a:rPr lang="en-US" dirty="0" err="1"/>
              <a:t>przykładu</a:t>
            </a:r>
            <a:r>
              <a:rPr lang="en-US" dirty="0"/>
              <a:t> </a:t>
            </a:r>
            <a:r>
              <a:rPr lang="en-US" dirty="0" err="1"/>
              <a:t>początkowo</a:t>
            </a:r>
            <a:r>
              <a:rPr lang="en-US" dirty="0"/>
              <a:t> w </a:t>
            </a:r>
            <a:r>
              <a:rPr lang="en-US" dirty="0" err="1"/>
              <a:t>FilipTech</a:t>
            </a:r>
            <a:r>
              <a:rPr lang="en-US" dirty="0"/>
              <a:t> nie </a:t>
            </a:r>
            <a:r>
              <a:rPr lang="en-US" dirty="0" err="1"/>
              <a:t>było</a:t>
            </a:r>
            <a:r>
              <a:rPr lang="en-US" dirty="0"/>
              <a:t> </a:t>
            </a:r>
            <a:r>
              <a:rPr lang="en-US" dirty="0" err="1"/>
              <a:t>retrospektyw</a:t>
            </a:r>
            <a:r>
              <a:rPr lang="en-US" dirty="0"/>
              <a:t> I </a:t>
            </a:r>
            <a:r>
              <a:rPr lang="en-US" dirty="0" err="1"/>
              <a:t>zespół</a:t>
            </a:r>
            <a:r>
              <a:rPr lang="en-US" dirty="0"/>
              <a:t> </a:t>
            </a:r>
            <a:r>
              <a:rPr lang="en-US" dirty="0" err="1"/>
              <a:t>popełniał</a:t>
            </a:r>
            <a:r>
              <a:rPr lang="en-US" dirty="0"/>
              <a:t> podobne </a:t>
            </a:r>
            <a:r>
              <a:rPr lang="en-US" dirty="0" err="1"/>
              <a:t>błędy</a:t>
            </a:r>
            <a:r>
              <a:rPr lang="en-US" dirty="0"/>
              <a:t> co </a:t>
            </a:r>
            <a:r>
              <a:rPr lang="en-US" dirty="0" err="1"/>
              <a:t>jakiś</a:t>
            </a:r>
            <a:r>
              <a:rPr lang="en-US" dirty="0"/>
              <a:t> </a:t>
            </a:r>
            <a:r>
              <a:rPr lang="en-US" dirty="0" err="1"/>
              <a:t>okres</a:t>
            </a:r>
            <a:r>
              <a:rPr lang="en-US" dirty="0"/>
              <a:t> </a:t>
            </a:r>
            <a:r>
              <a:rPr lang="en-US" dirty="0" err="1"/>
              <a:t>czasu</a:t>
            </a:r>
            <a:r>
              <a:rPr lang="en-US" dirty="0"/>
              <a:t>. </a:t>
            </a:r>
            <a:r>
              <a:rPr lang="en-US" dirty="0" err="1"/>
              <a:t>Dopiero</a:t>
            </a:r>
            <a:r>
              <a:rPr lang="en-US" dirty="0"/>
              <a:t> ich </a:t>
            </a:r>
            <a:r>
              <a:rPr lang="en-US" dirty="0" err="1"/>
              <a:t>wprowadzeniu</a:t>
            </a:r>
            <a:r>
              <a:rPr lang="en-US" dirty="0"/>
              <a:t> I </a:t>
            </a:r>
            <a:r>
              <a:rPr lang="en-US" dirty="0" err="1"/>
              <a:t>przedyskutowaniu</a:t>
            </a:r>
            <a:r>
              <a:rPr lang="en-US" dirty="0"/>
              <a:t> </a:t>
            </a:r>
            <a:r>
              <a:rPr lang="en-US" dirty="0" err="1"/>
              <a:t>problemów</a:t>
            </a:r>
            <a:r>
              <a:rPr lang="en-US" dirty="0"/>
              <a:t>, </a:t>
            </a:r>
            <a:r>
              <a:rPr lang="en-US" dirty="0" err="1"/>
              <a:t>udało</a:t>
            </a:r>
            <a:r>
              <a:rPr lang="en-US" dirty="0"/>
              <a:t> się je wyeliminować.</a:t>
            </a:r>
          </a:p>
          <a:p>
            <a:endParaRPr lang="en-US" dirty="0"/>
          </a:p>
          <a:p>
            <a:r>
              <a:rPr lang="en-US" dirty="0"/>
              <a:t>https://mfiles.pl/pl/index.php/Retrospektywa</a:t>
            </a:r>
          </a:p>
          <a:p>
            <a:br>
              <a:rPr lang="pl-PL" dirty="0"/>
            </a:br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73E27A-E070-4AD0-85DB-BAF92CEF18C5}" type="slidenum">
              <a:rPr lang="pl-PL" smtClean="0"/>
              <a:t>29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14668161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W </a:t>
            </a:r>
            <a:r>
              <a:rPr lang="pl-PL" dirty="0" err="1"/>
              <a:t>FilipTech</a:t>
            </a:r>
            <a:r>
              <a:rPr lang="pl-PL" dirty="0"/>
              <a:t> jasno widać zależność: jeśli jeden element zawiedzie, cały projekt ma problem.</a:t>
            </a:r>
            <a:endParaRPr lang="en-US" dirty="0"/>
          </a:p>
          <a:p>
            <a:r>
              <a:rPr lang="pl-PL" dirty="0"/>
              <a:t>Zależność wzajemna:</a:t>
            </a:r>
            <a:br>
              <a:rPr lang="pl-PL" dirty="0"/>
            </a:br>
            <a:r>
              <a:rPr lang="en-US" dirty="0"/>
              <a:t>* </a:t>
            </a:r>
            <a:r>
              <a:rPr lang="pl-PL" dirty="0"/>
              <a:t>wymusza współpracę</a:t>
            </a:r>
            <a:br>
              <a:rPr lang="pl-PL" dirty="0"/>
            </a:br>
            <a:r>
              <a:rPr lang="en-US" dirty="0"/>
              <a:t>* </a:t>
            </a:r>
            <a:r>
              <a:rPr lang="pl-PL" dirty="0"/>
              <a:t>zwiększa odpowiedzialność</a:t>
            </a:r>
            <a:br>
              <a:rPr lang="pl-PL" dirty="0"/>
            </a:br>
            <a:r>
              <a:rPr lang="en-US" dirty="0"/>
              <a:t>* </a:t>
            </a:r>
            <a:r>
              <a:rPr lang="pl-PL" dirty="0"/>
              <a:t>buduje świadomość zespołową</a:t>
            </a:r>
            <a:endParaRPr lang="en-US" dirty="0"/>
          </a:p>
          <a:p>
            <a:endParaRPr lang="en-US" dirty="0"/>
          </a:p>
          <a:p>
            <a:r>
              <a:rPr lang="pl-PL" dirty="0"/>
              <a:t>To jeden z fundamentów zespołu</a:t>
            </a:r>
            <a:r>
              <a:rPr lang="en-US" dirty="0"/>
              <a:t>:</a:t>
            </a:r>
            <a:r>
              <a:rPr lang="pl-PL" dirty="0"/>
              <a:t> </a:t>
            </a:r>
            <a:r>
              <a:rPr lang="pl-PL" b="1" dirty="0"/>
              <a:t>świadomość, że sukces zależy od wszystkich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73E27A-E070-4AD0-85DB-BAF92CEF18C5}" type="slidenum">
              <a:rPr lang="pl-PL" smtClean="0"/>
              <a:t>30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2996721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6809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1400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01271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7075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3/25/2026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918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3/25/2026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0734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3/25/2026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1904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40106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4288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2406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20308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90189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76" r:id="rId6"/>
    <p:sldLayoutId id="2147483672" r:id="rId7"/>
    <p:sldLayoutId id="2147483673" r:id="rId8"/>
    <p:sldLayoutId id="2147483674" r:id="rId9"/>
    <p:sldLayoutId id="2147483675" r:id="rId10"/>
    <p:sldLayoutId id="2147483677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image" Target="../media/image2.png"/><Relationship Id="rId7" Type="http://schemas.openxmlformats.org/officeDocument/2006/relationships/diagramQuickStyle" Target="../diagrams/quickStyle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4" Type="http://schemas.openxmlformats.org/officeDocument/2006/relationships/image" Target="../media/image3.svg"/><Relationship Id="rId9" Type="http://schemas.microsoft.com/office/2007/relationships/diagramDrawing" Target="../diagrams/drawin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0.xml"/><Relationship Id="rId5" Type="http://schemas.openxmlformats.org/officeDocument/2006/relationships/diagramQuickStyle" Target="../diagrams/quickStyle10.xml"/><Relationship Id="rId4" Type="http://schemas.openxmlformats.org/officeDocument/2006/relationships/diagramLayout" Target="../diagrams/layout10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1.xml"/><Relationship Id="rId7" Type="http://schemas.microsoft.com/office/2007/relationships/diagramDrawing" Target="../diagrams/drawing11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1.xml"/><Relationship Id="rId5" Type="http://schemas.openxmlformats.org/officeDocument/2006/relationships/diagramQuickStyle" Target="../diagrams/quickStyle11.xml"/><Relationship Id="rId4" Type="http://schemas.openxmlformats.org/officeDocument/2006/relationships/diagramLayout" Target="../diagrams/layout1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2.xml"/><Relationship Id="rId7" Type="http://schemas.microsoft.com/office/2007/relationships/diagramDrawing" Target="../diagrams/drawing12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2.xml"/><Relationship Id="rId5" Type="http://schemas.openxmlformats.org/officeDocument/2006/relationships/diagramQuickStyle" Target="../diagrams/quickStyle12.xml"/><Relationship Id="rId4" Type="http://schemas.openxmlformats.org/officeDocument/2006/relationships/diagramLayout" Target="../diagrams/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3.xml"/><Relationship Id="rId7" Type="http://schemas.microsoft.com/office/2007/relationships/diagramDrawing" Target="../diagrams/drawing13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3.xml"/><Relationship Id="rId5" Type="http://schemas.openxmlformats.org/officeDocument/2006/relationships/diagramQuickStyle" Target="../diagrams/quickStyle13.xml"/><Relationship Id="rId4" Type="http://schemas.openxmlformats.org/officeDocument/2006/relationships/diagramLayout" Target="../diagrams/layout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4.xml"/><Relationship Id="rId7" Type="http://schemas.microsoft.com/office/2007/relationships/diagramDrawing" Target="../diagrams/drawing14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4.xml"/><Relationship Id="rId5" Type="http://schemas.openxmlformats.org/officeDocument/2006/relationships/diagramQuickStyle" Target="../diagrams/quickStyle14.xml"/><Relationship Id="rId4" Type="http://schemas.openxmlformats.org/officeDocument/2006/relationships/diagramLayout" Target="../diagrams/layout1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5.xml"/><Relationship Id="rId7" Type="http://schemas.microsoft.com/office/2007/relationships/diagramDrawing" Target="../diagrams/drawing15.xm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5.xml"/><Relationship Id="rId5" Type="http://schemas.openxmlformats.org/officeDocument/2006/relationships/diagramQuickStyle" Target="../diagrams/quickStyle15.xml"/><Relationship Id="rId4" Type="http://schemas.openxmlformats.org/officeDocument/2006/relationships/diagramLayout" Target="../diagrams/layout1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6.xml"/><Relationship Id="rId7" Type="http://schemas.microsoft.com/office/2007/relationships/diagramDrawing" Target="../diagrams/drawing16.xm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6.xml"/><Relationship Id="rId5" Type="http://schemas.openxmlformats.org/officeDocument/2006/relationships/diagramQuickStyle" Target="../diagrams/quickStyle16.xml"/><Relationship Id="rId4" Type="http://schemas.openxmlformats.org/officeDocument/2006/relationships/diagramLayout" Target="../diagrams/layout1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7.xml"/><Relationship Id="rId7" Type="http://schemas.microsoft.com/office/2007/relationships/diagramDrawing" Target="../diagrams/drawing17.xm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7.xml"/><Relationship Id="rId5" Type="http://schemas.openxmlformats.org/officeDocument/2006/relationships/diagramQuickStyle" Target="../diagrams/quickStyle17.xml"/><Relationship Id="rId4" Type="http://schemas.openxmlformats.org/officeDocument/2006/relationships/diagramLayout" Target="../diagrams/layout1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8.xml"/><Relationship Id="rId7" Type="http://schemas.microsoft.com/office/2007/relationships/diagramDrawing" Target="../diagrams/drawing18.xm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8.xml"/><Relationship Id="rId5" Type="http://schemas.openxmlformats.org/officeDocument/2006/relationships/diagramQuickStyle" Target="../diagrams/quickStyle18.xml"/><Relationship Id="rId4" Type="http://schemas.openxmlformats.org/officeDocument/2006/relationships/diagramLayout" Target="../diagrams/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B84C0A7-965A-A0F1-69C0-28A2CBAF91A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678" b="4052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122AB34F-E75C-451A-8410-05B6C249E9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3648484" y="0"/>
            <a:ext cx="8543515" cy="6858000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58000">
                <a:srgbClr val="000000">
                  <a:alpha val="55000"/>
                </a:srgbClr>
              </a:gs>
              <a:gs pos="93000">
                <a:srgbClr val="000000">
                  <a:alpha val="64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6B293E3E-6829-1827-1434-30B49C85D6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80883" y="1543664"/>
            <a:ext cx="6145093" cy="3427867"/>
          </a:xfrm>
        </p:spPr>
        <p:txBody>
          <a:bodyPr anchor="t">
            <a:normAutofit/>
          </a:bodyPr>
          <a:lstStyle/>
          <a:p>
            <a:pPr algn="ctr"/>
            <a:r>
              <a:rPr lang="pl-PL" dirty="0">
                <a:solidFill>
                  <a:srgbClr val="FFFFFF"/>
                </a:solidFill>
              </a:rPr>
              <a:t>GRUPA A ZESPÓŁ DYNAMIKA WSPÓŁPRACY 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585034C3-FC00-73FD-C18A-F8ED8C9D9A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57219" y="5007268"/>
            <a:ext cx="4941173" cy="812923"/>
          </a:xfrm>
        </p:spPr>
        <p:txBody>
          <a:bodyPr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</a:rPr>
              <a:t>Filip Hałys</a:t>
            </a:r>
          </a:p>
          <a:p>
            <a:pPr algn="ctr">
              <a:lnSpc>
                <a:spcPct val="120000"/>
              </a:lnSpc>
            </a:pPr>
            <a:r>
              <a:rPr lang="en-US" sz="1400" dirty="0" err="1">
                <a:solidFill>
                  <a:srgbClr val="FFFFFF"/>
                </a:solidFill>
              </a:rPr>
              <a:t>Geoinformatyka</a:t>
            </a:r>
            <a:r>
              <a:rPr lang="en-US" sz="1400" dirty="0">
                <a:solidFill>
                  <a:srgbClr val="FFFFFF"/>
                </a:solidFill>
              </a:rPr>
              <a:t> </a:t>
            </a:r>
          </a:p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</a:rPr>
              <a:t>V </a:t>
            </a:r>
            <a:r>
              <a:rPr lang="en-US" sz="1400" dirty="0" err="1">
                <a:solidFill>
                  <a:srgbClr val="FFFFFF"/>
                </a:solidFill>
              </a:rPr>
              <a:t>rok</a:t>
            </a:r>
            <a:r>
              <a:rPr lang="en-US" sz="1400" dirty="0">
                <a:solidFill>
                  <a:srgbClr val="FFFFFF"/>
                </a:solidFill>
              </a:rPr>
              <a:t> </a:t>
            </a:r>
          </a:p>
          <a:p>
            <a:pPr algn="ctr">
              <a:lnSpc>
                <a:spcPct val="120000"/>
              </a:lnSpc>
            </a:pPr>
            <a:r>
              <a:rPr lang="en-US" sz="1400" dirty="0" err="1">
                <a:solidFill>
                  <a:srgbClr val="FFFFFF"/>
                </a:solidFill>
              </a:rPr>
              <a:t>Prezentacja</a:t>
            </a:r>
            <a:r>
              <a:rPr lang="en-US" sz="1400" dirty="0">
                <a:solidFill>
                  <a:srgbClr val="FFFFFF"/>
                </a:solidFill>
              </a:rPr>
              <a:t> IV</a:t>
            </a:r>
            <a:endParaRPr lang="pl-PL" sz="1400" dirty="0">
              <a:solidFill>
                <a:srgbClr val="FFFFFF"/>
              </a:solidFill>
            </a:endParaRPr>
          </a:p>
        </p:txBody>
      </p:sp>
      <p:cxnSp>
        <p:nvCxnSpPr>
          <p:cNvPr id="5" name="Straight Connector 12">
            <a:extLst>
              <a:ext uri="{FF2B5EF4-FFF2-40B4-BE49-F238E27FC236}">
                <a16:creationId xmlns:a16="http://schemas.microsoft.com/office/drawing/2014/main" id="{97CC2FE6-3AD0-4131-B4BC-1F4D65E25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438375" y="4861206"/>
            <a:ext cx="978862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5438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63F27BC-7079-4FF7-8F7C-ABC82FA3C2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6FCE621E-03AC-9DA5-010B-D4DD6EA0ED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2253" y="875232"/>
            <a:ext cx="4876801" cy="1569516"/>
          </a:xfrm>
        </p:spPr>
        <p:txBody>
          <a:bodyPr anchor="t">
            <a:normAutofit/>
          </a:bodyPr>
          <a:lstStyle/>
          <a:p>
            <a:r>
              <a:rPr lang="en-US"/>
              <a:t>FilipTech</a:t>
            </a:r>
            <a:endParaRPr lang="pl-PL" dirty="0"/>
          </a:p>
        </p:txBody>
      </p:sp>
      <p:pic>
        <p:nvPicPr>
          <p:cNvPr id="7" name="Graphic 6" descr="Office Worker">
            <a:extLst>
              <a:ext uri="{FF2B5EF4-FFF2-40B4-BE49-F238E27FC236}">
                <a16:creationId xmlns:a16="http://schemas.microsoft.com/office/drawing/2014/main" id="{C39FA18B-7A8B-D9D1-BAF5-C11BAEFBA8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3232" y="2857499"/>
            <a:ext cx="3125269" cy="3125269"/>
          </a:xfrm>
          <a:prstGeom prst="rect">
            <a:avLst/>
          </a:prstGeom>
        </p:spPr>
      </p:pic>
      <p:graphicFrame>
        <p:nvGraphicFramePr>
          <p:cNvPr id="14" name="Symbol zastępczy zawartości 2">
            <a:extLst>
              <a:ext uri="{FF2B5EF4-FFF2-40B4-BE49-F238E27FC236}">
                <a16:creationId xmlns:a16="http://schemas.microsoft.com/office/drawing/2014/main" id="{7F80AE3C-F1B2-DF7F-FCF4-0434340979A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07758389"/>
              </p:ext>
            </p:extLst>
          </p:nvPr>
        </p:nvGraphicFramePr>
        <p:xfrm>
          <a:off x="6400799" y="960119"/>
          <a:ext cx="5130210" cy="50226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40DBD50-3CB1-A513-2321-1891E3F095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80823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FD62FEDE-FE59-3191-0E18-8EBF9EAD18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6821" y="1371600"/>
            <a:ext cx="6034187" cy="1097280"/>
          </a:xfrm>
        </p:spPr>
        <p:txBody>
          <a:bodyPr>
            <a:normAutofit/>
          </a:bodyPr>
          <a:lstStyle/>
          <a:p>
            <a:r>
              <a:rPr lang="pl-PL" dirty="0"/>
              <a:t>Czym jest grupa?</a:t>
            </a:r>
          </a:p>
        </p:txBody>
      </p:sp>
      <p:pic>
        <p:nvPicPr>
          <p:cNvPr id="6" name="Picture 5" descr="Jedyny w tłumie">
            <a:extLst>
              <a:ext uri="{FF2B5EF4-FFF2-40B4-BE49-F238E27FC236}">
                <a16:creationId xmlns:a16="http://schemas.microsoft.com/office/drawing/2014/main" id="{9E51B022-6156-5DFF-673C-351938F1714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532" r="19342"/>
          <a:stretch>
            <a:fillRect/>
          </a:stretch>
        </p:blipFill>
        <p:spPr>
          <a:xfrm>
            <a:off x="20" y="10"/>
            <a:ext cx="4857871" cy="6857990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91422F5-4221-4812-AFD9-5479C6D60A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580905" y="1031005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1">
            <a:extLst>
              <a:ext uri="{FF2B5EF4-FFF2-40B4-BE49-F238E27FC236}">
                <a16:creationId xmlns:a16="http://schemas.microsoft.com/office/drawing/2014/main" id="{77D3137C-E3A5-67A8-8CA4-04D63C18E3A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496821" y="2633236"/>
            <a:ext cx="6034187" cy="366468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pl-PL" altLang="pl-PL" b="0" i="0" u="none" strike="noStrike" cap="none" normalizeH="0" baseline="0" dirty="0">
              <a:ln>
                <a:noFill/>
              </a:ln>
              <a:effectLst/>
              <a:latin typeface="+mj-lt"/>
            </a:endParaRP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  <a:buSzTx/>
            </a:pPr>
            <a:r>
              <a:rPr kumimoji="0" lang="pl-PL" altLang="pl-PL" b="0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pracujących obok siebie </a:t>
            </a:r>
            <a:endParaRPr kumimoji="0" lang="en-US" altLang="pl-PL" b="0" i="0" u="none" strike="noStrike" cap="none" normalizeH="0" baseline="0" dirty="0">
              <a:ln>
                <a:noFill/>
              </a:ln>
              <a:effectLst/>
              <a:latin typeface="+mj-lt"/>
            </a:endParaRP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  <a:buSzTx/>
            </a:pPr>
            <a:r>
              <a:rPr kumimoji="0" lang="pl-PL" altLang="pl-PL" b="0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mających indywidualne cele </a:t>
            </a:r>
            <a:endParaRPr kumimoji="0" lang="en-US" altLang="pl-PL" b="0" i="0" u="none" strike="noStrike" cap="none" normalizeH="0" baseline="0" dirty="0">
              <a:ln>
                <a:noFill/>
              </a:ln>
              <a:effectLst/>
              <a:latin typeface="+mj-lt"/>
            </a:endParaRP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  <a:buSzTx/>
            </a:pPr>
            <a:r>
              <a:rPr kumimoji="0" lang="pl-PL" altLang="pl-PL" b="0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o ograniczonej współpracy </a:t>
            </a:r>
            <a:endParaRPr kumimoji="0" lang="en-US" altLang="pl-PL" b="0" i="0" u="none" strike="noStrike" cap="none" normalizeH="0" baseline="0" dirty="0">
              <a:ln>
                <a:noFill/>
              </a:ln>
              <a:effectLst/>
              <a:latin typeface="+mj-lt"/>
            </a:endParaRP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  <a:buSzTx/>
            </a:pPr>
            <a:r>
              <a:rPr kumimoji="0" lang="pl-PL" altLang="pl-PL" b="0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bez wspólnej odpowiedzialności </a:t>
            </a:r>
          </a:p>
        </p:txBody>
      </p:sp>
    </p:spTree>
    <p:extLst>
      <p:ext uri="{BB962C8B-B14F-4D97-AF65-F5344CB8AC3E}">
        <p14:creationId xmlns:p14="http://schemas.microsoft.com/office/powerpoint/2010/main" val="24689440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6606D86A-E042-016D-6CB8-8C172F281A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6821" y="1371600"/>
            <a:ext cx="6034187" cy="1097280"/>
          </a:xfrm>
        </p:spPr>
        <p:txBody>
          <a:bodyPr>
            <a:normAutofit/>
          </a:bodyPr>
          <a:lstStyle/>
          <a:p>
            <a:r>
              <a:rPr lang="pl-PL" dirty="0"/>
              <a:t>Czym jest zespół?</a:t>
            </a:r>
          </a:p>
        </p:txBody>
      </p:sp>
      <p:pic>
        <p:nvPicPr>
          <p:cNvPr id="5" name="Picture 4" descr="Ręce z nadgarstkami i wzajemnie połączone w celu utworzenia okręgu">
            <a:extLst>
              <a:ext uri="{FF2B5EF4-FFF2-40B4-BE49-F238E27FC236}">
                <a16:creationId xmlns:a16="http://schemas.microsoft.com/office/drawing/2014/main" id="{226E8DA5-8F44-1C04-AB43-73968D2B6E6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8176" r="24541" b="-1"/>
          <a:stretch>
            <a:fillRect/>
          </a:stretch>
        </p:blipFill>
        <p:spPr>
          <a:xfrm>
            <a:off x="20" y="10"/>
            <a:ext cx="4857871" cy="6857990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91422F5-4221-4812-AFD9-5479C6D60A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580905" y="1031005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35ECDD9A-71D4-A502-331B-463478809B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96821" y="2633236"/>
            <a:ext cx="6034187" cy="36646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l-PL" dirty="0"/>
              <a:t>Zespół to zbiór osób:</a:t>
            </a:r>
          </a:p>
          <a:p>
            <a:r>
              <a:rPr lang="pl-PL" dirty="0"/>
              <a:t>mających wspólny cel </a:t>
            </a:r>
          </a:p>
          <a:p>
            <a:r>
              <a:rPr lang="pl-PL" dirty="0"/>
              <a:t>współpracujących </a:t>
            </a:r>
          </a:p>
          <a:p>
            <a:r>
              <a:rPr lang="pl-PL" dirty="0"/>
              <a:t>współodpowiedzialnych za wynik </a:t>
            </a:r>
          </a:p>
          <a:p>
            <a:r>
              <a:rPr lang="pl-PL" dirty="0"/>
              <a:t>komunikujących się efektywnie</a:t>
            </a:r>
          </a:p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1661376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036090BD-D8AD-081A-5FD5-7FE3859F3F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570750"/>
            <a:ext cx="10890929" cy="13879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Grupa vs zespół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62D3963-2153-4637-96E6-E31BD2CE5D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2307479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Symbol zastępczy zawartości 2">
            <a:extLst>
              <a:ext uri="{FF2B5EF4-FFF2-40B4-BE49-F238E27FC236}">
                <a16:creationId xmlns:a16="http://schemas.microsoft.com/office/drawing/2014/main" id="{3B3A7FC8-6D48-5A6D-6868-A79503DD7AF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30978417"/>
              </p:ext>
            </p:extLst>
          </p:nvPr>
        </p:nvGraphicFramePr>
        <p:xfrm>
          <a:off x="640079" y="2559050"/>
          <a:ext cx="10890929" cy="37388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0177213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59FF28C2-B4D8-8133-2D08-D166A81494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02091"/>
            <a:ext cx="3291840" cy="277021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400"/>
              <a:t>ROZWÓJ ZESPOŁU (TUCKMAN)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9D7B6BE-A4E0-4483-BEC5-493AC3E5D2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4459606"/>
            <a:ext cx="978862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Symbol zastępczy zawartości 4">
            <a:extLst>
              <a:ext uri="{FF2B5EF4-FFF2-40B4-BE49-F238E27FC236}">
                <a16:creationId xmlns:a16="http://schemas.microsoft.com/office/drawing/2014/main" id="{0E04F16D-339D-5DDC-FEFD-0ACDC092AA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443984" y="976694"/>
            <a:ext cx="7086600" cy="4854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82711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E2CF8B75-E90B-A626-563A-CE7AAC6129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570750"/>
            <a:ext cx="10890929" cy="1387934"/>
          </a:xfrm>
        </p:spPr>
        <p:txBody>
          <a:bodyPr anchor="b">
            <a:normAutofit/>
          </a:bodyPr>
          <a:lstStyle/>
          <a:p>
            <a:r>
              <a:rPr lang="en-US" dirty="0"/>
              <a:t>1. </a:t>
            </a:r>
            <a:r>
              <a:rPr lang="pl-PL" dirty="0"/>
              <a:t>Forming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62D3963-2153-4637-96E6-E31BD2CE5D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2307479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Symbol zastępczy zawartości 2">
            <a:extLst>
              <a:ext uri="{FF2B5EF4-FFF2-40B4-BE49-F238E27FC236}">
                <a16:creationId xmlns:a16="http://schemas.microsoft.com/office/drawing/2014/main" id="{DED2C0AC-E0C1-3D69-0EF1-BF0E04B16FE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15630029"/>
              </p:ext>
            </p:extLst>
          </p:nvPr>
        </p:nvGraphicFramePr>
        <p:xfrm>
          <a:off x="640079" y="2559050"/>
          <a:ext cx="10890929" cy="37388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5513077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48B201C2-9606-9226-B7D1-0441FA0DCF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570750"/>
            <a:ext cx="10890929" cy="1387934"/>
          </a:xfrm>
        </p:spPr>
        <p:txBody>
          <a:bodyPr anchor="b">
            <a:normAutofit/>
          </a:bodyPr>
          <a:lstStyle/>
          <a:p>
            <a:r>
              <a:rPr lang="pl-PL"/>
              <a:t>Storming</a:t>
            </a:r>
            <a:endParaRPr lang="pl-PL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62D3963-2153-4637-96E6-E31BD2CE5D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2307479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Symbol zastępczy zawartości 2">
            <a:extLst>
              <a:ext uri="{FF2B5EF4-FFF2-40B4-BE49-F238E27FC236}">
                <a16:creationId xmlns:a16="http://schemas.microsoft.com/office/drawing/2014/main" id="{6F4BF3CB-AE2D-127B-2A7D-B202A7C4CE1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68831866"/>
              </p:ext>
            </p:extLst>
          </p:nvPr>
        </p:nvGraphicFramePr>
        <p:xfrm>
          <a:off x="640079" y="2559050"/>
          <a:ext cx="10890929" cy="37388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9929014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BFF9D82-462C-8819-AA6E-AA66E2360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/>
              <a:t>Norming</a:t>
            </a:r>
            <a:endParaRPr lang="pl-PL" dirty="0"/>
          </a:p>
        </p:txBody>
      </p:sp>
      <p:graphicFrame>
        <p:nvGraphicFramePr>
          <p:cNvPr id="5" name="Symbol zastępczy zawartości 2">
            <a:extLst>
              <a:ext uri="{FF2B5EF4-FFF2-40B4-BE49-F238E27FC236}">
                <a16:creationId xmlns:a16="http://schemas.microsoft.com/office/drawing/2014/main" id="{48B7DCF5-14D2-7820-5AFD-194502B98F2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40080" y="2633472"/>
          <a:ext cx="10890928" cy="35661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686146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BE1A2703-A9DE-3647-23F3-57E88532F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570750"/>
            <a:ext cx="10890929" cy="1387934"/>
          </a:xfrm>
        </p:spPr>
        <p:txBody>
          <a:bodyPr anchor="b">
            <a:normAutofit/>
          </a:bodyPr>
          <a:lstStyle/>
          <a:p>
            <a:r>
              <a:rPr lang="pl-PL" dirty="0"/>
              <a:t>Performing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62D3963-2153-4637-96E6-E31BD2CE5D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2307479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Symbol zastępczy zawartości 2">
            <a:extLst>
              <a:ext uri="{FF2B5EF4-FFF2-40B4-BE49-F238E27FC236}">
                <a16:creationId xmlns:a16="http://schemas.microsoft.com/office/drawing/2014/main" id="{CCF1D03E-005C-2441-6544-0A9B1BD3193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64233755"/>
              </p:ext>
            </p:extLst>
          </p:nvPr>
        </p:nvGraphicFramePr>
        <p:xfrm>
          <a:off x="640079" y="2559050"/>
          <a:ext cx="10890929" cy="37388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0057164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7F4CE17-A890-925C-4304-B450AE9405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NORMY ZESPOŁOWE</a:t>
            </a:r>
          </a:p>
        </p:txBody>
      </p:sp>
      <p:graphicFrame>
        <p:nvGraphicFramePr>
          <p:cNvPr id="5" name="Symbol zastępczy zawartości 2">
            <a:extLst>
              <a:ext uri="{FF2B5EF4-FFF2-40B4-BE49-F238E27FC236}">
                <a16:creationId xmlns:a16="http://schemas.microsoft.com/office/drawing/2014/main" id="{19759E36-4925-8273-B556-0C41E7A9C78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40080" y="2633472"/>
          <a:ext cx="10890928" cy="35661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2927658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0BDE13A-860E-746E-F558-0A3A4E736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/>
              <a:t>ROLE NIEFORMALNE</a:t>
            </a:r>
            <a:endParaRPr lang="pl-PL" dirty="0"/>
          </a:p>
        </p:txBody>
      </p:sp>
      <p:graphicFrame>
        <p:nvGraphicFramePr>
          <p:cNvPr id="13" name="Symbol zastępczy zawartości 2">
            <a:extLst>
              <a:ext uri="{FF2B5EF4-FFF2-40B4-BE49-F238E27FC236}">
                <a16:creationId xmlns:a16="http://schemas.microsoft.com/office/drawing/2014/main" id="{04CD89A0-E446-8BF7-ADF3-3E1A1798974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71187493"/>
              </p:ext>
            </p:extLst>
          </p:nvPr>
        </p:nvGraphicFramePr>
        <p:xfrm>
          <a:off x="640080" y="2633472"/>
          <a:ext cx="10890928" cy="35661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4007935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D006A937-1057-42CB-17AD-B1A1A80D9C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399"/>
            <a:ext cx="10847494" cy="1171069"/>
          </a:xfrm>
        </p:spPr>
        <p:txBody>
          <a:bodyPr anchor="t">
            <a:normAutofit/>
          </a:bodyPr>
          <a:lstStyle/>
          <a:p>
            <a:r>
              <a:rPr lang="pl-PL"/>
              <a:t>KONFLIKTY</a:t>
            </a:r>
            <a:endParaRPr lang="pl-PL" dirty="0"/>
          </a:p>
        </p:txBody>
      </p:sp>
      <p:pic>
        <p:nvPicPr>
          <p:cNvPr id="7" name="Graphic 6" descr="Ostrzeżenie">
            <a:extLst>
              <a:ext uri="{FF2B5EF4-FFF2-40B4-BE49-F238E27FC236}">
                <a16:creationId xmlns:a16="http://schemas.microsoft.com/office/drawing/2014/main" id="{05A15378-B1CD-5C83-700F-302B8DD26E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3232" y="2256287"/>
            <a:ext cx="3760459" cy="3760459"/>
          </a:xfrm>
          <a:prstGeom prst="rect">
            <a:avLst/>
          </a:prstGeom>
        </p:spPr>
      </p:pic>
      <p:sp>
        <p:nvSpPr>
          <p:cNvPr id="13" name="Symbol zastępczy zawartości 2">
            <a:extLst>
              <a:ext uri="{FF2B5EF4-FFF2-40B4-BE49-F238E27FC236}">
                <a16:creationId xmlns:a16="http://schemas.microsoft.com/office/drawing/2014/main" id="{3A5DC88B-102B-2FC7-8741-3E4F30488D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5150" y="2256287"/>
            <a:ext cx="4563618" cy="3760459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pl-PL"/>
              <a:t>Konflikt nie jest czymś złym samym w sobie. Jest naturalnym elementem pracy zespołu.</a:t>
            </a:r>
            <a:endParaRPr lang="en-US"/>
          </a:p>
          <a:p>
            <a:pPr marL="0" indent="0">
              <a:buNone/>
            </a:pPr>
            <a:r>
              <a:rPr lang="pl-PL"/>
              <a:t>Konflikt to:</a:t>
            </a:r>
          </a:p>
          <a:p>
            <a:r>
              <a:rPr lang="pl-PL"/>
              <a:t>różnica celów </a:t>
            </a:r>
          </a:p>
          <a:p>
            <a:r>
              <a:rPr lang="pl-PL"/>
              <a:t>różnica opinii </a:t>
            </a:r>
          </a:p>
          <a:p>
            <a:r>
              <a:rPr lang="pl-PL"/>
              <a:t>napięcie między osobami</a:t>
            </a:r>
          </a:p>
          <a:p>
            <a:pPr marL="0" indent="0">
              <a:buNone/>
            </a:pPr>
            <a:endParaRPr lang="pl-PL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EA0F4A6-3CC9-C9E2-BA02-58FA29F7D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18759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1C4032B1-EB17-0C88-65F8-DDDCCAF759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0" y="914400"/>
            <a:ext cx="6501810" cy="1097280"/>
          </a:xfrm>
        </p:spPr>
        <p:txBody>
          <a:bodyPr anchor="t">
            <a:normAutofit/>
          </a:bodyPr>
          <a:lstStyle/>
          <a:p>
            <a:r>
              <a:rPr lang="pl-PL" dirty="0"/>
              <a:t>ZAUFANIE</a:t>
            </a:r>
          </a:p>
        </p:txBody>
      </p:sp>
      <p:pic>
        <p:nvPicPr>
          <p:cNvPr id="5" name="Picture 4" descr="Dwie osoby sprawujące swoje ręce">
            <a:extLst>
              <a:ext uri="{FF2B5EF4-FFF2-40B4-BE49-F238E27FC236}">
                <a16:creationId xmlns:a16="http://schemas.microsoft.com/office/drawing/2014/main" id="{1C442EC7-1A6B-47DC-80AA-4FFA9B33D97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412" r="25522" b="2"/>
          <a:stretch>
            <a:fillRect/>
          </a:stretch>
        </p:blipFill>
        <p:spPr>
          <a:xfrm>
            <a:off x="20" y="914399"/>
            <a:ext cx="4416532" cy="5353523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8052531-D50B-3899-B150-D05525F4F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0" y="6267922"/>
            <a:ext cx="4416552" cy="1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CE1E5A8F-3971-22F9-FFD8-3C5CF3A5F5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9200" y="2176036"/>
            <a:ext cx="6501810" cy="412188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l-PL" dirty="0"/>
              <a:t>Zaufanie jest fundamentem efektywnego zespołu, ponieważ:</a:t>
            </a: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pl-PL" dirty="0"/>
              <a:t>umożliwia otwartą komunikację,</a:t>
            </a: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pl-PL" dirty="0"/>
              <a:t>zmniejsza liczbę konfliktów,</a:t>
            </a: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pl-PL" dirty="0"/>
              <a:t>przyspiesza podejmowanie decyzji,</a:t>
            </a: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pl-PL" dirty="0"/>
              <a:t>zwiększa współpracę i zaangażowanie.</a:t>
            </a:r>
            <a:endParaRPr lang="en-US" dirty="0"/>
          </a:p>
          <a:p>
            <a:pPr marL="0" indent="0">
              <a:buNone/>
            </a:pPr>
            <a:r>
              <a:rPr lang="pl-PL" dirty="0"/>
              <a:t>Bez zaufania zespół nie będzie działał efektywnie. Ludzie będą ukrywać problemy, unikać odpowiedzialności i działać zachowawczo</a:t>
            </a:r>
          </a:p>
        </p:txBody>
      </p:sp>
    </p:spTree>
    <p:extLst>
      <p:ext uri="{BB962C8B-B14F-4D97-AF65-F5344CB8AC3E}">
        <p14:creationId xmlns:p14="http://schemas.microsoft.com/office/powerpoint/2010/main" val="31246688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Straight Connector 9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7" name="Rectangle 11">
            <a:extLst>
              <a:ext uri="{FF2B5EF4-FFF2-40B4-BE49-F238E27FC236}">
                <a16:creationId xmlns:a16="http://schemas.microsoft.com/office/drawing/2014/main" id="{149F9F0F-FB8C-5565-247C-BDCC156B5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ABA4FDDF-F59C-428B-8603-3A86D75931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01323A-3BD4-99D2-F90B-51E5AB342D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7" y="640311"/>
            <a:ext cx="10887542" cy="5577378"/>
          </a:xfrm>
          <a:prstGeom prst="rect">
            <a:avLst/>
          </a:prstGeom>
          <a:solidFill>
            <a:schemeClr val="bg1">
              <a:lumMod val="9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AE2764D-E1C7-4C0E-A5A4-12411550AB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11537289" y="640311"/>
            <a:ext cx="0" cy="5579514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ymbol zastępczy zawartości 6">
            <a:extLst>
              <a:ext uri="{FF2B5EF4-FFF2-40B4-BE49-F238E27FC236}">
                <a16:creationId xmlns:a16="http://schemas.microsoft.com/office/drawing/2014/main" id="{E735C976-9FCF-5903-4B47-63EA96A1C8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l-PL"/>
          </a:p>
        </p:txBody>
      </p:sp>
      <p:pic>
        <p:nvPicPr>
          <p:cNvPr id="9" name="Obraz 8">
            <a:extLst>
              <a:ext uri="{FF2B5EF4-FFF2-40B4-BE49-F238E27FC236}">
                <a16:creationId xmlns:a16="http://schemas.microsoft.com/office/drawing/2014/main" id="{FF58A942-A385-379F-D8D8-05EA8BF261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400" y="658368"/>
            <a:ext cx="8299033" cy="5591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2141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63F27BC-7079-4FF7-8F7C-ABC82FA3C2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63897230-0E25-1171-0735-4C4A568716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677920" cy="3919267"/>
          </a:xfrm>
        </p:spPr>
        <p:txBody>
          <a:bodyPr anchor="t">
            <a:normAutofit/>
          </a:bodyPr>
          <a:lstStyle/>
          <a:p>
            <a:r>
              <a:rPr lang="pl-PL" sz="3400"/>
              <a:t>RÓŻNORODNOŚĆ</a:t>
            </a:r>
            <a:r>
              <a:rPr lang="en-US" sz="3400"/>
              <a:t> W ZESPOLE</a:t>
            </a:r>
            <a:endParaRPr lang="pl-PL" sz="340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0BBF191-9CC8-4313-B1CA-8DF1A53AE4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Symbol zastępczy zawartości 2">
            <a:extLst>
              <a:ext uri="{FF2B5EF4-FFF2-40B4-BE49-F238E27FC236}">
                <a16:creationId xmlns:a16="http://schemas.microsoft.com/office/drawing/2014/main" id="{BFD0AF63-7EB8-0853-6BCF-E8B1E9C04B2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82095124"/>
              </p:ext>
            </p:extLst>
          </p:nvPr>
        </p:nvGraphicFramePr>
        <p:xfrm>
          <a:off x="5051651" y="1371600"/>
          <a:ext cx="6479357" cy="49263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5923936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F4B1A0A-CE97-ABE2-2CC6-37AE8CD7C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ZAANGAŻOWANIE</a:t>
            </a:r>
          </a:p>
        </p:txBody>
      </p:sp>
      <p:graphicFrame>
        <p:nvGraphicFramePr>
          <p:cNvPr id="5" name="Symbol zastępczy zawartości 2">
            <a:extLst>
              <a:ext uri="{FF2B5EF4-FFF2-40B4-BE49-F238E27FC236}">
                <a16:creationId xmlns:a16="http://schemas.microsoft.com/office/drawing/2014/main" id="{A5227FF4-FC15-9A90-BE70-A317D6D95AA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09770505"/>
              </p:ext>
            </p:extLst>
          </p:nvPr>
        </p:nvGraphicFramePr>
        <p:xfrm>
          <a:off x="640080" y="2633472"/>
          <a:ext cx="10890928" cy="35661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1184800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3F61FDB-3E9B-6F3F-9B3C-87AFBFDC7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EFEKTYWNOŚĆ</a:t>
            </a:r>
          </a:p>
        </p:txBody>
      </p:sp>
      <p:graphicFrame>
        <p:nvGraphicFramePr>
          <p:cNvPr id="5" name="Symbol zastępczy zawartości 2">
            <a:extLst>
              <a:ext uri="{FF2B5EF4-FFF2-40B4-BE49-F238E27FC236}">
                <a16:creationId xmlns:a16="http://schemas.microsoft.com/office/drawing/2014/main" id="{BEBB79B2-8F70-44A6-F55D-5DB13EFA57B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40080" y="2633472"/>
          <a:ext cx="10890928" cy="35661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2862499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618105A-5869-D5AE-40CF-E7311050AD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TRANSFORMACJA</a:t>
            </a:r>
            <a:r>
              <a:rPr lang="en-US" dirty="0"/>
              <a:t> – OD GRUPY DO ZESPOŁU</a:t>
            </a:r>
            <a:endParaRPr lang="pl-PL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485D938C-BB50-3FEB-98F1-3823329722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Transformacja wymaga:</a:t>
            </a:r>
            <a:endParaRPr lang="en-US" dirty="0"/>
          </a:p>
          <a:p>
            <a:r>
              <a:rPr lang="pl-PL" dirty="0"/>
              <a:t>czasu,</a:t>
            </a:r>
            <a:endParaRPr lang="en-US" dirty="0"/>
          </a:p>
          <a:p>
            <a:r>
              <a:rPr lang="pl-PL" dirty="0"/>
              <a:t>świadomego działania,</a:t>
            </a:r>
            <a:endParaRPr lang="en-US" dirty="0"/>
          </a:p>
          <a:p>
            <a:r>
              <a:rPr lang="pl-PL" dirty="0"/>
              <a:t>budowania relacji,</a:t>
            </a:r>
            <a:endParaRPr lang="en-US" dirty="0"/>
          </a:p>
          <a:p>
            <a:r>
              <a:rPr lang="pl-PL" dirty="0"/>
              <a:t>rozwoju kompetencji zespołowych.</a:t>
            </a:r>
          </a:p>
        </p:txBody>
      </p:sp>
    </p:spTree>
    <p:extLst>
      <p:ext uri="{BB962C8B-B14F-4D97-AF65-F5344CB8AC3E}">
        <p14:creationId xmlns:p14="http://schemas.microsoft.com/office/powerpoint/2010/main" val="8180295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63F27BC-7079-4FF7-8F7C-ABC82FA3C2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8D120A80-A93D-5BB4-FCD5-9587F53853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2253" y="914400"/>
            <a:ext cx="3675888" cy="4157931"/>
          </a:xfrm>
        </p:spPr>
        <p:txBody>
          <a:bodyPr anchor="t">
            <a:normAutofit/>
          </a:bodyPr>
          <a:lstStyle/>
          <a:p>
            <a:r>
              <a:rPr lang="pl-PL" dirty="0"/>
              <a:t>WARUNKI ZESPOŁU (DYER)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B5F4E67-4DB9-8422-13E5-B36FD48EC4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Symbol zastępczy zawartości 2">
            <a:extLst>
              <a:ext uri="{FF2B5EF4-FFF2-40B4-BE49-F238E27FC236}">
                <a16:creationId xmlns:a16="http://schemas.microsoft.com/office/drawing/2014/main" id="{AAFA463C-858C-9AFC-FC40-7362629A39E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72796788"/>
              </p:ext>
            </p:extLst>
          </p:nvPr>
        </p:nvGraphicFramePr>
        <p:xfrm>
          <a:off x="5432612" y="914400"/>
          <a:ext cx="5375383" cy="5105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8509279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406BD704-01C2-4341-B99A-116CC7EC56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Ręce z nadgarstkami i wzajemnie połączone w celu utworzenia okręgu">
            <a:extLst>
              <a:ext uri="{FF2B5EF4-FFF2-40B4-BE49-F238E27FC236}">
                <a16:creationId xmlns:a16="http://schemas.microsoft.com/office/drawing/2014/main" id="{053E7860-B021-3DFE-B44C-99948F26389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573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0225C01B-A296-4FAA-AA46-794F27DF69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4894" y="979075"/>
            <a:ext cx="5777024" cy="5074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ED75006D-E8B3-9083-234B-5C5A7FD6A8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9451" y="1352492"/>
            <a:ext cx="4665540" cy="1143000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pl-PL" sz="3700"/>
              <a:t>STORMING I ROLA LIDERA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2713E66-598D-4B8A-9D2A-67C7AF46EF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485673" y="979075"/>
            <a:ext cx="0" cy="507492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7259693B-24F6-3442-E336-845FB8A16B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9454" y="2662356"/>
            <a:ext cx="4665546" cy="3057911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pl-PL" sz="1700"/>
              <a:t>Lider powinien:</a:t>
            </a:r>
          </a:p>
          <a:p>
            <a:pPr>
              <a:lnSpc>
                <a:spcPct val="110000"/>
              </a:lnSpc>
            </a:pPr>
            <a:r>
              <a:rPr lang="pl-PL" sz="1700"/>
              <a:t>słuchać i mediować </a:t>
            </a:r>
          </a:p>
          <a:p>
            <a:pPr>
              <a:lnSpc>
                <a:spcPct val="110000"/>
              </a:lnSpc>
            </a:pPr>
            <a:r>
              <a:rPr lang="pl-PL" sz="1700"/>
              <a:t>wyjaśniać role i cele </a:t>
            </a:r>
          </a:p>
          <a:p>
            <a:pPr>
              <a:lnSpc>
                <a:spcPct val="110000"/>
              </a:lnSpc>
            </a:pPr>
            <a:r>
              <a:rPr lang="pl-PL" sz="1700"/>
              <a:t>wspierać współpracę, nie narzucać </a:t>
            </a:r>
          </a:p>
          <a:p>
            <a:pPr>
              <a:lnSpc>
                <a:spcPct val="110000"/>
              </a:lnSpc>
            </a:pPr>
            <a:r>
              <a:rPr lang="pl-PL" sz="1700"/>
              <a:t>modelować pożądane zachowania</a:t>
            </a:r>
            <a:endParaRPr lang="en-US" sz="1700"/>
          </a:p>
          <a:p>
            <a:pPr marL="0" indent="0">
              <a:lnSpc>
                <a:spcPct val="110000"/>
              </a:lnSpc>
              <a:buNone/>
            </a:pPr>
            <a:r>
              <a:rPr lang="pl-PL" sz="1700"/>
              <a:t>Lider nie rozstrzyga konfliktów </a:t>
            </a:r>
            <a:r>
              <a:rPr lang="en-US" sz="1700"/>
              <a:t>na siłę</a:t>
            </a:r>
            <a:r>
              <a:rPr lang="pl-PL" sz="1700"/>
              <a:t>, tylko pomaga zespołowi znaleźć wspólne rozwiązania</a:t>
            </a:r>
          </a:p>
          <a:p>
            <a:pPr marL="0" indent="0">
              <a:lnSpc>
                <a:spcPct val="110000"/>
              </a:lnSpc>
              <a:buNone/>
            </a:pPr>
            <a:endParaRPr lang="pl-PL" sz="1700"/>
          </a:p>
        </p:txBody>
      </p:sp>
    </p:spTree>
    <p:extLst>
      <p:ext uri="{BB962C8B-B14F-4D97-AF65-F5344CB8AC3E}">
        <p14:creationId xmlns:p14="http://schemas.microsoft.com/office/powerpoint/2010/main" val="13854297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E22A0C34-8A0C-9812-8A1D-DE804F50B2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3191" y="1371600"/>
            <a:ext cx="3445342" cy="269686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400"/>
              <a:t>MODEL DREXLER-SIBBET</a:t>
            </a:r>
          </a:p>
        </p:txBody>
      </p:sp>
      <p:pic>
        <p:nvPicPr>
          <p:cNvPr id="5" name="Symbol zastępczy zawartości 4">
            <a:extLst>
              <a:ext uri="{FF2B5EF4-FFF2-40B4-BE49-F238E27FC236}">
                <a16:creationId xmlns:a16="http://schemas.microsoft.com/office/drawing/2014/main" id="{6E4ED516-3AC3-BFD6-27E5-0B6CDD6532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01347" y="1399954"/>
            <a:ext cx="7098453" cy="4170340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CED01B4-40F2-4CAE-8062-1D4CE8454C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8116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51143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91C73147-2FAD-837A-B45E-5807012F4A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570750"/>
            <a:ext cx="10890929" cy="1387934"/>
          </a:xfrm>
        </p:spPr>
        <p:txBody>
          <a:bodyPr anchor="b">
            <a:normAutofit/>
          </a:bodyPr>
          <a:lstStyle/>
          <a:p>
            <a:r>
              <a:rPr lang="pl-PL" dirty="0"/>
              <a:t>Etapy modelu </a:t>
            </a:r>
            <a:r>
              <a:rPr lang="pl-PL"/>
              <a:t>Drexlera-Sibbett</a:t>
            </a:r>
            <a:endParaRPr lang="pl-PL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62D3963-2153-4637-96E6-E31BD2CE5D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2307479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Symbol zastępczy zawartości 2">
            <a:extLst>
              <a:ext uri="{FF2B5EF4-FFF2-40B4-BE49-F238E27FC236}">
                <a16:creationId xmlns:a16="http://schemas.microsoft.com/office/drawing/2014/main" id="{261682C9-8208-553A-FA97-4FEBF5A4E7D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5401173"/>
              </p:ext>
            </p:extLst>
          </p:nvPr>
        </p:nvGraphicFramePr>
        <p:xfrm>
          <a:off x="640079" y="2559050"/>
          <a:ext cx="10890929" cy="37388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5004100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8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BCE8520B-F3AD-F807-CD48-D4890BA14C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6821" y="1371600"/>
            <a:ext cx="6034187" cy="109728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pl-PL" sz="3400"/>
              <a:t>BEZPIECZEŃSTWO PSYCHOLOGICZNE</a:t>
            </a:r>
          </a:p>
        </p:txBody>
      </p:sp>
      <p:pic>
        <p:nvPicPr>
          <p:cNvPr id="14" name="Picture 4" descr="Lupa i znak zapytania">
            <a:extLst>
              <a:ext uri="{FF2B5EF4-FFF2-40B4-BE49-F238E27FC236}">
                <a16:creationId xmlns:a16="http://schemas.microsoft.com/office/drawing/2014/main" id="{B02F10E1-B6EC-4687-C7BB-4C04D82B197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902" r="28254"/>
          <a:stretch>
            <a:fillRect/>
          </a:stretch>
        </p:blipFill>
        <p:spPr>
          <a:xfrm>
            <a:off x="20" y="10"/>
            <a:ext cx="4857871" cy="6857990"/>
          </a:xfrm>
          <a:prstGeom prst="rect">
            <a:avLst/>
          </a:prstGeom>
        </p:spPr>
      </p:pic>
      <p:cxnSp>
        <p:nvCxnSpPr>
          <p:cNvPr id="15" name="Straight Connector 10">
            <a:extLst>
              <a:ext uri="{FF2B5EF4-FFF2-40B4-BE49-F238E27FC236}">
                <a16:creationId xmlns:a16="http://schemas.microsoft.com/office/drawing/2014/main" id="{691422F5-4221-4812-AFD9-5479C6D60A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580905" y="1031005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Symbol zastępczy zawartości 2">
            <a:extLst>
              <a:ext uri="{FF2B5EF4-FFF2-40B4-BE49-F238E27FC236}">
                <a16:creationId xmlns:a16="http://schemas.microsoft.com/office/drawing/2014/main" id="{8F34D67D-D52D-AD7A-2691-5B5684671E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96821" y="2633236"/>
            <a:ext cx="6034187" cy="36646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l-PL" dirty="0"/>
              <a:t>Czym jest </a:t>
            </a:r>
            <a:r>
              <a:rPr lang="pl-PL" dirty="0" err="1"/>
              <a:t>psychological</a:t>
            </a:r>
            <a:r>
              <a:rPr lang="pl-PL" dirty="0"/>
              <a:t> </a:t>
            </a:r>
            <a:r>
              <a:rPr lang="pl-PL" dirty="0" err="1"/>
              <a:t>safety</a:t>
            </a:r>
            <a:r>
              <a:rPr lang="pl-PL" dirty="0"/>
              <a:t>?</a:t>
            </a:r>
            <a:endParaRPr lang="en-US" dirty="0"/>
          </a:p>
          <a:p>
            <a:r>
              <a:rPr lang="pl-PL" dirty="0"/>
              <a:t>poczucie, że można mówić otwarcie</a:t>
            </a:r>
            <a:endParaRPr lang="en-US" dirty="0"/>
          </a:p>
          <a:p>
            <a:r>
              <a:rPr lang="pl-PL" dirty="0"/>
              <a:t>brak strachu przed krytyką lub karą</a:t>
            </a:r>
            <a:endParaRPr lang="en-US" dirty="0"/>
          </a:p>
          <a:p>
            <a:r>
              <a:rPr lang="pl-PL" dirty="0"/>
              <a:t>możliwość zgłaszania pomysłów i błędów</a:t>
            </a:r>
          </a:p>
        </p:txBody>
      </p:sp>
    </p:spTree>
    <p:extLst>
      <p:ext uri="{BB962C8B-B14F-4D97-AF65-F5344CB8AC3E}">
        <p14:creationId xmlns:p14="http://schemas.microsoft.com/office/powerpoint/2010/main" val="7295340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3ED58BC7-CF69-2D97-1205-D91868CC8F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399"/>
            <a:ext cx="3000587" cy="4160520"/>
          </a:xfrm>
        </p:spPr>
        <p:txBody>
          <a:bodyPr anchor="t">
            <a:normAutofit/>
          </a:bodyPr>
          <a:lstStyle/>
          <a:p>
            <a:r>
              <a:rPr lang="pl-PL" sz="3300"/>
              <a:t>MEDIA KOMUNIKACJI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5ADA91C-AD52-A530-A898-AD6E698745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Symbol zastępczy zawartości 2">
            <a:extLst>
              <a:ext uri="{FF2B5EF4-FFF2-40B4-BE49-F238E27FC236}">
                <a16:creationId xmlns:a16="http://schemas.microsoft.com/office/drawing/2014/main" id="{315E53D0-C139-7564-1DBB-B8B110E6A5E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60750144"/>
              </p:ext>
            </p:extLst>
          </p:nvPr>
        </p:nvGraphicFramePr>
        <p:xfrm>
          <a:off x="4303332" y="891606"/>
          <a:ext cx="7216416" cy="51112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77994699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49F9F0F-FB8C-5565-247C-BDCC156B5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ABA4FDDF-F59C-428B-8603-3A86D75931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Symbol zastępczy zawartości 4">
            <a:extLst>
              <a:ext uri="{FF2B5EF4-FFF2-40B4-BE49-F238E27FC236}">
                <a16:creationId xmlns:a16="http://schemas.microsoft.com/office/drawing/2014/main" id="{4207123C-6319-881B-D728-138D3F222C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l="13508" r="9378" b="1"/>
          <a:stretch>
            <a:fillRect/>
          </a:stretch>
        </p:blipFill>
        <p:spPr>
          <a:xfrm>
            <a:off x="990599" y="994180"/>
            <a:ext cx="10221541" cy="4871218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AE2764D-E1C7-4C0E-A5A4-12411550AB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90600" y="5865398"/>
            <a:ext cx="10221540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855946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05EBBD8-176D-9BB8-84EC-098C7BAB0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l-PL" dirty="0"/>
              <a:t>Agile Manifest</a:t>
            </a:r>
            <a:r>
              <a:rPr lang="en-US" dirty="0"/>
              <a:t> -</a:t>
            </a:r>
            <a:r>
              <a:rPr lang="pl-PL" dirty="0"/>
              <a:t> ludzie ponad procesy</a:t>
            </a:r>
            <a:br>
              <a:rPr lang="pl-PL" dirty="0"/>
            </a:br>
            <a:endParaRPr lang="pl-PL" dirty="0"/>
          </a:p>
        </p:txBody>
      </p:sp>
      <p:graphicFrame>
        <p:nvGraphicFramePr>
          <p:cNvPr id="13" name="Symbol zastępczy zawartości 2">
            <a:extLst>
              <a:ext uri="{FF2B5EF4-FFF2-40B4-BE49-F238E27FC236}">
                <a16:creationId xmlns:a16="http://schemas.microsoft.com/office/drawing/2014/main" id="{3B724813-6BC2-840E-B51D-A4840F09D9A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61363104"/>
              </p:ext>
            </p:extLst>
          </p:nvPr>
        </p:nvGraphicFramePr>
        <p:xfrm>
          <a:off x="640080" y="2633472"/>
          <a:ext cx="10890928" cy="35661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9944825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FFB662A3-C2B1-128F-D87F-A948DC794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570750"/>
            <a:ext cx="10890929" cy="1387934"/>
          </a:xfrm>
        </p:spPr>
        <p:txBody>
          <a:bodyPr anchor="b">
            <a:normAutofit/>
          </a:bodyPr>
          <a:lstStyle/>
          <a:p>
            <a:r>
              <a:rPr lang="pl-PL" dirty="0"/>
              <a:t>BARIERY KOMUNIKACJI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62D3963-2153-4637-96E6-E31BD2CE5D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2307479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Symbol zastępczy zawartości 2">
            <a:extLst>
              <a:ext uri="{FF2B5EF4-FFF2-40B4-BE49-F238E27FC236}">
                <a16:creationId xmlns:a16="http://schemas.microsoft.com/office/drawing/2014/main" id="{760BFFAA-375A-1EBF-C8A1-40A3FDA5F04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33610912"/>
              </p:ext>
            </p:extLst>
          </p:nvPr>
        </p:nvGraphicFramePr>
        <p:xfrm>
          <a:off x="640079" y="2559050"/>
          <a:ext cx="10890929" cy="37388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52762119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3CD282DC-52BF-3F37-5986-E06C8D4B3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570750"/>
            <a:ext cx="10890929" cy="1387934"/>
          </a:xfrm>
        </p:spPr>
        <p:txBody>
          <a:bodyPr anchor="b">
            <a:normAutofit/>
          </a:bodyPr>
          <a:lstStyle/>
          <a:p>
            <a:r>
              <a:rPr lang="pl-PL" dirty="0"/>
              <a:t>RETROSPEKTYWY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62D3963-2153-4637-96E6-E31BD2CE5D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2307479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Symbol zastępczy zawartości 2">
            <a:extLst>
              <a:ext uri="{FF2B5EF4-FFF2-40B4-BE49-F238E27FC236}">
                <a16:creationId xmlns:a16="http://schemas.microsoft.com/office/drawing/2014/main" id="{268BB57A-6EEC-0760-5A82-B8624596A1B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16818368"/>
              </p:ext>
            </p:extLst>
          </p:nvPr>
        </p:nvGraphicFramePr>
        <p:xfrm>
          <a:off x="640079" y="2559050"/>
          <a:ext cx="10890929" cy="37388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95711844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1C69525-1BE4-4BA0-A23C-3BB6C162EF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FAA6231E-E502-4850-AB4C-F8B662EA79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</p:spPr>
        <p:txBody>
          <a:bodyPr>
            <a:normAutofit/>
          </a:bodyPr>
          <a:lstStyle/>
          <a:p>
            <a:r>
              <a:rPr lang="pl-PL" dirty="0"/>
              <a:t>ZALEŻNOŚĆ WZAJEMNA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68AF875-C18B-4B48-AE4C-A63FD3CEFB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Symbol zastępczy zawartości 2">
            <a:extLst>
              <a:ext uri="{FF2B5EF4-FFF2-40B4-BE49-F238E27FC236}">
                <a16:creationId xmlns:a16="http://schemas.microsoft.com/office/drawing/2014/main" id="{57D9509C-6B57-B4BD-723E-B2C607168EC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04295640"/>
              </p:ext>
            </p:extLst>
          </p:nvPr>
        </p:nvGraphicFramePr>
        <p:xfrm>
          <a:off x="640079" y="2559050"/>
          <a:ext cx="10890929" cy="37388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096620114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2149</Words>
  <Application>Microsoft Office PowerPoint</Application>
  <PresentationFormat>Panoramiczny</PresentationFormat>
  <Paragraphs>308</Paragraphs>
  <Slides>30</Slides>
  <Notes>29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30</vt:i4>
      </vt:variant>
    </vt:vector>
  </HeadingPairs>
  <TitlesOfParts>
    <vt:vector size="34" baseType="lpstr">
      <vt:lpstr>Aptos</vt:lpstr>
      <vt:lpstr>Arial</vt:lpstr>
      <vt:lpstr>Grandview Display</vt:lpstr>
      <vt:lpstr>DashVTI</vt:lpstr>
      <vt:lpstr>GRUPA A ZESPÓŁ DYNAMIKA WSPÓŁPRACY </vt:lpstr>
      <vt:lpstr>FilipTech</vt:lpstr>
      <vt:lpstr>Czym jest grupa?</vt:lpstr>
      <vt:lpstr>Czym jest zespół?</vt:lpstr>
      <vt:lpstr>Grupa vs zespół</vt:lpstr>
      <vt:lpstr>ROZWÓJ ZESPOŁU (TUCKMAN)</vt:lpstr>
      <vt:lpstr>1. Forming</vt:lpstr>
      <vt:lpstr>Storming</vt:lpstr>
      <vt:lpstr>Norming</vt:lpstr>
      <vt:lpstr>Performing</vt:lpstr>
      <vt:lpstr>NORMY ZESPOŁOWE</vt:lpstr>
      <vt:lpstr>ROLE NIEFORMALNE</vt:lpstr>
      <vt:lpstr>KONFLIKTY</vt:lpstr>
      <vt:lpstr>ZAUFANIE</vt:lpstr>
      <vt:lpstr>Prezentacja programu PowerPoint</vt:lpstr>
      <vt:lpstr>RÓŻNORODNOŚĆ W ZESPOLE</vt:lpstr>
      <vt:lpstr>ZAANGAŻOWANIE</vt:lpstr>
      <vt:lpstr>EFEKTYWNOŚĆ</vt:lpstr>
      <vt:lpstr>TRANSFORMACJA – OD GRUPY DO ZESPOŁU</vt:lpstr>
      <vt:lpstr>WARUNKI ZESPOŁU (DYER)</vt:lpstr>
      <vt:lpstr>STORMING I ROLA LIDERA</vt:lpstr>
      <vt:lpstr>MODEL DREXLER-SIBBET</vt:lpstr>
      <vt:lpstr>Etapy modelu Drexlera-Sibbett</vt:lpstr>
      <vt:lpstr>BEZPIECZEŃSTWO PSYCHOLOGICZNE</vt:lpstr>
      <vt:lpstr>MEDIA KOMUNIKACJI</vt:lpstr>
      <vt:lpstr>Prezentacja programu PowerPoint</vt:lpstr>
      <vt:lpstr>Agile Manifest - ludzie ponad procesy </vt:lpstr>
      <vt:lpstr>BARIERY KOMUNIKACJI</vt:lpstr>
      <vt:lpstr>RETROSPEKTYWY</vt:lpstr>
      <vt:lpstr>ZALEŻNOŚĆ WZAJEMNA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Filip Hałys</dc:creator>
  <cp:lastModifiedBy>Filip Hałys</cp:lastModifiedBy>
  <cp:revision>1</cp:revision>
  <dcterms:created xsi:type="dcterms:W3CDTF">2026-03-25T12:53:21Z</dcterms:created>
  <dcterms:modified xsi:type="dcterms:W3CDTF">2026-03-25T14:58:20Z</dcterms:modified>
</cp:coreProperties>
</file>