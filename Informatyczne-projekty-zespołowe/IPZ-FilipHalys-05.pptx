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4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5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65425-6392-4A94-9609-99EC7CC18065}" v="106" dt="2026-03-25T22:05:07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908" autoAdjust="0"/>
  </p:normalViewPr>
  <p:slideViewPr>
    <p:cSldViewPr snapToGrid="0">
      <p:cViewPr varScale="1">
        <p:scale>
          <a:sx n="64" d="100"/>
          <a:sy n="64" d="100"/>
        </p:scale>
        <p:origin x="5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 Hałys" userId="5320c6f947d66da6" providerId="LiveId" clId="{BC6DC095-9609-48CF-A6DE-6C508F11F8A7}"/>
    <pc:docChg chg="undo custSel addSld modSld">
      <pc:chgData name="Filip Hałys" userId="5320c6f947d66da6" providerId="LiveId" clId="{BC6DC095-9609-48CF-A6DE-6C508F11F8A7}" dt="2026-03-25T22:05:32.424" v="946" actId="26606"/>
      <pc:docMkLst>
        <pc:docMk/>
      </pc:docMkLst>
      <pc:sldChg chg="addSp modSp new mod setBg">
        <pc:chgData name="Filip Hałys" userId="5320c6f947d66da6" providerId="LiveId" clId="{BC6DC095-9609-48CF-A6DE-6C508F11F8A7}" dt="2026-03-25T21:05:18.196" v="29" actId="26606"/>
        <pc:sldMkLst>
          <pc:docMk/>
          <pc:sldMk cId="3820907085" sldId="264"/>
        </pc:sldMkLst>
        <pc:spChg chg="mod">
          <ac:chgData name="Filip Hałys" userId="5320c6f947d66da6" providerId="LiveId" clId="{BC6DC095-9609-48CF-A6DE-6C508F11F8A7}" dt="2026-03-25T21:05:18.196" v="29" actId="26606"/>
          <ac:spMkLst>
            <pc:docMk/>
            <pc:sldMk cId="3820907085" sldId="264"/>
            <ac:spMk id="2" creationId="{27EE4580-DB5F-7352-A962-2C684BECEB1E}"/>
          </ac:spMkLst>
        </pc:spChg>
        <pc:spChg chg="mod">
          <ac:chgData name="Filip Hałys" userId="5320c6f947d66da6" providerId="LiveId" clId="{BC6DC095-9609-48CF-A6DE-6C508F11F8A7}" dt="2026-03-25T21:05:18.196" v="29" actId="26606"/>
          <ac:spMkLst>
            <pc:docMk/>
            <pc:sldMk cId="3820907085" sldId="264"/>
            <ac:spMk id="3" creationId="{15454943-C207-2372-2E24-82C1ACD45E13}"/>
          </ac:spMkLst>
        </pc:spChg>
        <pc:spChg chg="add">
          <ac:chgData name="Filip Hałys" userId="5320c6f947d66da6" providerId="LiveId" clId="{BC6DC095-9609-48CF-A6DE-6C508F11F8A7}" dt="2026-03-25T21:05:18.196" v="29" actId="26606"/>
          <ac:spMkLst>
            <pc:docMk/>
            <pc:sldMk cId="3820907085" sldId="264"/>
            <ac:spMk id="8" creationId="{C51A08AC-F796-409C-AD97-8B476289EC51}"/>
          </ac:spMkLst>
        </pc:spChg>
        <pc:grpChg chg="add">
          <ac:chgData name="Filip Hałys" userId="5320c6f947d66da6" providerId="LiveId" clId="{BC6DC095-9609-48CF-A6DE-6C508F11F8A7}" dt="2026-03-25T21:05:18.196" v="29" actId="26606"/>
          <ac:grpSpMkLst>
            <pc:docMk/>
            <pc:sldMk cId="3820907085" sldId="264"/>
            <ac:grpSpMk id="10" creationId="{1E1B312B-4E9A-405C-9CE8-10325438035E}"/>
          </ac:grpSpMkLst>
        </pc:grpChg>
      </pc:sldChg>
      <pc:sldChg chg="addSp delSp modSp new mod setBg modNotesTx">
        <pc:chgData name="Filip Hałys" userId="5320c6f947d66da6" providerId="LiveId" clId="{BC6DC095-9609-48CF-A6DE-6C508F11F8A7}" dt="2026-03-25T21:07:44.478" v="40" actId="20577"/>
        <pc:sldMkLst>
          <pc:docMk/>
          <pc:sldMk cId="288466279" sldId="265"/>
        </pc:sldMkLst>
        <pc:spChg chg="mod">
          <ac:chgData name="Filip Hałys" userId="5320c6f947d66da6" providerId="LiveId" clId="{BC6DC095-9609-48CF-A6DE-6C508F11F8A7}" dt="2026-03-25T21:07:03.402" v="36" actId="26606"/>
          <ac:spMkLst>
            <pc:docMk/>
            <pc:sldMk cId="288466279" sldId="265"/>
            <ac:spMk id="2" creationId="{82069077-B0DB-C36D-5595-5E61FDFD52A2}"/>
          </ac:spMkLst>
        </pc:spChg>
        <pc:spChg chg="del mod">
          <ac:chgData name="Filip Hałys" userId="5320c6f947d66da6" providerId="LiveId" clId="{BC6DC095-9609-48CF-A6DE-6C508F11F8A7}" dt="2026-03-25T21:07:03.402" v="36" actId="26606"/>
          <ac:spMkLst>
            <pc:docMk/>
            <pc:sldMk cId="288466279" sldId="265"/>
            <ac:spMk id="3" creationId="{BEBE6EC4-76BC-D52B-113A-50B0F3B3D534}"/>
          </ac:spMkLst>
        </pc:spChg>
        <pc:spChg chg="add">
          <ac:chgData name="Filip Hałys" userId="5320c6f947d66da6" providerId="LiveId" clId="{BC6DC095-9609-48CF-A6DE-6C508F11F8A7}" dt="2026-03-25T21:07:03.402" v="36" actId="26606"/>
          <ac:spMkLst>
            <pc:docMk/>
            <pc:sldMk cId="288466279" sldId="265"/>
            <ac:spMk id="9" creationId="{47FC6A8B-34F9-40FB-AA2D-E34168F52850}"/>
          </ac:spMkLst>
        </pc:spChg>
        <pc:spChg chg="add">
          <ac:chgData name="Filip Hałys" userId="5320c6f947d66da6" providerId="LiveId" clId="{BC6DC095-9609-48CF-A6DE-6C508F11F8A7}" dt="2026-03-25T21:07:03.402" v="36" actId="26606"/>
          <ac:spMkLst>
            <pc:docMk/>
            <pc:sldMk cId="288466279" sldId="265"/>
            <ac:spMk id="11" creationId="{1EC86DB4-572A-4F71-AF8A-2395B4CA779F}"/>
          </ac:spMkLst>
        </pc:spChg>
        <pc:spChg chg="add">
          <ac:chgData name="Filip Hałys" userId="5320c6f947d66da6" providerId="LiveId" clId="{BC6DC095-9609-48CF-A6DE-6C508F11F8A7}" dt="2026-03-25T21:07:03.402" v="36" actId="26606"/>
          <ac:spMkLst>
            <pc:docMk/>
            <pc:sldMk cId="288466279" sldId="265"/>
            <ac:spMk id="13" creationId="{71BA53A4-C4B7-4189-9FC1-6350B1AB5DFE}"/>
          </ac:spMkLst>
        </pc:spChg>
        <pc:spChg chg="add">
          <ac:chgData name="Filip Hałys" userId="5320c6f947d66da6" providerId="LiveId" clId="{BC6DC095-9609-48CF-A6DE-6C508F11F8A7}" dt="2026-03-25T21:07:03.402" v="36" actId="26606"/>
          <ac:spMkLst>
            <pc:docMk/>
            <pc:sldMk cId="288466279" sldId="265"/>
            <ac:spMk id="15" creationId="{5558AD6E-B070-4640-AA07-87E208983ED8}"/>
          </ac:spMkLst>
        </pc:spChg>
        <pc:spChg chg="add">
          <ac:chgData name="Filip Hałys" userId="5320c6f947d66da6" providerId="LiveId" clId="{BC6DC095-9609-48CF-A6DE-6C508F11F8A7}" dt="2026-03-25T21:07:03.402" v="36" actId="26606"/>
          <ac:spMkLst>
            <pc:docMk/>
            <pc:sldMk cId="288466279" sldId="265"/>
            <ac:spMk id="17" creationId="{36ACFB69-D148-449E-AC5A-C55AA20A7F7F}"/>
          </ac:spMkLst>
        </pc:spChg>
        <pc:graphicFrameChg chg="add mod">
          <ac:chgData name="Filip Hałys" userId="5320c6f947d66da6" providerId="LiveId" clId="{BC6DC095-9609-48CF-A6DE-6C508F11F8A7}" dt="2026-03-25T21:07:06.541" v="37" actId="113"/>
          <ac:graphicFrameMkLst>
            <pc:docMk/>
            <pc:sldMk cId="288466279" sldId="265"/>
            <ac:graphicFrameMk id="5" creationId="{D198DC83-9071-A686-B95F-2A1A4CEEBFDF}"/>
          </ac:graphicFrameMkLst>
        </pc:graphicFrameChg>
      </pc:sldChg>
      <pc:sldChg chg="addSp delSp modSp new mod setBg">
        <pc:chgData name="Filip Hałys" userId="5320c6f947d66da6" providerId="LiveId" clId="{BC6DC095-9609-48CF-A6DE-6C508F11F8A7}" dt="2026-03-25T21:09:59.478" v="47" actId="26606"/>
        <pc:sldMkLst>
          <pc:docMk/>
          <pc:sldMk cId="3564382712" sldId="266"/>
        </pc:sldMkLst>
        <pc:spChg chg="mod">
          <ac:chgData name="Filip Hałys" userId="5320c6f947d66da6" providerId="LiveId" clId="{BC6DC095-9609-48CF-A6DE-6C508F11F8A7}" dt="2026-03-25T21:09:59.478" v="47" actId="26606"/>
          <ac:spMkLst>
            <pc:docMk/>
            <pc:sldMk cId="3564382712" sldId="266"/>
            <ac:spMk id="2" creationId="{970D55D6-6D10-E65A-F1FB-433BE8A2157C}"/>
          </ac:spMkLst>
        </pc:spChg>
        <pc:spChg chg="del">
          <ac:chgData name="Filip Hałys" userId="5320c6f947d66da6" providerId="LiveId" clId="{BC6DC095-9609-48CF-A6DE-6C508F11F8A7}" dt="2026-03-25T21:09:59.478" v="47" actId="26606"/>
          <ac:spMkLst>
            <pc:docMk/>
            <pc:sldMk cId="3564382712" sldId="266"/>
            <ac:spMk id="3" creationId="{F16BB626-34BF-5261-F2A1-313C9963CE16}"/>
          </ac:spMkLst>
        </pc:spChg>
        <pc:spChg chg="add">
          <ac:chgData name="Filip Hałys" userId="5320c6f947d66da6" providerId="LiveId" clId="{BC6DC095-9609-48CF-A6DE-6C508F11F8A7}" dt="2026-03-25T21:09:59.478" v="47" actId="26606"/>
          <ac:spMkLst>
            <pc:docMk/>
            <pc:sldMk cId="3564382712" sldId="266"/>
            <ac:spMk id="9" creationId="{9B0F7D69-D93C-4C38-A23D-76E000D691CD}"/>
          </ac:spMkLst>
        </pc:spChg>
        <pc:spChg chg="add">
          <ac:chgData name="Filip Hałys" userId="5320c6f947d66da6" providerId="LiveId" clId="{BC6DC095-9609-48CF-A6DE-6C508F11F8A7}" dt="2026-03-25T21:09:59.478" v="47" actId="26606"/>
          <ac:spMkLst>
            <pc:docMk/>
            <pc:sldMk cId="3564382712" sldId="266"/>
            <ac:spMk id="13" creationId="{1C6FEC9B-9608-4181-A9E5-A1B80E72021C}"/>
          </ac:spMkLst>
        </pc:spChg>
        <pc:spChg chg="add">
          <ac:chgData name="Filip Hałys" userId="5320c6f947d66da6" providerId="LiveId" clId="{BC6DC095-9609-48CF-A6DE-6C508F11F8A7}" dt="2026-03-25T21:09:59.478" v="47" actId="26606"/>
          <ac:spMkLst>
            <pc:docMk/>
            <pc:sldMk cId="3564382712" sldId="266"/>
            <ac:spMk id="15" creationId="{AB1564ED-F26F-451D-97D6-A6EC3E83FD55}"/>
          </ac:spMkLst>
        </pc:spChg>
        <pc:spChg chg="add">
          <ac:chgData name="Filip Hałys" userId="5320c6f947d66da6" providerId="LiveId" clId="{BC6DC095-9609-48CF-A6DE-6C508F11F8A7}" dt="2026-03-25T21:09:59.478" v="47" actId="26606"/>
          <ac:spMkLst>
            <pc:docMk/>
            <pc:sldMk cId="3564382712" sldId="266"/>
            <ac:spMk id="19" creationId="{6C869923-8380-4244-9548-802C330638A0}"/>
          </ac:spMkLst>
        </pc:spChg>
        <pc:spChg chg="add">
          <ac:chgData name="Filip Hałys" userId="5320c6f947d66da6" providerId="LiveId" clId="{BC6DC095-9609-48CF-A6DE-6C508F11F8A7}" dt="2026-03-25T21:09:59.478" v="47" actId="26606"/>
          <ac:spMkLst>
            <pc:docMk/>
            <pc:sldMk cId="3564382712" sldId="266"/>
            <ac:spMk id="21" creationId="{C06255F2-BC67-4DDE-B34E-AC4BA21838CC}"/>
          </ac:spMkLst>
        </pc:spChg>
        <pc:spChg chg="add">
          <ac:chgData name="Filip Hałys" userId="5320c6f947d66da6" providerId="LiveId" clId="{BC6DC095-9609-48CF-A6DE-6C508F11F8A7}" dt="2026-03-25T21:09:59.478" v="47" actId="26606"/>
          <ac:spMkLst>
            <pc:docMk/>
            <pc:sldMk cId="3564382712" sldId="266"/>
            <ac:spMk id="23" creationId="{55169443-FCCD-4C0A-8C69-18CD3FA0968D}"/>
          </ac:spMkLst>
        </pc:spChg>
        <pc:spChg chg="add">
          <ac:chgData name="Filip Hałys" userId="5320c6f947d66da6" providerId="LiveId" clId="{BC6DC095-9609-48CF-A6DE-6C508F11F8A7}" dt="2026-03-25T21:09:59.478" v="47" actId="26606"/>
          <ac:spMkLst>
            <pc:docMk/>
            <pc:sldMk cId="3564382712" sldId="266"/>
            <ac:spMk id="29" creationId="{18D32C3D-8F76-4E99-BE56-0836CC38CC84}"/>
          </ac:spMkLst>
        </pc:spChg>
        <pc:spChg chg="add">
          <ac:chgData name="Filip Hałys" userId="5320c6f947d66da6" providerId="LiveId" clId="{BC6DC095-9609-48CF-A6DE-6C508F11F8A7}" dt="2026-03-25T21:09:59.478" v="47" actId="26606"/>
          <ac:spMkLst>
            <pc:docMk/>
            <pc:sldMk cId="3564382712" sldId="266"/>
            <ac:spMk id="31" creationId="{70766076-46F5-42D5-A773-2B3BEF2B8B74}"/>
          </ac:spMkLst>
        </pc:spChg>
      </pc:sldChg>
      <pc:sldChg chg="addSp delSp modSp new mod setBg modNotesTx">
        <pc:chgData name="Filip Hałys" userId="5320c6f947d66da6" providerId="LiveId" clId="{BC6DC095-9609-48CF-A6DE-6C508F11F8A7}" dt="2026-03-25T21:15:23.534" v="194" actId="20577"/>
        <pc:sldMkLst>
          <pc:docMk/>
          <pc:sldMk cId="1367544981" sldId="267"/>
        </pc:sldMkLst>
        <pc:spChg chg="mod">
          <ac:chgData name="Filip Hałys" userId="5320c6f947d66da6" providerId="LiveId" clId="{BC6DC095-9609-48CF-A6DE-6C508F11F8A7}" dt="2026-03-25T21:12:19.018" v="75" actId="26606"/>
          <ac:spMkLst>
            <pc:docMk/>
            <pc:sldMk cId="1367544981" sldId="267"/>
            <ac:spMk id="2" creationId="{783932D2-9D77-C48B-C114-A3E74AD389E9}"/>
          </ac:spMkLst>
        </pc:spChg>
        <pc:spChg chg="del">
          <ac:chgData name="Filip Hałys" userId="5320c6f947d66da6" providerId="LiveId" clId="{BC6DC095-9609-48CF-A6DE-6C508F11F8A7}" dt="2026-03-25T21:10:45.754" v="52"/>
          <ac:spMkLst>
            <pc:docMk/>
            <pc:sldMk cId="1367544981" sldId="267"/>
            <ac:spMk id="3" creationId="{487BD054-36E3-0DAB-BC3D-69A4F5A3D552}"/>
          </ac:spMkLst>
        </pc:spChg>
        <pc:spChg chg="add del mod">
          <ac:chgData name="Filip Hałys" userId="5320c6f947d66da6" providerId="LiveId" clId="{BC6DC095-9609-48CF-A6DE-6C508F11F8A7}" dt="2026-03-25T21:12:19.018" v="75" actId="26606"/>
          <ac:spMkLst>
            <pc:docMk/>
            <pc:sldMk cId="1367544981" sldId="267"/>
            <ac:spMk id="4" creationId="{7505481F-5C24-986D-7F4C-E8F59115AD70}"/>
          </ac:spMkLst>
        </pc:spChg>
        <pc:spChg chg="add">
          <ac:chgData name="Filip Hałys" userId="5320c6f947d66da6" providerId="LiveId" clId="{BC6DC095-9609-48CF-A6DE-6C508F11F8A7}" dt="2026-03-25T21:12:19.018" v="75" actId="26606"/>
          <ac:spMkLst>
            <pc:docMk/>
            <pc:sldMk cId="1367544981" sldId="267"/>
            <ac:spMk id="7" creationId="{AC14302F-E955-47D0-A56B-D1D1A6953B51}"/>
          </ac:spMkLst>
        </pc:spChg>
        <pc:spChg chg="add del">
          <ac:chgData name="Filip Hałys" userId="5320c6f947d66da6" providerId="LiveId" clId="{BC6DC095-9609-48CF-A6DE-6C508F11F8A7}" dt="2026-03-25T21:11:08.112" v="55" actId="26606"/>
          <ac:spMkLst>
            <pc:docMk/>
            <pc:sldMk cId="1367544981" sldId="267"/>
            <ac:spMk id="10" creationId="{47FC6A8B-34F9-40FB-AA2D-E34168F52850}"/>
          </ac:spMkLst>
        </pc:spChg>
        <pc:spChg chg="add del">
          <ac:chgData name="Filip Hałys" userId="5320c6f947d66da6" providerId="LiveId" clId="{BC6DC095-9609-48CF-A6DE-6C508F11F8A7}" dt="2026-03-25T21:11:08.112" v="55" actId="26606"/>
          <ac:spMkLst>
            <pc:docMk/>
            <pc:sldMk cId="1367544981" sldId="267"/>
            <ac:spMk id="12" creationId="{1EC86DB4-572A-4F71-AF8A-2395B4CA779F}"/>
          </ac:spMkLst>
        </pc:spChg>
        <pc:spChg chg="add del">
          <ac:chgData name="Filip Hałys" userId="5320c6f947d66da6" providerId="LiveId" clId="{BC6DC095-9609-48CF-A6DE-6C508F11F8A7}" dt="2026-03-25T21:11:08.112" v="55" actId="26606"/>
          <ac:spMkLst>
            <pc:docMk/>
            <pc:sldMk cId="1367544981" sldId="267"/>
            <ac:spMk id="14" creationId="{71BA53A4-C4B7-4189-9FC1-6350B1AB5DFE}"/>
          </ac:spMkLst>
        </pc:spChg>
        <pc:spChg chg="add del">
          <ac:chgData name="Filip Hałys" userId="5320c6f947d66da6" providerId="LiveId" clId="{BC6DC095-9609-48CF-A6DE-6C508F11F8A7}" dt="2026-03-25T21:11:08.112" v="55" actId="26606"/>
          <ac:spMkLst>
            <pc:docMk/>
            <pc:sldMk cId="1367544981" sldId="267"/>
            <ac:spMk id="16" creationId="{5558AD6E-B070-4640-AA07-87E208983ED8}"/>
          </ac:spMkLst>
        </pc:spChg>
        <pc:spChg chg="add del">
          <ac:chgData name="Filip Hałys" userId="5320c6f947d66da6" providerId="LiveId" clId="{BC6DC095-9609-48CF-A6DE-6C508F11F8A7}" dt="2026-03-25T21:11:08.112" v="55" actId="26606"/>
          <ac:spMkLst>
            <pc:docMk/>
            <pc:sldMk cId="1367544981" sldId="267"/>
            <ac:spMk id="18" creationId="{36ACFB69-D148-449E-AC5A-C55AA20A7F7F}"/>
          </ac:spMkLst>
        </pc:spChg>
        <pc:grpChg chg="add">
          <ac:chgData name="Filip Hałys" userId="5320c6f947d66da6" providerId="LiveId" clId="{BC6DC095-9609-48CF-A6DE-6C508F11F8A7}" dt="2026-03-25T21:12:19.018" v="75" actId="26606"/>
          <ac:grpSpMkLst>
            <pc:docMk/>
            <pc:sldMk cId="1367544981" sldId="267"/>
            <ac:grpSpMk id="8" creationId="{DC310F6C-D8CB-4984-9F9B-BA18C171928E}"/>
          </ac:grpSpMkLst>
        </pc:grpChg>
        <pc:graphicFrameChg chg="add del">
          <ac:chgData name="Filip Hałys" userId="5320c6f947d66da6" providerId="LiveId" clId="{BC6DC095-9609-48CF-A6DE-6C508F11F8A7}" dt="2026-03-25T21:11:08.112" v="55" actId="26606"/>
          <ac:graphicFrameMkLst>
            <pc:docMk/>
            <pc:sldMk cId="1367544981" sldId="267"/>
            <ac:graphicFrameMk id="6" creationId="{DBCA1344-AF6C-C083-3A53-E857909A5E51}"/>
          </ac:graphicFrameMkLst>
        </pc:graphicFrameChg>
        <pc:graphicFrameChg chg="add">
          <ac:chgData name="Filip Hałys" userId="5320c6f947d66da6" providerId="LiveId" clId="{BC6DC095-9609-48CF-A6DE-6C508F11F8A7}" dt="2026-03-25T21:12:19.018" v="75" actId="26606"/>
          <ac:graphicFrameMkLst>
            <pc:docMk/>
            <pc:sldMk cId="1367544981" sldId="267"/>
            <ac:graphicFrameMk id="11" creationId="{0760E780-6FF0-D658-B39D-0B03959D2FF1}"/>
          </ac:graphicFrameMkLst>
        </pc:graphicFrameChg>
      </pc:sldChg>
      <pc:sldChg chg="addSp delSp modSp new mod setBg modNotesTx">
        <pc:chgData name="Filip Hałys" userId="5320c6f947d66da6" providerId="LiveId" clId="{BC6DC095-9609-48CF-A6DE-6C508F11F8A7}" dt="2026-03-25T21:15:37.991" v="205" actId="20577"/>
        <pc:sldMkLst>
          <pc:docMk/>
          <pc:sldMk cId="2772391050" sldId="268"/>
        </pc:sldMkLst>
        <pc:spChg chg="mod">
          <ac:chgData name="Filip Hałys" userId="5320c6f947d66da6" providerId="LiveId" clId="{BC6DC095-9609-48CF-A6DE-6C508F11F8A7}" dt="2026-03-25T21:15:06.461" v="192" actId="20577"/>
          <ac:spMkLst>
            <pc:docMk/>
            <pc:sldMk cId="2772391050" sldId="268"/>
            <ac:spMk id="2" creationId="{09312E57-174E-BEFE-7846-11E09932444A}"/>
          </ac:spMkLst>
        </pc:spChg>
        <pc:spChg chg="add del mod">
          <ac:chgData name="Filip Hałys" userId="5320c6f947d66da6" providerId="LiveId" clId="{BC6DC095-9609-48CF-A6DE-6C508F11F8A7}" dt="2026-03-25T21:15:00.191" v="188" actId="26606"/>
          <ac:spMkLst>
            <pc:docMk/>
            <pc:sldMk cId="2772391050" sldId="268"/>
            <ac:spMk id="3" creationId="{DF922DAF-F471-CCDE-5CAA-12E84C4533BC}"/>
          </ac:spMkLst>
        </pc:spChg>
        <pc:spChg chg="add mod">
          <ac:chgData name="Filip Hałys" userId="5320c6f947d66da6" providerId="LiveId" clId="{BC6DC095-9609-48CF-A6DE-6C508F11F8A7}" dt="2026-03-25T21:13:46.025" v="118"/>
          <ac:spMkLst>
            <pc:docMk/>
            <pc:sldMk cId="2772391050" sldId="268"/>
            <ac:spMk id="4" creationId="{BA6EF019-CD24-490C-460D-CA3C6F5A477B}"/>
          </ac:spMkLst>
        </pc:spChg>
        <pc:spChg chg="add del">
          <ac:chgData name="Filip Hałys" userId="5320c6f947d66da6" providerId="LiveId" clId="{BC6DC095-9609-48CF-A6DE-6C508F11F8A7}" dt="2026-03-25T21:15:00.175" v="187" actId="26606"/>
          <ac:spMkLst>
            <pc:docMk/>
            <pc:sldMk cId="2772391050" sldId="268"/>
            <ac:spMk id="9" creationId="{AC14302F-E955-47D0-A56B-D1D1A6953B51}"/>
          </ac:spMkLst>
        </pc:spChg>
        <pc:spChg chg="add">
          <ac:chgData name="Filip Hałys" userId="5320c6f947d66da6" providerId="LiveId" clId="{BC6DC095-9609-48CF-A6DE-6C508F11F8A7}" dt="2026-03-25T21:15:00.191" v="188" actId="26606"/>
          <ac:spMkLst>
            <pc:docMk/>
            <pc:sldMk cId="2772391050" sldId="268"/>
            <ac:spMk id="16" creationId="{AC14302F-E955-47D0-A56B-D1D1A6953B51}"/>
          </ac:spMkLst>
        </pc:spChg>
        <pc:grpChg chg="add del">
          <ac:chgData name="Filip Hałys" userId="5320c6f947d66da6" providerId="LiveId" clId="{BC6DC095-9609-48CF-A6DE-6C508F11F8A7}" dt="2026-03-25T21:15:00.175" v="187" actId="26606"/>
          <ac:grpSpMkLst>
            <pc:docMk/>
            <pc:sldMk cId="2772391050" sldId="268"/>
            <ac:grpSpMk id="11" creationId="{DC310F6C-D8CB-4984-9F9B-BA18C171928E}"/>
          </ac:grpSpMkLst>
        </pc:grpChg>
        <pc:grpChg chg="add">
          <ac:chgData name="Filip Hałys" userId="5320c6f947d66da6" providerId="LiveId" clId="{BC6DC095-9609-48CF-A6DE-6C508F11F8A7}" dt="2026-03-25T21:15:00.191" v="188" actId="26606"/>
          <ac:grpSpMkLst>
            <pc:docMk/>
            <pc:sldMk cId="2772391050" sldId="268"/>
            <ac:grpSpMk id="17" creationId="{DC310F6C-D8CB-4984-9F9B-BA18C171928E}"/>
          </ac:grpSpMkLst>
        </pc:grpChg>
        <pc:graphicFrameChg chg="add del">
          <ac:chgData name="Filip Hałys" userId="5320c6f947d66da6" providerId="LiveId" clId="{BC6DC095-9609-48CF-A6DE-6C508F11F8A7}" dt="2026-03-25T21:15:00.175" v="187" actId="26606"/>
          <ac:graphicFrameMkLst>
            <pc:docMk/>
            <pc:sldMk cId="2772391050" sldId="268"/>
            <ac:graphicFrameMk id="5" creationId="{BF4AE221-51F5-ACCC-B7BF-416671D45ABC}"/>
          </ac:graphicFrameMkLst>
        </pc:graphicFrameChg>
        <pc:graphicFrameChg chg="add">
          <ac:chgData name="Filip Hałys" userId="5320c6f947d66da6" providerId="LiveId" clId="{BC6DC095-9609-48CF-A6DE-6C508F11F8A7}" dt="2026-03-25T21:15:00.191" v="188" actId="26606"/>
          <ac:graphicFrameMkLst>
            <pc:docMk/>
            <pc:sldMk cId="2772391050" sldId="268"/>
            <ac:graphicFrameMk id="21" creationId="{67F74FDD-68C0-DF5C-49E2-C034F4B2A6BF}"/>
          </ac:graphicFrameMkLst>
        </pc:graphicFrameChg>
      </pc:sldChg>
      <pc:sldChg chg="addSp delSp modSp new mod setBg modNotesTx">
        <pc:chgData name="Filip Hałys" userId="5320c6f947d66da6" providerId="LiveId" clId="{BC6DC095-9609-48CF-A6DE-6C508F11F8A7}" dt="2026-03-25T21:18:29.258" v="318" actId="20577"/>
        <pc:sldMkLst>
          <pc:docMk/>
          <pc:sldMk cId="1103160913" sldId="269"/>
        </pc:sldMkLst>
        <pc:spChg chg="mod">
          <ac:chgData name="Filip Hałys" userId="5320c6f947d66da6" providerId="LiveId" clId="{BC6DC095-9609-48CF-A6DE-6C508F11F8A7}" dt="2026-03-25T21:17:26.089" v="281" actId="404"/>
          <ac:spMkLst>
            <pc:docMk/>
            <pc:sldMk cId="1103160913" sldId="269"/>
            <ac:spMk id="2" creationId="{D0609976-9713-B349-923A-C7185E82D417}"/>
          </ac:spMkLst>
        </pc:spChg>
        <pc:spChg chg="add del mod">
          <ac:chgData name="Filip Hałys" userId="5320c6f947d66da6" providerId="LiveId" clId="{BC6DC095-9609-48CF-A6DE-6C508F11F8A7}" dt="2026-03-25T21:16:45.585" v="263" actId="26606"/>
          <ac:spMkLst>
            <pc:docMk/>
            <pc:sldMk cId="1103160913" sldId="269"/>
            <ac:spMk id="3" creationId="{E077203E-1E38-0069-0F74-6BD81A0545A7}"/>
          </ac:spMkLst>
        </pc:spChg>
        <pc:spChg chg="add">
          <ac:chgData name="Filip Hałys" userId="5320c6f947d66da6" providerId="LiveId" clId="{BC6DC095-9609-48CF-A6DE-6C508F11F8A7}" dt="2026-03-25T21:16:45.585" v="263" actId="26606"/>
          <ac:spMkLst>
            <pc:docMk/>
            <pc:sldMk cId="1103160913" sldId="269"/>
            <ac:spMk id="9" creationId="{47FC6A8B-34F9-40FB-AA2D-E34168F52850}"/>
          </ac:spMkLst>
        </pc:spChg>
        <pc:grpChg chg="add">
          <ac:chgData name="Filip Hałys" userId="5320c6f947d66da6" providerId="LiveId" clId="{BC6DC095-9609-48CF-A6DE-6C508F11F8A7}" dt="2026-03-25T21:16:45.585" v="263" actId="26606"/>
          <ac:grpSpMkLst>
            <pc:docMk/>
            <pc:sldMk cId="1103160913" sldId="269"/>
            <ac:grpSpMk id="11" creationId="{D4D684F8-91BF-481C-A965-722756A383D0}"/>
          </ac:grpSpMkLst>
        </pc:grpChg>
        <pc:graphicFrameChg chg="add del">
          <ac:chgData name="Filip Hałys" userId="5320c6f947d66da6" providerId="LiveId" clId="{BC6DC095-9609-48CF-A6DE-6C508F11F8A7}" dt="2026-03-25T21:16:45.569" v="262" actId="26606"/>
          <ac:graphicFrameMkLst>
            <pc:docMk/>
            <pc:sldMk cId="1103160913" sldId="269"/>
            <ac:graphicFrameMk id="5" creationId="{E14D6F81-6748-C357-E6A3-4B3749E9400D}"/>
          </ac:graphicFrameMkLst>
        </pc:graphicFrameChg>
        <pc:graphicFrameChg chg="add mod modGraphic">
          <ac:chgData name="Filip Hałys" userId="5320c6f947d66da6" providerId="LiveId" clId="{BC6DC095-9609-48CF-A6DE-6C508F11F8A7}" dt="2026-03-25T21:17:17.541" v="276" actId="20577"/>
          <ac:graphicFrameMkLst>
            <pc:docMk/>
            <pc:sldMk cId="1103160913" sldId="269"/>
            <ac:graphicFrameMk id="7" creationId="{DEA46959-88DA-D7EF-BA60-E2D104278C26}"/>
          </ac:graphicFrameMkLst>
        </pc:graphicFrameChg>
      </pc:sldChg>
      <pc:sldChg chg="addSp delSp modSp new mod modNotesTx">
        <pc:chgData name="Filip Hałys" userId="5320c6f947d66da6" providerId="LiveId" clId="{BC6DC095-9609-48CF-A6DE-6C508F11F8A7}" dt="2026-03-25T21:22:16.205" v="383" actId="20577"/>
        <pc:sldMkLst>
          <pc:docMk/>
          <pc:sldMk cId="1484085957" sldId="270"/>
        </pc:sldMkLst>
        <pc:spChg chg="mod">
          <ac:chgData name="Filip Hałys" userId="5320c6f947d66da6" providerId="LiveId" clId="{BC6DC095-9609-48CF-A6DE-6C508F11F8A7}" dt="2026-03-25T21:20:02.454" v="321" actId="20577"/>
          <ac:spMkLst>
            <pc:docMk/>
            <pc:sldMk cId="1484085957" sldId="270"/>
            <ac:spMk id="2" creationId="{6038AC30-AB2B-25F7-1731-BA79F245DAAC}"/>
          </ac:spMkLst>
        </pc:spChg>
        <pc:spChg chg="del mod">
          <ac:chgData name="Filip Hałys" userId="5320c6f947d66da6" providerId="LiveId" clId="{BC6DC095-9609-48CF-A6DE-6C508F11F8A7}" dt="2026-03-25T21:20:14.875" v="325"/>
          <ac:spMkLst>
            <pc:docMk/>
            <pc:sldMk cId="1484085957" sldId="270"/>
            <ac:spMk id="3" creationId="{C1CD6D78-E917-FBDD-EB8A-C98A39580C82}"/>
          </ac:spMkLst>
        </pc:spChg>
        <pc:spChg chg="add del mod">
          <ac:chgData name="Filip Hałys" userId="5320c6f947d66da6" providerId="LiveId" clId="{BC6DC095-9609-48CF-A6DE-6C508F11F8A7}" dt="2026-03-25T21:20:24.943" v="326" actId="26606"/>
          <ac:spMkLst>
            <pc:docMk/>
            <pc:sldMk cId="1484085957" sldId="270"/>
            <ac:spMk id="4" creationId="{FB3277D5-9522-C826-0A36-FAC318A3BD37}"/>
          </ac:spMkLst>
        </pc:spChg>
        <pc:graphicFrameChg chg="add">
          <ac:chgData name="Filip Hałys" userId="5320c6f947d66da6" providerId="LiveId" clId="{BC6DC095-9609-48CF-A6DE-6C508F11F8A7}" dt="2026-03-25T21:20:24.943" v="326" actId="26606"/>
          <ac:graphicFrameMkLst>
            <pc:docMk/>
            <pc:sldMk cId="1484085957" sldId="270"/>
            <ac:graphicFrameMk id="6" creationId="{EEE901CB-B3A2-8B3D-C22B-AF89460373C4}"/>
          </ac:graphicFrameMkLst>
        </pc:graphicFrameChg>
      </pc:sldChg>
      <pc:sldChg chg="addSp delSp modSp new mod setBg modNotesTx">
        <pc:chgData name="Filip Hałys" userId="5320c6f947d66da6" providerId="LiveId" clId="{BC6DC095-9609-48CF-A6DE-6C508F11F8A7}" dt="2026-03-25T21:25:01.449" v="507" actId="20577"/>
        <pc:sldMkLst>
          <pc:docMk/>
          <pc:sldMk cId="2912962988" sldId="271"/>
        </pc:sldMkLst>
        <pc:spChg chg="mod">
          <ac:chgData name="Filip Hałys" userId="5320c6f947d66da6" providerId="LiveId" clId="{BC6DC095-9609-48CF-A6DE-6C508F11F8A7}" dt="2026-03-25T21:23:08.698" v="398" actId="26606"/>
          <ac:spMkLst>
            <pc:docMk/>
            <pc:sldMk cId="2912962988" sldId="271"/>
            <ac:spMk id="2" creationId="{DEB0B0F8-13BE-6CDF-A8C9-76FA1CA07622}"/>
          </ac:spMkLst>
        </pc:spChg>
        <pc:spChg chg="del mod">
          <ac:chgData name="Filip Hałys" userId="5320c6f947d66da6" providerId="LiveId" clId="{BC6DC095-9609-48CF-A6DE-6C508F11F8A7}" dt="2026-03-25T21:23:08.698" v="398" actId="26606"/>
          <ac:spMkLst>
            <pc:docMk/>
            <pc:sldMk cId="2912962988" sldId="271"/>
            <ac:spMk id="3" creationId="{772EF6A5-F776-36C4-A144-7E3901673D24}"/>
          </ac:spMkLst>
        </pc:spChg>
        <pc:spChg chg="add">
          <ac:chgData name="Filip Hałys" userId="5320c6f947d66da6" providerId="LiveId" clId="{BC6DC095-9609-48CF-A6DE-6C508F11F8A7}" dt="2026-03-25T21:22:45.976" v="392"/>
          <ac:spMkLst>
            <pc:docMk/>
            <pc:sldMk cId="2912962988" sldId="271"/>
            <ac:spMk id="4" creationId="{47C64A33-1CD8-31C3-F1EB-9B5F3ADAF84D}"/>
          </ac:spMkLst>
        </pc:spChg>
        <pc:spChg chg="add">
          <ac:chgData name="Filip Hałys" userId="5320c6f947d66da6" providerId="LiveId" clId="{BC6DC095-9609-48CF-A6DE-6C508F11F8A7}" dt="2026-03-25T21:23:08.698" v="398" actId="26606"/>
          <ac:spMkLst>
            <pc:docMk/>
            <pc:sldMk cId="2912962988" sldId="271"/>
            <ac:spMk id="9" creationId="{40ACA6C3-F2FA-4894-85C1-9FA6051045C5}"/>
          </ac:spMkLst>
        </pc:spChg>
        <pc:spChg chg="add">
          <ac:chgData name="Filip Hałys" userId="5320c6f947d66da6" providerId="LiveId" clId="{BC6DC095-9609-48CF-A6DE-6C508F11F8A7}" dt="2026-03-25T21:23:08.698" v="398" actId="26606"/>
          <ac:spMkLst>
            <pc:docMk/>
            <pc:sldMk cId="2912962988" sldId="271"/>
            <ac:spMk id="11" creationId="{76922BA5-6683-4195-97C3-F3D2A0BB16BD}"/>
          </ac:spMkLst>
        </pc:spChg>
        <pc:spChg chg="add">
          <ac:chgData name="Filip Hałys" userId="5320c6f947d66da6" providerId="LiveId" clId="{BC6DC095-9609-48CF-A6DE-6C508F11F8A7}" dt="2026-03-25T21:23:08.698" v="398" actId="26606"/>
          <ac:spMkLst>
            <pc:docMk/>
            <pc:sldMk cId="2912962988" sldId="271"/>
            <ac:spMk id="13" creationId="{E59169C9-0DBE-4B66-9C16-22A64324AA6C}"/>
          </ac:spMkLst>
        </pc:spChg>
        <pc:spChg chg="add">
          <ac:chgData name="Filip Hałys" userId="5320c6f947d66da6" providerId="LiveId" clId="{BC6DC095-9609-48CF-A6DE-6C508F11F8A7}" dt="2026-03-25T21:23:08.698" v="398" actId="26606"/>
          <ac:spMkLst>
            <pc:docMk/>
            <pc:sldMk cId="2912962988" sldId="271"/>
            <ac:spMk id="15" creationId="{F0457BB4-CED7-4065-8959-D6B51491BBAB}"/>
          </ac:spMkLst>
        </pc:spChg>
        <pc:graphicFrameChg chg="add">
          <ac:chgData name="Filip Hałys" userId="5320c6f947d66da6" providerId="LiveId" clId="{BC6DC095-9609-48CF-A6DE-6C508F11F8A7}" dt="2026-03-25T21:23:08.698" v="398" actId="26606"/>
          <ac:graphicFrameMkLst>
            <pc:docMk/>
            <pc:sldMk cId="2912962988" sldId="271"/>
            <ac:graphicFrameMk id="5" creationId="{0520CA7D-49ED-A446-B02A-3E591CA877AE}"/>
          </ac:graphicFrameMkLst>
        </pc:graphicFrameChg>
      </pc:sldChg>
      <pc:sldChg chg="addSp modSp new mod setBg">
        <pc:chgData name="Filip Hałys" userId="5320c6f947d66da6" providerId="LiveId" clId="{BC6DC095-9609-48CF-A6DE-6C508F11F8A7}" dt="2026-03-25T21:28:40.018" v="514" actId="20577"/>
        <pc:sldMkLst>
          <pc:docMk/>
          <pc:sldMk cId="2262810780" sldId="272"/>
        </pc:sldMkLst>
        <pc:spChg chg="mod">
          <ac:chgData name="Filip Hałys" userId="5320c6f947d66da6" providerId="LiveId" clId="{BC6DC095-9609-48CF-A6DE-6C508F11F8A7}" dt="2026-03-25T21:28:35.399" v="512" actId="26606"/>
          <ac:spMkLst>
            <pc:docMk/>
            <pc:sldMk cId="2262810780" sldId="272"/>
            <ac:spMk id="2" creationId="{DB8DC1B3-01FD-CB88-0ECC-0EE72FE12D54}"/>
          </ac:spMkLst>
        </pc:spChg>
        <pc:spChg chg="mod">
          <ac:chgData name="Filip Hałys" userId="5320c6f947d66da6" providerId="LiveId" clId="{BC6DC095-9609-48CF-A6DE-6C508F11F8A7}" dt="2026-03-25T21:28:40.018" v="514" actId="20577"/>
          <ac:spMkLst>
            <pc:docMk/>
            <pc:sldMk cId="2262810780" sldId="272"/>
            <ac:spMk id="3" creationId="{8D5297BD-14BB-8F61-60F3-F0D7202A52D2}"/>
          </ac:spMkLst>
        </pc:spChg>
        <pc:spChg chg="add">
          <ac:chgData name="Filip Hałys" userId="5320c6f947d66da6" providerId="LiveId" clId="{BC6DC095-9609-48CF-A6DE-6C508F11F8A7}" dt="2026-03-25T21:28:35.399" v="512" actId="26606"/>
          <ac:spMkLst>
            <pc:docMk/>
            <pc:sldMk cId="2262810780" sldId="272"/>
            <ac:spMk id="9" creationId="{8181FC64-B306-4821-98E2-780662EFC486}"/>
          </ac:spMkLst>
        </pc:spChg>
        <pc:spChg chg="add">
          <ac:chgData name="Filip Hałys" userId="5320c6f947d66da6" providerId="LiveId" clId="{BC6DC095-9609-48CF-A6DE-6C508F11F8A7}" dt="2026-03-25T21:28:35.399" v="512" actId="26606"/>
          <ac:spMkLst>
            <pc:docMk/>
            <pc:sldMk cId="2262810780" sldId="272"/>
            <ac:spMk id="11" creationId="{5871FC61-DD4E-47D4-81FD-8A7E7D12B371}"/>
          </ac:spMkLst>
        </pc:spChg>
        <pc:spChg chg="add">
          <ac:chgData name="Filip Hałys" userId="5320c6f947d66da6" providerId="LiveId" clId="{BC6DC095-9609-48CF-A6DE-6C508F11F8A7}" dt="2026-03-25T21:28:35.399" v="512" actId="26606"/>
          <ac:spMkLst>
            <pc:docMk/>
            <pc:sldMk cId="2262810780" sldId="272"/>
            <ac:spMk id="13" creationId="{829A1E2C-5AC8-40FC-99E9-832069D39792}"/>
          </ac:spMkLst>
        </pc:spChg>
        <pc:spChg chg="add">
          <ac:chgData name="Filip Hałys" userId="5320c6f947d66da6" providerId="LiveId" clId="{BC6DC095-9609-48CF-A6DE-6C508F11F8A7}" dt="2026-03-25T21:28:35.399" v="512" actId="26606"/>
          <ac:spMkLst>
            <pc:docMk/>
            <pc:sldMk cId="2262810780" sldId="272"/>
            <ac:spMk id="15" creationId="{55C54A75-E44A-4147-B9D0-FF46CFD31612}"/>
          </ac:spMkLst>
        </pc:spChg>
        <pc:picChg chg="add">
          <ac:chgData name="Filip Hałys" userId="5320c6f947d66da6" providerId="LiveId" clId="{BC6DC095-9609-48CF-A6DE-6C508F11F8A7}" dt="2026-03-25T21:28:35.399" v="512" actId="26606"/>
          <ac:picMkLst>
            <pc:docMk/>
            <pc:sldMk cId="2262810780" sldId="272"/>
            <ac:picMk id="5" creationId="{46DA5BD8-60CC-A215-F9CE-431A29BE63BE}"/>
          </ac:picMkLst>
        </pc:picChg>
      </pc:sldChg>
      <pc:sldChg chg="addSp delSp modSp new mod setBg modNotesTx">
        <pc:chgData name="Filip Hałys" userId="5320c6f947d66da6" providerId="LiveId" clId="{BC6DC095-9609-48CF-A6DE-6C508F11F8A7}" dt="2026-03-25T21:31:27.972" v="539" actId="20577"/>
        <pc:sldMkLst>
          <pc:docMk/>
          <pc:sldMk cId="3047667116" sldId="273"/>
        </pc:sldMkLst>
        <pc:spChg chg="mod">
          <ac:chgData name="Filip Hałys" userId="5320c6f947d66da6" providerId="LiveId" clId="{BC6DC095-9609-48CF-A6DE-6C508F11F8A7}" dt="2026-03-25T21:29:33.959" v="518" actId="26606"/>
          <ac:spMkLst>
            <pc:docMk/>
            <pc:sldMk cId="3047667116" sldId="273"/>
            <ac:spMk id="2" creationId="{F66F77E5-C544-1A83-596E-FEC062A4C279}"/>
          </ac:spMkLst>
        </pc:spChg>
        <pc:spChg chg="del">
          <ac:chgData name="Filip Hałys" userId="5320c6f947d66da6" providerId="LiveId" clId="{BC6DC095-9609-48CF-A6DE-6C508F11F8A7}" dt="2026-03-25T21:29:28.297" v="517"/>
          <ac:spMkLst>
            <pc:docMk/>
            <pc:sldMk cId="3047667116" sldId="273"/>
            <ac:spMk id="3" creationId="{ED24B0D1-403D-7B9A-9B16-A03AF2467D90}"/>
          </ac:spMkLst>
        </pc:spChg>
        <pc:spChg chg="add del mod">
          <ac:chgData name="Filip Hałys" userId="5320c6f947d66da6" providerId="LiveId" clId="{BC6DC095-9609-48CF-A6DE-6C508F11F8A7}" dt="2026-03-25T21:29:33.959" v="518" actId="26606"/>
          <ac:spMkLst>
            <pc:docMk/>
            <pc:sldMk cId="3047667116" sldId="273"/>
            <ac:spMk id="4" creationId="{3C3B8823-793A-3651-47D5-830DB57E4217}"/>
          </ac:spMkLst>
        </pc:spChg>
        <pc:spChg chg="add">
          <ac:chgData name="Filip Hałys" userId="5320c6f947d66da6" providerId="LiveId" clId="{BC6DC095-9609-48CF-A6DE-6C508F11F8A7}" dt="2026-03-25T21:29:33.959" v="518" actId="26606"/>
          <ac:spMkLst>
            <pc:docMk/>
            <pc:sldMk cId="3047667116" sldId="273"/>
            <ac:spMk id="10" creationId="{40ACA6C3-F2FA-4894-85C1-9FA6051045C5}"/>
          </ac:spMkLst>
        </pc:spChg>
        <pc:spChg chg="add">
          <ac:chgData name="Filip Hałys" userId="5320c6f947d66da6" providerId="LiveId" clId="{BC6DC095-9609-48CF-A6DE-6C508F11F8A7}" dt="2026-03-25T21:29:33.959" v="518" actId="26606"/>
          <ac:spMkLst>
            <pc:docMk/>
            <pc:sldMk cId="3047667116" sldId="273"/>
            <ac:spMk id="12" creationId="{76922BA5-6683-4195-97C3-F3D2A0BB16BD}"/>
          </ac:spMkLst>
        </pc:spChg>
        <pc:spChg chg="add">
          <ac:chgData name="Filip Hałys" userId="5320c6f947d66da6" providerId="LiveId" clId="{BC6DC095-9609-48CF-A6DE-6C508F11F8A7}" dt="2026-03-25T21:29:33.959" v="518" actId="26606"/>
          <ac:spMkLst>
            <pc:docMk/>
            <pc:sldMk cId="3047667116" sldId="273"/>
            <ac:spMk id="14" creationId="{E59169C9-0DBE-4B66-9C16-22A64324AA6C}"/>
          </ac:spMkLst>
        </pc:spChg>
        <pc:spChg chg="add">
          <ac:chgData name="Filip Hałys" userId="5320c6f947d66da6" providerId="LiveId" clId="{BC6DC095-9609-48CF-A6DE-6C508F11F8A7}" dt="2026-03-25T21:29:33.959" v="518" actId="26606"/>
          <ac:spMkLst>
            <pc:docMk/>
            <pc:sldMk cId="3047667116" sldId="273"/>
            <ac:spMk id="16" creationId="{F0457BB4-CED7-4065-8959-D6B51491BBAB}"/>
          </ac:spMkLst>
        </pc:spChg>
        <pc:graphicFrameChg chg="add mod modGraphic">
          <ac:chgData name="Filip Hałys" userId="5320c6f947d66da6" providerId="LiveId" clId="{BC6DC095-9609-48CF-A6DE-6C508F11F8A7}" dt="2026-03-25T21:30:45.109" v="536" actId="403"/>
          <ac:graphicFrameMkLst>
            <pc:docMk/>
            <pc:sldMk cId="3047667116" sldId="273"/>
            <ac:graphicFrameMk id="6" creationId="{6AAD25DD-E132-E0A8-BE25-322FC24BA238}"/>
          </ac:graphicFrameMkLst>
        </pc:graphicFrameChg>
      </pc:sldChg>
      <pc:sldChg chg="addSp modSp new mod setBg modNotesTx">
        <pc:chgData name="Filip Hałys" userId="5320c6f947d66da6" providerId="LiveId" clId="{BC6DC095-9609-48CF-A6DE-6C508F11F8A7}" dt="2026-03-25T21:34:26.056" v="565" actId="5793"/>
        <pc:sldMkLst>
          <pc:docMk/>
          <pc:sldMk cId="3647665406" sldId="274"/>
        </pc:sldMkLst>
        <pc:spChg chg="mod">
          <ac:chgData name="Filip Hałys" userId="5320c6f947d66da6" providerId="LiveId" clId="{BC6DC095-9609-48CF-A6DE-6C508F11F8A7}" dt="2026-03-25T21:33:16.260" v="543" actId="26606"/>
          <ac:spMkLst>
            <pc:docMk/>
            <pc:sldMk cId="3647665406" sldId="274"/>
            <ac:spMk id="2" creationId="{0F1AB40F-CD7B-7ADA-872B-7D1765F47AA6}"/>
          </ac:spMkLst>
        </pc:spChg>
        <pc:spChg chg="mod">
          <ac:chgData name="Filip Hałys" userId="5320c6f947d66da6" providerId="LiveId" clId="{BC6DC095-9609-48CF-A6DE-6C508F11F8A7}" dt="2026-03-25T21:33:16.260" v="543" actId="26606"/>
          <ac:spMkLst>
            <pc:docMk/>
            <pc:sldMk cId="3647665406" sldId="274"/>
            <ac:spMk id="3" creationId="{2F7904B2-AB1C-7B49-7E72-4E60B5F2C4BC}"/>
          </ac:spMkLst>
        </pc:spChg>
        <pc:spChg chg="add">
          <ac:chgData name="Filip Hałys" userId="5320c6f947d66da6" providerId="LiveId" clId="{BC6DC095-9609-48CF-A6DE-6C508F11F8A7}" dt="2026-03-25T21:33:16.260" v="543" actId="26606"/>
          <ac:spMkLst>
            <pc:docMk/>
            <pc:sldMk cId="3647665406" sldId="274"/>
            <ac:spMk id="10" creationId="{593B4D24-F4A8-4141-A20A-E0575D199633}"/>
          </ac:spMkLst>
        </pc:spChg>
        <pc:spChg chg="add">
          <ac:chgData name="Filip Hałys" userId="5320c6f947d66da6" providerId="LiveId" clId="{BC6DC095-9609-48CF-A6DE-6C508F11F8A7}" dt="2026-03-25T21:33:16.260" v="543" actId="26606"/>
          <ac:spMkLst>
            <pc:docMk/>
            <pc:sldMk cId="3647665406" sldId="274"/>
            <ac:spMk id="12" creationId="{6719801E-A6E2-4F88-BB91-2A71DBC47809}"/>
          </ac:spMkLst>
        </pc:spChg>
        <pc:spChg chg="add">
          <ac:chgData name="Filip Hałys" userId="5320c6f947d66da6" providerId="LiveId" clId="{BC6DC095-9609-48CF-A6DE-6C508F11F8A7}" dt="2026-03-25T21:33:16.260" v="543" actId="26606"/>
          <ac:spMkLst>
            <pc:docMk/>
            <pc:sldMk cId="3647665406" sldId="274"/>
            <ac:spMk id="14" creationId="{284FA090-1E51-4E96-AE7C-430E378B51B0}"/>
          </ac:spMkLst>
        </pc:spChg>
        <pc:spChg chg="add">
          <ac:chgData name="Filip Hałys" userId="5320c6f947d66da6" providerId="LiveId" clId="{BC6DC095-9609-48CF-A6DE-6C508F11F8A7}" dt="2026-03-25T21:33:16.260" v="543" actId="26606"/>
          <ac:spMkLst>
            <pc:docMk/>
            <pc:sldMk cId="3647665406" sldId="274"/>
            <ac:spMk id="16" creationId="{9689869E-ECC4-4D30-B2DF-C7DC3DD8598A}"/>
          </ac:spMkLst>
        </pc:spChg>
        <pc:picChg chg="add">
          <ac:chgData name="Filip Hałys" userId="5320c6f947d66da6" providerId="LiveId" clId="{BC6DC095-9609-48CF-A6DE-6C508F11F8A7}" dt="2026-03-25T21:33:16.260" v="543" actId="26606"/>
          <ac:picMkLst>
            <pc:docMk/>
            <pc:sldMk cId="3647665406" sldId="274"/>
            <ac:picMk id="7" creationId="{74F10B86-E5B9-D644-75DD-8BB883BAEFC7}"/>
          </ac:picMkLst>
        </pc:picChg>
      </pc:sldChg>
      <pc:sldChg chg="addSp delSp modSp new mod setBg">
        <pc:chgData name="Filip Hałys" userId="5320c6f947d66da6" providerId="LiveId" clId="{BC6DC095-9609-48CF-A6DE-6C508F11F8A7}" dt="2026-03-25T21:35:25.131" v="568" actId="26606"/>
        <pc:sldMkLst>
          <pc:docMk/>
          <pc:sldMk cId="2633782976" sldId="275"/>
        </pc:sldMkLst>
        <pc:spChg chg="del">
          <ac:chgData name="Filip Hałys" userId="5320c6f947d66da6" providerId="LiveId" clId="{BC6DC095-9609-48CF-A6DE-6C508F11F8A7}" dt="2026-03-25T21:35:25.131" v="568" actId="26606"/>
          <ac:spMkLst>
            <pc:docMk/>
            <pc:sldMk cId="2633782976" sldId="275"/>
            <ac:spMk id="2" creationId="{03EFC9F8-0E87-ECAF-596E-0E6A645FE49F}"/>
          </ac:spMkLst>
        </pc:spChg>
        <pc:spChg chg="del">
          <ac:chgData name="Filip Hałys" userId="5320c6f947d66da6" providerId="LiveId" clId="{BC6DC095-9609-48CF-A6DE-6C508F11F8A7}" dt="2026-03-25T21:35:19.720" v="567" actId="22"/>
          <ac:spMkLst>
            <pc:docMk/>
            <pc:sldMk cId="2633782976" sldId="275"/>
            <ac:spMk id="3" creationId="{7408302C-F9B9-5159-EF20-3348DA78D223}"/>
          </ac:spMkLst>
        </pc:spChg>
        <pc:spChg chg="add">
          <ac:chgData name="Filip Hałys" userId="5320c6f947d66da6" providerId="LiveId" clId="{BC6DC095-9609-48CF-A6DE-6C508F11F8A7}" dt="2026-03-25T21:35:25.131" v="568" actId="26606"/>
          <ac:spMkLst>
            <pc:docMk/>
            <pc:sldMk cId="2633782976" sldId="275"/>
            <ac:spMk id="10" creationId="{8950AD4C-6AF3-49F8-94E1-DBCAFB39478B}"/>
          </ac:spMkLst>
        </pc:spChg>
        <pc:spChg chg="add">
          <ac:chgData name="Filip Hałys" userId="5320c6f947d66da6" providerId="LiveId" clId="{BC6DC095-9609-48CF-A6DE-6C508F11F8A7}" dt="2026-03-25T21:35:25.131" v="568" actId="26606"/>
          <ac:spMkLst>
            <pc:docMk/>
            <pc:sldMk cId="2633782976" sldId="275"/>
            <ac:spMk id="12" creationId="{35AB8F98-27E9-490A-9FFC-6FB07CEAB279}"/>
          </ac:spMkLst>
        </pc:spChg>
        <pc:spChg chg="add">
          <ac:chgData name="Filip Hałys" userId="5320c6f947d66da6" providerId="LiveId" clId="{BC6DC095-9609-48CF-A6DE-6C508F11F8A7}" dt="2026-03-25T21:35:25.131" v="568" actId="26606"/>
          <ac:spMkLst>
            <pc:docMk/>
            <pc:sldMk cId="2633782976" sldId="275"/>
            <ac:spMk id="14" creationId="{CBB673AF-CE4B-46CB-AF61-47A2F6B51B04}"/>
          </ac:spMkLst>
        </pc:spChg>
        <pc:spChg chg="add">
          <ac:chgData name="Filip Hałys" userId="5320c6f947d66da6" providerId="LiveId" clId="{BC6DC095-9609-48CF-A6DE-6C508F11F8A7}" dt="2026-03-25T21:35:25.131" v="568" actId="26606"/>
          <ac:spMkLst>
            <pc:docMk/>
            <pc:sldMk cId="2633782976" sldId="275"/>
            <ac:spMk id="16" creationId="{BB244C92-C225-4ED6-9477-FE38CFE28198}"/>
          </ac:spMkLst>
        </pc:spChg>
        <pc:spChg chg="add">
          <ac:chgData name="Filip Hałys" userId="5320c6f947d66da6" providerId="LiveId" clId="{BC6DC095-9609-48CF-A6DE-6C508F11F8A7}" dt="2026-03-25T21:35:25.131" v="568" actId="26606"/>
          <ac:spMkLst>
            <pc:docMk/>
            <pc:sldMk cId="2633782976" sldId="275"/>
            <ac:spMk id="18" creationId="{D3B79606-5986-49BA-9D40-A0FD94094DE9}"/>
          </ac:spMkLst>
        </pc:spChg>
        <pc:spChg chg="add">
          <ac:chgData name="Filip Hałys" userId="5320c6f947d66da6" providerId="LiveId" clId="{BC6DC095-9609-48CF-A6DE-6C508F11F8A7}" dt="2026-03-25T21:35:25.131" v="568" actId="26606"/>
          <ac:spMkLst>
            <pc:docMk/>
            <pc:sldMk cId="2633782976" sldId="275"/>
            <ac:spMk id="20" creationId="{D534AD34-A74F-4FCD-8E77-6A38F92630A7}"/>
          </ac:spMkLst>
        </pc:spChg>
        <pc:picChg chg="add mod ord">
          <ac:chgData name="Filip Hałys" userId="5320c6f947d66da6" providerId="LiveId" clId="{BC6DC095-9609-48CF-A6DE-6C508F11F8A7}" dt="2026-03-25T21:35:25.131" v="568" actId="26606"/>
          <ac:picMkLst>
            <pc:docMk/>
            <pc:sldMk cId="2633782976" sldId="275"/>
            <ac:picMk id="5" creationId="{82C000DC-783F-8A5F-11C0-782E2467E355}"/>
          </ac:picMkLst>
        </pc:picChg>
      </pc:sldChg>
      <pc:sldChg chg="addSp delSp modSp new mod modNotesTx">
        <pc:chgData name="Filip Hałys" userId="5320c6f947d66da6" providerId="LiveId" clId="{BC6DC095-9609-48CF-A6DE-6C508F11F8A7}" dt="2026-03-25T21:37:05.010" v="578" actId="20577"/>
        <pc:sldMkLst>
          <pc:docMk/>
          <pc:sldMk cId="3587670010" sldId="276"/>
        </pc:sldMkLst>
        <pc:spChg chg="mod">
          <ac:chgData name="Filip Hałys" userId="5320c6f947d66da6" providerId="LiveId" clId="{BC6DC095-9609-48CF-A6DE-6C508F11F8A7}" dt="2026-03-25T21:35:41.400" v="570"/>
          <ac:spMkLst>
            <pc:docMk/>
            <pc:sldMk cId="3587670010" sldId="276"/>
            <ac:spMk id="2" creationId="{92A1941B-2580-A101-9D98-EBDE25D4DC37}"/>
          </ac:spMkLst>
        </pc:spChg>
        <pc:spChg chg="del">
          <ac:chgData name="Filip Hałys" userId="5320c6f947d66da6" providerId="LiveId" clId="{BC6DC095-9609-48CF-A6DE-6C508F11F8A7}" dt="2026-03-25T21:35:49.896" v="571"/>
          <ac:spMkLst>
            <pc:docMk/>
            <pc:sldMk cId="3587670010" sldId="276"/>
            <ac:spMk id="3" creationId="{50D299E9-6D71-D533-FB37-5129380C0F79}"/>
          </ac:spMkLst>
        </pc:spChg>
        <pc:spChg chg="add del mod">
          <ac:chgData name="Filip Hałys" userId="5320c6f947d66da6" providerId="LiveId" clId="{BC6DC095-9609-48CF-A6DE-6C508F11F8A7}" dt="2026-03-25T21:35:57.397" v="572" actId="26606"/>
          <ac:spMkLst>
            <pc:docMk/>
            <pc:sldMk cId="3587670010" sldId="276"/>
            <ac:spMk id="4" creationId="{5488C035-31AE-F880-EBB0-7DD6A9670EA1}"/>
          </ac:spMkLst>
        </pc:spChg>
        <pc:graphicFrameChg chg="add">
          <ac:chgData name="Filip Hałys" userId="5320c6f947d66da6" providerId="LiveId" clId="{BC6DC095-9609-48CF-A6DE-6C508F11F8A7}" dt="2026-03-25T21:35:57.397" v="572" actId="26606"/>
          <ac:graphicFrameMkLst>
            <pc:docMk/>
            <pc:sldMk cId="3587670010" sldId="276"/>
            <ac:graphicFrameMk id="6" creationId="{FD0DC7E9-B3F7-8BF3-ECA4-9F6ACD07C404}"/>
          </ac:graphicFrameMkLst>
        </pc:graphicFrameChg>
      </pc:sldChg>
      <pc:sldChg chg="addSp delSp modSp new mod setBg addAnim delAnim modNotesTx">
        <pc:chgData name="Filip Hałys" userId="5320c6f947d66da6" providerId="LiveId" clId="{BC6DC095-9609-48CF-A6DE-6C508F11F8A7}" dt="2026-03-25T21:39:21.300" v="602" actId="20577"/>
        <pc:sldMkLst>
          <pc:docMk/>
          <pc:sldMk cId="1785714870" sldId="277"/>
        </pc:sldMkLst>
        <pc:spChg chg="mod">
          <ac:chgData name="Filip Hałys" userId="5320c6f947d66da6" providerId="LiveId" clId="{BC6DC095-9609-48CF-A6DE-6C508F11F8A7}" dt="2026-03-25T21:38:46.091" v="599" actId="26606"/>
          <ac:spMkLst>
            <pc:docMk/>
            <pc:sldMk cId="1785714870" sldId="277"/>
            <ac:spMk id="2" creationId="{CDD82F1C-1BCF-0164-A92F-002A4B26E418}"/>
          </ac:spMkLst>
        </pc:spChg>
        <pc:spChg chg="mod">
          <ac:chgData name="Filip Hałys" userId="5320c6f947d66da6" providerId="LiveId" clId="{BC6DC095-9609-48CF-A6DE-6C508F11F8A7}" dt="2026-03-25T21:38:46.122" v="600" actId="26606"/>
          <ac:spMkLst>
            <pc:docMk/>
            <pc:sldMk cId="1785714870" sldId="277"/>
            <ac:spMk id="3" creationId="{D3D675B0-4FCE-760E-8099-097CEDCF4C33}"/>
          </ac:spMkLst>
        </pc:spChg>
        <pc:spChg chg="add del">
          <ac:chgData name="Filip Hałys" userId="5320c6f947d66da6" providerId="LiveId" clId="{BC6DC095-9609-48CF-A6DE-6C508F11F8A7}" dt="2026-03-25T21:38:45.068" v="596" actId="26606"/>
          <ac:spMkLst>
            <pc:docMk/>
            <pc:sldMk cId="1785714870" sldId="277"/>
            <ac:spMk id="9" creationId="{9B0F7D69-D93C-4C38-A23D-76E000D691CD}"/>
          </ac:spMkLst>
        </pc:spChg>
        <pc:spChg chg="add">
          <ac:chgData name="Filip Hałys" userId="5320c6f947d66da6" providerId="LiveId" clId="{BC6DC095-9609-48CF-A6DE-6C508F11F8A7}" dt="2026-03-25T21:38:46.122" v="600" actId="26606"/>
          <ac:spMkLst>
            <pc:docMk/>
            <pc:sldMk cId="1785714870" sldId="277"/>
            <ac:spMk id="10" creationId="{9B0F7D69-D93C-4C38-A23D-76E000D691CD}"/>
          </ac:spMkLst>
        </pc:spChg>
        <pc:spChg chg="add">
          <ac:chgData name="Filip Hałys" userId="5320c6f947d66da6" providerId="LiveId" clId="{BC6DC095-9609-48CF-A6DE-6C508F11F8A7}" dt="2026-03-25T21:38:46.122" v="600" actId="26606"/>
          <ac:spMkLst>
            <pc:docMk/>
            <pc:sldMk cId="1785714870" sldId="277"/>
            <ac:spMk id="12" creationId="{8CD419D4-EA9D-42D9-BF62-B07F0B7B672B}"/>
          </ac:spMkLst>
        </pc:spChg>
        <pc:spChg chg="add del">
          <ac:chgData name="Filip Hałys" userId="5320c6f947d66da6" providerId="LiveId" clId="{BC6DC095-9609-48CF-A6DE-6C508F11F8A7}" dt="2026-03-25T21:38:45.068" v="596" actId="26606"/>
          <ac:spMkLst>
            <pc:docMk/>
            <pc:sldMk cId="1785714870" sldId="277"/>
            <ac:spMk id="13" creationId="{1C6FEC9B-9608-4181-A9E5-A1B80E72021C}"/>
          </ac:spMkLst>
        </pc:spChg>
        <pc:spChg chg="add">
          <ac:chgData name="Filip Hałys" userId="5320c6f947d66da6" providerId="LiveId" clId="{BC6DC095-9609-48CF-A6DE-6C508F11F8A7}" dt="2026-03-25T21:38:46.122" v="600" actId="26606"/>
          <ac:spMkLst>
            <pc:docMk/>
            <pc:sldMk cId="1785714870" sldId="277"/>
            <ac:spMk id="14" creationId="{1C6FEC9B-9608-4181-A9E5-A1B80E72021C}"/>
          </ac:spMkLst>
        </pc:spChg>
        <pc:spChg chg="add del">
          <ac:chgData name="Filip Hałys" userId="5320c6f947d66da6" providerId="LiveId" clId="{BC6DC095-9609-48CF-A6DE-6C508F11F8A7}" dt="2026-03-25T21:38:45.068" v="596" actId="26606"/>
          <ac:spMkLst>
            <pc:docMk/>
            <pc:sldMk cId="1785714870" sldId="277"/>
            <ac:spMk id="17" creationId="{0CA184B6-3482-4F43-87F0-BC765DCFD8A8}"/>
          </ac:spMkLst>
        </pc:spChg>
        <pc:spChg chg="add del">
          <ac:chgData name="Filip Hałys" userId="5320c6f947d66da6" providerId="LiveId" clId="{BC6DC095-9609-48CF-A6DE-6C508F11F8A7}" dt="2026-03-25T21:38:45.068" v="596" actId="26606"/>
          <ac:spMkLst>
            <pc:docMk/>
            <pc:sldMk cId="1785714870" sldId="277"/>
            <ac:spMk id="19" creationId="{6C869923-8380-4244-9548-802C330638A0}"/>
          </ac:spMkLst>
        </pc:spChg>
        <pc:spChg chg="add">
          <ac:chgData name="Filip Hałys" userId="5320c6f947d66da6" providerId="LiveId" clId="{BC6DC095-9609-48CF-A6DE-6C508F11F8A7}" dt="2026-03-25T21:38:46.122" v="600" actId="26606"/>
          <ac:spMkLst>
            <pc:docMk/>
            <pc:sldMk cId="1785714870" sldId="277"/>
            <ac:spMk id="20" creationId="{6C869923-8380-4244-9548-802C330638A0}"/>
          </ac:spMkLst>
        </pc:spChg>
        <pc:spChg chg="add del">
          <ac:chgData name="Filip Hałys" userId="5320c6f947d66da6" providerId="LiveId" clId="{BC6DC095-9609-48CF-A6DE-6C508F11F8A7}" dt="2026-03-25T21:38:45.068" v="596" actId="26606"/>
          <ac:spMkLst>
            <pc:docMk/>
            <pc:sldMk cId="1785714870" sldId="277"/>
            <ac:spMk id="21" creationId="{C06255F2-BC67-4DDE-B34E-AC4BA21838CC}"/>
          </ac:spMkLst>
        </pc:spChg>
        <pc:spChg chg="add">
          <ac:chgData name="Filip Hałys" userId="5320c6f947d66da6" providerId="LiveId" clId="{BC6DC095-9609-48CF-A6DE-6C508F11F8A7}" dt="2026-03-25T21:38:46.122" v="600" actId="26606"/>
          <ac:spMkLst>
            <pc:docMk/>
            <pc:sldMk cId="1785714870" sldId="277"/>
            <ac:spMk id="22" creationId="{C06255F2-BC67-4DDE-B34E-AC4BA21838CC}"/>
          </ac:spMkLst>
        </pc:spChg>
        <pc:spChg chg="add">
          <ac:chgData name="Filip Hałys" userId="5320c6f947d66da6" providerId="LiveId" clId="{BC6DC095-9609-48CF-A6DE-6C508F11F8A7}" dt="2026-03-25T21:38:46.122" v="600" actId="26606"/>
          <ac:spMkLst>
            <pc:docMk/>
            <pc:sldMk cId="1785714870" sldId="277"/>
            <ac:spMk id="24" creationId="{55169443-FCCD-4C0A-8C69-18CD3FA0968D}"/>
          </ac:spMkLst>
        </pc:spChg>
        <pc:spChg chg="add del">
          <ac:chgData name="Filip Hałys" userId="5320c6f947d66da6" providerId="LiveId" clId="{BC6DC095-9609-48CF-A6DE-6C508F11F8A7}" dt="2026-03-25T21:38:45.068" v="596" actId="26606"/>
          <ac:spMkLst>
            <pc:docMk/>
            <pc:sldMk cId="1785714870" sldId="277"/>
            <ac:spMk id="25" creationId="{0DBF1ABE-8590-450D-BB49-BDDCCF3EEA9E}"/>
          </ac:spMkLst>
        </pc:spChg>
        <pc:spChg chg="add">
          <ac:chgData name="Filip Hałys" userId="5320c6f947d66da6" providerId="LiveId" clId="{BC6DC095-9609-48CF-A6DE-6C508F11F8A7}" dt="2026-03-25T21:38:46.122" v="600" actId="26606"/>
          <ac:spMkLst>
            <pc:docMk/>
            <pc:sldMk cId="1785714870" sldId="277"/>
            <ac:spMk id="26" creationId="{0DBF1ABE-8590-450D-BB49-BDDCCF3EEA9E}"/>
          </ac:spMkLst>
        </pc:spChg>
        <pc:spChg chg="add del">
          <ac:chgData name="Filip Hałys" userId="5320c6f947d66da6" providerId="LiveId" clId="{BC6DC095-9609-48CF-A6DE-6C508F11F8A7}" dt="2026-03-25T21:38:45.068" v="596" actId="26606"/>
          <ac:spMkLst>
            <pc:docMk/>
            <pc:sldMk cId="1785714870" sldId="277"/>
            <ac:spMk id="27" creationId="{96CB0275-66F1-4491-93B8-121D0C7176BF}"/>
          </ac:spMkLst>
        </pc:spChg>
        <pc:spChg chg="add del">
          <ac:chgData name="Filip Hałys" userId="5320c6f947d66da6" providerId="LiveId" clId="{BC6DC095-9609-48CF-A6DE-6C508F11F8A7}" dt="2026-03-25T21:38:45.068" v="596" actId="26606"/>
          <ac:spMkLst>
            <pc:docMk/>
            <pc:sldMk cId="1785714870" sldId="277"/>
            <ac:spMk id="29" creationId="{18D32C3D-8F76-4E99-BE56-0836CC38CC84}"/>
          </ac:spMkLst>
        </pc:spChg>
        <pc:spChg chg="add">
          <ac:chgData name="Filip Hałys" userId="5320c6f947d66da6" providerId="LiveId" clId="{BC6DC095-9609-48CF-A6DE-6C508F11F8A7}" dt="2026-03-25T21:38:46.122" v="600" actId="26606"/>
          <ac:spMkLst>
            <pc:docMk/>
            <pc:sldMk cId="1785714870" sldId="277"/>
            <ac:spMk id="30" creationId="{18D32C3D-8F76-4E99-BE56-0836CC38CC84}"/>
          </ac:spMkLst>
        </pc:spChg>
        <pc:spChg chg="add del">
          <ac:chgData name="Filip Hałys" userId="5320c6f947d66da6" providerId="LiveId" clId="{BC6DC095-9609-48CF-A6DE-6C508F11F8A7}" dt="2026-03-25T21:38:45.068" v="596" actId="26606"/>
          <ac:spMkLst>
            <pc:docMk/>
            <pc:sldMk cId="1785714870" sldId="277"/>
            <ac:spMk id="31" creationId="{70766076-46F5-42D5-A773-2B3BEF2B8B74}"/>
          </ac:spMkLst>
        </pc:spChg>
        <pc:spChg chg="add">
          <ac:chgData name="Filip Hałys" userId="5320c6f947d66da6" providerId="LiveId" clId="{BC6DC095-9609-48CF-A6DE-6C508F11F8A7}" dt="2026-03-25T21:38:46.122" v="600" actId="26606"/>
          <ac:spMkLst>
            <pc:docMk/>
            <pc:sldMk cId="1785714870" sldId="277"/>
            <ac:spMk id="32" creationId="{70766076-46F5-42D5-A773-2B3BEF2B8B74}"/>
          </ac:spMkLst>
        </pc:spChg>
        <pc:spChg chg="add del">
          <ac:chgData name="Filip Hałys" userId="5320c6f947d66da6" providerId="LiveId" clId="{BC6DC095-9609-48CF-A6DE-6C508F11F8A7}" dt="2026-03-25T21:38:46.091" v="599" actId="26606"/>
          <ac:spMkLst>
            <pc:docMk/>
            <pc:sldMk cId="1785714870" sldId="277"/>
            <ac:spMk id="33" creationId="{9B0F7D69-D93C-4C38-A23D-76E000D691CD}"/>
          </ac:spMkLst>
        </pc:spChg>
        <pc:spChg chg="add del">
          <ac:chgData name="Filip Hałys" userId="5320c6f947d66da6" providerId="LiveId" clId="{BC6DC095-9609-48CF-A6DE-6C508F11F8A7}" dt="2026-03-25T21:38:46.091" v="599" actId="26606"/>
          <ac:spMkLst>
            <pc:docMk/>
            <pc:sldMk cId="1785714870" sldId="277"/>
            <ac:spMk id="34" creationId="{8CD419D4-EA9D-42D9-BF62-B07F0B7B672B}"/>
          </ac:spMkLst>
        </pc:spChg>
        <pc:spChg chg="add del">
          <ac:chgData name="Filip Hałys" userId="5320c6f947d66da6" providerId="LiveId" clId="{BC6DC095-9609-48CF-A6DE-6C508F11F8A7}" dt="2026-03-25T21:38:46.091" v="599" actId="26606"/>
          <ac:spMkLst>
            <pc:docMk/>
            <pc:sldMk cId="1785714870" sldId="277"/>
            <ac:spMk id="35" creationId="{1C6FEC9B-9608-4181-A9E5-A1B80E72021C}"/>
          </ac:spMkLst>
        </pc:spChg>
        <pc:spChg chg="add del">
          <ac:chgData name="Filip Hałys" userId="5320c6f947d66da6" providerId="LiveId" clId="{BC6DC095-9609-48CF-A6DE-6C508F11F8A7}" dt="2026-03-25T21:38:46.091" v="599" actId="26606"/>
          <ac:spMkLst>
            <pc:docMk/>
            <pc:sldMk cId="1785714870" sldId="277"/>
            <ac:spMk id="38" creationId="{6C869923-8380-4244-9548-802C330638A0}"/>
          </ac:spMkLst>
        </pc:spChg>
        <pc:spChg chg="add del">
          <ac:chgData name="Filip Hałys" userId="5320c6f947d66da6" providerId="LiveId" clId="{BC6DC095-9609-48CF-A6DE-6C508F11F8A7}" dt="2026-03-25T21:38:46.091" v="599" actId="26606"/>
          <ac:spMkLst>
            <pc:docMk/>
            <pc:sldMk cId="1785714870" sldId="277"/>
            <ac:spMk id="39" creationId="{C06255F2-BC67-4DDE-B34E-AC4BA21838CC}"/>
          </ac:spMkLst>
        </pc:spChg>
        <pc:spChg chg="add del">
          <ac:chgData name="Filip Hałys" userId="5320c6f947d66da6" providerId="LiveId" clId="{BC6DC095-9609-48CF-A6DE-6C508F11F8A7}" dt="2026-03-25T21:38:46.091" v="599" actId="26606"/>
          <ac:spMkLst>
            <pc:docMk/>
            <pc:sldMk cId="1785714870" sldId="277"/>
            <ac:spMk id="40" creationId="{55169443-FCCD-4C0A-8C69-18CD3FA0968D}"/>
          </ac:spMkLst>
        </pc:spChg>
        <pc:spChg chg="add del">
          <ac:chgData name="Filip Hałys" userId="5320c6f947d66da6" providerId="LiveId" clId="{BC6DC095-9609-48CF-A6DE-6C508F11F8A7}" dt="2026-03-25T21:38:46.091" v="599" actId="26606"/>
          <ac:spMkLst>
            <pc:docMk/>
            <pc:sldMk cId="1785714870" sldId="277"/>
            <ac:spMk id="42" creationId="{C7D887A3-61AD-4674-BC53-8DFA8CF7B410}"/>
          </ac:spMkLst>
        </pc:spChg>
        <pc:spChg chg="add del">
          <ac:chgData name="Filip Hałys" userId="5320c6f947d66da6" providerId="LiveId" clId="{BC6DC095-9609-48CF-A6DE-6C508F11F8A7}" dt="2026-03-25T21:38:46.091" v="599" actId="26606"/>
          <ac:spMkLst>
            <pc:docMk/>
            <pc:sldMk cId="1785714870" sldId="277"/>
            <ac:spMk id="44" creationId="{11E3C311-4E8A-45D9-97BF-07F5FD346974}"/>
          </ac:spMkLst>
        </pc:spChg>
      </pc:sldChg>
      <pc:sldChg chg="addSp delSp modSp new mod setBg modNotesTx">
        <pc:chgData name="Filip Hałys" userId="5320c6f947d66da6" providerId="LiveId" clId="{BC6DC095-9609-48CF-A6DE-6C508F11F8A7}" dt="2026-03-25T21:40:57.147" v="647" actId="20577"/>
        <pc:sldMkLst>
          <pc:docMk/>
          <pc:sldMk cId="555828511" sldId="278"/>
        </pc:sldMkLst>
        <pc:spChg chg="add del">
          <ac:chgData name="Filip Hałys" userId="5320c6f947d66da6" providerId="LiveId" clId="{BC6DC095-9609-48CF-A6DE-6C508F11F8A7}" dt="2026-03-25T21:39:51.745" v="609" actId="26606"/>
          <ac:spMkLst>
            <pc:docMk/>
            <pc:sldMk cId="555828511" sldId="278"/>
            <ac:spMk id="2" creationId="{C605B48F-179C-A0AB-7EAF-6F4C9E171356}"/>
          </ac:spMkLst>
        </pc:spChg>
        <pc:spChg chg="del">
          <ac:chgData name="Filip Hałys" userId="5320c6f947d66da6" providerId="LiveId" clId="{BC6DC095-9609-48CF-A6DE-6C508F11F8A7}" dt="2026-03-25T21:39:45.662" v="604" actId="22"/>
          <ac:spMkLst>
            <pc:docMk/>
            <pc:sldMk cId="555828511" sldId="278"/>
            <ac:spMk id="3" creationId="{3DC4CF12-6EE1-1BF6-D543-A547EF65D5E5}"/>
          </ac:spMkLst>
        </pc:spChg>
        <pc:spChg chg="add del">
          <ac:chgData name="Filip Hałys" userId="5320c6f947d66da6" providerId="LiveId" clId="{BC6DC095-9609-48CF-A6DE-6C508F11F8A7}" dt="2026-03-25T21:39:49.456" v="606" actId="26606"/>
          <ac:spMkLst>
            <pc:docMk/>
            <pc:sldMk cId="555828511" sldId="278"/>
            <ac:spMk id="10" creationId="{8950AD4C-6AF3-49F8-94E1-DBCAFB39478B}"/>
          </ac:spMkLst>
        </pc:spChg>
        <pc:spChg chg="add del">
          <ac:chgData name="Filip Hałys" userId="5320c6f947d66da6" providerId="LiveId" clId="{BC6DC095-9609-48CF-A6DE-6C508F11F8A7}" dt="2026-03-25T21:39:51.743" v="608" actId="26606"/>
          <ac:spMkLst>
            <pc:docMk/>
            <pc:sldMk cId="555828511" sldId="278"/>
            <ac:spMk id="12" creationId="{0ACBD85E-A404-45CB-B532-1039E479D4C6}"/>
          </ac:spMkLst>
        </pc:spChg>
        <pc:spChg chg="add del">
          <ac:chgData name="Filip Hałys" userId="5320c6f947d66da6" providerId="LiveId" clId="{BC6DC095-9609-48CF-A6DE-6C508F11F8A7}" dt="2026-03-25T21:39:51.743" v="608" actId="26606"/>
          <ac:spMkLst>
            <pc:docMk/>
            <pc:sldMk cId="555828511" sldId="278"/>
            <ac:spMk id="13" creationId="{8950AD4C-6AF3-49F8-94E1-DBCAFB39478B}"/>
          </ac:spMkLst>
        </pc:spChg>
        <pc:spChg chg="add del">
          <ac:chgData name="Filip Hałys" userId="5320c6f947d66da6" providerId="LiveId" clId="{BC6DC095-9609-48CF-A6DE-6C508F11F8A7}" dt="2026-03-25T21:39:51.743" v="608" actId="26606"/>
          <ac:spMkLst>
            <pc:docMk/>
            <pc:sldMk cId="555828511" sldId="278"/>
            <ac:spMk id="14" creationId="{DB1626B1-BAC7-4893-A5AC-620597685187}"/>
          </ac:spMkLst>
        </pc:spChg>
        <pc:spChg chg="add del">
          <ac:chgData name="Filip Hałys" userId="5320c6f947d66da6" providerId="LiveId" clId="{BC6DC095-9609-48CF-A6DE-6C508F11F8A7}" dt="2026-03-25T21:39:51.743" v="608" actId="26606"/>
          <ac:spMkLst>
            <pc:docMk/>
            <pc:sldMk cId="555828511" sldId="278"/>
            <ac:spMk id="16" creationId="{D64E9910-51FE-45BF-973D-9D2401FD3C63}"/>
          </ac:spMkLst>
        </pc:spChg>
        <pc:spChg chg="add">
          <ac:chgData name="Filip Hałys" userId="5320c6f947d66da6" providerId="LiveId" clId="{BC6DC095-9609-48CF-A6DE-6C508F11F8A7}" dt="2026-03-25T21:39:51.745" v="609" actId="26606"/>
          <ac:spMkLst>
            <pc:docMk/>
            <pc:sldMk cId="555828511" sldId="278"/>
            <ac:spMk id="18" creationId="{8950AD4C-6AF3-49F8-94E1-DBCAFB39478B}"/>
          </ac:spMkLst>
        </pc:spChg>
        <pc:picChg chg="add mod ord">
          <ac:chgData name="Filip Hałys" userId="5320c6f947d66da6" providerId="LiveId" clId="{BC6DC095-9609-48CF-A6DE-6C508F11F8A7}" dt="2026-03-25T21:39:51.745" v="609" actId="26606"/>
          <ac:picMkLst>
            <pc:docMk/>
            <pc:sldMk cId="555828511" sldId="278"/>
            <ac:picMk id="5" creationId="{558CB28D-AF4C-EF3C-793C-37A3E1C80B67}"/>
          </ac:picMkLst>
        </pc:picChg>
      </pc:sldChg>
      <pc:sldChg chg="addSp delSp modSp new mod setBg modNotesTx">
        <pc:chgData name="Filip Hałys" userId="5320c6f947d66da6" providerId="LiveId" clId="{BC6DC095-9609-48CF-A6DE-6C508F11F8A7}" dt="2026-03-25T21:42:43.036" v="686" actId="20577"/>
        <pc:sldMkLst>
          <pc:docMk/>
          <pc:sldMk cId="4000132108" sldId="279"/>
        </pc:sldMkLst>
        <pc:spChg chg="mod">
          <ac:chgData name="Filip Hałys" userId="5320c6f947d66da6" providerId="LiveId" clId="{BC6DC095-9609-48CF-A6DE-6C508F11F8A7}" dt="2026-03-25T21:42:03.914" v="650" actId="26606"/>
          <ac:spMkLst>
            <pc:docMk/>
            <pc:sldMk cId="4000132108" sldId="279"/>
            <ac:spMk id="2" creationId="{C72FE482-C9C9-4F91-FED1-6416D8E59E68}"/>
          </ac:spMkLst>
        </pc:spChg>
        <pc:spChg chg="del mod">
          <ac:chgData name="Filip Hałys" userId="5320c6f947d66da6" providerId="LiveId" clId="{BC6DC095-9609-48CF-A6DE-6C508F11F8A7}" dt="2026-03-25T21:42:03.914" v="650" actId="26606"/>
          <ac:spMkLst>
            <pc:docMk/>
            <pc:sldMk cId="4000132108" sldId="279"/>
            <ac:spMk id="3" creationId="{2F197AA4-F4E9-3ABF-4108-64B413CBA027}"/>
          </ac:spMkLst>
        </pc:spChg>
        <pc:spChg chg="add">
          <ac:chgData name="Filip Hałys" userId="5320c6f947d66da6" providerId="LiveId" clId="{BC6DC095-9609-48CF-A6DE-6C508F11F8A7}" dt="2026-03-25T21:42:03.914" v="650" actId="26606"/>
          <ac:spMkLst>
            <pc:docMk/>
            <pc:sldMk cId="4000132108" sldId="279"/>
            <ac:spMk id="9" creationId="{47FC6A8B-34F9-40FB-AA2D-E34168F52850}"/>
          </ac:spMkLst>
        </pc:spChg>
        <pc:spChg chg="add">
          <ac:chgData name="Filip Hałys" userId="5320c6f947d66da6" providerId="LiveId" clId="{BC6DC095-9609-48CF-A6DE-6C508F11F8A7}" dt="2026-03-25T21:42:03.914" v="650" actId="26606"/>
          <ac:spMkLst>
            <pc:docMk/>
            <pc:sldMk cId="4000132108" sldId="279"/>
            <ac:spMk id="11" creationId="{1EC86DB4-572A-4F71-AF8A-2395B4CA779F}"/>
          </ac:spMkLst>
        </pc:spChg>
        <pc:spChg chg="add">
          <ac:chgData name="Filip Hałys" userId="5320c6f947d66da6" providerId="LiveId" clId="{BC6DC095-9609-48CF-A6DE-6C508F11F8A7}" dt="2026-03-25T21:42:03.914" v="650" actId="26606"/>
          <ac:spMkLst>
            <pc:docMk/>
            <pc:sldMk cId="4000132108" sldId="279"/>
            <ac:spMk id="13" creationId="{71BA53A4-C4B7-4189-9FC1-6350B1AB5DFE}"/>
          </ac:spMkLst>
        </pc:spChg>
        <pc:spChg chg="add">
          <ac:chgData name="Filip Hałys" userId="5320c6f947d66da6" providerId="LiveId" clId="{BC6DC095-9609-48CF-A6DE-6C508F11F8A7}" dt="2026-03-25T21:42:03.914" v="650" actId="26606"/>
          <ac:spMkLst>
            <pc:docMk/>
            <pc:sldMk cId="4000132108" sldId="279"/>
            <ac:spMk id="15" creationId="{5558AD6E-B070-4640-AA07-87E208983ED8}"/>
          </ac:spMkLst>
        </pc:spChg>
        <pc:spChg chg="add">
          <ac:chgData name="Filip Hałys" userId="5320c6f947d66da6" providerId="LiveId" clId="{BC6DC095-9609-48CF-A6DE-6C508F11F8A7}" dt="2026-03-25T21:42:03.914" v="650" actId="26606"/>
          <ac:spMkLst>
            <pc:docMk/>
            <pc:sldMk cId="4000132108" sldId="279"/>
            <ac:spMk id="17" creationId="{36ACFB69-D148-449E-AC5A-C55AA20A7F7F}"/>
          </ac:spMkLst>
        </pc:spChg>
        <pc:graphicFrameChg chg="add">
          <ac:chgData name="Filip Hałys" userId="5320c6f947d66da6" providerId="LiveId" clId="{BC6DC095-9609-48CF-A6DE-6C508F11F8A7}" dt="2026-03-25T21:42:03.914" v="650" actId="26606"/>
          <ac:graphicFrameMkLst>
            <pc:docMk/>
            <pc:sldMk cId="4000132108" sldId="279"/>
            <ac:graphicFrameMk id="5" creationId="{4C93E244-EE0D-5F53-D910-33336CB2BE06}"/>
          </ac:graphicFrameMkLst>
        </pc:graphicFrameChg>
      </pc:sldChg>
      <pc:sldChg chg="addSp delSp modSp new mod setBg modNotesTx">
        <pc:chgData name="Filip Hałys" userId="5320c6f947d66da6" providerId="LiveId" clId="{BC6DC095-9609-48CF-A6DE-6C508F11F8A7}" dt="2026-03-25T21:48:50.354" v="794" actId="20577"/>
        <pc:sldMkLst>
          <pc:docMk/>
          <pc:sldMk cId="2059259126" sldId="280"/>
        </pc:sldMkLst>
        <pc:spChg chg="mod">
          <ac:chgData name="Filip Hałys" userId="5320c6f947d66da6" providerId="LiveId" clId="{BC6DC095-9609-48CF-A6DE-6C508F11F8A7}" dt="2026-03-25T21:47:38.393" v="691" actId="26606"/>
          <ac:spMkLst>
            <pc:docMk/>
            <pc:sldMk cId="2059259126" sldId="280"/>
            <ac:spMk id="2" creationId="{218848E5-5FC1-4709-95E9-CBB1A23215FE}"/>
          </ac:spMkLst>
        </pc:spChg>
        <pc:spChg chg="del mod">
          <ac:chgData name="Filip Hałys" userId="5320c6f947d66da6" providerId="LiveId" clId="{BC6DC095-9609-48CF-A6DE-6C508F11F8A7}" dt="2026-03-25T21:47:38.393" v="691" actId="26606"/>
          <ac:spMkLst>
            <pc:docMk/>
            <pc:sldMk cId="2059259126" sldId="280"/>
            <ac:spMk id="3" creationId="{5266F5A7-E9A3-FB6F-5B96-6AFB24BEECB8}"/>
          </ac:spMkLst>
        </pc:spChg>
        <pc:spChg chg="add">
          <ac:chgData name="Filip Hałys" userId="5320c6f947d66da6" providerId="LiveId" clId="{BC6DC095-9609-48CF-A6DE-6C508F11F8A7}" dt="2026-03-25T21:47:38.393" v="691" actId="26606"/>
          <ac:spMkLst>
            <pc:docMk/>
            <pc:sldMk cId="2059259126" sldId="280"/>
            <ac:spMk id="9" creationId="{5554C89C-373F-47FC-BB73-6842E569C38F}"/>
          </ac:spMkLst>
        </pc:spChg>
        <pc:spChg chg="add">
          <ac:chgData name="Filip Hałys" userId="5320c6f947d66da6" providerId="LiveId" clId="{BC6DC095-9609-48CF-A6DE-6C508F11F8A7}" dt="2026-03-25T21:47:38.393" v="691" actId="26606"/>
          <ac:spMkLst>
            <pc:docMk/>
            <pc:sldMk cId="2059259126" sldId="280"/>
            <ac:spMk id="11" creationId="{FF100C7F-5272-46AB-9FC7-E66059915A86}"/>
          </ac:spMkLst>
        </pc:spChg>
        <pc:spChg chg="add">
          <ac:chgData name="Filip Hałys" userId="5320c6f947d66da6" providerId="LiveId" clId="{BC6DC095-9609-48CF-A6DE-6C508F11F8A7}" dt="2026-03-25T21:47:38.393" v="691" actId="26606"/>
          <ac:spMkLst>
            <pc:docMk/>
            <pc:sldMk cId="2059259126" sldId="280"/>
            <ac:spMk id="13" creationId="{B4FEA6D5-DF59-4E15-B19F-159D0588B095}"/>
          </ac:spMkLst>
        </pc:spChg>
        <pc:spChg chg="add">
          <ac:chgData name="Filip Hałys" userId="5320c6f947d66da6" providerId="LiveId" clId="{BC6DC095-9609-48CF-A6DE-6C508F11F8A7}" dt="2026-03-25T21:47:38.393" v="691" actId="26606"/>
          <ac:spMkLst>
            <pc:docMk/>
            <pc:sldMk cId="2059259126" sldId="280"/>
            <ac:spMk id="15" creationId="{36C8C9E5-F937-44A5-A519-EA719F03E75E}"/>
          </ac:spMkLst>
        </pc:spChg>
        <pc:graphicFrameChg chg="add">
          <ac:chgData name="Filip Hałys" userId="5320c6f947d66da6" providerId="LiveId" clId="{BC6DC095-9609-48CF-A6DE-6C508F11F8A7}" dt="2026-03-25T21:47:38.393" v="691" actId="26606"/>
          <ac:graphicFrameMkLst>
            <pc:docMk/>
            <pc:sldMk cId="2059259126" sldId="280"/>
            <ac:graphicFrameMk id="5" creationId="{221027BC-1316-362E-1C34-7E5A2C3A606F}"/>
          </ac:graphicFrameMkLst>
        </pc:graphicFrameChg>
      </pc:sldChg>
      <pc:sldChg chg="addSp delSp modSp new mod setBg modNotesTx">
        <pc:chgData name="Filip Hałys" userId="5320c6f947d66da6" providerId="LiveId" clId="{BC6DC095-9609-48CF-A6DE-6C508F11F8A7}" dt="2026-03-25T21:51:57.964" v="823" actId="20577"/>
        <pc:sldMkLst>
          <pc:docMk/>
          <pc:sldMk cId="4072049490" sldId="281"/>
        </pc:sldMkLst>
        <pc:spChg chg="mod">
          <ac:chgData name="Filip Hałys" userId="5320c6f947d66da6" providerId="LiveId" clId="{BC6DC095-9609-48CF-A6DE-6C508F11F8A7}" dt="2026-03-25T21:50:14.700" v="800" actId="26606"/>
          <ac:spMkLst>
            <pc:docMk/>
            <pc:sldMk cId="4072049490" sldId="281"/>
            <ac:spMk id="2" creationId="{4EA74CCD-1D50-737A-DD21-EEB0ADA45F12}"/>
          </ac:spMkLst>
        </pc:spChg>
        <pc:spChg chg="del mod">
          <ac:chgData name="Filip Hałys" userId="5320c6f947d66da6" providerId="LiveId" clId="{BC6DC095-9609-48CF-A6DE-6C508F11F8A7}" dt="2026-03-25T21:50:14.700" v="800" actId="26606"/>
          <ac:spMkLst>
            <pc:docMk/>
            <pc:sldMk cId="4072049490" sldId="281"/>
            <ac:spMk id="3" creationId="{BBD68B95-55C7-0076-ECD8-7BD64AC1650B}"/>
          </ac:spMkLst>
        </pc:spChg>
        <pc:spChg chg="add">
          <ac:chgData name="Filip Hałys" userId="5320c6f947d66da6" providerId="LiveId" clId="{BC6DC095-9609-48CF-A6DE-6C508F11F8A7}" dt="2026-03-25T21:50:14.700" v="800" actId="26606"/>
          <ac:spMkLst>
            <pc:docMk/>
            <pc:sldMk cId="4072049490" sldId="281"/>
            <ac:spMk id="9" creationId="{47FC6A8B-34F9-40FB-AA2D-E34168F52850}"/>
          </ac:spMkLst>
        </pc:spChg>
        <pc:grpChg chg="add">
          <ac:chgData name="Filip Hałys" userId="5320c6f947d66da6" providerId="LiveId" clId="{BC6DC095-9609-48CF-A6DE-6C508F11F8A7}" dt="2026-03-25T21:50:14.700" v="800" actId="26606"/>
          <ac:grpSpMkLst>
            <pc:docMk/>
            <pc:sldMk cId="4072049490" sldId="281"/>
            <ac:grpSpMk id="11" creationId="{D4D684F8-91BF-481C-A965-722756A383D0}"/>
          </ac:grpSpMkLst>
        </pc:grpChg>
        <pc:graphicFrameChg chg="add modGraphic">
          <ac:chgData name="Filip Hałys" userId="5320c6f947d66da6" providerId="LiveId" clId="{BC6DC095-9609-48CF-A6DE-6C508F11F8A7}" dt="2026-03-25T21:50:27.892" v="805" actId="20577"/>
          <ac:graphicFrameMkLst>
            <pc:docMk/>
            <pc:sldMk cId="4072049490" sldId="281"/>
            <ac:graphicFrameMk id="5" creationId="{114E47C4-E519-B4E7-A9F1-B7F80C02F7D4}"/>
          </ac:graphicFrameMkLst>
        </pc:graphicFrameChg>
      </pc:sldChg>
      <pc:sldChg chg="addSp modSp new mod setBg">
        <pc:chgData name="Filip Hałys" userId="5320c6f947d66da6" providerId="LiveId" clId="{BC6DC095-9609-48CF-A6DE-6C508F11F8A7}" dt="2026-03-25T21:55:04.772" v="829" actId="26606"/>
        <pc:sldMkLst>
          <pc:docMk/>
          <pc:sldMk cId="2606001886" sldId="282"/>
        </pc:sldMkLst>
        <pc:spChg chg="mod">
          <ac:chgData name="Filip Hałys" userId="5320c6f947d66da6" providerId="LiveId" clId="{BC6DC095-9609-48CF-A6DE-6C508F11F8A7}" dt="2026-03-25T21:55:04.772" v="829" actId="26606"/>
          <ac:spMkLst>
            <pc:docMk/>
            <pc:sldMk cId="2606001886" sldId="282"/>
            <ac:spMk id="2" creationId="{14A7E542-B641-55F4-595C-03AE39BDADA4}"/>
          </ac:spMkLst>
        </pc:spChg>
        <pc:spChg chg="mod">
          <ac:chgData name="Filip Hałys" userId="5320c6f947d66da6" providerId="LiveId" clId="{BC6DC095-9609-48CF-A6DE-6C508F11F8A7}" dt="2026-03-25T21:55:04.772" v="829" actId="26606"/>
          <ac:spMkLst>
            <pc:docMk/>
            <pc:sldMk cId="2606001886" sldId="282"/>
            <ac:spMk id="3" creationId="{BA6E098F-2004-E860-EFC9-6D006457D0E8}"/>
          </ac:spMkLst>
        </pc:spChg>
        <pc:spChg chg="add">
          <ac:chgData name="Filip Hałys" userId="5320c6f947d66da6" providerId="LiveId" clId="{BC6DC095-9609-48CF-A6DE-6C508F11F8A7}" dt="2026-03-25T21:55:04.772" v="829" actId="26606"/>
          <ac:spMkLst>
            <pc:docMk/>
            <pc:sldMk cId="2606001886" sldId="282"/>
            <ac:spMk id="8" creationId="{47FC6A8B-34F9-40FB-AA2D-E34168F52850}"/>
          </ac:spMkLst>
        </pc:spChg>
        <pc:grpChg chg="add">
          <ac:chgData name="Filip Hałys" userId="5320c6f947d66da6" providerId="LiveId" clId="{BC6DC095-9609-48CF-A6DE-6C508F11F8A7}" dt="2026-03-25T21:55:04.772" v="829" actId="26606"/>
          <ac:grpSpMkLst>
            <pc:docMk/>
            <pc:sldMk cId="2606001886" sldId="282"/>
            <ac:grpSpMk id="10" creationId="{D4D684F8-91BF-481C-A965-722756A383D0}"/>
          </ac:grpSpMkLst>
        </pc:grpChg>
      </pc:sldChg>
      <pc:sldChg chg="addSp delSp modSp new mod setBg modNotesTx">
        <pc:chgData name="Filip Hałys" userId="5320c6f947d66da6" providerId="LiveId" clId="{BC6DC095-9609-48CF-A6DE-6C508F11F8A7}" dt="2026-03-25T21:59:23.957" v="881" actId="20577"/>
        <pc:sldMkLst>
          <pc:docMk/>
          <pc:sldMk cId="1789619684" sldId="283"/>
        </pc:sldMkLst>
        <pc:spChg chg="mod">
          <ac:chgData name="Filip Hałys" userId="5320c6f947d66da6" providerId="LiveId" clId="{BC6DC095-9609-48CF-A6DE-6C508F11F8A7}" dt="2026-03-25T21:56:33.935" v="836" actId="27636"/>
          <ac:spMkLst>
            <pc:docMk/>
            <pc:sldMk cId="1789619684" sldId="283"/>
            <ac:spMk id="2" creationId="{8B854C92-380F-9E84-F942-6DFAE759A581}"/>
          </ac:spMkLst>
        </pc:spChg>
        <pc:spChg chg="del">
          <ac:chgData name="Filip Hałys" userId="5320c6f947d66da6" providerId="LiveId" clId="{BC6DC095-9609-48CF-A6DE-6C508F11F8A7}" dt="2026-03-25T21:56:57.735" v="837" actId="22"/>
          <ac:spMkLst>
            <pc:docMk/>
            <pc:sldMk cId="1789619684" sldId="283"/>
            <ac:spMk id="3" creationId="{AC3A3CEB-9590-87C6-AF7D-25A0BFB6CB48}"/>
          </ac:spMkLst>
        </pc:spChg>
        <pc:spChg chg="add">
          <ac:chgData name="Filip Hałys" userId="5320c6f947d66da6" providerId="LiveId" clId="{BC6DC095-9609-48CF-A6DE-6C508F11F8A7}" dt="2026-03-25T21:56:59.971" v="838" actId="26606"/>
          <ac:spMkLst>
            <pc:docMk/>
            <pc:sldMk cId="1789619684" sldId="283"/>
            <ac:spMk id="10" creationId="{9B0F7D69-D93C-4C38-A23D-76E000D691CD}"/>
          </ac:spMkLst>
        </pc:spChg>
        <pc:spChg chg="add">
          <ac:chgData name="Filip Hałys" userId="5320c6f947d66da6" providerId="LiveId" clId="{BC6DC095-9609-48CF-A6DE-6C508F11F8A7}" dt="2026-03-25T21:56:59.971" v="838" actId="26606"/>
          <ac:spMkLst>
            <pc:docMk/>
            <pc:sldMk cId="1789619684" sldId="283"/>
            <ac:spMk id="14" creationId="{1C6FEC9B-9608-4181-A9E5-A1B80E72021C}"/>
          </ac:spMkLst>
        </pc:spChg>
        <pc:spChg chg="add">
          <ac:chgData name="Filip Hałys" userId="5320c6f947d66da6" providerId="LiveId" clId="{BC6DC095-9609-48CF-A6DE-6C508F11F8A7}" dt="2026-03-25T21:56:59.971" v="838" actId="26606"/>
          <ac:spMkLst>
            <pc:docMk/>
            <pc:sldMk cId="1789619684" sldId="283"/>
            <ac:spMk id="16" creationId="{AB1564ED-F26F-451D-97D6-A6EC3E83FD55}"/>
          </ac:spMkLst>
        </pc:spChg>
        <pc:spChg chg="add">
          <ac:chgData name="Filip Hałys" userId="5320c6f947d66da6" providerId="LiveId" clId="{BC6DC095-9609-48CF-A6DE-6C508F11F8A7}" dt="2026-03-25T21:56:59.971" v="838" actId="26606"/>
          <ac:spMkLst>
            <pc:docMk/>
            <pc:sldMk cId="1789619684" sldId="283"/>
            <ac:spMk id="18" creationId="{0CA184B6-3482-4F43-87F0-BC765DCFD8A8}"/>
          </ac:spMkLst>
        </pc:spChg>
        <pc:spChg chg="add">
          <ac:chgData name="Filip Hałys" userId="5320c6f947d66da6" providerId="LiveId" clId="{BC6DC095-9609-48CF-A6DE-6C508F11F8A7}" dt="2026-03-25T21:56:59.971" v="838" actId="26606"/>
          <ac:spMkLst>
            <pc:docMk/>
            <pc:sldMk cId="1789619684" sldId="283"/>
            <ac:spMk id="20" creationId="{6C869923-8380-4244-9548-802C330638A0}"/>
          </ac:spMkLst>
        </pc:spChg>
        <pc:spChg chg="add">
          <ac:chgData name="Filip Hałys" userId="5320c6f947d66da6" providerId="LiveId" clId="{BC6DC095-9609-48CF-A6DE-6C508F11F8A7}" dt="2026-03-25T21:56:59.971" v="838" actId="26606"/>
          <ac:spMkLst>
            <pc:docMk/>
            <pc:sldMk cId="1789619684" sldId="283"/>
            <ac:spMk id="24" creationId="{55169443-FCCD-4C0A-8C69-18CD3FA0968D}"/>
          </ac:spMkLst>
        </pc:spChg>
        <pc:spChg chg="add">
          <ac:chgData name="Filip Hałys" userId="5320c6f947d66da6" providerId="LiveId" clId="{BC6DC095-9609-48CF-A6DE-6C508F11F8A7}" dt="2026-03-25T21:56:59.971" v="838" actId="26606"/>
          <ac:spMkLst>
            <pc:docMk/>
            <pc:sldMk cId="1789619684" sldId="283"/>
            <ac:spMk id="26" creationId="{AC8EEB0F-BA72-49AC-956F-331B60FDE79E}"/>
          </ac:spMkLst>
        </pc:spChg>
        <pc:spChg chg="add">
          <ac:chgData name="Filip Hałys" userId="5320c6f947d66da6" providerId="LiveId" clId="{BC6DC095-9609-48CF-A6DE-6C508F11F8A7}" dt="2026-03-25T21:56:59.971" v="838" actId="26606"/>
          <ac:spMkLst>
            <pc:docMk/>
            <pc:sldMk cId="1789619684" sldId="283"/>
            <ac:spMk id="28" creationId="{8CC700D5-9809-43F4-89D5-7DBBCB0DCC10}"/>
          </ac:spMkLst>
        </pc:spChg>
        <pc:spChg chg="add">
          <ac:chgData name="Filip Hałys" userId="5320c6f947d66da6" providerId="LiveId" clId="{BC6DC095-9609-48CF-A6DE-6C508F11F8A7}" dt="2026-03-25T21:56:59.971" v="838" actId="26606"/>
          <ac:spMkLst>
            <pc:docMk/>
            <pc:sldMk cId="1789619684" sldId="283"/>
            <ac:spMk id="30" creationId="{C7163242-6303-46DC-BAC1-2A204F061321}"/>
          </ac:spMkLst>
        </pc:spChg>
        <pc:spChg chg="add">
          <ac:chgData name="Filip Hałys" userId="5320c6f947d66da6" providerId="LiveId" clId="{BC6DC095-9609-48CF-A6DE-6C508F11F8A7}" dt="2026-03-25T21:56:59.971" v="838" actId="26606"/>
          <ac:spMkLst>
            <pc:docMk/>
            <pc:sldMk cId="1789619684" sldId="283"/>
            <ac:spMk id="32" creationId="{805C4C40-D70E-4C4F-B228-98A0A6132603}"/>
          </ac:spMkLst>
        </pc:spChg>
        <pc:picChg chg="add mod ord">
          <ac:chgData name="Filip Hałys" userId="5320c6f947d66da6" providerId="LiveId" clId="{BC6DC095-9609-48CF-A6DE-6C508F11F8A7}" dt="2026-03-25T21:56:57.735" v="837" actId="22"/>
          <ac:picMkLst>
            <pc:docMk/>
            <pc:sldMk cId="1789619684" sldId="283"/>
            <ac:picMk id="5" creationId="{B2F4782B-5CE3-E514-6E5B-7A9795240898}"/>
          </ac:picMkLst>
        </pc:picChg>
      </pc:sldChg>
      <pc:sldChg chg="addSp delSp modSp new mod setBg modNotesTx">
        <pc:chgData name="Filip Hałys" userId="5320c6f947d66da6" providerId="LiveId" clId="{BC6DC095-9609-48CF-A6DE-6C508F11F8A7}" dt="2026-03-25T22:03:56.539" v="920" actId="20577"/>
        <pc:sldMkLst>
          <pc:docMk/>
          <pc:sldMk cId="1332705426" sldId="284"/>
        </pc:sldMkLst>
        <pc:spChg chg="mod">
          <ac:chgData name="Filip Hałys" userId="5320c6f947d66da6" providerId="LiveId" clId="{BC6DC095-9609-48CF-A6DE-6C508F11F8A7}" dt="2026-03-25T21:59:41.809" v="883"/>
          <ac:spMkLst>
            <pc:docMk/>
            <pc:sldMk cId="1332705426" sldId="284"/>
            <ac:spMk id="2" creationId="{52FCD237-ADEC-A58B-7E82-11D6AD392085}"/>
          </ac:spMkLst>
        </pc:spChg>
        <pc:spChg chg="del">
          <ac:chgData name="Filip Hałys" userId="5320c6f947d66da6" providerId="LiveId" clId="{BC6DC095-9609-48CF-A6DE-6C508F11F8A7}" dt="2026-03-25T22:01:02.855" v="884" actId="22"/>
          <ac:spMkLst>
            <pc:docMk/>
            <pc:sldMk cId="1332705426" sldId="284"/>
            <ac:spMk id="3" creationId="{812D6658-007C-00AE-CFE4-906D0E94676C}"/>
          </ac:spMkLst>
        </pc:spChg>
        <pc:spChg chg="add">
          <ac:chgData name="Filip Hałys" userId="5320c6f947d66da6" providerId="LiveId" clId="{BC6DC095-9609-48CF-A6DE-6C508F11F8A7}" dt="2026-03-25T22:01:05.413" v="885" actId="26606"/>
          <ac:spMkLst>
            <pc:docMk/>
            <pc:sldMk cId="1332705426" sldId="284"/>
            <ac:spMk id="10" creationId="{9B0F7D69-D93C-4C38-A23D-76E000D691CD}"/>
          </ac:spMkLst>
        </pc:spChg>
        <pc:spChg chg="add">
          <ac:chgData name="Filip Hałys" userId="5320c6f947d66da6" providerId="LiveId" clId="{BC6DC095-9609-48CF-A6DE-6C508F11F8A7}" dt="2026-03-25T22:01:05.413" v="885" actId="26606"/>
          <ac:spMkLst>
            <pc:docMk/>
            <pc:sldMk cId="1332705426" sldId="284"/>
            <ac:spMk id="12" creationId="{8CD419D4-EA9D-42D9-BF62-B07F0B7B672B}"/>
          </ac:spMkLst>
        </pc:spChg>
        <pc:spChg chg="add">
          <ac:chgData name="Filip Hałys" userId="5320c6f947d66da6" providerId="LiveId" clId="{BC6DC095-9609-48CF-A6DE-6C508F11F8A7}" dt="2026-03-25T22:01:05.413" v="885" actId="26606"/>
          <ac:spMkLst>
            <pc:docMk/>
            <pc:sldMk cId="1332705426" sldId="284"/>
            <ac:spMk id="14" creationId="{1C6FEC9B-9608-4181-A9E5-A1B80E72021C}"/>
          </ac:spMkLst>
        </pc:spChg>
        <pc:spChg chg="add">
          <ac:chgData name="Filip Hałys" userId="5320c6f947d66da6" providerId="LiveId" clId="{BC6DC095-9609-48CF-A6DE-6C508F11F8A7}" dt="2026-03-25T22:01:05.413" v="885" actId="26606"/>
          <ac:spMkLst>
            <pc:docMk/>
            <pc:sldMk cId="1332705426" sldId="284"/>
            <ac:spMk id="16" creationId="{AB1564ED-F26F-451D-97D6-A6EC3E83FD55}"/>
          </ac:spMkLst>
        </pc:spChg>
        <pc:spChg chg="add">
          <ac:chgData name="Filip Hałys" userId="5320c6f947d66da6" providerId="LiveId" clId="{BC6DC095-9609-48CF-A6DE-6C508F11F8A7}" dt="2026-03-25T22:01:05.413" v="885" actId="26606"/>
          <ac:spMkLst>
            <pc:docMk/>
            <pc:sldMk cId="1332705426" sldId="284"/>
            <ac:spMk id="18" creationId="{0CA184B6-3482-4F43-87F0-BC765DCFD8A8}"/>
          </ac:spMkLst>
        </pc:spChg>
        <pc:spChg chg="add">
          <ac:chgData name="Filip Hałys" userId="5320c6f947d66da6" providerId="LiveId" clId="{BC6DC095-9609-48CF-A6DE-6C508F11F8A7}" dt="2026-03-25T22:01:05.413" v="885" actId="26606"/>
          <ac:spMkLst>
            <pc:docMk/>
            <pc:sldMk cId="1332705426" sldId="284"/>
            <ac:spMk id="22" creationId="{C06255F2-BC67-4DDE-B34E-AC4BA21838CC}"/>
          </ac:spMkLst>
        </pc:spChg>
        <pc:spChg chg="add">
          <ac:chgData name="Filip Hałys" userId="5320c6f947d66da6" providerId="LiveId" clId="{BC6DC095-9609-48CF-A6DE-6C508F11F8A7}" dt="2026-03-25T22:01:05.413" v="885" actId="26606"/>
          <ac:spMkLst>
            <pc:docMk/>
            <pc:sldMk cId="1332705426" sldId="284"/>
            <ac:spMk id="24" creationId="{55169443-FCCD-4C0A-8C69-18CD3FA0968D}"/>
          </ac:spMkLst>
        </pc:spChg>
        <pc:spChg chg="add">
          <ac:chgData name="Filip Hałys" userId="5320c6f947d66da6" providerId="LiveId" clId="{BC6DC095-9609-48CF-A6DE-6C508F11F8A7}" dt="2026-03-25T22:01:05.413" v="885" actId="26606"/>
          <ac:spMkLst>
            <pc:docMk/>
            <pc:sldMk cId="1332705426" sldId="284"/>
            <ac:spMk id="26" creationId="{0DBF1ABE-8590-450D-BB49-BDDCCF3EEA9E}"/>
          </ac:spMkLst>
        </pc:spChg>
        <pc:spChg chg="add">
          <ac:chgData name="Filip Hałys" userId="5320c6f947d66da6" providerId="LiveId" clId="{BC6DC095-9609-48CF-A6DE-6C508F11F8A7}" dt="2026-03-25T22:01:05.413" v="885" actId="26606"/>
          <ac:spMkLst>
            <pc:docMk/>
            <pc:sldMk cId="1332705426" sldId="284"/>
            <ac:spMk id="34" creationId="{195EA065-AC5D-431D-927E-87FF05884866}"/>
          </ac:spMkLst>
        </pc:spChg>
        <pc:spChg chg="add">
          <ac:chgData name="Filip Hałys" userId="5320c6f947d66da6" providerId="LiveId" clId="{BC6DC095-9609-48CF-A6DE-6C508F11F8A7}" dt="2026-03-25T22:01:05.413" v="885" actId="26606"/>
          <ac:spMkLst>
            <pc:docMk/>
            <pc:sldMk cId="1332705426" sldId="284"/>
            <ac:spMk id="36" creationId="{46934B3C-D73F-4CD0-95B1-0244D662D1C7}"/>
          </ac:spMkLst>
        </pc:spChg>
        <pc:picChg chg="add mod ord">
          <ac:chgData name="Filip Hałys" userId="5320c6f947d66da6" providerId="LiveId" clId="{BC6DC095-9609-48CF-A6DE-6C508F11F8A7}" dt="2026-03-25T22:01:02.855" v="884" actId="22"/>
          <ac:picMkLst>
            <pc:docMk/>
            <pc:sldMk cId="1332705426" sldId="284"/>
            <ac:picMk id="5" creationId="{E4C5C606-35C7-E2DE-12C3-340D10D3094F}"/>
          </ac:picMkLst>
        </pc:picChg>
      </pc:sldChg>
      <pc:sldChg chg="addSp delSp modSp new mod setBg">
        <pc:chgData name="Filip Hałys" userId="5320c6f947d66da6" providerId="LiveId" clId="{BC6DC095-9609-48CF-A6DE-6C508F11F8A7}" dt="2026-03-25T22:05:32.424" v="946" actId="26606"/>
        <pc:sldMkLst>
          <pc:docMk/>
          <pc:sldMk cId="3937287775" sldId="285"/>
        </pc:sldMkLst>
        <pc:spChg chg="mod">
          <ac:chgData name="Filip Hałys" userId="5320c6f947d66da6" providerId="LiveId" clId="{BC6DC095-9609-48CF-A6DE-6C508F11F8A7}" dt="2026-03-25T22:05:32.424" v="946" actId="26606"/>
          <ac:spMkLst>
            <pc:docMk/>
            <pc:sldMk cId="3937287775" sldId="285"/>
            <ac:spMk id="2" creationId="{0DD8932F-3C2C-97CC-E0E0-6B897FFC0AD3}"/>
          </ac:spMkLst>
        </pc:spChg>
        <pc:spChg chg="del mod">
          <ac:chgData name="Filip Hałys" userId="5320c6f947d66da6" providerId="LiveId" clId="{BC6DC095-9609-48CF-A6DE-6C508F11F8A7}" dt="2026-03-25T22:05:32.424" v="946" actId="26606"/>
          <ac:spMkLst>
            <pc:docMk/>
            <pc:sldMk cId="3937287775" sldId="285"/>
            <ac:spMk id="3" creationId="{7C82D14A-F7D9-4BED-DE15-70EF7D62BBBB}"/>
          </ac:spMkLst>
        </pc:spChg>
        <pc:spChg chg="add">
          <ac:chgData name="Filip Hałys" userId="5320c6f947d66da6" providerId="LiveId" clId="{BC6DC095-9609-48CF-A6DE-6C508F11F8A7}" dt="2026-03-25T22:05:32.424" v="946" actId="26606"/>
          <ac:spMkLst>
            <pc:docMk/>
            <pc:sldMk cId="3937287775" sldId="285"/>
            <ac:spMk id="9" creationId="{AC14302F-E955-47D0-A56B-D1D1A6953B51}"/>
          </ac:spMkLst>
        </pc:spChg>
        <pc:grpChg chg="add">
          <ac:chgData name="Filip Hałys" userId="5320c6f947d66da6" providerId="LiveId" clId="{BC6DC095-9609-48CF-A6DE-6C508F11F8A7}" dt="2026-03-25T22:05:32.424" v="946" actId="26606"/>
          <ac:grpSpMkLst>
            <pc:docMk/>
            <pc:sldMk cId="3937287775" sldId="285"/>
            <ac:grpSpMk id="11" creationId="{DC310F6C-D8CB-4984-9F9B-BA18C171928E}"/>
          </ac:grpSpMkLst>
        </pc:grpChg>
        <pc:graphicFrameChg chg="add">
          <ac:chgData name="Filip Hałys" userId="5320c6f947d66da6" providerId="LiveId" clId="{BC6DC095-9609-48CF-A6DE-6C508F11F8A7}" dt="2026-03-25T22:05:32.424" v="946" actId="26606"/>
          <ac:graphicFrameMkLst>
            <pc:docMk/>
            <pc:sldMk cId="3937287775" sldId="285"/>
            <ac:graphicFrameMk id="5" creationId="{2E09B9BF-DF3E-D65D-8BF6-8B22598A05B4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03772F-4BC9-4E9F-BC5B-3669A04A7D3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823264-9C3E-4570-B08F-9E6B02A02A19}">
      <dgm:prSet/>
      <dgm:spPr/>
      <dgm:t>
        <a:bodyPr/>
        <a:lstStyle/>
        <a:p>
          <a:pPr>
            <a:defRPr cap="all"/>
          </a:pPr>
          <a:r>
            <a:rPr lang="pl-PL" b="0" i="0" baseline="0"/>
            <a:t>Specjalizuje się w oprogramowaniu do kserokopiarek </a:t>
          </a:r>
          <a:endParaRPr lang="en-US"/>
        </a:p>
      </dgm:t>
    </dgm:pt>
    <dgm:pt modelId="{EE061AF5-F5BC-48C2-A148-BBA30A6211BC}" type="parTrans" cxnId="{A7B12196-16AF-4726-8237-8F43AB656226}">
      <dgm:prSet/>
      <dgm:spPr/>
      <dgm:t>
        <a:bodyPr/>
        <a:lstStyle/>
        <a:p>
          <a:endParaRPr lang="en-US"/>
        </a:p>
      </dgm:t>
    </dgm:pt>
    <dgm:pt modelId="{09DE22C5-0D57-4291-A97D-60833FE00607}" type="sibTrans" cxnId="{A7B12196-16AF-4726-8237-8F43AB656226}">
      <dgm:prSet/>
      <dgm:spPr/>
      <dgm:t>
        <a:bodyPr/>
        <a:lstStyle/>
        <a:p>
          <a:endParaRPr lang="en-US"/>
        </a:p>
      </dgm:t>
    </dgm:pt>
    <dgm:pt modelId="{CAB10A96-A22E-4B18-9778-0E1AF404408A}">
      <dgm:prSet/>
      <dgm:spPr/>
      <dgm:t>
        <a:bodyPr/>
        <a:lstStyle/>
        <a:p>
          <a:pPr>
            <a:defRPr cap="all"/>
          </a:pPr>
          <a:r>
            <a:rPr lang="pl-PL" b="0" i="0" baseline="0"/>
            <a:t>Nowy projekt: inteligentna platforma zarządzania drukiem w biurach </a:t>
          </a:r>
          <a:endParaRPr lang="en-US"/>
        </a:p>
      </dgm:t>
    </dgm:pt>
    <dgm:pt modelId="{A2607490-FF99-47AC-879B-2F6EA419EF17}" type="parTrans" cxnId="{7970A9C9-EFB5-4754-B7BA-9FC837B0A425}">
      <dgm:prSet/>
      <dgm:spPr/>
      <dgm:t>
        <a:bodyPr/>
        <a:lstStyle/>
        <a:p>
          <a:endParaRPr lang="en-US"/>
        </a:p>
      </dgm:t>
    </dgm:pt>
    <dgm:pt modelId="{666270CB-2636-42AA-8FA0-B211916F7CA9}" type="sibTrans" cxnId="{7970A9C9-EFB5-4754-B7BA-9FC837B0A425}">
      <dgm:prSet/>
      <dgm:spPr/>
      <dgm:t>
        <a:bodyPr/>
        <a:lstStyle/>
        <a:p>
          <a:endParaRPr lang="en-US"/>
        </a:p>
      </dgm:t>
    </dgm:pt>
    <dgm:pt modelId="{DE5D44D3-1DE2-4ED3-98CF-A6A0C68B63FE}">
      <dgm:prSet/>
      <dgm:spPr/>
      <dgm:t>
        <a:bodyPr/>
        <a:lstStyle/>
        <a:p>
          <a:pPr>
            <a:defRPr cap="all"/>
          </a:pPr>
          <a:r>
            <a:rPr lang="pl-PL" b="0" i="0" baseline="0"/>
            <a:t>Zespół projektowy: PM, developerzy, testerzy, analitycy </a:t>
          </a:r>
          <a:endParaRPr lang="en-US"/>
        </a:p>
      </dgm:t>
    </dgm:pt>
    <dgm:pt modelId="{C3A1FDAF-C27A-4221-A024-BEB7FCECD7E6}" type="parTrans" cxnId="{7ABB1C63-FCB2-4313-B9DA-8A38D8FFC402}">
      <dgm:prSet/>
      <dgm:spPr/>
      <dgm:t>
        <a:bodyPr/>
        <a:lstStyle/>
        <a:p>
          <a:endParaRPr lang="en-US"/>
        </a:p>
      </dgm:t>
    </dgm:pt>
    <dgm:pt modelId="{BF165E0A-0E9E-4C53-9B39-EE98D026E15A}" type="sibTrans" cxnId="{7ABB1C63-FCB2-4313-B9DA-8A38D8FFC402}">
      <dgm:prSet/>
      <dgm:spPr/>
      <dgm:t>
        <a:bodyPr/>
        <a:lstStyle/>
        <a:p>
          <a:endParaRPr lang="en-US"/>
        </a:p>
      </dgm:t>
    </dgm:pt>
    <dgm:pt modelId="{E735B5D0-5FEB-4BB2-AF29-57F06E91C7A7}" type="pres">
      <dgm:prSet presAssocID="{DF03772F-4BC9-4E9F-BC5B-3669A04A7D3F}" presName="root" presStyleCnt="0">
        <dgm:presLayoutVars>
          <dgm:dir/>
          <dgm:resizeHandles val="exact"/>
        </dgm:presLayoutVars>
      </dgm:prSet>
      <dgm:spPr/>
    </dgm:pt>
    <dgm:pt modelId="{227A1250-3388-4A34-BD74-CD357F017DBF}" type="pres">
      <dgm:prSet presAssocID="{12823264-9C3E-4570-B08F-9E6B02A02A19}" presName="compNode" presStyleCnt="0"/>
      <dgm:spPr/>
    </dgm:pt>
    <dgm:pt modelId="{9954FE00-B56D-4C43-BA61-3CBEAD3A401C}" type="pres">
      <dgm:prSet presAssocID="{12823264-9C3E-4570-B08F-9E6B02A02A19}" presName="iconBgRect" presStyleLbl="bgShp" presStyleIdx="0" presStyleCnt="3"/>
      <dgm:spPr/>
    </dgm:pt>
    <dgm:pt modelId="{B2B7C34F-A668-4F19-861E-1FF3D813F1AD}" type="pres">
      <dgm:prSet presAssocID="{12823264-9C3E-4570-B08F-9E6B02A02A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95858263-30AC-40BA-83EC-3340D6F23C4E}" type="pres">
      <dgm:prSet presAssocID="{12823264-9C3E-4570-B08F-9E6B02A02A19}" presName="spaceRect" presStyleCnt="0"/>
      <dgm:spPr/>
    </dgm:pt>
    <dgm:pt modelId="{3C6C6A1D-5B93-4D18-BC69-45EE3F8575B3}" type="pres">
      <dgm:prSet presAssocID="{12823264-9C3E-4570-B08F-9E6B02A02A19}" presName="textRect" presStyleLbl="revTx" presStyleIdx="0" presStyleCnt="3">
        <dgm:presLayoutVars>
          <dgm:chMax val="1"/>
          <dgm:chPref val="1"/>
        </dgm:presLayoutVars>
      </dgm:prSet>
      <dgm:spPr/>
    </dgm:pt>
    <dgm:pt modelId="{7C2491CC-4FA5-4D5D-9E89-EEEBD0F8DDDA}" type="pres">
      <dgm:prSet presAssocID="{09DE22C5-0D57-4291-A97D-60833FE00607}" presName="sibTrans" presStyleCnt="0"/>
      <dgm:spPr/>
    </dgm:pt>
    <dgm:pt modelId="{57C63735-2C90-446F-A337-F392B74D984A}" type="pres">
      <dgm:prSet presAssocID="{CAB10A96-A22E-4B18-9778-0E1AF404408A}" presName="compNode" presStyleCnt="0"/>
      <dgm:spPr/>
    </dgm:pt>
    <dgm:pt modelId="{ADBD61E5-0491-45DE-8A9B-56275B108139}" type="pres">
      <dgm:prSet presAssocID="{CAB10A96-A22E-4B18-9778-0E1AF404408A}" presName="iconBgRect" presStyleLbl="bgShp" presStyleIdx="1" presStyleCnt="3"/>
      <dgm:spPr/>
    </dgm:pt>
    <dgm:pt modelId="{9AFC9264-DDB1-4C5A-87A5-3EB9417E682F}" type="pres">
      <dgm:prSet presAssocID="{CAB10A96-A22E-4B18-9778-0E1AF40440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ła zębate"/>
        </a:ext>
      </dgm:extLst>
    </dgm:pt>
    <dgm:pt modelId="{AC8F2EFF-CC7C-4D06-8ACF-DA6614B97E8C}" type="pres">
      <dgm:prSet presAssocID="{CAB10A96-A22E-4B18-9778-0E1AF404408A}" presName="spaceRect" presStyleCnt="0"/>
      <dgm:spPr/>
    </dgm:pt>
    <dgm:pt modelId="{545ACC06-DC5B-4B1E-8605-35CD6C94B3BA}" type="pres">
      <dgm:prSet presAssocID="{CAB10A96-A22E-4B18-9778-0E1AF404408A}" presName="textRect" presStyleLbl="revTx" presStyleIdx="1" presStyleCnt="3">
        <dgm:presLayoutVars>
          <dgm:chMax val="1"/>
          <dgm:chPref val="1"/>
        </dgm:presLayoutVars>
      </dgm:prSet>
      <dgm:spPr/>
    </dgm:pt>
    <dgm:pt modelId="{0EF17110-419B-4B75-9AF2-726D3872C833}" type="pres">
      <dgm:prSet presAssocID="{666270CB-2636-42AA-8FA0-B211916F7CA9}" presName="sibTrans" presStyleCnt="0"/>
      <dgm:spPr/>
    </dgm:pt>
    <dgm:pt modelId="{BC66FC7A-34E7-468F-B389-7DFBB6A7B74C}" type="pres">
      <dgm:prSet presAssocID="{DE5D44D3-1DE2-4ED3-98CF-A6A0C68B63FE}" presName="compNode" presStyleCnt="0"/>
      <dgm:spPr/>
    </dgm:pt>
    <dgm:pt modelId="{B04AA793-C99A-4165-B927-9C81DE39FF25}" type="pres">
      <dgm:prSet presAssocID="{DE5D44D3-1DE2-4ED3-98CF-A6A0C68B63FE}" presName="iconBgRect" presStyleLbl="bgShp" presStyleIdx="2" presStyleCnt="3"/>
      <dgm:spPr/>
    </dgm:pt>
    <dgm:pt modelId="{65C3DA77-3D1E-4648-ADC9-DD8EB0E147DB}" type="pres">
      <dgm:prSet presAssocID="{DE5D44D3-1DE2-4ED3-98CF-A6A0C68B63F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ęben"/>
        </a:ext>
      </dgm:extLst>
    </dgm:pt>
    <dgm:pt modelId="{9E7D83B8-E7C7-49F6-BBC7-31646FCC2A1C}" type="pres">
      <dgm:prSet presAssocID="{DE5D44D3-1DE2-4ED3-98CF-A6A0C68B63FE}" presName="spaceRect" presStyleCnt="0"/>
      <dgm:spPr/>
    </dgm:pt>
    <dgm:pt modelId="{27EDFBDD-56A6-4234-A512-73516A7232B2}" type="pres">
      <dgm:prSet presAssocID="{DE5D44D3-1DE2-4ED3-98CF-A6A0C68B63F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493093E-367E-4844-AA2F-27F99AC8A2DE}" type="presOf" srcId="{DE5D44D3-1DE2-4ED3-98CF-A6A0C68B63FE}" destId="{27EDFBDD-56A6-4234-A512-73516A7232B2}" srcOrd="0" destOrd="0" presId="urn:microsoft.com/office/officeart/2018/5/layout/IconCircleLabelList"/>
    <dgm:cxn modelId="{7ABB1C63-FCB2-4313-B9DA-8A38D8FFC402}" srcId="{DF03772F-4BC9-4E9F-BC5B-3669A04A7D3F}" destId="{DE5D44D3-1DE2-4ED3-98CF-A6A0C68B63FE}" srcOrd="2" destOrd="0" parTransId="{C3A1FDAF-C27A-4221-A024-BEB7FCECD7E6}" sibTransId="{BF165E0A-0E9E-4C53-9B39-EE98D026E15A}"/>
    <dgm:cxn modelId="{F10F346B-A7DE-4B51-926F-EEC08DE8285A}" type="presOf" srcId="{12823264-9C3E-4570-B08F-9E6B02A02A19}" destId="{3C6C6A1D-5B93-4D18-BC69-45EE3F8575B3}" srcOrd="0" destOrd="0" presId="urn:microsoft.com/office/officeart/2018/5/layout/IconCircleLabelList"/>
    <dgm:cxn modelId="{4E94FA56-32FB-4A4E-8FF2-C889FEA12584}" type="presOf" srcId="{CAB10A96-A22E-4B18-9778-0E1AF404408A}" destId="{545ACC06-DC5B-4B1E-8605-35CD6C94B3BA}" srcOrd="0" destOrd="0" presId="urn:microsoft.com/office/officeart/2018/5/layout/IconCircleLabelList"/>
    <dgm:cxn modelId="{43409278-E022-4EFF-BF43-02C89FD9D06F}" type="presOf" srcId="{DF03772F-4BC9-4E9F-BC5B-3669A04A7D3F}" destId="{E735B5D0-5FEB-4BB2-AF29-57F06E91C7A7}" srcOrd="0" destOrd="0" presId="urn:microsoft.com/office/officeart/2018/5/layout/IconCircleLabelList"/>
    <dgm:cxn modelId="{A7B12196-16AF-4726-8237-8F43AB656226}" srcId="{DF03772F-4BC9-4E9F-BC5B-3669A04A7D3F}" destId="{12823264-9C3E-4570-B08F-9E6B02A02A19}" srcOrd="0" destOrd="0" parTransId="{EE061AF5-F5BC-48C2-A148-BBA30A6211BC}" sibTransId="{09DE22C5-0D57-4291-A97D-60833FE00607}"/>
    <dgm:cxn modelId="{7970A9C9-EFB5-4754-B7BA-9FC837B0A425}" srcId="{DF03772F-4BC9-4E9F-BC5B-3669A04A7D3F}" destId="{CAB10A96-A22E-4B18-9778-0E1AF404408A}" srcOrd="1" destOrd="0" parTransId="{A2607490-FF99-47AC-879B-2F6EA419EF17}" sibTransId="{666270CB-2636-42AA-8FA0-B211916F7CA9}"/>
    <dgm:cxn modelId="{1BB7D9B4-26CE-46AC-B1E3-030C03CDC6B5}" type="presParOf" srcId="{E735B5D0-5FEB-4BB2-AF29-57F06E91C7A7}" destId="{227A1250-3388-4A34-BD74-CD357F017DBF}" srcOrd="0" destOrd="0" presId="urn:microsoft.com/office/officeart/2018/5/layout/IconCircleLabelList"/>
    <dgm:cxn modelId="{4B8A2722-C74C-4929-9872-471A0191F441}" type="presParOf" srcId="{227A1250-3388-4A34-BD74-CD357F017DBF}" destId="{9954FE00-B56D-4C43-BA61-3CBEAD3A401C}" srcOrd="0" destOrd="0" presId="urn:microsoft.com/office/officeart/2018/5/layout/IconCircleLabelList"/>
    <dgm:cxn modelId="{CAD11820-4A51-4C09-8936-A01824023A72}" type="presParOf" srcId="{227A1250-3388-4A34-BD74-CD357F017DBF}" destId="{B2B7C34F-A668-4F19-861E-1FF3D813F1AD}" srcOrd="1" destOrd="0" presId="urn:microsoft.com/office/officeart/2018/5/layout/IconCircleLabelList"/>
    <dgm:cxn modelId="{9D2E6B56-0918-4AC1-BB81-E014AAEB4C1D}" type="presParOf" srcId="{227A1250-3388-4A34-BD74-CD357F017DBF}" destId="{95858263-30AC-40BA-83EC-3340D6F23C4E}" srcOrd="2" destOrd="0" presId="urn:microsoft.com/office/officeart/2018/5/layout/IconCircleLabelList"/>
    <dgm:cxn modelId="{336D1BBB-0091-4900-B17C-FDF9326E9568}" type="presParOf" srcId="{227A1250-3388-4A34-BD74-CD357F017DBF}" destId="{3C6C6A1D-5B93-4D18-BC69-45EE3F8575B3}" srcOrd="3" destOrd="0" presId="urn:microsoft.com/office/officeart/2018/5/layout/IconCircleLabelList"/>
    <dgm:cxn modelId="{B914E059-0C20-4F4C-BC67-98D6B66A66A0}" type="presParOf" srcId="{E735B5D0-5FEB-4BB2-AF29-57F06E91C7A7}" destId="{7C2491CC-4FA5-4D5D-9E89-EEEBD0F8DDDA}" srcOrd="1" destOrd="0" presId="urn:microsoft.com/office/officeart/2018/5/layout/IconCircleLabelList"/>
    <dgm:cxn modelId="{ED4575C3-950D-4726-A27E-6CC430391F0A}" type="presParOf" srcId="{E735B5D0-5FEB-4BB2-AF29-57F06E91C7A7}" destId="{57C63735-2C90-446F-A337-F392B74D984A}" srcOrd="2" destOrd="0" presId="urn:microsoft.com/office/officeart/2018/5/layout/IconCircleLabelList"/>
    <dgm:cxn modelId="{17F71169-47D3-464B-B888-B0832F0702B8}" type="presParOf" srcId="{57C63735-2C90-446F-A337-F392B74D984A}" destId="{ADBD61E5-0491-45DE-8A9B-56275B108139}" srcOrd="0" destOrd="0" presId="urn:microsoft.com/office/officeart/2018/5/layout/IconCircleLabelList"/>
    <dgm:cxn modelId="{E4A4AADC-1767-4BDE-B173-9CA6FBDD7156}" type="presParOf" srcId="{57C63735-2C90-446F-A337-F392B74D984A}" destId="{9AFC9264-DDB1-4C5A-87A5-3EB9417E682F}" srcOrd="1" destOrd="0" presId="urn:microsoft.com/office/officeart/2018/5/layout/IconCircleLabelList"/>
    <dgm:cxn modelId="{F3F877ED-355D-48E3-8EDE-3A5B5BE7F281}" type="presParOf" srcId="{57C63735-2C90-446F-A337-F392B74D984A}" destId="{AC8F2EFF-CC7C-4D06-8ACF-DA6614B97E8C}" srcOrd="2" destOrd="0" presId="urn:microsoft.com/office/officeart/2018/5/layout/IconCircleLabelList"/>
    <dgm:cxn modelId="{52C69C63-DE04-4168-AA69-A8243C6DAC83}" type="presParOf" srcId="{57C63735-2C90-446F-A337-F392B74D984A}" destId="{545ACC06-DC5B-4B1E-8605-35CD6C94B3BA}" srcOrd="3" destOrd="0" presId="urn:microsoft.com/office/officeart/2018/5/layout/IconCircleLabelList"/>
    <dgm:cxn modelId="{ABFA7B8D-1548-48BC-8175-E69C2FC48EC2}" type="presParOf" srcId="{E735B5D0-5FEB-4BB2-AF29-57F06E91C7A7}" destId="{0EF17110-419B-4B75-9AF2-726D3872C833}" srcOrd="3" destOrd="0" presId="urn:microsoft.com/office/officeart/2018/5/layout/IconCircleLabelList"/>
    <dgm:cxn modelId="{D2A1E4A4-E7AB-4354-A6E9-A40697EE5C92}" type="presParOf" srcId="{E735B5D0-5FEB-4BB2-AF29-57F06E91C7A7}" destId="{BC66FC7A-34E7-468F-B389-7DFBB6A7B74C}" srcOrd="4" destOrd="0" presId="urn:microsoft.com/office/officeart/2018/5/layout/IconCircleLabelList"/>
    <dgm:cxn modelId="{87F8F288-EC4A-40A8-991C-E404859AABFF}" type="presParOf" srcId="{BC66FC7A-34E7-468F-B389-7DFBB6A7B74C}" destId="{B04AA793-C99A-4165-B927-9C81DE39FF25}" srcOrd="0" destOrd="0" presId="urn:microsoft.com/office/officeart/2018/5/layout/IconCircleLabelList"/>
    <dgm:cxn modelId="{E6B92344-AEB9-4933-90B9-8072E871CE57}" type="presParOf" srcId="{BC66FC7A-34E7-468F-B389-7DFBB6A7B74C}" destId="{65C3DA77-3D1E-4648-ADC9-DD8EB0E147DB}" srcOrd="1" destOrd="0" presId="urn:microsoft.com/office/officeart/2018/5/layout/IconCircleLabelList"/>
    <dgm:cxn modelId="{F78C26F8-11F8-4D6B-8DDF-EA51D0B9C39E}" type="presParOf" srcId="{BC66FC7A-34E7-468F-B389-7DFBB6A7B74C}" destId="{9E7D83B8-E7C7-49F6-BBC7-31646FCC2A1C}" srcOrd="2" destOrd="0" presId="urn:microsoft.com/office/officeart/2018/5/layout/IconCircleLabelList"/>
    <dgm:cxn modelId="{DED3B77A-5AB2-41C2-BE15-7C1D7A63FA0A}" type="presParOf" srcId="{BC66FC7A-34E7-468F-B389-7DFBB6A7B74C}" destId="{27EDFBDD-56A6-4234-A512-73516A7232B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C655A7-5FD5-4BAB-97AE-B23339C9EAA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7FE7F52-6ACB-494C-9176-69ACA3F1FE77}">
      <dgm:prSet/>
      <dgm:spPr/>
      <dgm:t>
        <a:bodyPr/>
        <a:lstStyle/>
        <a:p>
          <a:r>
            <a:rPr lang="pl-PL" b="0" baseline="0"/>
            <a:t>struktura decyzyjna w projekcie</a:t>
          </a:r>
          <a:endParaRPr lang="en-US"/>
        </a:p>
      </dgm:t>
    </dgm:pt>
    <dgm:pt modelId="{9BF93D3B-FB34-4062-B878-73B244064944}" type="parTrans" cxnId="{AE53088A-99AF-4769-B73B-346CDA95BA01}">
      <dgm:prSet/>
      <dgm:spPr/>
      <dgm:t>
        <a:bodyPr/>
        <a:lstStyle/>
        <a:p>
          <a:endParaRPr lang="en-US"/>
        </a:p>
      </dgm:t>
    </dgm:pt>
    <dgm:pt modelId="{08CCA303-D6CF-4E13-B5EB-EE585C7D27E9}" type="sibTrans" cxnId="{AE53088A-99AF-4769-B73B-346CDA95BA01}">
      <dgm:prSet/>
      <dgm:spPr/>
      <dgm:t>
        <a:bodyPr/>
        <a:lstStyle/>
        <a:p>
          <a:endParaRPr lang="en-US"/>
        </a:p>
      </dgm:t>
    </dgm:pt>
    <dgm:pt modelId="{3378344F-8F6A-46EC-A583-34527868C62A}">
      <dgm:prSet/>
      <dgm:spPr/>
      <dgm:t>
        <a:bodyPr/>
        <a:lstStyle/>
        <a:p>
          <a:r>
            <a:rPr lang="pl-PL" b="0" baseline="0"/>
            <a:t>określenie ról i odpowiedzialności</a:t>
          </a:r>
          <a:endParaRPr lang="en-US"/>
        </a:p>
      </dgm:t>
    </dgm:pt>
    <dgm:pt modelId="{D4CA0FDF-8559-4A93-A8D8-10E859EF15EE}" type="parTrans" cxnId="{7FCF8598-9C1C-4D22-A9D6-7789EADB90F7}">
      <dgm:prSet/>
      <dgm:spPr/>
      <dgm:t>
        <a:bodyPr/>
        <a:lstStyle/>
        <a:p>
          <a:endParaRPr lang="en-US"/>
        </a:p>
      </dgm:t>
    </dgm:pt>
    <dgm:pt modelId="{6DF6437E-2DA7-4C75-BCF5-8A3B4F5BB053}" type="sibTrans" cxnId="{7FCF8598-9C1C-4D22-A9D6-7789EADB90F7}">
      <dgm:prSet/>
      <dgm:spPr/>
      <dgm:t>
        <a:bodyPr/>
        <a:lstStyle/>
        <a:p>
          <a:endParaRPr lang="en-US"/>
        </a:p>
      </dgm:t>
    </dgm:pt>
    <dgm:pt modelId="{781EA823-B825-44B4-8293-56A9E934AF6B}">
      <dgm:prSet/>
      <dgm:spPr/>
      <dgm:t>
        <a:bodyPr/>
        <a:lstStyle/>
        <a:p>
          <a:r>
            <a:rPr lang="pl-PL" b="0" baseline="0"/>
            <a:t>sposób nadzoru i kontroli</a:t>
          </a:r>
          <a:endParaRPr lang="en-US"/>
        </a:p>
      </dgm:t>
    </dgm:pt>
    <dgm:pt modelId="{DB1D44B0-ED0B-4479-B6E6-362019CBFC7E}" type="parTrans" cxnId="{9D394768-D642-4858-B8C9-ADADA022633C}">
      <dgm:prSet/>
      <dgm:spPr/>
      <dgm:t>
        <a:bodyPr/>
        <a:lstStyle/>
        <a:p>
          <a:endParaRPr lang="en-US"/>
        </a:p>
      </dgm:t>
    </dgm:pt>
    <dgm:pt modelId="{D17CDF4F-509F-44E0-86A8-79620CE662C4}" type="sibTrans" cxnId="{9D394768-D642-4858-B8C9-ADADA022633C}">
      <dgm:prSet/>
      <dgm:spPr/>
      <dgm:t>
        <a:bodyPr/>
        <a:lstStyle/>
        <a:p>
          <a:endParaRPr lang="en-US"/>
        </a:p>
      </dgm:t>
    </dgm:pt>
    <dgm:pt modelId="{2EE8B3E7-86C3-4F41-A6C8-95A23A716220}">
      <dgm:prSet/>
      <dgm:spPr/>
      <dgm:t>
        <a:bodyPr/>
        <a:lstStyle/>
        <a:p>
          <a:r>
            <a:rPr lang="pl-PL" b="0" baseline="0"/>
            <a:t>zasady raportowania i eskalacji</a:t>
          </a:r>
          <a:endParaRPr lang="en-US"/>
        </a:p>
      </dgm:t>
    </dgm:pt>
    <dgm:pt modelId="{48CA41FB-7BEB-4730-8117-E8793EA01736}" type="parTrans" cxnId="{5A3A77F2-BAD0-407E-8AEC-51D498FADF34}">
      <dgm:prSet/>
      <dgm:spPr/>
      <dgm:t>
        <a:bodyPr/>
        <a:lstStyle/>
        <a:p>
          <a:endParaRPr lang="en-US"/>
        </a:p>
      </dgm:t>
    </dgm:pt>
    <dgm:pt modelId="{0B4D767B-A422-4069-944A-A2606565631B}" type="sibTrans" cxnId="{5A3A77F2-BAD0-407E-8AEC-51D498FADF34}">
      <dgm:prSet/>
      <dgm:spPr/>
      <dgm:t>
        <a:bodyPr/>
        <a:lstStyle/>
        <a:p>
          <a:endParaRPr lang="en-US"/>
        </a:p>
      </dgm:t>
    </dgm:pt>
    <dgm:pt modelId="{3C75E2B0-2588-4E6E-A732-3687841DA59A}" type="pres">
      <dgm:prSet presAssocID="{B4C655A7-5FD5-4BAB-97AE-B23339C9EAAC}" presName="root" presStyleCnt="0">
        <dgm:presLayoutVars>
          <dgm:dir/>
          <dgm:resizeHandles val="exact"/>
        </dgm:presLayoutVars>
      </dgm:prSet>
      <dgm:spPr/>
    </dgm:pt>
    <dgm:pt modelId="{97821314-D920-4393-B7B9-2D4432CEF65C}" type="pres">
      <dgm:prSet presAssocID="{B4C655A7-5FD5-4BAB-97AE-B23339C9EAAC}" presName="container" presStyleCnt="0">
        <dgm:presLayoutVars>
          <dgm:dir/>
          <dgm:resizeHandles val="exact"/>
        </dgm:presLayoutVars>
      </dgm:prSet>
      <dgm:spPr/>
    </dgm:pt>
    <dgm:pt modelId="{1D276BC8-C29D-4FE7-973D-1C5A7CC94651}" type="pres">
      <dgm:prSet presAssocID="{07FE7F52-6ACB-494C-9176-69ACA3F1FE77}" presName="compNode" presStyleCnt="0"/>
      <dgm:spPr/>
    </dgm:pt>
    <dgm:pt modelId="{F55DD185-713B-4BA0-905F-4A223C408A73}" type="pres">
      <dgm:prSet presAssocID="{07FE7F52-6ACB-494C-9176-69ACA3F1FE77}" presName="iconBgRect" presStyleLbl="bgShp" presStyleIdx="0" presStyleCnt="4"/>
      <dgm:spPr/>
    </dgm:pt>
    <dgm:pt modelId="{41377C8E-C541-479A-97D4-C27A847392B0}" type="pres">
      <dgm:prSet presAssocID="{07FE7F52-6ACB-494C-9176-69ACA3F1FE7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D6C1B298-A4B3-46B5-8988-6665C4643465}" type="pres">
      <dgm:prSet presAssocID="{07FE7F52-6ACB-494C-9176-69ACA3F1FE77}" presName="spaceRect" presStyleCnt="0"/>
      <dgm:spPr/>
    </dgm:pt>
    <dgm:pt modelId="{1B6E7FD0-E0BC-4106-8BFA-4543DFF18B7D}" type="pres">
      <dgm:prSet presAssocID="{07FE7F52-6ACB-494C-9176-69ACA3F1FE77}" presName="textRect" presStyleLbl="revTx" presStyleIdx="0" presStyleCnt="4">
        <dgm:presLayoutVars>
          <dgm:chMax val="1"/>
          <dgm:chPref val="1"/>
        </dgm:presLayoutVars>
      </dgm:prSet>
      <dgm:spPr/>
    </dgm:pt>
    <dgm:pt modelId="{C89FF35A-E35B-435E-9A4B-6BB316796E87}" type="pres">
      <dgm:prSet presAssocID="{08CCA303-D6CF-4E13-B5EB-EE585C7D27E9}" presName="sibTrans" presStyleLbl="sibTrans2D1" presStyleIdx="0" presStyleCnt="0"/>
      <dgm:spPr/>
    </dgm:pt>
    <dgm:pt modelId="{857C959E-2CBB-4016-A566-00E254B8DFC2}" type="pres">
      <dgm:prSet presAssocID="{3378344F-8F6A-46EC-A583-34527868C62A}" presName="compNode" presStyleCnt="0"/>
      <dgm:spPr/>
    </dgm:pt>
    <dgm:pt modelId="{519EDBC0-569B-40EA-8A6B-DC38085239BF}" type="pres">
      <dgm:prSet presAssocID="{3378344F-8F6A-46EC-A583-34527868C62A}" presName="iconBgRect" presStyleLbl="bgShp" presStyleIdx="1" presStyleCnt="4"/>
      <dgm:spPr/>
    </dgm:pt>
    <dgm:pt modelId="{A527ADDB-DADA-49C3-B63A-08425983AA7B}" type="pres">
      <dgm:prSet presAssocID="{3378344F-8F6A-46EC-A583-34527868C62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kontrolna"/>
        </a:ext>
      </dgm:extLst>
    </dgm:pt>
    <dgm:pt modelId="{7D9DB38B-3A9D-4E96-A56B-0278AF7BD09F}" type="pres">
      <dgm:prSet presAssocID="{3378344F-8F6A-46EC-A583-34527868C62A}" presName="spaceRect" presStyleCnt="0"/>
      <dgm:spPr/>
    </dgm:pt>
    <dgm:pt modelId="{59CCD252-DC4C-4508-96C6-C9EB62C9F964}" type="pres">
      <dgm:prSet presAssocID="{3378344F-8F6A-46EC-A583-34527868C62A}" presName="textRect" presStyleLbl="revTx" presStyleIdx="1" presStyleCnt="4">
        <dgm:presLayoutVars>
          <dgm:chMax val="1"/>
          <dgm:chPref val="1"/>
        </dgm:presLayoutVars>
      </dgm:prSet>
      <dgm:spPr/>
    </dgm:pt>
    <dgm:pt modelId="{85FA1DE4-27D7-4BA4-A3B6-13E4F2DE0731}" type="pres">
      <dgm:prSet presAssocID="{6DF6437E-2DA7-4C75-BCF5-8A3B4F5BB053}" presName="sibTrans" presStyleLbl="sibTrans2D1" presStyleIdx="0" presStyleCnt="0"/>
      <dgm:spPr/>
    </dgm:pt>
    <dgm:pt modelId="{AF7AD380-C2D8-4868-AAE5-E02D0A2D8BC4}" type="pres">
      <dgm:prSet presAssocID="{781EA823-B825-44B4-8293-56A9E934AF6B}" presName="compNode" presStyleCnt="0"/>
      <dgm:spPr/>
    </dgm:pt>
    <dgm:pt modelId="{45750F70-0A16-4E3D-869B-5706786E340F}" type="pres">
      <dgm:prSet presAssocID="{781EA823-B825-44B4-8293-56A9E934AF6B}" presName="iconBgRect" presStyleLbl="bgShp" presStyleIdx="2" presStyleCnt="4"/>
      <dgm:spPr/>
    </dgm:pt>
    <dgm:pt modelId="{48E9D995-E0B4-4BA2-8FF1-0B36671DDB90}" type="pres">
      <dgm:prSet presAssocID="{781EA823-B825-44B4-8293-56A9E934AF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D5AADBE1-FF84-41D8-965E-2A1C44F4A636}" type="pres">
      <dgm:prSet presAssocID="{781EA823-B825-44B4-8293-56A9E934AF6B}" presName="spaceRect" presStyleCnt="0"/>
      <dgm:spPr/>
    </dgm:pt>
    <dgm:pt modelId="{998D356D-90ED-4731-A93D-4B6D602E0646}" type="pres">
      <dgm:prSet presAssocID="{781EA823-B825-44B4-8293-56A9E934AF6B}" presName="textRect" presStyleLbl="revTx" presStyleIdx="2" presStyleCnt="4">
        <dgm:presLayoutVars>
          <dgm:chMax val="1"/>
          <dgm:chPref val="1"/>
        </dgm:presLayoutVars>
      </dgm:prSet>
      <dgm:spPr/>
    </dgm:pt>
    <dgm:pt modelId="{85E694EA-E473-460D-AD65-B3BC85088A30}" type="pres">
      <dgm:prSet presAssocID="{D17CDF4F-509F-44E0-86A8-79620CE662C4}" presName="sibTrans" presStyleLbl="sibTrans2D1" presStyleIdx="0" presStyleCnt="0"/>
      <dgm:spPr/>
    </dgm:pt>
    <dgm:pt modelId="{6CB433EF-5F4C-49DA-8ED8-4F726B4FC9AC}" type="pres">
      <dgm:prSet presAssocID="{2EE8B3E7-86C3-4F41-A6C8-95A23A716220}" presName="compNode" presStyleCnt="0"/>
      <dgm:spPr/>
    </dgm:pt>
    <dgm:pt modelId="{6303FEEA-14E8-4DA5-BE2B-DDF6359B67BA}" type="pres">
      <dgm:prSet presAssocID="{2EE8B3E7-86C3-4F41-A6C8-95A23A716220}" presName="iconBgRect" presStyleLbl="bgShp" presStyleIdx="3" presStyleCnt="4"/>
      <dgm:spPr/>
    </dgm:pt>
    <dgm:pt modelId="{26E3916B-1B76-41C1-94AA-9101C96983E5}" type="pres">
      <dgm:prSet presAssocID="{2EE8B3E7-86C3-4F41-A6C8-95A23A71622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żytkownik"/>
        </a:ext>
      </dgm:extLst>
    </dgm:pt>
    <dgm:pt modelId="{73C8C21B-469D-421B-BAA9-7FE5C07A837E}" type="pres">
      <dgm:prSet presAssocID="{2EE8B3E7-86C3-4F41-A6C8-95A23A716220}" presName="spaceRect" presStyleCnt="0"/>
      <dgm:spPr/>
    </dgm:pt>
    <dgm:pt modelId="{4C854D37-7505-4DD9-B29C-7F4C6BEC82D2}" type="pres">
      <dgm:prSet presAssocID="{2EE8B3E7-86C3-4F41-A6C8-95A23A71622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ED4EC07-672A-4B64-B7A1-9F547B6E314F}" type="presOf" srcId="{07FE7F52-6ACB-494C-9176-69ACA3F1FE77}" destId="{1B6E7FD0-E0BC-4106-8BFA-4543DFF18B7D}" srcOrd="0" destOrd="0" presId="urn:microsoft.com/office/officeart/2018/2/layout/IconCircleList"/>
    <dgm:cxn modelId="{9D394768-D642-4858-B8C9-ADADA022633C}" srcId="{B4C655A7-5FD5-4BAB-97AE-B23339C9EAAC}" destId="{781EA823-B825-44B4-8293-56A9E934AF6B}" srcOrd="2" destOrd="0" parTransId="{DB1D44B0-ED0B-4479-B6E6-362019CBFC7E}" sibTransId="{D17CDF4F-509F-44E0-86A8-79620CE662C4}"/>
    <dgm:cxn modelId="{C65B206D-4004-4B5E-BD33-FCD23F117F0D}" type="presOf" srcId="{2EE8B3E7-86C3-4F41-A6C8-95A23A716220}" destId="{4C854D37-7505-4DD9-B29C-7F4C6BEC82D2}" srcOrd="0" destOrd="0" presId="urn:microsoft.com/office/officeart/2018/2/layout/IconCircleList"/>
    <dgm:cxn modelId="{93D25D70-B09B-450D-8476-90C5B4488E95}" type="presOf" srcId="{B4C655A7-5FD5-4BAB-97AE-B23339C9EAAC}" destId="{3C75E2B0-2588-4E6E-A732-3687841DA59A}" srcOrd="0" destOrd="0" presId="urn:microsoft.com/office/officeart/2018/2/layout/IconCircleList"/>
    <dgm:cxn modelId="{A7EC8C55-CC94-4243-A6F6-1DA6E793A47E}" type="presOf" srcId="{6DF6437E-2DA7-4C75-BCF5-8A3B4F5BB053}" destId="{85FA1DE4-27D7-4BA4-A3B6-13E4F2DE0731}" srcOrd="0" destOrd="0" presId="urn:microsoft.com/office/officeart/2018/2/layout/IconCircleList"/>
    <dgm:cxn modelId="{B4F82D7A-997F-4357-B826-5D450675A1E4}" type="presOf" srcId="{D17CDF4F-509F-44E0-86A8-79620CE662C4}" destId="{85E694EA-E473-460D-AD65-B3BC85088A30}" srcOrd="0" destOrd="0" presId="urn:microsoft.com/office/officeart/2018/2/layout/IconCircleList"/>
    <dgm:cxn modelId="{65F6E17A-87D0-4B1E-B85E-48B98567F11B}" type="presOf" srcId="{3378344F-8F6A-46EC-A583-34527868C62A}" destId="{59CCD252-DC4C-4508-96C6-C9EB62C9F964}" srcOrd="0" destOrd="0" presId="urn:microsoft.com/office/officeart/2018/2/layout/IconCircleList"/>
    <dgm:cxn modelId="{AE53088A-99AF-4769-B73B-346CDA95BA01}" srcId="{B4C655A7-5FD5-4BAB-97AE-B23339C9EAAC}" destId="{07FE7F52-6ACB-494C-9176-69ACA3F1FE77}" srcOrd="0" destOrd="0" parTransId="{9BF93D3B-FB34-4062-B878-73B244064944}" sibTransId="{08CCA303-D6CF-4E13-B5EB-EE585C7D27E9}"/>
    <dgm:cxn modelId="{7FCF8598-9C1C-4D22-A9D6-7789EADB90F7}" srcId="{B4C655A7-5FD5-4BAB-97AE-B23339C9EAAC}" destId="{3378344F-8F6A-46EC-A583-34527868C62A}" srcOrd="1" destOrd="0" parTransId="{D4CA0FDF-8559-4A93-A8D8-10E859EF15EE}" sibTransId="{6DF6437E-2DA7-4C75-BCF5-8A3B4F5BB053}"/>
    <dgm:cxn modelId="{EFAD51D5-EFA1-45F8-93CB-492873D64AAC}" type="presOf" srcId="{08CCA303-D6CF-4E13-B5EB-EE585C7D27E9}" destId="{C89FF35A-E35B-435E-9A4B-6BB316796E87}" srcOrd="0" destOrd="0" presId="urn:microsoft.com/office/officeart/2018/2/layout/IconCircleList"/>
    <dgm:cxn modelId="{5A3A77F2-BAD0-407E-8AEC-51D498FADF34}" srcId="{B4C655A7-5FD5-4BAB-97AE-B23339C9EAAC}" destId="{2EE8B3E7-86C3-4F41-A6C8-95A23A716220}" srcOrd="3" destOrd="0" parTransId="{48CA41FB-7BEB-4730-8117-E8793EA01736}" sibTransId="{0B4D767B-A422-4069-944A-A2606565631B}"/>
    <dgm:cxn modelId="{9F9267FF-EAB2-4F43-BE06-6BBF453C1AE1}" type="presOf" srcId="{781EA823-B825-44B4-8293-56A9E934AF6B}" destId="{998D356D-90ED-4731-A93D-4B6D602E0646}" srcOrd="0" destOrd="0" presId="urn:microsoft.com/office/officeart/2018/2/layout/IconCircleList"/>
    <dgm:cxn modelId="{9F9EFD4E-0DEB-44EF-A642-A90B308E0EB3}" type="presParOf" srcId="{3C75E2B0-2588-4E6E-A732-3687841DA59A}" destId="{97821314-D920-4393-B7B9-2D4432CEF65C}" srcOrd="0" destOrd="0" presId="urn:microsoft.com/office/officeart/2018/2/layout/IconCircleList"/>
    <dgm:cxn modelId="{BF409A47-215F-4911-8D94-0418B5925E77}" type="presParOf" srcId="{97821314-D920-4393-B7B9-2D4432CEF65C}" destId="{1D276BC8-C29D-4FE7-973D-1C5A7CC94651}" srcOrd="0" destOrd="0" presId="urn:microsoft.com/office/officeart/2018/2/layout/IconCircleList"/>
    <dgm:cxn modelId="{E3C910FA-0EB4-4BC4-AD58-3D69FC40488A}" type="presParOf" srcId="{1D276BC8-C29D-4FE7-973D-1C5A7CC94651}" destId="{F55DD185-713B-4BA0-905F-4A223C408A73}" srcOrd="0" destOrd="0" presId="urn:microsoft.com/office/officeart/2018/2/layout/IconCircleList"/>
    <dgm:cxn modelId="{4BF869E4-178E-4D5A-A502-4BB3F07AEF37}" type="presParOf" srcId="{1D276BC8-C29D-4FE7-973D-1C5A7CC94651}" destId="{41377C8E-C541-479A-97D4-C27A847392B0}" srcOrd="1" destOrd="0" presId="urn:microsoft.com/office/officeart/2018/2/layout/IconCircleList"/>
    <dgm:cxn modelId="{048722E3-3B34-4FAD-8EBD-C95C69D4FDD4}" type="presParOf" srcId="{1D276BC8-C29D-4FE7-973D-1C5A7CC94651}" destId="{D6C1B298-A4B3-46B5-8988-6665C4643465}" srcOrd="2" destOrd="0" presId="urn:microsoft.com/office/officeart/2018/2/layout/IconCircleList"/>
    <dgm:cxn modelId="{CF0FAFEC-15B0-4DCF-8B68-8FD1549FE0A7}" type="presParOf" srcId="{1D276BC8-C29D-4FE7-973D-1C5A7CC94651}" destId="{1B6E7FD0-E0BC-4106-8BFA-4543DFF18B7D}" srcOrd="3" destOrd="0" presId="urn:microsoft.com/office/officeart/2018/2/layout/IconCircleList"/>
    <dgm:cxn modelId="{9D13700F-4411-4457-80B4-A7482E1F51AD}" type="presParOf" srcId="{97821314-D920-4393-B7B9-2D4432CEF65C}" destId="{C89FF35A-E35B-435E-9A4B-6BB316796E87}" srcOrd="1" destOrd="0" presId="urn:microsoft.com/office/officeart/2018/2/layout/IconCircleList"/>
    <dgm:cxn modelId="{2BA0D4AB-03A2-48A6-9159-715349865192}" type="presParOf" srcId="{97821314-D920-4393-B7B9-2D4432CEF65C}" destId="{857C959E-2CBB-4016-A566-00E254B8DFC2}" srcOrd="2" destOrd="0" presId="urn:microsoft.com/office/officeart/2018/2/layout/IconCircleList"/>
    <dgm:cxn modelId="{FCC3043D-316A-4A48-8734-11F677069F5B}" type="presParOf" srcId="{857C959E-2CBB-4016-A566-00E254B8DFC2}" destId="{519EDBC0-569B-40EA-8A6B-DC38085239BF}" srcOrd="0" destOrd="0" presId="urn:microsoft.com/office/officeart/2018/2/layout/IconCircleList"/>
    <dgm:cxn modelId="{B3D8156D-37F4-4966-A8A8-A91ABA6189B1}" type="presParOf" srcId="{857C959E-2CBB-4016-A566-00E254B8DFC2}" destId="{A527ADDB-DADA-49C3-B63A-08425983AA7B}" srcOrd="1" destOrd="0" presId="urn:microsoft.com/office/officeart/2018/2/layout/IconCircleList"/>
    <dgm:cxn modelId="{30127705-D22E-428E-8FFE-F0936235A205}" type="presParOf" srcId="{857C959E-2CBB-4016-A566-00E254B8DFC2}" destId="{7D9DB38B-3A9D-4E96-A56B-0278AF7BD09F}" srcOrd="2" destOrd="0" presId="urn:microsoft.com/office/officeart/2018/2/layout/IconCircleList"/>
    <dgm:cxn modelId="{206FB763-BC02-4EA6-AFBF-E0495C47E165}" type="presParOf" srcId="{857C959E-2CBB-4016-A566-00E254B8DFC2}" destId="{59CCD252-DC4C-4508-96C6-C9EB62C9F964}" srcOrd="3" destOrd="0" presId="urn:microsoft.com/office/officeart/2018/2/layout/IconCircleList"/>
    <dgm:cxn modelId="{30116E70-7022-4694-8E13-F882D4AB92E8}" type="presParOf" srcId="{97821314-D920-4393-B7B9-2D4432CEF65C}" destId="{85FA1DE4-27D7-4BA4-A3B6-13E4F2DE0731}" srcOrd="3" destOrd="0" presId="urn:microsoft.com/office/officeart/2018/2/layout/IconCircleList"/>
    <dgm:cxn modelId="{2D48BC58-DBCC-41BD-9E0C-E775B95067EA}" type="presParOf" srcId="{97821314-D920-4393-B7B9-2D4432CEF65C}" destId="{AF7AD380-C2D8-4868-AAE5-E02D0A2D8BC4}" srcOrd="4" destOrd="0" presId="urn:microsoft.com/office/officeart/2018/2/layout/IconCircleList"/>
    <dgm:cxn modelId="{D1F4E383-0763-4C9D-8C84-37392874A79E}" type="presParOf" srcId="{AF7AD380-C2D8-4868-AAE5-E02D0A2D8BC4}" destId="{45750F70-0A16-4E3D-869B-5706786E340F}" srcOrd="0" destOrd="0" presId="urn:microsoft.com/office/officeart/2018/2/layout/IconCircleList"/>
    <dgm:cxn modelId="{D8429137-ADB6-4513-84B6-512BBB873CFF}" type="presParOf" srcId="{AF7AD380-C2D8-4868-AAE5-E02D0A2D8BC4}" destId="{48E9D995-E0B4-4BA2-8FF1-0B36671DDB90}" srcOrd="1" destOrd="0" presId="urn:microsoft.com/office/officeart/2018/2/layout/IconCircleList"/>
    <dgm:cxn modelId="{DD06815B-2A4B-4E91-8D6C-B28A0EAED12F}" type="presParOf" srcId="{AF7AD380-C2D8-4868-AAE5-E02D0A2D8BC4}" destId="{D5AADBE1-FF84-41D8-965E-2A1C44F4A636}" srcOrd="2" destOrd="0" presId="urn:microsoft.com/office/officeart/2018/2/layout/IconCircleList"/>
    <dgm:cxn modelId="{2DF09C0C-73FB-4E0E-B26E-3D33383B043E}" type="presParOf" srcId="{AF7AD380-C2D8-4868-AAE5-E02D0A2D8BC4}" destId="{998D356D-90ED-4731-A93D-4B6D602E0646}" srcOrd="3" destOrd="0" presId="urn:microsoft.com/office/officeart/2018/2/layout/IconCircleList"/>
    <dgm:cxn modelId="{74D29FDA-52A2-4DA1-A8CB-660397E8568F}" type="presParOf" srcId="{97821314-D920-4393-B7B9-2D4432CEF65C}" destId="{85E694EA-E473-460D-AD65-B3BC85088A30}" srcOrd="5" destOrd="0" presId="urn:microsoft.com/office/officeart/2018/2/layout/IconCircleList"/>
    <dgm:cxn modelId="{B9CC7FB5-F6A5-4F5E-A4CF-A1C90894127B}" type="presParOf" srcId="{97821314-D920-4393-B7B9-2D4432CEF65C}" destId="{6CB433EF-5F4C-49DA-8ED8-4F726B4FC9AC}" srcOrd="6" destOrd="0" presId="urn:microsoft.com/office/officeart/2018/2/layout/IconCircleList"/>
    <dgm:cxn modelId="{C17A1293-505E-4A9E-95B6-A219DFC92A8D}" type="presParOf" srcId="{6CB433EF-5F4C-49DA-8ED8-4F726B4FC9AC}" destId="{6303FEEA-14E8-4DA5-BE2B-DDF6359B67BA}" srcOrd="0" destOrd="0" presId="urn:microsoft.com/office/officeart/2018/2/layout/IconCircleList"/>
    <dgm:cxn modelId="{04903A0D-ECCA-4068-AF08-E13DC1C7509E}" type="presParOf" srcId="{6CB433EF-5F4C-49DA-8ED8-4F726B4FC9AC}" destId="{26E3916B-1B76-41C1-94AA-9101C96983E5}" srcOrd="1" destOrd="0" presId="urn:microsoft.com/office/officeart/2018/2/layout/IconCircleList"/>
    <dgm:cxn modelId="{B8BC9388-60AB-418F-9743-B7DE1A2BEA91}" type="presParOf" srcId="{6CB433EF-5F4C-49DA-8ED8-4F726B4FC9AC}" destId="{73C8C21B-469D-421B-BAA9-7FE5C07A837E}" srcOrd="2" destOrd="0" presId="urn:microsoft.com/office/officeart/2018/2/layout/IconCircleList"/>
    <dgm:cxn modelId="{5670A803-B722-435D-A161-B64D01B301EE}" type="presParOf" srcId="{6CB433EF-5F4C-49DA-8ED8-4F726B4FC9AC}" destId="{4C854D37-7505-4DD9-B29C-7F4C6BEC82D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19360C-1269-4FDA-A950-7C34B449437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044F27-C155-457D-9901-C2A344FE3FCF}">
      <dgm:prSet/>
      <dgm:spPr/>
      <dgm:t>
        <a:bodyPr/>
        <a:lstStyle/>
        <a:p>
          <a:r>
            <a:rPr lang="pl-PL" b="0" baseline="0"/>
            <a:t>PMBOK definiuje ład (governance) jako:</a:t>
          </a:r>
          <a:endParaRPr lang="en-US"/>
        </a:p>
      </dgm:t>
    </dgm:pt>
    <dgm:pt modelId="{66AFDC55-6013-4111-A6B0-32B89E2DA3CC}" type="parTrans" cxnId="{8B835316-16A9-4243-AA98-268E3CBF563F}">
      <dgm:prSet/>
      <dgm:spPr/>
      <dgm:t>
        <a:bodyPr/>
        <a:lstStyle/>
        <a:p>
          <a:endParaRPr lang="en-US"/>
        </a:p>
      </dgm:t>
    </dgm:pt>
    <dgm:pt modelId="{0F915750-43C6-447D-B8B5-85F7C99B65DD}" type="sibTrans" cxnId="{8B835316-16A9-4243-AA98-268E3CBF563F}">
      <dgm:prSet/>
      <dgm:spPr/>
      <dgm:t>
        <a:bodyPr/>
        <a:lstStyle/>
        <a:p>
          <a:endParaRPr lang="en-US"/>
        </a:p>
      </dgm:t>
    </dgm:pt>
    <dgm:pt modelId="{89EF1D04-6D9D-45ED-9B0C-9AB692F45113}">
      <dgm:prSet/>
      <dgm:spPr/>
      <dgm:t>
        <a:bodyPr/>
        <a:lstStyle/>
        <a:p>
          <a:r>
            <a:rPr lang="pl-PL" b="0" baseline="0"/>
            <a:t>strukturę i procesy decyzyjne</a:t>
          </a:r>
          <a:endParaRPr lang="en-US"/>
        </a:p>
      </dgm:t>
    </dgm:pt>
    <dgm:pt modelId="{DDDCFC77-BF26-4386-A6C3-A2228E799F14}" type="parTrans" cxnId="{83C3C80C-9FB8-448E-A1C1-7894EE7E9913}">
      <dgm:prSet/>
      <dgm:spPr/>
      <dgm:t>
        <a:bodyPr/>
        <a:lstStyle/>
        <a:p>
          <a:endParaRPr lang="en-US"/>
        </a:p>
      </dgm:t>
    </dgm:pt>
    <dgm:pt modelId="{8BD5CB1E-2847-4C0E-86AE-3E1E98B9BB4C}" type="sibTrans" cxnId="{83C3C80C-9FB8-448E-A1C1-7894EE7E9913}">
      <dgm:prSet/>
      <dgm:spPr/>
      <dgm:t>
        <a:bodyPr/>
        <a:lstStyle/>
        <a:p>
          <a:endParaRPr lang="en-US"/>
        </a:p>
      </dgm:t>
    </dgm:pt>
    <dgm:pt modelId="{57541A4C-5075-42B2-A797-DEA67485FD37}">
      <dgm:prSet/>
      <dgm:spPr/>
      <dgm:t>
        <a:bodyPr/>
        <a:lstStyle/>
        <a:p>
          <a:r>
            <a:rPr lang="pl-PL" b="0" baseline="0"/>
            <a:t>sposób nadzorowania realizacji projektu</a:t>
          </a:r>
          <a:endParaRPr lang="en-US"/>
        </a:p>
      </dgm:t>
    </dgm:pt>
    <dgm:pt modelId="{95E885BC-ABEC-496F-B4C8-6EF3256C0FF9}" type="parTrans" cxnId="{C30C48CD-BF06-4164-A566-C556837654D6}">
      <dgm:prSet/>
      <dgm:spPr/>
      <dgm:t>
        <a:bodyPr/>
        <a:lstStyle/>
        <a:p>
          <a:endParaRPr lang="en-US"/>
        </a:p>
      </dgm:t>
    </dgm:pt>
    <dgm:pt modelId="{632EBC5B-3B7F-4B83-B542-4B53455B9A5A}" type="sibTrans" cxnId="{C30C48CD-BF06-4164-A566-C556837654D6}">
      <dgm:prSet/>
      <dgm:spPr/>
      <dgm:t>
        <a:bodyPr/>
        <a:lstStyle/>
        <a:p>
          <a:endParaRPr lang="en-US"/>
        </a:p>
      </dgm:t>
    </dgm:pt>
    <dgm:pt modelId="{3B68174F-E3BE-42ED-89CF-F9C0A56985A6}">
      <dgm:prSet/>
      <dgm:spPr/>
      <dgm:t>
        <a:bodyPr/>
        <a:lstStyle/>
        <a:p>
          <a:r>
            <a:rPr lang="pl-PL" b="0" baseline="0"/>
            <a:t>mechanizmy kontroli jakości i ryzyka</a:t>
          </a:r>
          <a:endParaRPr lang="en-US"/>
        </a:p>
      </dgm:t>
    </dgm:pt>
    <dgm:pt modelId="{0C70EDC9-A366-45DA-92EF-D68AAE0B93EA}" type="parTrans" cxnId="{C3AF7E12-71CD-4245-875B-095FF439203F}">
      <dgm:prSet/>
      <dgm:spPr/>
      <dgm:t>
        <a:bodyPr/>
        <a:lstStyle/>
        <a:p>
          <a:endParaRPr lang="en-US"/>
        </a:p>
      </dgm:t>
    </dgm:pt>
    <dgm:pt modelId="{4FA41C6D-098F-43CA-8569-10C7DAFAEF98}" type="sibTrans" cxnId="{C3AF7E12-71CD-4245-875B-095FF439203F}">
      <dgm:prSet/>
      <dgm:spPr/>
      <dgm:t>
        <a:bodyPr/>
        <a:lstStyle/>
        <a:p>
          <a:endParaRPr lang="en-US"/>
        </a:p>
      </dgm:t>
    </dgm:pt>
    <dgm:pt modelId="{F6BB0247-54A0-4257-BB98-42316D355E68}">
      <dgm:prSet/>
      <dgm:spPr/>
      <dgm:t>
        <a:bodyPr/>
        <a:lstStyle/>
        <a:p>
          <a:r>
            <a:rPr lang="pl-PL" b="0" baseline="0"/>
            <a:t>zapewnienie zgodności z celami biznesowymi</a:t>
          </a:r>
          <a:endParaRPr lang="en-US"/>
        </a:p>
      </dgm:t>
    </dgm:pt>
    <dgm:pt modelId="{C1C346A6-A6F9-4471-BDB8-1F1BE1D7B942}" type="parTrans" cxnId="{55680D0F-7340-4BDF-A551-2E6D2EBE8015}">
      <dgm:prSet/>
      <dgm:spPr/>
      <dgm:t>
        <a:bodyPr/>
        <a:lstStyle/>
        <a:p>
          <a:endParaRPr lang="en-US"/>
        </a:p>
      </dgm:t>
    </dgm:pt>
    <dgm:pt modelId="{E79B0AA8-E0DC-419A-9441-21B65B208F0E}" type="sibTrans" cxnId="{55680D0F-7340-4BDF-A551-2E6D2EBE8015}">
      <dgm:prSet/>
      <dgm:spPr/>
      <dgm:t>
        <a:bodyPr/>
        <a:lstStyle/>
        <a:p>
          <a:endParaRPr lang="en-US"/>
        </a:p>
      </dgm:t>
    </dgm:pt>
    <dgm:pt modelId="{78FE16A5-C135-498C-9C61-AA9DABFBCA99}" type="pres">
      <dgm:prSet presAssocID="{2D19360C-1269-4FDA-A950-7C34B449437E}" presName="root" presStyleCnt="0">
        <dgm:presLayoutVars>
          <dgm:dir/>
          <dgm:resizeHandles val="exact"/>
        </dgm:presLayoutVars>
      </dgm:prSet>
      <dgm:spPr/>
    </dgm:pt>
    <dgm:pt modelId="{942B31B3-57C3-41A1-A67A-37E8FAD9E254}" type="pres">
      <dgm:prSet presAssocID="{97044F27-C155-457D-9901-C2A344FE3FCF}" presName="compNode" presStyleCnt="0"/>
      <dgm:spPr/>
    </dgm:pt>
    <dgm:pt modelId="{B8B0254B-4322-4779-A0D4-61C630C7CC94}" type="pres">
      <dgm:prSet presAssocID="{97044F27-C155-457D-9901-C2A344FE3FCF}" presName="bgRect" presStyleLbl="bgShp" presStyleIdx="0" presStyleCnt="5"/>
      <dgm:spPr/>
    </dgm:pt>
    <dgm:pt modelId="{75B3FE0E-3E34-47A9-B326-9755049C67C3}" type="pres">
      <dgm:prSet presAssocID="{97044F27-C155-457D-9901-C2A344FE3FC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ła zębate"/>
        </a:ext>
      </dgm:extLst>
    </dgm:pt>
    <dgm:pt modelId="{935026A2-D40A-462C-B7EE-EED2DC483529}" type="pres">
      <dgm:prSet presAssocID="{97044F27-C155-457D-9901-C2A344FE3FCF}" presName="spaceRect" presStyleCnt="0"/>
      <dgm:spPr/>
    </dgm:pt>
    <dgm:pt modelId="{3DC76E17-EE4C-4777-8F85-90F42A81B71E}" type="pres">
      <dgm:prSet presAssocID="{97044F27-C155-457D-9901-C2A344FE3FCF}" presName="parTx" presStyleLbl="revTx" presStyleIdx="0" presStyleCnt="5">
        <dgm:presLayoutVars>
          <dgm:chMax val="0"/>
          <dgm:chPref val="0"/>
        </dgm:presLayoutVars>
      </dgm:prSet>
      <dgm:spPr/>
    </dgm:pt>
    <dgm:pt modelId="{E3CACF4D-5B25-4CFB-8E89-2F4A84003F9A}" type="pres">
      <dgm:prSet presAssocID="{0F915750-43C6-447D-B8B5-85F7C99B65DD}" presName="sibTrans" presStyleCnt="0"/>
      <dgm:spPr/>
    </dgm:pt>
    <dgm:pt modelId="{5D8BCFEB-BCF2-42BC-AE03-659483650736}" type="pres">
      <dgm:prSet presAssocID="{89EF1D04-6D9D-45ED-9B0C-9AB692F45113}" presName="compNode" presStyleCnt="0"/>
      <dgm:spPr/>
    </dgm:pt>
    <dgm:pt modelId="{D8800F4F-BF8B-46C1-AA92-9170722D0FCA}" type="pres">
      <dgm:prSet presAssocID="{89EF1D04-6D9D-45ED-9B0C-9AB692F45113}" presName="bgRect" presStyleLbl="bgShp" presStyleIdx="1" presStyleCnt="5"/>
      <dgm:spPr/>
    </dgm:pt>
    <dgm:pt modelId="{79220404-6930-4731-A0E6-076B6D9EBD2F}" type="pres">
      <dgm:prSet presAssocID="{89EF1D04-6D9D-45ED-9B0C-9AB692F4511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żytkownik"/>
        </a:ext>
      </dgm:extLst>
    </dgm:pt>
    <dgm:pt modelId="{7973CBA3-6E59-414F-A09A-E4478ADDD5FE}" type="pres">
      <dgm:prSet presAssocID="{89EF1D04-6D9D-45ED-9B0C-9AB692F45113}" presName="spaceRect" presStyleCnt="0"/>
      <dgm:spPr/>
    </dgm:pt>
    <dgm:pt modelId="{BA767BE1-1B06-44DC-8DBD-C94967C4C6F2}" type="pres">
      <dgm:prSet presAssocID="{89EF1D04-6D9D-45ED-9B0C-9AB692F45113}" presName="parTx" presStyleLbl="revTx" presStyleIdx="1" presStyleCnt="5">
        <dgm:presLayoutVars>
          <dgm:chMax val="0"/>
          <dgm:chPref val="0"/>
        </dgm:presLayoutVars>
      </dgm:prSet>
      <dgm:spPr/>
    </dgm:pt>
    <dgm:pt modelId="{4C1D8CF9-9BEB-4287-AA7B-BDAC2E1BFBAC}" type="pres">
      <dgm:prSet presAssocID="{8BD5CB1E-2847-4C0E-86AE-3E1E98B9BB4C}" presName="sibTrans" presStyleCnt="0"/>
      <dgm:spPr/>
    </dgm:pt>
    <dgm:pt modelId="{647CB902-6EDF-41FC-9E5E-5012DD72000D}" type="pres">
      <dgm:prSet presAssocID="{57541A4C-5075-42B2-A797-DEA67485FD37}" presName="compNode" presStyleCnt="0"/>
      <dgm:spPr/>
    </dgm:pt>
    <dgm:pt modelId="{CDDA0F1B-8371-42B6-BE6A-D9D73F9A767A}" type="pres">
      <dgm:prSet presAssocID="{57541A4C-5075-42B2-A797-DEA67485FD37}" presName="bgRect" presStyleLbl="bgShp" presStyleIdx="2" presStyleCnt="5"/>
      <dgm:spPr/>
    </dgm:pt>
    <dgm:pt modelId="{4F63B801-94BC-4C21-911A-B9EED19B7F2B}" type="pres">
      <dgm:prSet presAssocID="{57541A4C-5075-42B2-A797-DEA67485FD3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9F638DA8-4499-455F-A19B-F89F92B2D9C7}" type="pres">
      <dgm:prSet presAssocID="{57541A4C-5075-42B2-A797-DEA67485FD37}" presName="spaceRect" presStyleCnt="0"/>
      <dgm:spPr/>
    </dgm:pt>
    <dgm:pt modelId="{628AF1C7-EEF9-4706-A0BD-30D0681BA947}" type="pres">
      <dgm:prSet presAssocID="{57541A4C-5075-42B2-A797-DEA67485FD37}" presName="parTx" presStyleLbl="revTx" presStyleIdx="2" presStyleCnt="5">
        <dgm:presLayoutVars>
          <dgm:chMax val="0"/>
          <dgm:chPref val="0"/>
        </dgm:presLayoutVars>
      </dgm:prSet>
      <dgm:spPr/>
    </dgm:pt>
    <dgm:pt modelId="{0F7F1139-2B09-4827-8695-74C791375936}" type="pres">
      <dgm:prSet presAssocID="{632EBC5B-3B7F-4B83-B542-4B53455B9A5A}" presName="sibTrans" presStyleCnt="0"/>
      <dgm:spPr/>
    </dgm:pt>
    <dgm:pt modelId="{C872931F-9195-4AB2-B53A-0D846D4697C2}" type="pres">
      <dgm:prSet presAssocID="{3B68174F-E3BE-42ED-89CF-F9C0A56985A6}" presName="compNode" presStyleCnt="0"/>
      <dgm:spPr/>
    </dgm:pt>
    <dgm:pt modelId="{1590A2BF-B16B-4217-BD88-C27388FA898C}" type="pres">
      <dgm:prSet presAssocID="{3B68174F-E3BE-42ED-89CF-F9C0A56985A6}" presName="bgRect" presStyleLbl="bgShp" presStyleIdx="3" presStyleCnt="5"/>
      <dgm:spPr/>
    </dgm:pt>
    <dgm:pt modelId="{5534E016-6B11-425D-9B03-2571BD74DE26}" type="pres">
      <dgm:prSet presAssocID="{3B68174F-E3BE-42ED-89CF-F9C0A56985A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strzeżenie"/>
        </a:ext>
      </dgm:extLst>
    </dgm:pt>
    <dgm:pt modelId="{9F04205F-71AE-4AEB-BD8B-B930F9A00765}" type="pres">
      <dgm:prSet presAssocID="{3B68174F-E3BE-42ED-89CF-F9C0A56985A6}" presName="spaceRect" presStyleCnt="0"/>
      <dgm:spPr/>
    </dgm:pt>
    <dgm:pt modelId="{4785D0FE-95CD-4463-A87C-5414EFB955AD}" type="pres">
      <dgm:prSet presAssocID="{3B68174F-E3BE-42ED-89CF-F9C0A56985A6}" presName="parTx" presStyleLbl="revTx" presStyleIdx="3" presStyleCnt="5">
        <dgm:presLayoutVars>
          <dgm:chMax val="0"/>
          <dgm:chPref val="0"/>
        </dgm:presLayoutVars>
      </dgm:prSet>
      <dgm:spPr/>
    </dgm:pt>
    <dgm:pt modelId="{925066E7-A89A-4497-A257-50F1BD7356C8}" type="pres">
      <dgm:prSet presAssocID="{4FA41C6D-098F-43CA-8569-10C7DAFAEF98}" presName="sibTrans" presStyleCnt="0"/>
      <dgm:spPr/>
    </dgm:pt>
    <dgm:pt modelId="{91E4704A-EE69-49B8-B48E-2098F1F211B9}" type="pres">
      <dgm:prSet presAssocID="{F6BB0247-54A0-4257-BB98-42316D355E68}" presName="compNode" presStyleCnt="0"/>
      <dgm:spPr/>
    </dgm:pt>
    <dgm:pt modelId="{413302C1-9120-4FD0-8C0D-075EC124A540}" type="pres">
      <dgm:prSet presAssocID="{F6BB0247-54A0-4257-BB98-42316D355E68}" presName="bgRect" presStyleLbl="bgShp" presStyleIdx="4" presStyleCnt="5"/>
      <dgm:spPr/>
    </dgm:pt>
    <dgm:pt modelId="{BBC01F99-3ED0-4ED7-A7FA-B934CBAB7343}" type="pres">
      <dgm:prSet presAssocID="{F6BB0247-54A0-4257-BB98-42316D355E6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kontrolna"/>
        </a:ext>
      </dgm:extLst>
    </dgm:pt>
    <dgm:pt modelId="{D88B2CDF-B791-4CD9-90BA-31A46B3AFF59}" type="pres">
      <dgm:prSet presAssocID="{F6BB0247-54A0-4257-BB98-42316D355E68}" presName="spaceRect" presStyleCnt="0"/>
      <dgm:spPr/>
    </dgm:pt>
    <dgm:pt modelId="{B1A0A4C0-A1D3-4C53-964A-FF633E1D35FA}" type="pres">
      <dgm:prSet presAssocID="{F6BB0247-54A0-4257-BB98-42316D355E6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95DE605-0773-46D7-B8CC-C8EB164F0220}" type="presOf" srcId="{57541A4C-5075-42B2-A797-DEA67485FD37}" destId="{628AF1C7-EEF9-4706-A0BD-30D0681BA947}" srcOrd="0" destOrd="0" presId="urn:microsoft.com/office/officeart/2018/2/layout/IconVerticalSolidList"/>
    <dgm:cxn modelId="{2C9C460C-8124-4228-A596-F39B65CF3426}" type="presOf" srcId="{89EF1D04-6D9D-45ED-9B0C-9AB692F45113}" destId="{BA767BE1-1B06-44DC-8DBD-C94967C4C6F2}" srcOrd="0" destOrd="0" presId="urn:microsoft.com/office/officeart/2018/2/layout/IconVerticalSolidList"/>
    <dgm:cxn modelId="{83C3C80C-9FB8-448E-A1C1-7894EE7E9913}" srcId="{2D19360C-1269-4FDA-A950-7C34B449437E}" destId="{89EF1D04-6D9D-45ED-9B0C-9AB692F45113}" srcOrd="1" destOrd="0" parTransId="{DDDCFC77-BF26-4386-A6C3-A2228E799F14}" sibTransId="{8BD5CB1E-2847-4C0E-86AE-3E1E98B9BB4C}"/>
    <dgm:cxn modelId="{55680D0F-7340-4BDF-A551-2E6D2EBE8015}" srcId="{2D19360C-1269-4FDA-A950-7C34B449437E}" destId="{F6BB0247-54A0-4257-BB98-42316D355E68}" srcOrd="4" destOrd="0" parTransId="{C1C346A6-A6F9-4471-BDB8-1F1BE1D7B942}" sibTransId="{E79B0AA8-E0DC-419A-9441-21B65B208F0E}"/>
    <dgm:cxn modelId="{C3AF7E12-71CD-4245-875B-095FF439203F}" srcId="{2D19360C-1269-4FDA-A950-7C34B449437E}" destId="{3B68174F-E3BE-42ED-89CF-F9C0A56985A6}" srcOrd="3" destOrd="0" parTransId="{0C70EDC9-A366-45DA-92EF-D68AAE0B93EA}" sibTransId="{4FA41C6D-098F-43CA-8569-10C7DAFAEF98}"/>
    <dgm:cxn modelId="{8B835316-16A9-4243-AA98-268E3CBF563F}" srcId="{2D19360C-1269-4FDA-A950-7C34B449437E}" destId="{97044F27-C155-457D-9901-C2A344FE3FCF}" srcOrd="0" destOrd="0" parTransId="{66AFDC55-6013-4111-A6B0-32B89E2DA3CC}" sibTransId="{0F915750-43C6-447D-B8B5-85F7C99B65DD}"/>
    <dgm:cxn modelId="{2C471420-D9E8-45F0-A7C8-D3B2BDAA2B24}" type="presOf" srcId="{97044F27-C155-457D-9901-C2A344FE3FCF}" destId="{3DC76E17-EE4C-4777-8F85-90F42A81B71E}" srcOrd="0" destOrd="0" presId="urn:microsoft.com/office/officeart/2018/2/layout/IconVerticalSolidList"/>
    <dgm:cxn modelId="{52AC284E-8C0C-4000-9F82-527E61CC63CA}" type="presOf" srcId="{3B68174F-E3BE-42ED-89CF-F9C0A56985A6}" destId="{4785D0FE-95CD-4463-A87C-5414EFB955AD}" srcOrd="0" destOrd="0" presId="urn:microsoft.com/office/officeart/2018/2/layout/IconVerticalSolidList"/>
    <dgm:cxn modelId="{A426D4B8-B593-4BCB-B986-273D79529C2A}" type="presOf" srcId="{2D19360C-1269-4FDA-A950-7C34B449437E}" destId="{78FE16A5-C135-498C-9C61-AA9DABFBCA99}" srcOrd="0" destOrd="0" presId="urn:microsoft.com/office/officeart/2018/2/layout/IconVerticalSolidList"/>
    <dgm:cxn modelId="{C30C48CD-BF06-4164-A566-C556837654D6}" srcId="{2D19360C-1269-4FDA-A950-7C34B449437E}" destId="{57541A4C-5075-42B2-A797-DEA67485FD37}" srcOrd="2" destOrd="0" parTransId="{95E885BC-ABEC-496F-B4C8-6EF3256C0FF9}" sibTransId="{632EBC5B-3B7F-4B83-B542-4B53455B9A5A}"/>
    <dgm:cxn modelId="{8F1D02D6-5FC8-4217-B14E-A1ABBC084607}" type="presOf" srcId="{F6BB0247-54A0-4257-BB98-42316D355E68}" destId="{B1A0A4C0-A1D3-4C53-964A-FF633E1D35FA}" srcOrd="0" destOrd="0" presId="urn:microsoft.com/office/officeart/2018/2/layout/IconVerticalSolidList"/>
    <dgm:cxn modelId="{18D83303-8BD2-4E41-BDC9-B94380376CF3}" type="presParOf" srcId="{78FE16A5-C135-498C-9C61-AA9DABFBCA99}" destId="{942B31B3-57C3-41A1-A67A-37E8FAD9E254}" srcOrd="0" destOrd="0" presId="urn:microsoft.com/office/officeart/2018/2/layout/IconVerticalSolidList"/>
    <dgm:cxn modelId="{DD88129E-8D12-45FC-AAA7-B1AC96371ABA}" type="presParOf" srcId="{942B31B3-57C3-41A1-A67A-37E8FAD9E254}" destId="{B8B0254B-4322-4779-A0D4-61C630C7CC94}" srcOrd="0" destOrd="0" presId="urn:microsoft.com/office/officeart/2018/2/layout/IconVerticalSolidList"/>
    <dgm:cxn modelId="{0AD78E86-3B03-4C8B-A177-2F6489B98D3E}" type="presParOf" srcId="{942B31B3-57C3-41A1-A67A-37E8FAD9E254}" destId="{75B3FE0E-3E34-47A9-B326-9755049C67C3}" srcOrd="1" destOrd="0" presId="urn:microsoft.com/office/officeart/2018/2/layout/IconVerticalSolidList"/>
    <dgm:cxn modelId="{5D184793-A517-4688-8264-38EA8B0EDB6C}" type="presParOf" srcId="{942B31B3-57C3-41A1-A67A-37E8FAD9E254}" destId="{935026A2-D40A-462C-B7EE-EED2DC483529}" srcOrd="2" destOrd="0" presId="urn:microsoft.com/office/officeart/2018/2/layout/IconVerticalSolidList"/>
    <dgm:cxn modelId="{B051C03B-1F84-46A3-BCD5-6667C6CB2353}" type="presParOf" srcId="{942B31B3-57C3-41A1-A67A-37E8FAD9E254}" destId="{3DC76E17-EE4C-4777-8F85-90F42A81B71E}" srcOrd="3" destOrd="0" presId="urn:microsoft.com/office/officeart/2018/2/layout/IconVerticalSolidList"/>
    <dgm:cxn modelId="{555279C5-A1FD-41ED-B883-D01C6F0516A5}" type="presParOf" srcId="{78FE16A5-C135-498C-9C61-AA9DABFBCA99}" destId="{E3CACF4D-5B25-4CFB-8E89-2F4A84003F9A}" srcOrd="1" destOrd="0" presId="urn:microsoft.com/office/officeart/2018/2/layout/IconVerticalSolidList"/>
    <dgm:cxn modelId="{2ED6E663-CC71-4C2C-88C8-FED701AA6C83}" type="presParOf" srcId="{78FE16A5-C135-498C-9C61-AA9DABFBCA99}" destId="{5D8BCFEB-BCF2-42BC-AE03-659483650736}" srcOrd="2" destOrd="0" presId="urn:microsoft.com/office/officeart/2018/2/layout/IconVerticalSolidList"/>
    <dgm:cxn modelId="{8B5951F7-2006-4E3A-897A-D40294C26BA2}" type="presParOf" srcId="{5D8BCFEB-BCF2-42BC-AE03-659483650736}" destId="{D8800F4F-BF8B-46C1-AA92-9170722D0FCA}" srcOrd="0" destOrd="0" presId="urn:microsoft.com/office/officeart/2018/2/layout/IconVerticalSolidList"/>
    <dgm:cxn modelId="{2F596E93-17A9-4F69-9E78-1FDC48C742ED}" type="presParOf" srcId="{5D8BCFEB-BCF2-42BC-AE03-659483650736}" destId="{79220404-6930-4731-A0E6-076B6D9EBD2F}" srcOrd="1" destOrd="0" presId="urn:microsoft.com/office/officeart/2018/2/layout/IconVerticalSolidList"/>
    <dgm:cxn modelId="{60DE6A2D-93B6-4AFD-90CB-43E56D9B884B}" type="presParOf" srcId="{5D8BCFEB-BCF2-42BC-AE03-659483650736}" destId="{7973CBA3-6E59-414F-A09A-E4478ADDD5FE}" srcOrd="2" destOrd="0" presId="urn:microsoft.com/office/officeart/2018/2/layout/IconVerticalSolidList"/>
    <dgm:cxn modelId="{8179053B-2153-4AF4-BB7E-714513885BEC}" type="presParOf" srcId="{5D8BCFEB-BCF2-42BC-AE03-659483650736}" destId="{BA767BE1-1B06-44DC-8DBD-C94967C4C6F2}" srcOrd="3" destOrd="0" presId="urn:microsoft.com/office/officeart/2018/2/layout/IconVerticalSolidList"/>
    <dgm:cxn modelId="{41A70429-412B-4D34-AEC0-1C26BB7DB11A}" type="presParOf" srcId="{78FE16A5-C135-498C-9C61-AA9DABFBCA99}" destId="{4C1D8CF9-9BEB-4287-AA7B-BDAC2E1BFBAC}" srcOrd="3" destOrd="0" presId="urn:microsoft.com/office/officeart/2018/2/layout/IconVerticalSolidList"/>
    <dgm:cxn modelId="{BC655482-9246-4FFC-AAF7-C1E7AE3B4CF6}" type="presParOf" srcId="{78FE16A5-C135-498C-9C61-AA9DABFBCA99}" destId="{647CB902-6EDF-41FC-9E5E-5012DD72000D}" srcOrd="4" destOrd="0" presId="urn:microsoft.com/office/officeart/2018/2/layout/IconVerticalSolidList"/>
    <dgm:cxn modelId="{08102A4E-9CAF-48DF-8B22-FEF29DA3EB61}" type="presParOf" srcId="{647CB902-6EDF-41FC-9E5E-5012DD72000D}" destId="{CDDA0F1B-8371-42B6-BE6A-D9D73F9A767A}" srcOrd="0" destOrd="0" presId="urn:microsoft.com/office/officeart/2018/2/layout/IconVerticalSolidList"/>
    <dgm:cxn modelId="{0A51AE09-B4D2-4428-9536-B67A719C91D2}" type="presParOf" srcId="{647CB902-6EDF-41FC-9E5E-5012DD72000D}" destId="{4F63B801-94BC-4C21-911A-B9EED19B7F2B}" srcOrd="1" destOrd="0" presId="urn:microsoft.com/office/officeart/2018/2/layout/IconVerticalSolidList"/>
    <dgm:cxn modelId="{47D7538A-87EF-47A2-9955-EC61AF9DB8DE}" type="presParOf" srcId="{647CB902-6EDF-41FC-9E5E-5012DD72000D}" destId="{9F638DA8-4499-455F-A19B-F89F92B2D9C7}" srcOrd="2" destOrd="0" presId="urn:microsoft.com/office/officeart/2018/2/layout/IconVerticalSolidList"/>
    <dgm:cxn modelId="{DE9578D2-3F3E-4075-8CFA-77385292A6A6}" type="presParOf" srcId="{647CB902-6EDF-41FC-9E5E-5012DD72000D}" destId="{628AF1C7-EEF9-4706-A0BD-30D0681BA947}" srcOrd="3" destOrd="0" presId="urn:microsoft.com/office/officeart/2018/2/layout/IconVerticalSolidList"/>
    <dgm:cxn modelId="{221E5EBA-36FB-4A6F-9483-3C80C819C3D5}" type="presParOf" srcId="{78FE16A5-C135-498C-9C61-AA9DABFBCA99}" destId="{0F7F1139-2B09-4827-8695-74C791375936}" srcOrd="5" destOrd="0" presId="urn:microsoft.com/office/officeart/2018/2/layout/IconVerticalSolidList"/>
    <dgm:cxn modelId="{4C69539B-5D7E-4212-B77C-4852F19BFB70}" type="presParOf" srcId="{78FE16A5-C135-498C-9C61-AA9DABFBCA99}" destId="{C872931F-9195-4AB2-B53A-0D846D4697C2}" srcOrd="6" destOrd="0" presId="urn:microsoft.com/office/officeart/2018/2/layout/IconVerticalSolidList"/>
    <dgm:cxn modelId="{28381B1C-3BF1-46A0-AD33-BF8979CCFDF6}" type="presParOf" srcId="{C872931F-9195-4AB2-B53A-0D846D4697C2}" destId="{1590A2BF-B16B-4217-BD88-C27388FA898C}" srcOrd="0" destOrd="0" presId="urn:microsoft.com/office/officeart/2018/2/layout/IconVerticalSolidList"/>
    <dgm:cxn modelId="{37549CAA-4CC0-4627-8224-B02D6EC3D031}" type="presParOf" srcId="{C872931F-9195-4AB2-B53A-0D846D4697C2}" destId="{5534E016-6B11-425D-9B03-2571BD74DE26}" srcOrd="1" destOrd="0" presId="urn:microsoft.com/office/officeart/2018/2/layout/IconVerticalSolidList"/>
    <dgm:cxn modelId="{97EB226F-39FB-4DF9-BB02-75E0D7E60D02}" type="presParOf" srcId="{C872931F-9195-4AB2-B53A-0D846D4697C2}" destId="{9F04205F-71AE-4AEB-BD8B-B930F9A00765}" srcOrd="2" destOrd="0" presId="urn:microsoft.com/office/officeart/2018/2/layout/IconVerticalSolidList"/>
    <dgm:cxn modelId="{FF56074C-AEF5-4D98-88A9-8646C18BD2FD}" type="presParOf" srcId="{C872931F-9195-4AB2-B53A-0D846D4697C2}" destId="{4785D0FE-95CD-4463-A87C-5414EFB955AD}" srcOrd="3" destOrd="0" presId="urn:microsoft.com/office/officeart/2018/2/layout/IconVerticalSolidList"/>
    <dgm:cxn modelId="{33F5EF96-6AC5-474B-8C90-FB13EBB93772}" type="presParOf" srcId="{78FE16A5-C135-498C-9C61-AA9DABFBCA99}" destId="{925066E7-A89A-4497-A257-50F1BD7356C8}" srcOrd="7" destOrd="0" presId="urn:microsoft.com/office/officeart/2018/2/layout/IconVerticalSolidList"/>
    <dgm:cxn modelId="{8664871D-4598-48C1-A158-27E847FB7F5E}" type="presParOf" srcId="{78FE16A5-C135-498C-9C61-AA9DABFBCA99}" destId="{91E4704A-EE69-49B8-B48E-2098F1F211B9}" srcOrd="8" destOrd="0" presId="urn:microsoft.com/office/officeart/2018/2/layout/IconVerticalSolidList"/>
    <dgm:cxn modelId="{2CAFB184-6ADA-46B2-9024-E25398765B5C}" type="presParOf" srcId="{91E4704A-EE69-49B8-B48E-2098F1F211B9}" destId="{413302C1-9120-4FD0-8C0D-075EC124A540}" srcOrd="0" destOrd="0" presId="urn:microsoft.com/office/officeart/2018/2/layout/IconVerticalSolidList"/>
    <dgm:cxn modelId="{AA1C757B-BF31-4108-8D9D-334F9D7E607F}" type="presParOf" srcId="{91E4704A-EE69-49B8-B48E-2098F1F211B9}" destId="{BBC01F99-3ED0-4ED7-A7FA-B934CBAB7343}" srcOrd="1" destOrd="0" presId="urn:microsoft.com/office/officeart/2018/2/layout/IconVerticalSolidList"/>
    <dgm:cxn modelId="{D8200DE5-D785-4BF0-BCE2-993BF645E2EA}" type="presParOf" srcId="{91E4704A-EE69-49B8-B48E-2098F1F211B9}" destId="{D88B2CDF-B791-4CD9-90BA-31A46B3AFF59}" srcOrd="2" destOrd="0" presId="urn:microsoft.com/office/officeart/2018/2/layout/IconVerticalSolidList"/>
    <dgm:cxn modelId="{6E87D0B5-62B7-4AAD-81DE-51884A9B80FD}" type="presParOf" srcId="{91E4704A-EE69-49B8-B48E-2098F1F211B9}" destId="{B1A0A4C0-A1D3-4C53-964A-FF633E1D35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4CD538-CE07-487F-9330-0B729EA6CC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FDDB34-3CD4-44CF-A76C-541FA96CCD67}">
      <dgm:prSet/>
      <dgm:spPr/>
      <dgm:t>
        <a:bodyPr/>
        <a:lstStyle/>
        <a:p>
          <a:r>
            <a:rPr lang="pl-PL"/>
            <a:t>Najczęściej spotykane style:</a:t>
          </a:r>
          <a:endParaRPr lang="en-US"/>
        </a:p>
      </dgm:t>
    </dgm:pt>
    <dgm:pt modelId="{B2C17EA0-8157-419F-B7E8-354D17AB6277}" type="parTrans" cxnId="{7FE179CB-9542-4446-81F2-D17E46B78657}">
      <dgm:prSet/>
      <dgm:spPr/>
      <dgm:t>
        <a:bodyPr/>
        <a:lstStyle/>
        <a:p>
          <a:endParaRPr lang="en-US"/>
        </a:p>
      </dgm:t>
    </dgm:pt>
    <dgm:pt modelId="{44B43C9B-59E4-4316-A28D-A30B1A518376}" type="sibTrans" cxnId="{7FE179CB-9542-4446-81F2-D17E46B78657}">
      <dgm:prSet/>
      <dgm:spPr/>
      <dgm:t>
        <a:bodyPr/>
        <a:lstStyle/>
        <a:p>
          <a:endParaRPr lang="en-US"/>
        </a:p>
      </dgm:t>
    </dgm:pt>
    <dgm:pt modelId="{66974C3B-0A68-487A-8826-47C76FE083FB}">
      <dgm:prSet/>
      <dgm:spPr/>
      <dgm:t>
        <a:bodyPr/>
        <a:lstStyle/>
        <a:p>
          <a:r>
            <a:rPr lang="pl-PL" dirty="0"/>
            <a:t>autokratyczny </a:t>
          </a:r>
          <a:r>
            <a:rPr lang="en-US" dirty="0"/>
            <a:t>–</a:t>
          </a:r>
          <a:r>
            <a:rPr lang="pl-PL" dirty="0"/>
            <a:t> lider decyduje samodzielnie </a:t>
          </a:r>
          <a:endParaRPr lang="en-US" dirty="0"/>
        </a:p>
      </dgm:t>
    </dgm:pt>
    <dgm:pt modelId="{6F3D2166-C0B1-42F9-8A61-0AE18C5AB765}" type="parTrans" cxnId="{A01E03B5-E86C-4634-A4C3-512BD77594A9}">
      <dgm:prSet/>
      <dgm:spPr/>
      <dgm:t>
        <a:bodyPr/>
        <a:lstStyle/>
        <a:p>
          <a:endParaRPr lang="en-US"/>
        </a:p>
      </dgm:t>
    </dgm:pt>
    <dgm:pt modelId="{7C62A078-98BF-4B36-9BA6-95D4F3DCC891}" type="sibTrans" cxnId="{A01E03B5-E86C-4634-A4C3-512BD77594A9}">
      <dgm:prSet/>
      <dgm:spPr/>
      <dgm:t>
        <a:bodyPr/>
        <a:lstStyle/>
        <a:p>
          <a:endParaRPr lang="en-US"/>
        </a:p>
      </dgm:t>
    </dgm:pt>
    <dgm:pt modelId="{483194ED-62FE-4E3E-8456-D0BA42A44794}">
      <dgm:prSet/>
      <dgm:spPr/>
      <dgm:t>
        <a:bodyPr/>
        <a:lstStyle/>
        <a:p>
          <a:r>
            <a:rPr lang="pl-PL"/>
            <a:t>demokratyczny </a:t>
          </a:r>
          <a:r>
            <a:rPr lang="en-US"/>
            <a:t>–</a:t>
          </a:r>
          <a:r>
            <a:rPr lang="pl-PL"/>
            <a:t> decyzje zespołowe, konsultacje </a:t>
          </a:r>
          <a:endParaRPr lang="en-US"/>
        </a:p>
      </dgm:t>
    </dgm:pt>
    <dgm:pt modelId="{1A83C05C-5CB7-4600-BD49-98D612BC1CCA}" type="parTrans" cxnId="{30D7EC4D-B0A9-4A01-ABE6-3A25083F9FFB}">
      <dgm:prSet/>
      <dgm:spPr/>
      <dgm:t>
        <a:bodyPr/>
        <a:lstStyle/>
        <a:p>
          <a:endParaRPr lang="en-US"/>
        </a:p>
      </dgm:t>
    </dgm:pt>
    <dgm:pt modelId="{6BC0F65B-6FC4-4D7B-A126-7344A282867A}" type="sibTrans" cxnId="{30D7EC4D-B0A9-4A01-ABE6-3A25083F9FFB}">
      <dgm:prSet/>
      <dgm:spPr/>
      <dgm:t>
        <a:bodyPr/>
        <a:lstStyle/>
        <a:p>
          <a:endParaRPr lang="en-US"/>
        </a:p>
      </dgm:t>
    </dgm:pt>
    <dgm:pt modelId="{694B0874-7A23-493E-86D9-A23127AF9CAD}">
      <dgm:prSet/>
      <dgm:spPr/>
      <dgm:t>
        <a:bodyPr/>
        <a:lstStyle/>
        <a:p>
          <a:r>
            <a:rPr lang="en-US" dirty="0" err="1"/>
            <a:t>zintegrowany</a:t>
          </a:r>
          <a:r>
            <a:rPr lang="pl-PL" dirty="0"/>
            <a:t> </a:t>
          </a:r>
          <a:r>
            <a:rPr lang="en-US" dirty="0"/>
            <a:t>–</a:t>
          </a:r>
          <a:r>
            <a:rPr lang="pl-PL" dirty="0"/>
            <a:t> członkowie mają wpływ, ale PM koordynuje </a:t>
          </a:r>
          <a:endParaRPr lang="en-US" dirty="0"/>
        </a:p>
      </dgm:t>
    </dgm:pt>
    <dgm:pt modelId="{42299AD7-D6CE-4BDE-8452-1258641B8CE8}" type="parTrans" cxnId="{8CB47291-1453-4F86-AA7A-2618EE093B17}">
      <dgm:prSet/>
      <dgm:spPr/>
      <dgm:t>
        <a:bodyPr/>
        <a:lstStyle/>
        <a:p>
          <a:endParaRPr lang="en-US"/>
        </a:p>
      </dgm:t>
    </dgm:pt>
    <dgm:pt modelId="{37F291D3-BBD6-47D4-BA3C-4213944BD6DD}" type="sibTrans" cxnId="{8CB47291-1453-4F86-AA7A-2618EE093B17}">
      <dgm:prSet/>
      <dgm:spPr/>
      <dgm:t>
        <a:bodyPr/>
        <a:lstStyle/>
        <a:p>
          <a:endParaRPr lang="en-US"/>
        </a:p>
      </dgm:t>
    </dgm:pt>
    <dgm:pt modelId="{DEFA111F-54D4-4695-BC5C-A03CAE17D9E3}">
      <dgm:prSet/>
      <dgm:spPr/>
      <dgm:t>
        <a:bodyPr/>
        <a:lstStyle/>
        <a:p>
          <a:r>
            <a:rPr lang="en-US" dirty="0" err="1"/>
            <a:t>liberalny</a:t>
          </a:r>
          <a:r>
            <a:rPr lang="pl-PL" dirty="0"/>
            <a:t> </a:t>
          </a:r>
          <a:r>
            <a:rPr lang="en-US" dirty="0"/>
            <a:t>– </a:t>
          </a:r>
          <a:r>
            <a:rPr lang="pl-PL" dirty="0"/>
            <a:t> członkowie działają samodzielnie, PM obserwuje</a:t>
          </a:r>
          <a:endParaRPr lang="en-US" dirty="0"/>
        </a:p>
      </dgm:t>
    </dgm:pt>
    <dgm:pt modelId="{40F3CC8A-42B3-42D2-9E1F-E581BE69E4EF}" type="parTrans" cxnId="{FAC04238-1C59-49BB-9AEC-B95377356852}">
      <dgm:prSet/>
      <dgm:spPr/>
      <dgm:t>
        <a:bodyPr/>
        <a:lstStyle/>
        <a:p>
          <a:endParaRPr lang="en-US"/>
        </a:p>
      </dgm:t>
    </dgm:pt>
    <dgm:pt modelId="{6FB24264-68BC-473E-918C-D8B9E2712744}" type="sibTrans" cxnId="{FAC04238-1C59-49BB-9AEC-B95377356852}">
      <dgm:prSet/>
      <dgm:spPr/>
      <dgm:t>
        <a:bodyPr/>
        <a:lstStyle/>
        <a:p>
          <a:endParaRPr lang="en-US"/>
        </a:p>
      </dgm:t>
    </dgm:pt>
    <dgm:pt modelId="{F41817F2-D248-4FA1-8CB4-6DCDD7088BEA}" type="pres">
      <dgm:prSet presAssocID="{E04CD538-CE07-487F-9330-0B729EA6CC66}" presName="linear" presStyleCnt="0">
        <dgm:presLayoutVars>
          <dgm:animLvl val="lvl"/>
          <dgm:resizeHandles val="exact"/>
        </dgm:presLayoutVars>
      </dgm:prSet>
      <dgm:spPr/>
    </dgm:pt>
    <dgm:pt modelId="{6E51AAA0-A6E7-44C4-B636-FC13D6932C56}" type="pres">
      <dgm:prSet presAssocID="{66FDDB34-3CD4-44CF-A76C-541FA96CCD6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9FF7F63-9957-4EAE-9C6C-86E1A4152163}" type="pres">
      <dgm:prSet presAssocID="{66FDDB34-3CD4-44CF-A76C-541FA96CCD6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AC04238-1C59-49BB-9AEC-B95377356852}" srcId="{66FDDB34-3CD4-44CF-A76C-541FA96CCD67}" destId="{DEFA111F-54D4-4695-BC5C-A03CAE17D9E3}" srcOrd="3" destOrd="0" parTransId="{40F3CC8A-42B3-42D2-9E1F-E581BE69E4EF}" sibTransId="{6FB24264-68BC-473E-918C-D8B9E2712744}"/>
    <dgm:cxn modelId="{B8460D46-6887-449C-82D9-8470AAA9FCF0}" type="presOf" srcId="{E04CD538-CE07-487F-9330-0B729EA6CC66}" destId="{F41817F2-D248-4FA1-8CB4-6DCDD7088BEA}" srcOrd="0" destOrd="0" presId="urn:microsoft.com/office/officeart/2005/8/layout/vList2"/>
    <dgm:cxn modelId="{6DBDF54A-DBF9-4034-8EC5-3CEA586C3B81}" type="presOf" srcId="{66974C3B-0A68-487A-8826-47C76FE083FB}" destId="{29FF7F63-9957-4EAE-9C6C-86E1A4152163}" srcOrd="0" destOrd="0" presId="urn:microsoft.com/office/officeart/2005/8/layout/vList2"/>
    <dgm:cxn modelId="{30D7EC4D-B0A9-4A01-ABE6-3A25083F9FFB}" srcId="{66FDDB34-3CD4-44CF-A76C-541FA96CCD67}" destId="{483194ED-62FE-4E3E-8456-D0BA42A44794}" srcOrd="1" destOrd="0" parTransId="{1A83C05C-5CB7-4600-BD49-98D612BC1CCA}" sibTransId="{6BC0F65B-6FC4-4D7B-A126-7344A282867A}"/>
    <dgm:cxn modelId="{A3146980-98CA-4DBF-B2BC-AE56E9C347E7}" type="presOf" srcId="{694B0874-7A23-493E-86D9-A23127AF9CAD}" destId="{29FF7F63-9957-4EAE-9C6C-86E1A4152163}" srcOrd="0" destOrd="2" presId="urn:microsoft.com/office/officeart/2005/8/layout/vList2"/>
    <dgm:cxn modelId="{8CB47291-1453-4F86-AA7A-2618EE093B17}" srcId="{66FDDB34-3CD4-44CF-A76C-541FA96CCD67}" destId="{694B0874-7A23-493E-86D9-A23127AF9CAD}" srcOrd="2" destOrd="0" parTransId="{42299AD7-D6CE-4BDE-8452-1258641B8CE8}" sibTransId="{37F291D3-BBD6-47D4-BA3C-4213944BD6DD}"/>
    <dgm:cxn modelId="{EE7A769C-D7CD-4A53-A295-B8211FD26CB7}" type="presOf" srcId="{DEFA111F-54D4-4695-BC5C-A03CAE17D9E3}" destId="{29FF7F63-9957-4EAE-9C6C-86E1A4152163}" srcOrd="0" destOrd="3" presId="urn:microsoft.com/office/officeart/2005/8/layout/vList2"/>
    <dgm:cxn modelId="{A01E03B5-E86C-4634-A4C3-512BD77594A9}" srcId="{66FDDB34-3CD4-44CF-A76C-541FA96CCD67}" destId="{66974C3B-0A68-487A-8826-47C76FE083FB}" srcOrd="0" destOrd="0" parTransId="{6F3D2166-C0B1-42F9-8A61-0AE18C5AB765}" sibTransId="{7C62A078-98BF-4B36-9BA6-95D4F3DCC891}"/>
    <dgm:cxn modelId="{F537CABF-0B7E-41E6-8A97-296839A37FBC}" type="presOf" srcId="{483194ED-62FE-4E3E-8456-D0BA42A44794}" destId="{29FF7F63-9957-4EAE-9C6C-86E1A4152163}" srcOrd="0" destOrd="1" presId="urn:microsoft.com/office/officeart/2005/8/layout/vList2"/>
    <dgm:cxn modelId="{7FE179CB-9542-4446-81F2-D17E46B78657}" srcId="{E04CD538-CE07-487F-9330-0B729EA6CC66}" destId="{66FDDB34-3CD4-44CF-A76C-541FA96CCD67}" srcOrd="0" destOrd="0" parTransId="{B2C17EA0-8157-419F-B7E8-354D17AB6277}" sibTransId="{44B43C9B-59E4-4316-A28D-A30B1A518376}"/>
    <dgm:cxn modelId="{AF1FCFDD-F3EC-4CE5-86E7-51B78127D6FB}" type="presOf" srcId="{66FDDB34-3CD4-44CF-A76C-541FA96CCD67}" destId="{6E51AAA0-A6E7-44C4-B636-FC13D6932C56}" srcOrd="0" destOrd="0" presId="urn:microsoft.com/office/officeart/2005/8/layout/vList2"/>
    <dgm:cxn modelId="{01DAEFCE-3DF0-45D8-954B-F04B8C3B54B1}" type="presParOf" srcId="{F41817F2-D248-4FA1-8CB4-6DCDD7088BEA}" destId="{6E51AAA0-A6E7-44C4-B636-FC13D6932C56}" srcOrd="0" destOrd="0" presId="urn:microsoft.com/office/officeart/2005/8/layout/vList2"/>
    <dgm:cxn modelId="{38309D98-FEB4-464F-8248-77BC4CDE396A}" type="presParOf" srcId="{F41817F2-D248-4FA1-8CB4-6DCDD7088BEA}" destId="{29FF7F63-9957-4EAE-9C6C-86E1A415216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F673D6-C9CF-43DE-BCD8-1F214ED67F0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CD1285-D651-49ED-ACAB-74EE3E7752DD}">
      <dgm:prSet/>
      <dgm:spPr/>
      <dgm:t>
        <a:bodyPr/>
        <a:lstStyle/>
        <a:p>
          <a:r>
            <a:rPr lang="pl-PL"/>
            <a:t>Decyzje w zespole projektowym mogą być:</a:t>
          </a:r>
          <a:endParaRPr lang="en-US"/>
        </a:p>
      </dgm:t>
    </dgm:pt>
    <dgm:pt modelId="{F17F7729-422A-42DE-A787-107C8CDDFA65}" type="parTrans" cxnId="{28EAEFA9-A72F-429D-BECA-754DE0E3CF18}">
      <dgm:prSet/>
      <dgm:spPr/>
      <dgm:t>
        <a:bodyPr/>
        <a:lstStyle/>
        <a:p>
          <a:endParaRPr lang="en-US"/>
        </a:p>
      </dgm:t>
    </dgm:pt>
    <dgm:pt modelId="{6835DF63-6D48-4729-8EC7-E2A7EC9EB33E}" type="sibTrans" cxnId="{28EAEFA9-A72F-429D-BECA-754DE0E3CF18}">
      <dgm:prSet/>
      <dgm:spPr/>
      <dgm:t>
        <a:bodyPr/>
        <a:lstStyle/>
        <a:p>
          <a:endParaRPr lang="en-US"/>
        </a:p>
      </dgm:t>
    </dgm:pt>
    <dgm:pt modelId="{C75A14D2-479F-4961-A9AF-E2EE204BA8E7}">
      <dgm:prSet/>
      <dgm:spPr/>
      <dgm:t>
        <a:bodyPr/>
        <a:lstStyle/>
        <a:p>
          <a:r>
            <a:rPr lang="pl-PL"/>
            <a:t>centralne </a:t>
          </a:r>
          <a:r>
            <a:rPr lang="en-US"/>
            <a:t>–</a:t>
          </a:r>
          <a:r>
            <a:rPr lang="pl-PL"/>
            <a:t> PM lub kierownictwo decyduje </a:t>
          </a:r>
          <a:endParaRPr lang="en-US"/>
        </a:p>
      </dgm:t>
    </dgm:pt>
    <dgm:pt modelId="{6D9DFB1D-8F9D-4BA6-BCC1-F999B10FB4C5}" type="parTrans" cxnId="{DDC32380-3EF5-4E52-86F3-B01F99DFEA5D}">
      <dgm:prSet/>
      <dgm:spPr/>
      <dgm:t>
        <a:bodyPr/>
        <a:lstStyle/>
        <a:p>
          <a:endParaRPr lang="en-US"/>
        </a:p>
      </dgm:t>
    </dgm:pt>
    <dgm:pt modelId="{C61C45F3-9A80-450C-8D06-BCE11167168A}" type="sibTrans" cxnId="{DDC32380-3EF5-4E52-86F3-B01F99DFEA5D}">
      <dgm:prSet/>
      <dgm:spPr/>
      <dgm:t>
        <a:bodyPr/>
        <a:lstStyle/>
        <a:p>
          <a:endParaRPr lang="en-US"/>
        </a:p>
      </dgm:t>
    </dgm:pt>
    <dgm:pt modelId="{92FF7039-78A7-4707-90A5-F6C78372A4B5}">
      <dgm:prSet/>
      <dgm:spPr/>
      <dgm:t>
        <a:bodyPr/>
        <a:lstStyle/>
        <a:p>
          <a:r>
            <a:rPr lang="pl-PL"/>
            <a:t>konsensualne </a:t>
          </a:r>
          <a:r>
            <a:rPr lang="en-US"/>
            <a:t>–</a:t>
          </a:r>
          <a:r>
            <a:rPr lang="pl-PL"/>
            <a:t> decyzja zespołowa </a:t>
          </a:r>
          <a:endParaRPr lang="en-US"/>
        </a:p>
      </dgm:t>
    </dgm:pt>
    <dgm:pt modelId="{5EB360D8-7A1A-4B84-B501-24E78C3A7A68}" type="parTrans" cxnId="{B7B2AD20-D7D3-4239-B77B-3C645036523A}">
      <dgm:prSet/>
      <dgm:spPr/>
      <dgm:t>
        <a:bodyPr/>
        <a:lstStyle/>
        <a:p>
          <a:endParaRPr lang="en-US"/>
        </a:p>
      </dgm:t>
    </dgm:pt>
    <dgm:pt modelId="{08EB79EA-F6BE-48E2-AE5F-A856449794F9}" type="sibTrans" cxnId="{B7B2AD20-D7D3-4239-B77B-3C645036523A}">
      <dgm:prSet/>
      <dgm:spPr/>
      <dgm:t>
        <a:bodyPr/>
        <a:lstStyle/>
        <a:p>
          <a:endParaRPr lang="en-US"/>
        </a:p>
      </dgm:t>
    </dgm:pt>
    <dgm:pt modelId="{6E113BE4-C7FE-40D0-8A1B-148377C7131F}">
      <dgm:prSet/>
      <dgm:spPr/>
      <dgm:t>
        <a:bodyPr/>
        <a:lstStyle/>
        <a:p>
          <a:r>
            <a:rPr lang="pl-PL"/>
            <a:t>mieszane </a:t>
          </a:r>
          <a:r>
            <a:rPr lang="en-US"/>
            <a:t>–</a:t>
          </a:r>
          <a:r>
            <a:rPr lang="pl-PL"/>
            <a:t> decyzja PM po konsultacjach</a:t>
          </a:r>
          <a:endParaRPr lang="en-US"/>
        </a:p>
      </dgm:t>
    </dgm:pt>
    <dgm:pt modelId="{E952CA21-9EC1-45D1-92DD-3593F4357D8D}" type="parTrans" cxnId="{1BFC327E-5777-4F0D-907B-C430A2D82B52}">
      <dgm:prSet/>
      <dgm:spPr/>
      <dgm:t>
        <a:bodyPr/>
        <a:lstStyle/>
        <a:p>
          <a:endParaRPr lang="en-US"/>
        </a:p>
      </dgm:t>
    </dgm:pt>
    <dgm:pt modelId="{9108FF49-96D2-4DEC-B00C-F8579D1DA921}" type="sibTrans" cxnId="{1BFC327E-5777-4F0D-907B-C430A2D82B52}">
      <dgm:prSet/>
      <dgm:spPr/>
      <dgm:t>
        <a:bodyPr/>
        <a:lstStyle/>
        <a:p>
          <a:endParaRPr lang="en-US"/>
        </a:p>
      </dgm:t>
    </dgm:pt>
    <dgm:pt modelId="{97437002-7E06-42AC-8553-4EFB47660956}" type="pres">
      <dgm:prSet presAssocID="{22F673D6-C9CF-43DE-BCD8-1F214ED67F0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80AAEBF-E969-4E5B-BBBD-A7B9F7F1B263}" type="pres">
      <dgm:prSet presAssocID="{6ACD1285-D651-49ED-ACAB-74EE3E7752DD}" presName="hierRoot1" presStyleCnt="0"/>
      <dgm:spPr/>
    </dgm:pt>
    <dgm:pt modelId="{62C4CD58-ED86-4911-82EA-6B52FC2A1CF6}" type="pres">
      <dgm:prSet presAssocID="{6ACD1285-D651-49ED-ACAB-74EE3E7752DD}" presName="composite" presStyleCnt="0"/>
      <dgm:spPr/>
    </dgm:pt>
    <dgm:pt modelId="{C90D6CA6-94D9-4ED9-80FE-C18E66A9806F}" type="pres">
      <dgm:prSet presAssocID="{6ACD1285-D651-49ED-ACAB-74EE3E7752DD}" presName="background" presStyleLbl="node0" presStyleIdx="0" presStyleCnt="1"/>
      <dgm:spPr/>
    </dgm:pt>
    <dgm:pt modelId="{7C60D5D5-F4EF-4F1B-B754-CDD362373A90}" type="pres">
      <dgm:prSet presAssocID="{6ACD1285-D651-49ED-ACAB-74EE3E7752DD}" presName="text" presStyleLbl="fgAcc0" presStyleIdx="0" presStyleCnt="1">
        <dgm:presLayoutVars>
          <dgm:chPref val="3"/>
        </dgm:presLayoutVars>
      </dgm:prSet>
      <dgm:spPr/>
    </dgm:pt>
    <dgm:pt modelId="{109688C6-3DA2-409E-A98B-6B0E1001BCF0}" type="pres">
      <dgm:prSet presAssocID="{6ACD1285-D651-49ED-ACAB-74EE3E7752DD}" presName="hierChild2" presStyleCnt="0"/>
      <dgm:spPr/>
    </dgm:pt>
    <dgm:pt modelId="{3801FF53-DE55-4B3B-B3F5-DC7F1585AD3E}" type="pres">
      <dgm:prSet presAssocID="{6D9DFB1D-8F9D-4BA6-BCC1-F999B10FB4C5}" presName="Name10" presStyleLbl="parChTrans1D2" presStyleIdx="0" presStyleCnt="3"/>
      <dgm:spPr/>
    </dgm:pt>
    <dgm:pt modelId="{48A0848D-5AFA-4A72-AC10-D1C80B66C384}" type="pres">
      <dgm:prSet presAssocID="{C75A14D2-479F-4961-A9AF-E2EE204BA8E7}" presName="hierRoot2" presStyleCnt="0"/>
      <dgm:spPr/>
    </dgm:pt>
    <dgm:pt modelId="{0D61BCD8-3135-4961-A6F7-C9CCA82F7C06}" type="pres">
      <dgm:prSet presAssocID="{C75A14D2-479F-4961-A9AF-E2EE204BA8E7}" presName="composite2" presStyleCnt="0"/>
      <dgm:spPr/>
    </dgm:pt>
    <dgm:pt modelId="{9E02EFA7-52C3-424A-A3E3-256DBD6A99B6}" type="pres">
      <dgm:prSet presAssocID="{C75A14D2-479F-4961-A9AF-E2EE204BA8E7}" presName="background2" presStyleLbl="node2" presStyleIdx="0" presStyleCnt="3"/>
      <dgm:spPr/>
    </dgm:pt>
    <dgm:pt modelId="{62977763-5840-402E-8C8C-E5E22D1B3CA3}" type="pres">
      <dgm:prSet presAssocID="{C75A14D2-479F-4961-A9AF-E2EE204BA8E7}" presName="text2" presStyleLbl="fgAcc2" presStyleIdx="0" presStyleCnt="3">
        <dgm:presLayoutVars>
          <dgm:chPref val="3"/>
        </dgm:presLayoutVars>
      </dgm:prSet>
      <dgm:spPr/>
    </dgm:pt>
    <dgm:pt modelId="{23743B01-3FEE-47C6-916E-B7EE3142A574}" type="pres">
      <dgm:prSet presAssocID="{C75A14D2-479F-4961-A9AF-E2EE204BA8E7}" presName="hierChild3" presStyleCnt="0"/>
      <dgm:spPr/>
    </dgm:pt>
    <dgm:pt modelId="{03B7B34F-BEB7-4B9C-A25E-72D65454DEAC}" type="pres">
      <dgm:prSet presAssocID="{5EB360D8-7A1A-4B84-B501-24E78C3A7A68}" presName="Name10" presStyleLbl="parChTrans1D2" presStyleIdx="1" presStyleCnt="3"/>
      <dgm:spPr/>
    </dgm:pt>
    <dgm:pt modelId="{79FE461A-54E8-4CC9-A6AB-44A65EFEF7C8}" type="pres">
      <dgm:prSet presAssocID="{92FF7039-78A7-4707-90A5-F6C78372A4B5}" presName="hierRoot2" presStyleCnt="0"/>
      <dgm:spPr/>
    </dgm:pt>
    <dgm:pt modelId="{033F359F-7CE5-4B26-962E-5848C6CE7CE2}" type="pres">
      <dgm:prSet presAssocID="{92FF7039-78A7-4707-90A5-F6C78372A4B5}" presName="composite2" presStyleCnt="0"/>
      <dgm:spPr/>
    </dgm:pt>
    <dgm:pt modelId="{2721F80F-2267-4BC9-A1D5-3F1EFDB30052}" type="pres">
      <dgm:prSet presAssocID="{92FF7039-78A7-4707-90A5-F6C78372A4B5}" presName="background2" presStyleLbl="node2" presStyleIdx="1" presStyleCnt="3"/>
      <dgm:spPr/>
    </dgm:pt>
    <dgm:pt modelId="{09173EBF-B274-4932-B111-6EA977C19352}" type="pres">
      <dgm:prSet presAssocID="{92FF7039-78A7-4707-90A5-F6C78372A4B5}" presName="text2" presStyleLbl="fgAcc2" presStyleIdx="1" presStyleCnt="3">
        <dgm:presLayoutVars>
          <dgm:chPref val="3"/>
        </dgm:presLayoutVars>
      </dgm:prSet>
      <dgm:spPr/>
    </dgm:pt>
    <dgm:pt modelId="{69584D50-511E-4760-89C7-5F4567B28F3C}" type="pres">
      <dgm:prSet presAssocID="{92FF7039-78A7-4707-90A5-F6C78372A4B5}" presName="hierChild3" presStyleCnt="0"/>
      <dgm:spPr/>
    </dgm:pt>
    <dgm:pt modelId="{AABC72E5-D985-4784-B52F-7F3B6B66A603}" type="pres">
      <dgm:prSet presAssocID="{E952CA21-9EC1-45D1-92DD-3593F4357D8D}" presName="Name10" presStyleLbl="parChTrans1D2" presStyleIdx="2" presStyleCnt="3"/>
      <dgm:spPr/>
    </dgm:pt>
    <dgm:pt modelId="{850C348D-386E-4F97-96A4-A81D5EDD3B2B}" type="pres">
      <dgm:prSet presAssocID="{6E113BE4-C7FE-40D0-8A1B-148377C7131F}" presName="hierRoot2" presStyleCnt="0"/>
      <dgm:spPr/>
    </dgm:pt>
    <dgm:pt modelId="{462F7DE8-C080-43BC-A599-6B69F9694A20}" type="pres">
      <dgm:prSet presAssocID="{6E113BE4-C7FE-40D0-8A1B-148377C7131F}" presName="composite2" presStyleCnt="0"/>
      <dgm:spPr/>
    </dgm:pt>
    <dgm:pt modelId="{5E181A22-1CF5-424F-9CCA-A917691DAAD7}" type="pres">
      <dgm:prSet presAssocID="{6E113BE4-C7FE-40D0-8A1B-148377C7131F}" presName="background2" presStyleLbl="node2" presStyleIdx="2" presStyleCnt="3"/>
      <dgm:spPr/>
    </dgm:pt>
    <dgm:pt modelId="{3DF8C0C9-D6F6-4D0E-AF9A-D785B4C308A7}" type="pres">
      <dgm:prSet presAssocID="{6E113BE4-C7FE-40D0-8A1B-148377C7131F}" presName="text2" presStyleLbl="fgAcc2" presStyleIdx="2" presStyleCnt="3">
        <dgm:presLayoutVars>
          <dgm:chPref val="3"/>
        </dgm:presLayoutVars>
      </dgm:prSet>
      <dgm:spPr/>
    </dgm:pt>
    <dgm:pt modelId="{E41BC98C-DDF4-4847-98F3-594CD6415DBF}" type="pres">
      <dgm:prSet presAssocID="{6E113BE4-C7FE-40D0-8A1B-148377C7131F}" presName="hierChild3" presStyleCnt="0"/>
      <dgm:spPr/>
    </dgm:pt>
  </dgm:ptLst>
  <dgm:cxnLst>
    <dgm:cxn modelId="{44684A1E-62C5-46EC-AEB8-58567946B060}" type="presOf" srcId="{E952CA21-9EC1-45D1-92DD-3593F4357D8D}" destId="{AABC72E5-D985-4784-B52F-7F3B6B66A603}" srcOrd="0" destOrd="0" presId="urn:microsoft.com/office/officeart/2005/8/layout/hierarchy1"/>
    <dgm:cxn modelId="{B7B2AD20-D7D3-4239-B77B-3C645036523A}" srcId="{6ACD1285-D651-49ED-ACAB-74EE3E7752DD}" destId="{92FF7039-78A7-4707-90A5-F6C78372A4B5}" srcOrd="1" destOrd="0" parTransId="{5EB360D8-7A1A-4B84-B501-24E78C3A7A68}" sibTransId="{08EB79EA-F6BE-48E2-AE5F-A856449794F9}"/>
    <dgm:cxn modelId="{27DFCD2C-65FF-4D62-A7AB-BD3A3AC8E77A}" type="presOf" srcId="{6ACD1285-D651-49ED-ACAB-74EE3E7752DD}" destId="{7C60D5D5-F4EF-4F1B-B754-CDD362373A90}" srcOrd="0" destOrd="0" presId="urn:microsoft.com/office/officeart/2005/8/layout/hierarchy1"/>
    <dgm:cxn modelId="{DBB2A832-152A-424F-9D6E-D83D9C0A8407}" type="presOf" srcId="{C75A14D2-479F-4961-A9AF-E2EE204BA8E7}" destId="{62977763-5840-402E-8C8C-E5E22D1B3CA3}" srcOrd="0" destOrd="0" presId="urn:microsoft.com/office/officeart/2005/8/layout/hierarchy1"/>
    <dgm:cxn modelId="{B3F3D039-CB23-4EC5-B415-5FEA45F2E407}" type="presOf" srcId="{22F673D6-C9CF-43DE-BCD8-1F214ED67F06}" destId="{97437002-7E06-42AC-8553-4EFB47660956}" srcOrd="0" destOrd="0" presId="urn:microsoft.com/office/officeart/2005/8/layout/hierarchy1"/>
    <dgm:cxn modelId="{E680606C-09AB-4907-9454-CEA2386DB041}" type="presOf" srcId="{6D9DFB1D-8F9D-4BA6-BCC1-F999B10FB4C5}" destId="{3801FF53-DE55-4B3B-B3F5-DC7F1585AD3E}" srcOrd="0" destOrd="0" presId="urn:microsoft.com/office/officeart/2005/8/layout/hierarchy1"/>
    <dgm:cxn modelId="{FFD69D7D-BFC0-4A63-8BD0-89C0B9413383}" type="presOf" srcId="{92FF7039-78A7-4707-90A5-F6C78372A4B5}" destId="{09173EBF-B274-4932-B111-6EA977C19352}" srcOrd="0" destOrd="0" presId="urn:microsoft.com/office/officeart/2005/8/layout/hierarchy1"/>
    <dgm:cxn modelId="{1BFC327E-5777-4F0D-907B-C430A2D82B52}" srcId="{6ACD1285-D651-49ED-ACAB-74EE3E7752DD}" destId="{6E113BE4-C7FE-40D0-8A1B-148377C7131F}" srcOrd="2" destOrd="0" parTransId="{E952CA21-9EC1-45D1-92DD-3593F4357D8D}" sibTransId="{9108FF49-96D2-4DEC-B00C-F8579D1DA921}"/>
    <dgm:cxn modelId="{DDC32380-3EF5-4E52-86F3-B01F99DFEA5D}" srcId="{6ACD1285-D651-49ED-ACAB-74EE3E7752DD}" destId="{C75A14D2-479F-4961-A9AF-E2EE204BA8E7}" srcOrd="0" destOrd="0" parTransId="{6D9DFB1D-8F9D-4BA6-BCC1-F999B10FB4C5}" sibTransId="{C61C45F3-9A80-450C-8D06-BCE11167168A}"/>
    <dgm:cxn modelId="{D3D5FC8D-E28F-4119-9891-BEC76C9EBF27}" type="presOf" srcId="{6E113BE4-C7FE-40D0-8A1B-148377C7131F}" destId="{3DF8C0C9-D6F6-4D0E-AF9A-D785B4C308A7}" srcOrd="0" destOrd="0" presId="urn:microsoft.com/office/officeart/2005/8/layout/hierarchy1"/>
    <dgm:cxn modelId="{28EAEFA9-A72F-429D-BECA-754DE0E3CF18}" srcId="{22F673D6-C9CF-43DE-BCD8-1F214ED67F06}" destId="{6ACD1285-D651-49ED-ACAB-74EE3E7752DD}" srcOrd="0" destOrd="0" parTransId="{F17F7729-422A-42DE-A787-107C8CDDFA65}" sibTransId="{6835DF63-6D48-4729-8EC7-E2A7EC9EB33E}"/>
    <dgm:cxn modelId="{576A30EC-FCAF-48B1-8339-669712BF5C1B}" type="presOf" srcId="{5EB360D8-7A1A-4B84-B501-24E78C3A7A68}" destId="{03B7B34F-BEB7-4B9C-A25E-72D65454DEAC}" srcOrd="0" destOrd="0" presId="urn:microsoft.com/office/officeart/2005/8/layout/hierarchy1"/>
    <dgm:cxn modelId="{B638A3CE-2E58-4232-B34D-39E5C99C6E4C}" type="presParOf" srcId="{97437002-7E06-42AC-8553-4EFB47660956}" destId="{780AAEBF-E969-4E5B-BBBD-A7B9F7F1B263}" srcOrd="0" destOrd="0" presId="urn:microsoft.com/office/officeart/2005/8/layout/hierarchy1"/>
    <dgm:cxn modelId="{4669C584-F7A9-4CE1-88C9-F508B40E9A6B}" type="presParOf" srcId="{780AAEBF-E969-4E5B-BBBD-A7B9F7F1B263}" destId="{62C4CD58-ED86-4911-82EA-6B52FC2A1CF6}" srcOrd="0" destOrd="0" presId="urn:microsoft.com/office/officeart/2005/8/layout/hierarchy1"/>
    <dgm:cxn modelId="{737C7204-1BBB-4ECF-9B95-EBC4A12B79D7}" type="presParOf" srcId="{62C4CD58-ED86-4911-82EA-6B52FC2A1CF6}" destId="{C90D6CA6-94D9-4ED9-80FE-C18E66A9806F}" srcOrd="0" destOrd="0" presId="urn:microsoft.com/office/officeart/2005/8/layout/hierarchy1"/>
    <dgm:cxn modelId="{74AE088B-CB65-428B-9D06-491392D3D024}" type="presParOf" srcId="{62C4CD58-ED86-4911-82EA-6B52FC2A1CF6}" destId="{7C60D5D5-F4EF-4F1B-B754-CDD362373A90}" srcOrd="1" destOrd="0" presId="urn:microsoft.com/office/officeart/2005/8/layout/hierarchy1"/>
    <dgm:cxn modelId="{89414992-8951-4084-9563-1A3F67CBA047}" type="presParOf" srcId="{780AAEBF-E969-4E5B-BBBD-A7B9F7F1B263}" destId="{109688C6-3DA2-409E-A98B-6B0E1001BCF0}" srcOrd="1" destOrd="0" presId="urn:microsoft.com/office/officeart/2005/8/layout/hierarchy1"/>
    <dgm:cxn modelId="{019E2671-FD06-4AE6-967F-C999435C042D}" type="presParOf" srcId="{109688C6-3DA2-409E-A98B-6B0E1001BCF0}" destId="{3801FF53-DE55-4B3B-B3F5-DC7F1585AD3E}" srcOrd="0" destOrd="0" presId="urn:microsoft.com/office/officeart/2005/8/layout/hierarchy1"/>
    <dgm:cxn modelId="{AC0A48FB-9C75-494E-8728-CB1F123F05D0}" type="presParOf" srcId="{109688C6-3DA2-409E-A98B-6B0E1001BCF0}" destId="{48A0848D-5AFA-4A72-AC10-D1C80B66C384}" srcOrd="1" destOrd="0" presId="urn:microsoft.com/office/officeart/2005/8/layout/hierarchy1"/>
    <dgm:cxn modelId="{705E86BD-0279-46AA-9CA1-C15909EA1325}" type="presParOf" srcId="{48A0848D-5AFA-4A72-AC10-D1C80B66C384}" destId="{0D61BCD8-3135-4961-A6F7-C9CCA82F7C06}" srcOrd="0" destOrd="0" presId="urn:microsoft.com/office/officeart/2005/8/layout/hierarchy1"/>
    <dgm:cxn modelId="{BA091610-6445-451D-8546-0CF37A5C4BA5}" type="presParOf" srcId="{0D61BCD8-3135-4961-A6F7-C9CCA82F7C06}" destId="{9E02EFA7-52C3-424A-A3E3-256DBD6A99B6}" srcOrd="0" destOrd="0" presId="urn:microsoft.com/office/officeart/2005/8/layout/hierarchy1"/>
    <dgm:cxn modelId="{30028258-0780-44D8-B463-E1AD864818F0}" type="presParOf" srcId="{0D61BCD8-3135-4961-A6F7-C9CCA82F7C06}" destId="{62977763-5840-402E-8C8C-E5E22D1B3CA3}" srcOrd="1" destOrd="0" presId="urn:microsoft.com/office/officeart/2005/8/layout/hierarchy1"/>
    <dgm:cxn modelId="{5D271B99-E51D-4943-B1D9-F8E313E3475F}" type="presParOf" srcId="{48A0848D-5AFA-4A72-AC10-D1C80B66C384}" destId="{23743B01-3FEE-47C6-916E-B7EE3142A574}" srcOrd="1" destOrd="0" presId="urn:microsoft.com/office/officeart/2005/8/layout/hierarchy1"/>
    <dgm:cxn modelId="{FCED5C75-6061-409A-A7CC-6DCB87720808}" type="presParOf" srcId="{109688C6-3DA2-409E-A98B-6B0E1001BCF0}" destId="{03B7B34F-BEB7-4B9C-A25E-72D65454DEAC}" srcOrd="2" destOrd="0" presId="urn:microsoft.com/office/officeart/2005/8/layout/hierarchy1"/>
    <dgm:cxn modelId="{39E2B3F3-442C-4A1E-ADF7-8E5AA2886B00}" type="presParOf" srcId="{109688C6-3DA2-409E-A98B-6B0E1001BCF0}" destId="{79FE461A-54E8-4CC9-A6AB-44A65EFEF7C8}" srcOrd="3" destOrd="0" presId="urn:microsoft.com/office/officeart/2005/8/layout/hierarchy1"/>
    <dgm:cxn modelId="{AA77B6D7-5E2E-434F-8777-FEC43C47108D}" type="presParOf" srcId="{79FE461A-54E8-4CC9-A6AB-44A65EFEF7C8}" destId="{033F359F-7CE5-4B26-962E-5848C6CE7CE2}" srcOrd="0" destOrd="0" presId="urn:microsoft.com/office/officeart/2005/8/layout/hierarchy1"/>
    <dgm:cxn modelId="{2456F3A6-D0CD-42F8-9D26-F70031E12B78}" type="presParOf" srcId="{033F359F-7CE5-4B26-962E-5848C6CE7CE2}" destId="{2721F80F-2267-4BC9-A1D5-3F1EFDB30052}" srcOrd="0" destOrd="0" presId="urn:microsoft.com/office/officeart/2005/8/layout/hierarchy1"/>
    <dgm:cxn modelId="{D364B019-B1D7-43C2-B084-A167688504A2}" type="presParOf" srcId="{033F359F-7CE5-4B26-962E-5848C6CE7CE2}" destId="{09173EBF-B274-4932-B111-6EA977C19352}" srcOrd="1" destOrd="0" presId="urn:microsoft.com/office/officeart/2005/8/layout/hierarchy1"/>
    <dgm:cxn modelId="{95825C81-3C74-4E95-8D57-F98471990546}" type="presParOf" srcId="{79FE461A-54E8-4CC9-A6AB-44A65EFEF7C8}" destId="{69584D50-511E-4760-89C7-5F4567B28F3C}" srcOrd="1" destOrd="0" presId="urn:microsoft.com/office/officeart/2005/8/layout/hierarchy1"/>
    <dgm:cxn modelId="{322B7BA4-4644-42FA-AE8B-B99B5C5D09F3}" type="presParOf" srcId="{109688C6-3DA2-409E-A98B-6B0E1001BCF0}" destId="{AABC72E5-D985-4784-B52F-7F3B6B66A603}" srcOrd="4" destOrd="0" presId="urn:microsoft.com/office/officeart/2005/8/layout/hierarchy1"/>
    <dgm:cxn modelId="{B393B5F1-F4C7-4AEF-B9E4-8B90E50919ED}" type="presParOf" srcId="{109688C6-3DA2-409E-A98B-6B0E1001BCF0}" destId="{850C348D-386E-4F97-96A4-A81D5EDD3B2B}" srcOrd="5" destOrd="0" presId="urn:microsoft.com/office/officeart/2005/8/layout/hierarchy1"/>
    <dgm:cxn modelId="{652D14ED-C491-47EC-9F35-06A20A558E80}" type="presParOf" srcId="{850C348D-386E-4F97-96A4-A81D5EDD3B2B}" destId="{462F7DE8-C080-43BC-A599-6B69F9694A20}" srcOrd="0" destOrd="0" presId="urn:microsoft.com/office/officeart/2005/8/layout/hierarchy1"/>
    <dgm:cxn modelId="{58988A66-62D0-4BD2-A240-01DD8E2B6E38}" type="presParOf" srcId="{462F7DE8-C080-43BC-A599-6B69F9694A20}" destId="{5E181A22-1CF5-424F-9CCA-A917691DAAD7}" srcOrd="0" destOrd="0" presId="urn:microsoft.com/office/officeart/2005/8/layout/hierarchy1"/>
    <dgm:cxn modelId="{280A53CC-9BAD-4E07-AFC3-E094DD3F782C}" type="presParOf" srcId="{462F7DE8-C080-43BC-A599-6B69F9694A20}" destId="{3DF8C0C9-D6F6-4D0E-AF9A-D785B4C308A7}" srcOrd="1" destOrd="0" presId="urn:microsoft.com/office/officeart/2005/8/layout/hierarchy1"/>
    <dgm:cxn modelId="{AEA69E9E-A691-4D66-A81C-2908122386DD}" type="presParOf" srcId="{850C348D-386E-4F97-96A4-A81D5EDD3B2B}" destId="{E41BC98C-DDF4-4847-98F3-594CD6415DB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086AF00-343C-4BBD-AB80-499DB65B190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FE125DD-3FC9-4288-961D-41177C0C8D54}">
      <dgm:prSet/>
      <dgm:spPr/>
      <dgm:t>
        <a:bodyPr/>
        <a:lstStyle/>
        <a:p>
          <a:r>
            <a:rPr lang="pl-PL" b="1" dirty="0"/>
            <a:t>Eskalacja dotyczy:</a:t>
          </a:r>
          <a:endParaRPr lang="en-US" b="1" dirty="0"/>
        </a:p>
      </dgm:t>
    </dgm:pt>
    <dgm:pt modelId="{69716008-C4BD-4ADB-B6E0-C2E354DEC939}" type="parTrans" cxnId="{3167B5E7-75F0-4D30-9184-7FEA5940B898}">
      <dgm:prSet/>
      <dgm:spPr/>
      <dgm:t>
        <a:bodyPr/>
        <a:lstStyle/>
        <a:p>
          <a:endParaRPr lang="en-US"/>
        </a:p>
      </dgm:t>
    </dgm:pt>
    <dgm:pt modelId="{E6B9992D-C8A1-4E2F-8F8B-65E846856B39}" type="sibTrans" cxnId="{3167B5E7-75F0-4D30-9184-7FEA5940B898}">
      <dgm:prSet/>
      <dgm:spPr/>
      <dgm:t>
        <a:bodyPr/>
        <a:lstStyle/>
        <a:p>
          <a:endParaRPr lang="en-US"/>
        </a:p>
      </dgm:t>
    </dgm:pt>
    <dgm:pt modelId="{4A49B1DC-D431-4777-B902-889C26F0F0BC}">
      <dgm:prSet/>
      <dgm:spPr/>
      <dgm:t>
        <a:bodyPr/>
        <a:lstStyle/>
        <a:p>
          <a:r>
            <a:rPr lang="pl-PL"/>
            <a:t>problemów z ryzykiem lub terminami </a:t>
          </a:r>
          <a:endParaRPr lang="en-US"/>
        </a:p>
      </dgm:t>
    </dgm:pt>
    <dgm:pt modelId="{74A6CEEA-9949-4787-8325-12987D0035D9}" type="parTrans" cxnId="{E83CAB83-945C-48B5-B082-C9D8EA395193}">
      <dgm:prSet/>
      <dgm:spPr/>
      <dgm:t>
        <a:bodyPr/>
        <a:lstStyle/>
        <a:p>
          <a:endParaRPr lang="en-US"/>
        </a:p>
      </dgm:t>
    </dgm:pt>
    <dgm:pt modelId="{C27E5F4E-2BBC-4009-B532-95EAC912326C}" type="sibTrans" cxnId="{E83CAB83-945C-48B5-B082-C9D8EA395193}">
      <dgm:prSet/>
      <dgm:spPr/>
      <dgm:t>
        <a:bodyPr/>
        <a:lstStyle/>
        <a:p>
          <a:endParaRPr lang="en-US"/>
        </a:p>
      </dgm:t>
    </dgm:pt>
    <dgm:pt modelId="{A4988710-35C6-436F-8708-C29254B23B21}">
      <dgm:prSet/>
      <dgm:spPr/>
      <dgm:t>
        <a:bodyPr/>
        <a:lstStyle/>
        <a:p>
          <a:r>
            <a:rPr lang="pl-PL"/>
            <a:t>konfliktów między członkami zespołu </a:t>
          </a:r>
          <a:endParaRPr lang="en-US"/>
        </a:p>
      </dgm:t>
    </dgm:pt>
    <dgm:pt modelId="{D1B71B7F-61BE-4F2E-8361-1378B83C682D}" type="parTrans" cxnId="{08B6D091-4141-42E6-892A-252B1E1E59B7}">
      <dgm:prSet/>
      <dgm:spPr/>
      <dgm:t>
        <a:bodyPr/>
        <a:lstStyle/>
        <a:p>
          <a:endParaRPr lang="en-US"/>
        </a:p>
      </dgm:t>
    </dgm:pt>
    <dgm:pt modelId="{0DAD3638-D4BF-4098-87C1-2340D6C4A33A}" type="sibTrans" cxnId="{08B6D091-4141-42E6-892A-252B1E1E59B7}">
      <dgm:prSet/>
      <dgm:spPr/>
      <dgm:t>
        <a:bodyPr/>
        <a:lstStyle/>
        <a:p>
          <a:endParaRPr lang="en-US"/>
        </a:p>
      </dgm:t>
    </dgm:pt>
    <dgm:pt modelId="{A99BB489-9F67-4F3A-8B25-B5811BFF9F69}">
      <dgm:prSet/>
      <dgm:spPr/>
      <dgm:t>
        <a:bodyPr/>
        <a:lstStyle/>
        <a:p>
          <a:r>
            <a:rPr lang="pl-PL"/>
            <a:t>decyzji wymagających zgody wyższego szczebla </a:t>
          </a:r>
          <a:endParaRPr lang="en-US"/>
        </a:p>
      </dgm:t>
    </dgm:pt>
    <dgm:pt modelId="{17039AD8-D86B-4B82-8613-BFCEF05C52E9}" type="parTrans" cxnId="{01B2FD44-7D18-41A1-BB0B-790804103E0A}">
      <dgm:prSet/>
      <dgm:spPr/>
      <dgm:t>
        <a:bodyPr/>
        <a:lstStyle/>
        <a:p>
          <a:endParaRPr lang="en-US"/>
        </a:p>
      </dgm:t>
    </dgm:pt>
    <dgm:pt modelId="{C684D408-BF35-4F60-B2B4-48EB7649D86B}" type="sibTrans" cxnId="{01B2FD44-7D18-41A1-BB0B-790804103E0A}">
      <dgm:prSet/>
      <dgm:spPr/>
      <dgm:t>
        <a:bodyPr/>
        <a:lstStyle/>
        <a:p>
          <a:endParaRPr lang="en-US"/>
        </a:p>
      </dgm:t>
    </dgm:pt>
    <dgm:pt modelId="{BA9866FB-EF8B-4CA4-B8E7-2D5E134DBD7E}">
      <dgm:prSet/>
      <dgm:spPr/>
      <dgm:t>
        <a:bodyPr/>
        <a:lstStyle/>
        <a:p>
          <a:r>
            <a:rPr lang="pl-PL"/>
            <a:t>mechanizmu reagowania (kto informuje kogo, w jakim czasie)</a:t>
          </a:r>
          <a:endParaRPr lang="en-US"/>
        </a:p>
      </dgm:t>
    </dgm:pt>
    <dgm:pt modelId="{0C506B6B-2E61-427E-9823-673E60817640}" type="parTrans" cxnId="{8A067EAA-9821-42BE-A0D6-7E98CCC67122}">
      <dgm:prSet/>
      <dgm:spPr/>
      <dgm:t>
        <a:bodyPr/>
        <a:lstStyle/>
        <a:p>
          <a:endParaRPr lang="en-US"/>
        </a:p>
      </dgm:t>
    </dgm:pt>
    <dgm:pt modelId="{050151F7-BDB6-4448-972B-E948EABC92D6}" type="sibTrans" cxnId="{8A067EAA-9821-42BE-A0D6-7E98CCC67122}">
      <dgm:prSet/>
      <dgm:spPr/>
      <dgm:t>
        <a:bodyPr/>
        <a:lstStyle/>
        <a:p>
          <a:endParaRPr lang="en-US"/>
        </a:p>
      </dgm:t>
    </dgm:pt>
    <dgm:pt modelId="{E026733D-3B64-46E4-8307-B6E160CEFDBD}" type="pres">
      <dgm:prSet presAssocID="{A086AF00-343C-4BBD-AB80-499DB65B190B}" presName="diagram" presStyleCnt="0">
        <dgm:presLayoutVars>
          <dgm:dir/>
          <dgm:resizeHandles val="exact"/>
        </dgm:presLayoutVars>
      </dgm:prSet>
      <dgm:spPr/>
    </dgm:pt>
    <dgm:pt modelId="{3CA139B8-703D-4E56-AB9D-F5FCA00AAFC9}" type="pres">
      <dgm:prSet presAssocID="{1FE125DD-3FC9-4288-961D-41177C0C8D54}" presName="node" presStyleLbl="node1" presStyleIdx="0" presStyleCnt="5">
        <dgm:presLayoutVars>
          <dgm:bulletEnabled val="1"/>
        </dgm:presLayoutVars>
      </dgm:prSet>
      <dgm:spPr/>
    </dgm:pt>
    <dgm:pt modelId="{10DCDDBA-2833-444D-9897-405E6213275C}" type="pres">
      <dgm:prSet presAssocID="{E6B9992D-C8A1-4E2F-8F8B-65E846856B39}" presName="sibTrans" presStyleCnt="0"/>
      <dgm:spPr/>
    </dgm:pt>
    <dgm:pt modelId="{3AD64542-088D-453D-BF19-552C0B1EF0FA}" type="pres">
      <dgm:prSet presAssocID="{4A49B1DC-D431-4777-B902-889C26F0F0BC}" presName="node" presStyleLbl="node1" presStyleIdx="1" presStyleCnt="5">
        <dgm:presLayoutVars>
          <dgm:bulletEnabled val="1"/>
        </dgm:presLayoutVars>
      </dgm:prSet>
      <dgm:spPr/>
    </dgm:pt>
    <dgm:pt modelId="{84E2449E-34A2-47F0-95B2-1FD739239C25}" type="pres">
      <dgm:prSet presAssocID="{C27E5F4E-2BBC-4009-B532-95EAC912326C}" presName="sibTrans" presStyleCnt="0"/>
      <dgm:spPr/>
    </dgm:pt>
    <dgm:pt modelId="{71C24EFF-B810-4CB0-BFF8-794E0067083A}" type="pres">
      <dgm:prSet presAssocID="{A4988710-35C6-436F-8708-C29254B23B21}" presName="node" presStyleLbl="node1" presStyleIdx="2" presStyleCnt="5">
        <dgm:presLayoutVars>
          <dgm:bulletEnabled val="1"/>
        </dgm:presLayoutVars>
      </dgm:prSet>
      <dgm:spPr/>
    </dgm:pt>
    <dgm:pt modelId="{44B85FEA-7045-4EEE-BAAC-ED5EF7019C13}" type="pres">
      <dgm:prSet presAssocID="{0DAD3638-D4BF-4098-87C1-2340D6C4A33A}" presName="sibTrans" presStyleCnt="0"/>
      <dgm:spPr/>
    </dgm:pt>
    <dgm:pt modelId="{1FAAA4F1-AA31-4ADC-8D9D-CC28B042D532}" type="pres">
      <dgm:prSet presAssocID="{A99BB489-9F67-4F3A-8B25-B5811BFF9F69}" presName="node" presStyleLbl="node1" presStyleIdx="3" presStyleCnt="5">
        <dgm:presLayoutVars>
          <dgm:bulletEnabled val="1"/>
        </dgm:presLayoutVars>
      </dgm:prSet>
      <dgm:spPr/>
    </dgm:pt>
    <dgm:pt modelId="{0B62C2CE-4A70-4FAF-9802-5A59D1472E07}" type="pres">
      <dgm:prSet presAssocID="{C684D408-BF35-4F60-B2B4-48EB7649D86B}" presName="sibTrans" presStyleCnt="0"/>
      <dgm:spPr/>
    </dgm:pt>
    <dgm:pt modelId="{935A3EAB-BA78-4B5B-8ACE-20832C7EEDA1}" type="pres">
      <dgm:prSet presAssocID="{BA9866FB-EF8B-4CA4-B8E7-2D5E134DBD7E}" presName="node" presStyleLbl="node1" presStyleIdx="4" presStyleCnt="5">
        <dgm:presLayoutVars>
          <dgm:bulletEnabled val="1"/>
        </dgm:presLayoutVars>
      </dgm:prSet>
      <dgm:spPr/>
    </dgm:pt>
  </dgm:ptLst>
  <dgm:cxnLst>
    <dgm:cxn modelId="{48B7FA0C-1C79-463B-B7AC-AB460F252F2D}" type="presOf" srcId="{A4988710-35C6-436F-8708-C29254B23B21}" destId="{71C24EFF-B810-4CB0-BFF8-794E0067083A}" srcOrd="0" destOrd="0" presId="urn:microsoft.com/office/officeart/2005/8/layout/default"/>
    <dgm:cxn modelId="{03B75013-B048-4427-9E86-2A4CBCBFE557}" type="presOf" srcId="{BA9866FB-EF8B-4CA4-B8E7-2D5E134DBD7E}" destId="{935A3EAB-BA78-4B5B-8ACE-20832C7EEDA1}" srcOrd="0" destOrd="0" presId="urn:microsoft.com/office/officeart/2005/8/layout/default"/>
    <dgm:cxn modelId="{3D0BCB28-3F01-457F-8729-5F219E7DA371}" type="presOf" srcId="{1FE125DD-3FC9-4288-961D-41177C0C8D54}" destId="{3CA139B8-703D-4E56-AB9D-F5FCA00AAFC9}" srcOrd="0" destOrd="0" presId="urn:microsoft.com/office/officeart/2005/8/layout/default"/>
    <dgm:cxn modelId="{01B2FD44-7D18-41A1-BB0B-790804103E0A}" srcId="{A086AF00-343C-4BBD-AB80-499DB65B190B}" destId="{A99BB489-9F67-4F3A-8B25-B5811BFF9F69}" srcOrd="3" destOrd="0" parTransId="{17039AD8-D86B-4B82-8613-BFCEF05C52E9}" sibTransId="{C684D408-BF35-4F60-B2B4-48EB7649D86B}"/>
    <dgm:cxn modelId="{D0F67B6F-77F4-4C4F-8854-4E77038B81F4}" type="presOf" srcId="{4A49B1DC-D431-4777-B902-889C26F0F0BC}" destId="{3AD64542-088D-453D-BF19-552C0B1EF0FA}" srcOrd="0" destOrd="0" presId="urn:microsoft.com/office/officeart/2005/8/layout/default"/>
    <dgm:cxn modelId="{A0E9FD70-7ECC-458C-8A3C-B994F08BEE6B}" type="presOf" srcId="{A086AF00-343C-4BBD-AB80-499DB65B190B}" destId="{E026733D-3B64-46E4-8307-B6E160CEFDBD}" srcOrd="0" destOrd="0" presId="urn:microsoft.com/office/officeart/2005/8/layout/default"/>
    <dgm:cxn modelId="{E83CAB83-945C-48B5-B082-C9D8EA395193}" srcId="{A086AF00-343C-4BBD-AB80-499DB65B190B}" destId="{4A49B1DC-D431-4777-B902-889C26F0F0BC}" srcOrd="1" destOrd="0" parTransId="{74A6CEEA-9949-4787-8325-12987D0035D9}" sibTransId="{C27E5F4E-2BBC-4009-B532-95EAC912326C}"/>
    <dgm:cxn modelId="{08B6D091-4141-42E6-892A-252B1E1E59B7}" srcId="{A086AF00-343C-4BBD-AB80-499DB65B190B}" destId="{A4988710-35C6-436F-8708-C29254B23B21}" srcOrd="2" destOrd="0" parTransId="{D1B71B7F-61BE-4F2E-8361-1378B83C682D}" sibTransId="{0DAD3638-D4BF-4098-87C1-2340D6C4A33A}"/>
    <dgm:cxn modelId="{8A067EAA-9821-42BE-A0D6-7E98CCC67122}" srcId="{A086AF00-343C-4BBD-AB80-499DB65B190B}" destId="{BA9866FB-EF8B-4CA4-B8E7-2D5E134DBD7E}" srcOrd="4" destOrd="0" parTransId="{0C506B6B-2E61-427E-9823-673E60817640}" sibTransId="{050151F7-BDB6-4448-972B-E948EABC92D6}"/>
    <dgm:cxn modelId="{758FC9DC-7686-44A4-8965-BA6E9035BAAE}" type="presOf" srcId="{A99BB489-9F67-4F3A-8B25-B5811BFF9F69}" destId="{1FAAA4F1-AA31-4ADC-8D9D-CC28B042D532}" srcOrd="0" destOrd="0" presId="urn:microsoft.com/office/officeart/2005/8/layout/default"/>
    <dgm:cxn modelId="{3167B5E7-75F0-4D30-9184-7FEA5940B898}" srcId="{A086AF00-343C-4BBD-AB80-499DB65B190B}" destId="{1FE125DD-3FC9-4288-961D-41177C0C8D54}" srcOrd="0" destOrd="0" parTransId="{69716008-C4BD-4ADB-B6E0-C2E354DEC939}" sibTransId="{E6B9992D-C8A1-4E2F-8F8B-65E846856B39}"/>
    <dgm:cxn modelId="{E414A651-A36F-4B5B-8E46-E9719FAFA3C5}" type="presParOf" srcId="{E026733D-3B64-46E4-8307-B6E160CEFDBD}" destId="{3CA139B8-703D-4E56-AB9D-F5FCA00AAFC9}" srcOrd="0" destOrd="0" presId="urn:microsoft.com/office/officeart/2005/8/layout/default"/>
    <dgm:cxn modelId="{3E872765-AC52-40E6-AAD0-1645F1A2A62E}" type="presParOf" srcId="{E026733D-3B64-46E4-8307-B6E160CEFDBD}" destId="{10DCDDBA-2833-444D-9897-405E6213275C}" srcOrd="1" destOrd="0" presId="urn:microsoft.com/office/officeart/2005/8/layout/default"/>
    <dgm:cxn modelId="{7A2EAE88-833A-4901-9CED-58C2437B2168}" type="presParOf" srcId="{E026733D-3B64-46E4-8307-B6E160CEFDBD}" destId="{3AD64542-088D-453D-BF19-552C0B1EF0FA}" srcOrd="2" destOrd="0" presId="urn:microsoft.com/office/officeart/2005/8/layout/default"/>
    <dgm:cxn modelId="{6F2BC6A0-C411-4BB3-85C2-72BF9ABB2212}" type="presParOf" srcId="{E026733D-3B64-46E4-8307-B6E160CEFDBD}" destId="{84E2449E-34A2-47F0-95B2-1FD739239C25}" srcOrd="3" destOrd="0" presId="urn:microsoft.com/office/officeart/2005/8/layout/default"/>
    <dgm:cxn modelId="{73E24F6D-0B93-4481-8444-572C95D9D6F3}" type="presParOf" srcId="{E026733D-3B64-46E4-8307-B6E160CEFDBD}" destId="{71C24EFF-B810-4CB0-BFF8-794E0067083A}" srcOrd="4" destOrd="0" presId="urn:microsoft.com/office/officeart/2005/8/layout/default"/>
    <dgm:cxn modelId="{BF0220B9-BC19-4A6C-AB67-A7E66713612E}" type="presParOf" srcId="{E026733D-3B64-46E4-8307-B6E160CEFDBD}" destId="{44B85FEA-7045-4EEE-BAAC-ED5EF7019C13}" srcOrd="5" destOrd="0" presId="urn:microsoft.com/office/officeart/2005/8/layout/default"/>
    <dgm:cxn modelId="{56975309-7B2A-4F43-B99E-70BE7BB28980}" type="presParOf" srcId="{E026733D-3B64-46E4-8307-B6E160CEFDBD}" destId="{1FAAA4F1-AA31-4ADC-8D9D-CC28B042D532}" srcOrd="6" destOrd="0" presId="urn:microsoft.com/office/officeart/2005/8/layout/default"/>
    <dgm:cxn modelId="{D1493914-61A5-4FBB-98CD-9878FB5CB450}" type="presParOf" srcId="{E026733D-3B64-46E4-8307-B6E160CEFDBD}" destId="{0B62C2CE-4A70-4FAF-9802-5A59D1472E07}" srcOrd="7" destOrd="0" presId="urn:microsoft.com/office/officeart/2005/8/layout/default"/>
    <dgm:cxn modelId="{9554B114-5D28-4AFD-96FD-3B56CDF70AD7}" type="presParOf" srcId="{E026733D-3B64-46E4-8307-B6E160CEFDBD}" destId="{935A3EAB-BA78-4B5B-8ACE-20832C7EEDA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54044F7-02C6-4C4F-9354-FD9658437E6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89BA9DE-60F6-4AD2-92ED-827D288D19BD}">
      <dgm:prSet/>
      <dgm:spPr/>
      <dgm:t>
        <a:bodyPr/>
        <a:lstStyle/>
        <a:p>
          <a:r>
            <a:rPr lang="pl-PL" b="0" i="0" baseline="0"/>
            <a:t>Autonomia zespołu oznacza:</a:t>
          </a:r>
          <a:endParaRPr lang="en-US"/>
        </a:p>
      </dgm:t>
    </dgm:pt>
    <dgm:pt modelId="{823B5B9A-9056-4F8A-8553-AAD11BA929A4}" type="parTrans" cxnId="{088A352D-FEFC-42C9-98D0-CB1DCB45F763}">
      <dgm:prSet/>
      <dgm:spPr/>
      <dgm:t>
        <a:bodyPr/>
        <a:lstStyle/>
        <a:p>
          <a:endParaRPr lang="en-US"/>
        </a:p>
      </dgm:t>
    </dgm:pt>
    <dgm:pt modelId="{1A3CB353-7E02-408F-BEAE-795625A947A0}" type="sibTrans" cxnId="{088A352D-FEFC-42C9-98D0-CB1DCB45F763}">
      <dgm:prSet/>
      <dgm:spPr/>
      <dgm:t>
        <a:bodyPr/>
        <a:lstStyle/>
        <a:p>
          <a:endParaRPr lang="en-US"/>
        </a:p>
      </dgm:t>
    </dgm:pt>
    <dgm:pt modelId="{91F0F45D-1B66-49F8-910C-724EB110423E}">
      <dgm:prSet/>
      <dgm:spPr/>
      <dgm:t>
        <a:bodyPr/>
        <a:lstStyle/>
        <a:p>
          <a:r>
            <a:rPr lang="pl-PL" b="0" i="0" baseline="0"/>
            <a:t>podejmowanie decyzji operacyjnych</a:t>
          </a:r>
          <a:endParaRPr lang="en-US"/>
        </a:p>
      </dgm:t>
    </dgm:pt>
    <dgm:pt modelId="{3F2F5E8C-7BD3-46EC-BF50-5B20D3D3B6AD}" type="parTrans" cxnId="{E8859C24-20AE-435A-9552-3F7BA90AC1D0}">
      <dgm:prSet/>
      <dgm:spPr/>
      <dgm:t>
        <a:bodyPr/>
        <a:lstStyle/>
        <a:p>
          <a:endParaRPr lang="en-US"/>
        </a:p>
      </dgm:t>
    </dgm:pt>
    <dgm:pt modelId="{D685384C-C3BB-4D23-B5C1-E085D31C6E1D}" type="sibTrans" cxnId="{E8859C24-20AE-435A-9552-3F7BA90AC1D0}">
      <dgm:prSet/>
      <dgm:spPr/>
      <dgm:t>
        <a:bodyPr/>
        <a:lstStyle/>
        <a:p>
          <a:endParaRPr lang="en-US"/>
        </a:p>
      </dgm:t>
    </dgm:pt>
    <dgm:pt modelId="{1D8B3003-C00F-4954-8502-05B12AED1318}">
      <dgm:prSet/>
      <dgm:spPr/>
      <dgm:t>
        <a:bodyPr/>
        <a:lstStyle/>
        <a:p>
          <a:r>
            <a:rPr lang="pl-PL" b="0" i="0" baseline="0"/>
            <a:t>samodzielne planowanie zadań</a:t>
          </a:r>
          <a:endParaRPr lang="en-US"/>
        </a:p>
      </dgm:t>
    </dgm:pt>
    <dgm:pt modelId="{9A10BBC8-600C-4670-8175-5008283127D1}" type="parTrans" cxnId="{14C5FF5B-F47D-4590-AC9A-0CF34459B826}">
      <dgm:prSet/>
      <dgm:spPr/>
      <dgm:t>
        <a:bodyPr/>
        <a:lstStyle/>
        <a:p>
          <a:endParaRPr lang="en-US"/>
        </a:p>
      </dgm:t>
    </dgm:pt>
    <dgm:pt modelId="{5851F234-63D0-45B3-94DE-6E78D55079BB}" type="sibTrans" cxnId="{14C5FF5B-F47D-4590-AC9A-0CF34459B826}">
      <dgm:prSet/>
      <dgm:spPr/>
      <dgm:t>
        <a:bodyPr/>
        <a:lstStyle/>
        <a:p>
          <a:endParaRPr lang="en-US"/>
        </a:p>
      </dgm:t>
    </dgm:pt>
    <dgm:pt modelId="{B5A3D315-12C7-440D-92B7-9FB78059A6D3}">
      <dgm:prSet/>
      <dgm:spPr/>
      <dgm:t>
        <a:bodyPr/>
        <a:lstStyle/>
        <a:p>
          <a:r>
            <a:rPr lang="pl-PL" b="0" i="0" baseline="0"/>
            <a:t>Kontrola menedżerska obejmuje:</a:t>
          </a:r>
          <a:endParaRPr lang="en-US"/>
        </a:p>
      </dgm:t>
    </dgm:pt>
    <dgm:pt modelId="{F3659A3B-9AB7-4ABA-A6EE-C99AFC518FA7}" type="parTrans" cxnId="{A3EED2B1-C834-4EFF-A355-3F11DBFB262A}">
      <dgm:prSet/>
      <dgm:spPr/>
      <dgm:t>
        <a:bodyPr/>
        <a:lstStyle/>
        <a:p>
          <a:endParaRPr lang="en-US"/>
        </a:p>
      </dgm:t>
    </dgm:pt>
    <dgm:pt modelId="{2765C6EE-0669-4657-9E97-F7B288B39522}" type="sibTrans" cxnId="{A3EED2B1-C834-4EFF-A355-3F11DBFB262A}">
      <dgm:prSet/>
      <dgm:spPr/>
      <dgm:t>
        <a:bodyPr/>
        <a:lstStyle/>
        <a:p>
          <a:endParaRPr lang="en-US"/>
        </a:p>
      </dgm:t>
    </dgm:pt>
    <dgm:pt modelId="{613A5350-D02B-4C36-9FCF-BACBDC8DC0D7}">
      <dgm:prSet/>
      <dgm:spPr/>
      <dgm:t>
        <a:bodyPr/>
        <a:lstStyle/>
        <a:p>
          <a:r>
            <a:rPr lang="pl-PL" b="0" i="0" baseline="0"/>
            <a:t>priorytety projektowe</a:t>
          </a:r>
          <a:endParaRPr lang="en-US"/>
        </a:p>
      </dgm:t>
    </dgm:pt>
    <dgm:pt modelId="{67FD996A-4395-438C-9116-C0A50C28D39E}" type="parTrans" cxnId="{D8DBF88F-3993-498E-875C-6E3DE5ABAC93}">
      <dgm:prSet/>
      <dgm:spPr/>
      <dgm:t>
        <a:bodyPr/>
        <a:lstStyle/>
        <a:p>
          <a:endParaRPr lang="en-US"/>
        </a:p>
      </dgm:t>
    </dgm:pt>
    <dgm:pt modelId="{3589F286-DB99-4A08-89EB-E9EDC71BD6E6}" type="sibTrans" cxnId="{D8DBF88F-3993-498E-875C-6E3DE5ABAC93}">
      <dgm:prSet/>
      <dgm:spPr/>
      <dgm:t>
        <a:bodyPr/>
        <a:lstStyle/>
        <a:p>
          <a:endParaRPr lang="en-US"/>
        </a:p>
      </dgm:t>
    </dgm:pt>
    <dgm:pt modelId="{0A5D788A-EC08-4AAB-B9C6-E70895275562}">
      <dgm:prSet/>
      <dgm:spPr/>
      <dgm:t>
        <a:bodyPr/>
        <a:lstStyle/>
        <a:p>
          <a:r>
            <a:rPr lang="pl-PL" b="0" i="0" baseline="0"/>
            <a:t>monitorowanie postępów</a:t>
          </a:r>
          <a:endParaRPr lang="en-US"/>
        </a:p>
      </dgm:t>
    </dgm:pt>
    <dgm:pt modelId="{1B2F8E18-E4CB-478F-BBEC-8A903FA9973E}" type="parTrans" cxnId="{6A03EA6E-DEA0-4E63-8F3D-CB25AD056697}">
      <dgm:prSet/>
      <dgm:spPr/>
      <dgm:t>
        <a:bodyPr/>
        <a:lstStyle/>
        <a:p>
          <a:endParaRPr lang="en-US"/>
        </a:p>
      </dgm:t>
    </dgm:pt>
    <dgm:pt modelId="{141526F2-E275-4054-8EE9-FABA561202AB}" type="sibTrans" cxnId="{6A03EA6E-DEA0-4E63-8F3D-CB25AD056697}">
      <dgm:prSet/>
      <dgm:spPr/>
      <dgm:t>
        <a:bodyPr/>
        <a:lstStyle/>
        <a:p>
          <a:endParaRPr lang="en-US"/>
        </a:p>
      </dgm:t>
    </dgm:pt>
    <dgm:pt modelId="{74924F4C-D4B5-4260-9D65-2259365B4D0F}">
      <dgm:prSet/>
      <dgm:spPr/>
      <dgm:t>
        <a:bodyPr/>
        <a:lstStyle/>
        <a:p>
          <a:r>
            <a:rPr lang="pl-PL" b="0" i="0" baseline="0"/>
            <a:t>zgodność z celami biznesowymi</a:t>
          </a:r>
          <a:endParaRPr lang="en-US"/>
        </a:p>
      </dgm:t>
    </dgm:pt>
    <dgm:pt modelId="{B824D0AD-ED4E-4166-9DA8-F24C32EF110D}" type="parTrans" cxnId="{BF64971C-F10B-40BD-AF26-56C618FB6174}">
      <dgm:prSet/>
      <dgm:spPr/>
      <dgm:t>
        <a:bodyPr/>
        <a:lstStyle/>
        <a:p>
          <a:endParaRPr lang="en-US"/>
        </a:p>
      </dgm:t>
    </dgm:pt>
    <dgm:pt modelId="{E5F66E79-457B-46B0-A641-BD7723961C91}" type="sibTrans" cxnId="{BF64971C-F10B-40BD-AF26-56C618FB6174}">
      <dgm:prSet/>
      <dgm:spPr/>
      <dgm:t>
        <a:bodyPr/>
        <a:lstStyle/>
        <a:p>
          <a:endParaRPr lang="en-US"/>
        </a:p>
      </dgm:t>
    </dgm:pt>
    <dgm:pt modelId="{C2006EB1-1501-4517-9945-DC08E3C403AF}" type="pres">
      <dgm:prSet presAssocID="{654044F7-02C6-4C4F-9354-FD9658437E60}" presName="linear" presStyleCnt="0">
        <dgm:presLayoutVars>
          <dgm:dir/>
          <dgm:animLvl val="lvl"/>
          <dgm:resizeHandles val="exact"/>
        </dgm:presLayoutVars>
      </dgm:prSet>
      <dgm:spPr/>
    </dgm:pt>
    <dgm:pt modelId="{5F34E6C2-E956-4B17-8AF5-716099441466}" type="pres">
      <dgm:prSet presAssocID="{489BA9DE-60F6-4AD2-92ED-827D288D19BD}" presName="parentLin" presStyleCnt="0"/>
      <dgm:spPr/>
    </dgm:pt>
    <dgm:pt modelId="{B4D8384A-D6A3-42F0-AC5E-181DC39333FA}" type="pres">
      <dgm:prSet presAssocID="{489BA9DE-60F6-4AD2-92ED-827D288D19BD}" presName="parentLeftMargin" presStyleLbl="node1" presStyleIdx="0" presStyleCnt="2"/>
      <dgm:spPr/>
    </dgm:pt>
    <dgm:pt modelId="{A5142A83-C48D-442D-8DDF-15015A42D6C2}" type="pres">
      <dgm:prSet presAssocID="{489BA9DE-60F6-4AD2-92ED-827D288D19B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FD59036-64BA-43CE-B473-B3EF94D48E07}" type="pres">
      <dgm:prSet presAssocID="{489BA9DE-60F6-4AD2-92ED-827D288D19BD}" presName="negativeSpace" presStyleCnt="0"/>
      <dgm:spPr/>
    </dgm:pt>
    <dgm:pt modelId="{16FA13D5-5357-48EC-9731-A5E5EAE3CF35}" type="pres">
      <dgm:prSet presAssocID="{489BA9DE-60F6-4AD2-92ED-827D288D19BD}" presName="childText" presStyleLbl="conFgAcc1" presStyleIdx="0" presStyleCnt="2">
        <dgm:presLayoutVars>
          <dgm:bulletEnabled val="1"/>
        </dgm:presLayoutVars>
      </dgm:prSet>
      <dgm:spPr/>
    </dgm:pt>
    <dgm:pt modelId="{BFD34CD7-E7CF-47DC-9729-B7FEDBF1B4F7}" type="pres">
      <dgm:prSet presAssocID="{1A3CB353-7E02-408F-BEAE-795625A947A0}" presName="spaceBetweenRectangles" presStyleCnt="0"/>
      <dgm:spPr/>
    </dgm:pt>
    <dgm:pt modelId="{DEF72B0D-4AC4-4909-A7AA-AA5C4185FC67}" type="pres">
      <dgm:prSet presAssocID="{B5A3D315-12C7-440D-92B7-9FB78059A6D3}" presName="parentLin" presStyleCnt="0"/>
      <dgm:spPr/>
    </dgm:pt>
    <dgm:pt modelId="{9043C2AE-C865-4BBC-9F38-C72F9FF11162}" type="pres">
      <dgm:prSet presAssocID="{B5A3D315-12C7-440D-92B7-9FB78059A6D3}" presName="parentLeftMargin" presStyleLbl="node1" presStyleIdx="0" presStyleCnt="2"/>
      <dgm:spPr/>
    </dgm:pt>
    <dgm:pt modelId="{A1930E8F-85FB-4D59-BC6C-B0C4E1B0BDFD}" type="pres">
      <dgm:prSet presAssocID="{B5A3D315-12C7-440D-92B7-9FB78059A6D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9679D5F-139E-4CC9-983D-5F5332EBED16}" type="pres">
      <dgm:prSet presAssocID="{B5A3D315-12C7-440D-92B7-9FB78059A6D3}" presName="negativeSpace" presStyleCnt="0"/>
      <dgm:spPr/>
    </dgm:pt>
    <dgm:pt modelId="{656777F7-4B56-40B5-A63C-A9EE367EC689}" type="pres">
      <dgm:prSet presAssocID="{B5A3D315-12C7-440D-92B7-9FB78059A6D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ED26D14-8016-499D-9A2A-A4ACE0629903}" type="presOf" srcId="{B5A3D315-12C7-440D-92B7-9FB78059A6D3}" destId="{9043C2AE-C865-4BBC-9F38-C72F9FF11162}" srcOrd="0" destOrd="0" presId="urn:microsoft.com/office/officeart/2005/8/layout/list1"/>
    <dgm:cxn modelId="{BF64971C-F10B-40BD-AF26-56C618FB6174}" srcId="{B5A3D315-12C7-440D-92B7-9FB78059A6D3}" destId="{74924F4C-D4B5-4260-9D65-2259365B4D0F}" srcOrd="2" destOrd="0" parTransId="{B824D0AD-ED4E-4166-9DA8-F24C32EF110D}" sibTransId="{E5F66E79-457B-46B0-A641-BD7723961C91}"/>
    <dgm:cxn modelId="{F47F1A20-5701-41E3-871E-2C2557EEA658}" type="presOf" srcId="{654044F7-02C6-4C4F-9354-FD9658437E60}" destId="{C2006EB1-1501-4517-9945-DC08E3C403AF}" srcOrd="0" destOrd="0" presId="urn:microsoft.com/office/officeart/2005/8/layout/list1"/>
    <dgm:cxn modelId="{59086C22-44D1-49F9-BBFC-30970E3F0975}" type="presOf" srcId="{0A5D788A-EC08-4AAB-B9C6-E70895275562}" destId="{656777F7-4B56-40B5-A63C-A9EE367EC689}" srcOrd="0" destOrd="1" presId="urn:microsoft.com/office/officeart/2005/8/layout/list1"/>
    <dgm:cxn modelId="{E8859C24-20AE-435A-9552-3F7BA90AC1D0}" srcId="{489BA9DE-60F6-4AD2-92ED-827D288D19BD}" destId="{91F0F45D-1B66-49F8-910C-724EB110423E}" srcOrd="0" destOrd="0" parTransId="{3F2F5E8C-7BD3-46EC-BF50-5B20D3D3B6AD}" sibTransId="{D685384C-C3BB-4D23-B5C1-E085D31C6E1D}"/>
    <dgm:cxn modelId="{088A352D-FEFC-42C9-98D0-CB1DCB45F763}" srcId="{654044F7-02C6-4C4F-9354-FD9658437E60}" destId="{489BA9DE-60F6-4AD2-92ED-827D288D19BD}" srcOrd="0" destOrd="0" parTransId="{823B5B9A-9056-4F8A-8553-AAD11BA929A4}" sibTransId="{1A3CB353-7E02-408F-BEAE-795625A947A0}"/>
    <dgm:cxn modelId="{4715F63D-5F3C-4B96-9D27-D821F0CE359A}" type="presOf" srcId="{613A5350-D02B-4C36-9FCF-BACBDC8DC0D7}" destId="{656777F7-4B56-40B5-A63C-A9EE367EC689}" srcOrd="0" destOrd="0" presId="urn:microsoft.com/office/officeart/2005/8/layout/list1"/>
    <dgm:cxn modelId="{14C5FF5B-F47D-4590-AC9A-0CF34459B826}" srcId="{489BA9DE-60F6-4AD2-92ED-827D288D19BD}" destId="{1D8B3003-C00F-4954-8502-05B12AED1318}" srcOrd="1" destOrd="0" parTransId="{9A10BBC8-600C-4670-8175-5008283127D1}" sibTransId="{5851F234-63D0-45B3-94DE-6E78D55079BB}"/>
    <dgm:cxn modelId="{6A03EA6E-DEA0-4E63-8F3D-CB25AD056697}" srcId="{B5A3D315-12C7-440D-92B7-9FB78059A6D3}" destId="{0A5D788A-EC08-4AAB-B9C6-E70895275562}" srcOrd="1" destOrd="0" parTransId="{1B2F8E18-E4CB-478F-BBEC-8A903FA9973E}" sibTransId="{141526F2-E275-4054-8EE9-FABA561202AB}"/>
    <dgm:cxn modelId="{7E0B2779-8951-4789-BD58-23775FE5F787}" type="presOf" srcId="{74924F4C-D4B5-4260-9D65-2259365B4D0F}" destId="{656777F7-4B56-40B5-A63C-A9EE367EC689}" srcOrd="0" destOrd="2" presId="urn:microsoft.com/office/officeart/2005/8/layout/list1"/>
    <dgm:cxn modelId="{D8DBF88F-3993-498E-875C-6E3DE5ABAC93}" srcId="{B5A3D315-12C7-440D-92B7-9FB78059A6D3}" destId="{613A5350-D02B-4C36-9FCF-BACBDC8DC0D7}" srcOrd="0" destOrd="0" parTransId="{67FD996A-4395-438C-9116-C0A50C28D39E}" sibTransId="{3589F286-DB99-4A08-89EB-E9EDC71BD6E6}"/>
    <dgm:cxn modelId="{751AA2A7-BF21-40F1-8FF6-C8E12E2C5CB2}" type="presOf" srcId="{B5A3D315-12C7-440D-92B7-9FB78059A6D3}" destId="{A1930E8F-85FB-4D59-BC6C-B0C4E1B0BDFD}" srcOrd="1" destOrd="0" presId="urn:microsoft.com/office/officeart/2005/8/layout/list1"/>
    <dgm:cxn modelId="{A3EED2B1-C834-4EFF-A355-3F11DBFB262A}" srcId="{654044F7-02C6-4C4F-9354-FD9658437E60}" destId="{B5A3D315-12C7-440D-92B7-9FB78059A6D3}" srcOrd="1" destOrd="0" parTransId="{F3659A3B-9AB7-4ABA-A6EE-C99AFC518FA7}" sibTransId="{2765C6EE-0669-4657-9E97-F7B288B39522}"/>
    <dgm:cxn modelId="{9F938FBC-C5CB-4163-A208-01FC7DF05251}" type="presOf" srcId="{91F0F45D-1B66-49F8-910C-724EB110423E}" destId="{16FA13D5-5357-48EC-9731-A5E5EAE3CF35}" srcOrd="0" destOrd="0" presId="urn:microsoft.com/office/officeart/2005/8/layout/list1"/>
    <dgm:cxn modelId="{7C4FFCCB-C283-4052-8FB8-415C38BDF743}" type="presOf" srcId="{489BA9DE-60F6-4AD2-92ED-827D288D19BD}" destId="{A5142A83-C48D-442D-8DDF-15015A42D6C2}" srcOrd="1" destOrd="0" presId="urn:microsoft.com/office/officeart/2005/8/layout/list1"/>
    <dgm:cxn modelId="{C720DDF9-5FBC-4D29-832E-9C321189B321}" type="presOf" srcId="{489BA9DE-60F6-4AD2-92ED-827D288D19BD}" destId="{B4D8384A-D6A3-42F0-AC5E-181DC39333FA}" srcOrd="0" destOrd="0" presId="urn:microsoft.com/office/officeart/2005/8/layout/list1"/>
    <dgm:cxn modelId="{77B257FB-7F2A-4DB1-889C-6A0404802513}" type="presOf" srcId="{1D8B3003-C00F-4954-8502-05B12AED1318}" destId="{16FA13D5-5357-48EC-9731-A5E5EAE3CF35}" srcOrd="0" destOrd="1" presId="urn:microsoft.com/office/officeart/2005/8/layout/list1"/>
    <dgm:cxn modelId="{B303CA10-E92F-4C66-BF6F-110C53399FDB}" type="presParOf" srcId="{C2006EB1-1501-4517-9945-DC08E3C403AF}" destId="{5F34E6C2-E956-4B17-8AF5-716099441466}" srcOrd="0" destOrd="0" presId="urn:microsoft.com/office/officeart/2005/8/layout/list1"/>
    <dgm:cxn modelId="{9C062B8F-CA4F-44B7-9A1A-FF369D51EAE6}" type="presParOf" srcId="{5F34E6C2-E956-4B17-8AF5-716099441466}" destId="{B4D8384A-D6A3-42F0-AC5E-181DC39333FA}" srcOrd="0" destOrd="0" presId="urn:microsoft.com/office/officeart/2005/8/layout/list1"/>
    <dgm:cxn modelId="{B817A9B4-0F70-4B03-9FC1-FC14AE3714F8}" type="presParOf" srcId="{5F34E6C2-E956-4B17-8AF5-716099441466}" destId="{A5142A83-C48D-442D-8DDF-15015A42D6C2}" srcOrd="1" destOrd="0" presId="urn:microsoft.com/office/officeart/2005/8/layout/list1"/>
    <dgm:cxn modelId="{F237CFB1-C3CD-4D15-81B4-A8CC150AB5A0}" type="presParOf" srcId="{C2006EB1-1501-4517-9945-DC08E3C403AF}" destId="{7FD59036-64BA-43CE-B473-B3EF94D48E07}" srcOrd="1" destOrd="0" presId="urn:microsoft.com/office/officeart/2005/8/layout/list1"/>
    <dgm:cxn modelId="{12147992-88BE-4295-8A66-11E756510166}" type="presParOf" srcId="{C2006EB1-1501-4517-9945-DC08E3C403AF}" destId="{16FA13D5-5357-48EC-9731-A5E5EAE3CF35}" srcOrd="2" destOrd="0" presId="urn:microsoft.com/office/officeart/2005/8/layout/list1"/>
    <dgm:cxn modelId="{4493C01E-8B5F-4FBB-AC5E-F1ECCF58F2FA}" type="presParOf" srcId="{C2006EB1-1501-4517-9945-DC08E3C403AF}" destId="{BFD34CD7-E7CF-47DC-9729-B7FEDBF1B4F7}" srcOrd="3" destOrd="0" presId="urn:microsoft.com/office/officeart/2005/8/layout/list1"/>
    <dgm:cxn modelId="{7357E861-25C8-44FF-AC2E-9783BE1619C1}" type="presParOf" srcId="{C2006EB1-1501-4517-9945-DC08E3C403AF}" destId="{DEF72B0D-4AC4-4909-A7AA-AA5C4185FC67}" srcOrd="4" destOrd="0" presId="urn:microsoft.com/office/officeart/2005/8/layout/list1"/>
    <dgm:cxn modelId="{18EB0433-7EAB-4B7E-B959-1741F3CA37F9}" type="presParOf" srcId="{DEF72B0D-4AC4-4909-A7AA-AA5C4185FC67}" destId="{9043C2AE-C865-4BBC-9F38-C72F9FF11162}" srcOrd="0" destOrd="0" presId="urn:microsoft.com/office/officeart/2005/8/layout/list1"/>
    <dgm:cxn modelId="{6E8BB340-C9C4-4BA8-BFFA-111BE04EA5E5}" type="presParOf" srcId="{DEF72B0D-4AC4-4909-A7AA-AA5C4185FC67}" destId="{A1930E8F-85FB-4D59-BC6C-B0C4E1B0BDFD}" srcOrd="1" destOrd="0" presId="urn:microsoft.com/office/officeart/2005/8/layout/list1"/>
    <dgm:cxn modelId="{6BE478B7-8FDE-46E7-90CD-27EB6648BA44}" type="presParOf" srcId="{C2006EB1-1501-4517-9945-DC08E3C403AF}" destId="{F9679D5F-139E-4CC9-983D-5F5332EBED16}" srcOrd="5" destOrd="0" presId="urn:microsoft.com/office/officeart/2005/8/layout/list1"/>
    <dgm:cxn modelId="{1E2B86DA-DA33-466F-BFF8-7F372904FB54}" type="presParOf" srcId="{C2006EB1-1501-4517-9945-DC08E3C403AF}" destId="{656777F7-4B56-40B5-A63C-A9EE367EC68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3AD280C-1684-4E1E-8379-22DD1ACAAC8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9D542FE-5D0B-4FCD-948C-5B3DFA41AA40}">
      <dgm:prSet/>
      <dgm:spPr/>
      <dgm:t>
        <a:bodyPr/>
        <a:lstStyle/>
        <a:p>
          <a:r>
            <a:rPr lang="pl-PL" b="0" baseline="0"/>
            <a:t>Zespół wybiera sposób implementacji funkcjonalności</a:t>
          </a:r>
          <a:endParaRPr lang="en-US"/>
        </a:p>
      </dgm:t>
    </dgm:pt>
    <dgm:pt modelId="{DD249D17-0D86-4ECF-9FBF-9E9F81CD8093}" type="parTrans" cxnId="{1DADA982-2A08-4AF1-AC79-AC3126BDC5D7}">
      <dgm:prSet/>
      <dgm:spPr/>
      <dgm:t>
        <a:bodyPr/>
        <a:lstStyle/>
        <a:p>
          <a:endParaRPr lang="en-US"/>
        </a:p>
      </dgm:t>
    </dgm:pt>
    <dgm:pt modelId="{1C127BB9-D15B-4E19-A24F-45019E223793}" type="sibTrans" cxnId="{1DADA982-2A08-4AF1-AC79-AC3126BDC5D7}">
      <dgm:prSet/>
      <dgm:spPr/>
      <dgm:t>
        <a:bodyPr/>
        <a:lstStyle/>
        <a:p>
          <a:endParaRPr lang="en-US"/>
        </a:p>
      </dgm:t>
    </dgm:pt>
    <dgm:pt modelId="{2DEA1E69-504D-49C6-BA4B-75CDF64ADC5C}">
      <dgm:prSet/>
      <dgm:spPr/>
      <dgm:t>
        <a:bodyPr/>
        <a:lstStyle/>
        <a:p>
          <a:r>
            <a:rPr lang="pl-PL" b="0" baseline="0"/>
            <a:t>PM sprawdza harmonogram i zależności</a:t>
          </a:r>
          <a:endParaRPr lang="en-US"/>
        </a:p>
      </dgm:t>
    </dgm:pt>
    <dgm:pt modelId="{C43F6D53-8B7A-45D2-B8D3-BE250AC9D243}" type="parTrans" cxnId="{21102795-557A-4DC5-AEC6-2B2FCD5F7F7D}">
      <dgm:prSet/>
      <dgm:spPr/>
      <dgm:t>
        <a:bodyPr/>
        <a:lstStyle/>
        <a:p>
          <a:endParaRPr lang="en-US"/>
        </a:p>
      </dgm:t>
    </dgm:pt>
    <dgm:pt modelId="{E6079C1D-F25B-45A4-A4EE-A171B57B8DB6}" type="sibTrans" cxnId="{21102795-557A-4DC5-AEC6-2B2FCD5F7F7D}">
      <dgm:prSet/>
      <dgm:spPr/>
      <dgm:t>
        <a:bodyPr/>
        <a:lstStyle/>
        <a:p>
          <a:endParaRPr lang="en-US"/>
        </a:p>
      </dgm:t>
    </dgm:pt>
    <dgm:pt modelId="{3B1440CD-309C-45DC-B784-991A66B6BC39}">
      <dgm:prSet/>
      <dgm:spPr/>
      <dgm:t>
        <a:bodyPr/>
        <a:lstStyle/>
        <a:p>
          <a:r>
            <a:rPr lang="pl-PL" b="0" baseline="0"/>
            <a:t>PM i zespół wspólnie rozwiązuje blokery</a:t>
          </a:r>
          <a:endParaRPr lang="en-US"/>
        </a:p>
      </dgm:t>
    </dgm:pt>
    <dgm:pt modelId="{11E94A63-E808-449D-8F94-0ACBEB3E0130}" type="parTrans" cxnId="{E87832E3-44FA-49AF-AC00-73E67F3A8369}">
      <dgm:prSet/>
      <dgm:spPr/>
      <dgm:t>
        <a:bodyPr/>
        <a:lstStyle/>
        <a:p>
          <a:endParaRPr lang="en-US"/>
        </a:p>
      </dgm:t>
    </dgm:pt>
    <dgm:pt modelId="{AADFE47C-33DB-43F3-ADB1-EE1A36D0A9E3}" type="sibTrans" cxnId="{E87832E3-44FA-49AF-AC00-73E67F3A8369}">
      <dgm:prSet/>
      <dgm:spPr/>
      <dgm:t>
        <a:bodyPr/>
        <a:lstStyle/>
        <a:p>
          <a:endParaRPr lang="en-US"/>
        </a:p>
      </dgm:t>
    </dgm:pt>
    <dgm:pt modelId="{FDB25C72-A3D5-460F-8CC8-44F1627C66A3}" type="pres">
      <dgm:prSet presAssocID="{73AD280C-1684-4E1E-8379-22DD1ACAAC85}" presName="linear" presStyleCnt="0">
        <dgm:presLayoutVars>
          <dgm:animLvl val="lvl"/>
          <dgm:resizeHandles val="exact"/>
        </dgm:presLayoutVars>
      </dgm:prSet>
      <dgm:spPr/>
    </dgm:pt>
    <dgm:pt modelId="{3B8954A6-D197-4335-8FA0-3D215A81EAAA}" type="pres">
      <dgm:prSet presAssocID="{D9D542FE-5D0B-4FCD-948C-5B3DFA41AA4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98A96F4-CF38-4B7B-BBC1-EEBE5F3918B0}" type="pres">
      <dgm:prSet presAssocID="{1C127BB9-D15B-4E19-A24F-45019E223793}" presName="spacer" presStyleCnt="0"/>
      <dgm:spPr/>
    </dgm:pt>
    <dgm:pt modelId="{48A389EA-D083-4EF5-9073-0DE9B71A90AB}" type="pres">
      <dgm:prSet presAssocID="{2DEA1E69-504D-49C6-BA4B-75CDF64ADC5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6928891-C866-4136-87F2-D3EE01718671}" type="pres">
      <dgm:prSet presAssocID="{E6079C1D-F25B-45A4-A4EE-A171B57B8DB6}" presName="spacer" presStyleCnt="0"/>
      <dgm:spPr/>
    </dgm:pt>
    <dgm:pt modelId="{83CDF05D-E91B-43C6-AB22-EC97B3995B79}" type="pres">
      <dgm:prSet presAssocID="{3B1440CD-309C-45DC-B784-991A66B6BC3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52C1E14-5E6C-43F7-B2FA-FA133240D22A}" type="presOf" srcId="{3B1440CD-309C-45DC-B784-991A66B6BC39}" destId="{83CDF05D-E91B-43C6-AB22-EC97B3995B79}" srcOrd="0" destOrd="0" presId="urn:microsoft.com/office/officeart/2005/8/layout/vList2"/>
    <dgm:cxn modelId="{E2B2866D-E280-41DE-93D2-F59428C6171C}" type="presOf" srcId="{2DEA1E69-504D-49C6-BA4B-75CDF64ADC5C}" destId="{48A389EA-D083-4EF5-9073-0DE9B71A90AB}" srcOrd="0" destOrd="0" presId="urn:microsoft.com/office/officeart/2005/8/layout/vList2"/>
    <dgm:cxn modelId="{1DADA982-2A08-4AF1-AC79-AC3126BDC5D7}" srcId="{73AD280C-1684-4E1E-8379-22DD1ACAAC85}" destId="{D9D542FE-5D0B-4FCD-948C-5B3DFA41AA40}" srcOrd="0" destOrd="0" parTransId="{DD249D17-0D86-4ECF-9FBF-9E9F81CD8093}" sibTransId="{1C127BB9-D15B-4E19-A24F-45019E223793}"/>
    <dgm:cxn modelId="{56852B89-F6DA-4445-837A-0FC41FDB3E8A}" type="presOf" srcId="{D9D542FE-5D0B-4FCD-948C-5B3DFA41AA40}" destId="{3B8954A6-D197-4335-8FA0-3D215A81EAAA}" srcOrd="0" destOrd="0" presId="urn:microsoft.com/office/officeart/2005/8/layout/vList2"/>
    <dgm:cxn modelId="{21102795-557A-4DC5-AEC6-2B2FCD5F7F7D}" srcId="{73AD280C-1684-4E1E-8379-22DD1ACAAC85}" destId="{2DEA1E69-504D-49C6-BA4B-75CDF64ADC5C}" srcOrd="1" destOrd="0" parTransId="{C43F6D53-8B7A-45D2-B8D3-BE250AC9D243}" sibTransId="{E6079C1D-F25B-45A4-A4EE-A171B57B8DB6}"/>
    <dgm:cxn modelId="{9835ADB9-15CE-4549-A547-88ED1B832F89}" type="presOf" srcId="{73AD280C-1684-4E1E-8379-22DD1ACAAC85}" destId="{FDB25C72-A3D5-460F-8CC8-44F1627C66A3}" srcOrd="0" destOrd="0" presId="urn:microsoft.com/office/officeart/2005/8/layout/vList2"/>
    <dgm:cxn modelId="{E87832E3-44FA-49AF-AC00-73E67F3A8369}" srcId="{73AD280C-1684-4E1E-8379-22DD1ACAAC85}" destId="{3B1440CD-309C-45DC-B784-991A66B6BC39}" srcOrd="2" destOrd="0" parTransId="{11E94A63-E808-449D-8F94-0ACBEB3E0130}" sibTransId="{AADFE47C-33DB-43F3-ADB1-EE1A36D0A9E3}"/>
    <dgm:cxn modelId="{FA79F37C-713C-46E4-B03A-A7CCD7DDDB70}" type="presParOf" srcId="{FDB25C72-A3D5-460F-8CC8-44F1627C66A3}" destId="{3B8954A6-D197-4335-8FA0-3D215A81EAAA}" srcOrd="0" destOrd="0" presId="urn:microsoft.com/office/officeart/2005/8/layout/vList2"/>
    <dgm:cxn modelId="{51DA6459-4B12-4F20-BD6F-1EDA1F4B1C2C}" type="presParOf" srcId="{FDB25C72-A3D5-460F-8CC8-44F1627C66A3}" destId="{E98A96F4-CF38-4B7B-BBC1-EEBE5F3918B0}" srcOrd="1" destOrd="0" presId="urn:microsoft.com/office/officeart/2005/8/layout/vList2"/>
    <dgm:cxn modelId="{37C6B883-C5DE-4D3B-B09E-3160889A2EC5}" type="presParOf" srcId="{FDB25C72-A3D5-460F-8CC8-44F1627C66A3}" destId="{48A389EA-D083-4EF5-9073-0DE9B71A90AB}" srcOrd="2" destOrd="0" presId="urn:microsoft.com/office/officeart/2005/8/layout/vList2"/>
    <dgm:cxn modelId="{AC4D6F33-141D-4207-A20D-749765980669}" type="presParOf" srcId="{FDB25C72-A3D5-460F-8CC8-44F1627C66A3}" destId="{96928891-C866-4136-87F2-D3EE01718671}" srcOrd="3" destOrd="0" presId="urn:microsoft.com/office/officeart/2005/8/layout/vList2"/>
    <dgm:cxn modelId="{F1079811-997F-4076-BC66-D0E942761070}" type="presParOf" srcId="{FDB25C72-A3D5-460F-8CC8-44F1627C66A3}" destId="{83CDF05D-E91B-43C6-AB22-EC97B3995B7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98ED9A-159E-498B-9001-FBD3C6326E3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D457938-2F43-494A-B20A-AAFCD6F16691}">
      <dgm:prSet/>
      <dgm:spPr/>
      <dgm:t>
        <a:bodyPr/>
        <a:lstStyle/>
        <a:p>
          <a:r>
            <a:rPr lang="en-US" b="1" dirty="0"/>
            <a:t>Jak </a:t>
          </a:r>
          <a:r>
            <a:rPr lang="en-US" b="1" dirty="0" err="1"/>
            <a:t>powstaje</a:t>
          </a:r>
          <a:r>
            <a:rPr lang="en-US" b="1" dirty="0"/>
            <a:t> kultura </a:t>
          </a:r>
          <a:r>
            <a:rPr lang="en-US" b="1" dirty="0" err="1"/>
            <a:t>odpowiedzialności</a:t>
          </a:r>
          <a:r>
            <a:rPr lang="en-US" b="1" dirty="0"/>
            <a:t> w </a:t>
          </a:r>
          <a:r>
            <a:rPr lang="en-US" b="1" dirty="0" err="1"/>
            <a:t>organizacji</a:t>
          </a:r>
          <a:r>
            <a:rPr lang="en-US" b="1" dirty="0"/>
            <a:t>?</a:t>
          </a:r>
        </a:p>
      </dgm:t>
    </dgm:pt>
    <dgm:pt modelId="{ADCAE843-D560-4454-AAB2-DE517FC31BE1}" type="parTrans" cxnId="{22017B58-01D9-4F63-AD1D-A6B7DEFF4499}">
      <dgm:prSet/>
      <dgm:spPr/>
      <dgm:t>
        <a:bodyPr/>
        <a:lstStyle/>
        <a:p>
          <a:endParaRPr lang="en-US"/>
        </a:p>
      </dgm:t>
    </dgm:pt>
    <dgm:pt modelId="{D5F6DD53-5C2A-4B3D-A847-1386E7048B98}" type="sibTrans" cxnId="{22017B58-01D9-4F63-AD1D-A6B7DEFF4499}">
      <dgm:prSet/>
      <dgm:spPr/>
      <dgm:t>
        <a:bodyPr/>
        <a:lstStyle/>
        <a:p>
          <a:endParaRPr lang="en-US"/>
        </a:p>
      </dgm:t>
    </dgm:pt>
    <dgm:pt modelId="{65BB5DEA-4962-4C09-8CB4-DC0707CD7940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jasne role i oczekiwania </a:t>
          </a:r>
          <a:endParaRPr lang="en-US" dirty="0"/>
        </a:p>
      </dgm:t>
    </dgm:pt>
    <dgm:pt modelId="{EE3344B5-16F2-4B70-B9A1-A3566822B2A2}" type="parTrans" cxnId="{DE112BCF-F2EF-406F-A3E4-7947D93F5927}">
      <dgm:prSet/>
      <dgm:spPr/>
      <dgm:t>
        <a:bodyPr/>
        <a:lstStyle/>
        <a:p>
          <a:endParaRPr lang="en-US"/>
        </a:p>
      </dgm:t>
    </dgm:pt>
    <dgm:pt modelId="{D73F6D5D-C1A4-4FEB-8063-C77C8DDC21FA}" type="sibTrans" cxnId="{DE112BCF-F2EF-406F-A3E4-7947D93F5927}">
      <dgm:prSet/>
      <dgm:spPr/>
      <dgm:t>
        <a:bodyPr/>
        <a:lstStyle/>
        <a:p>
          <a:endParaRPr lang="en-US"/>
        </a:p>
      </dgm:t>
    </dgm:pt>
    <dgm:pt modelId="{DE90DEC6-FF1B-4945-98A4-3E15FCB19EAF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Regularny feedback </a:t>
          </a:r>
          <a:endParaRPr lang="en-US" dirty="0"/>
        </a:p>
      </dgm:t>
    </dgm:pt>
    <dgm:pt modelId="{F2107368-E0A1-462A-9347-A8A50A49FB78}" type="parTrans" cxnId="{7194D0AF-49CC-4B45-ABBC-7D153CBFB1EA}">
      <dgm:prSet/>
      <dgm:spPr/>
      <dgm:t>
        <a:bodyPr/>
        <a:lstStyle/>
        <a:p>
          <a:endParaRPr lang="en-US"/>
        </a:p>
      </dgm:t>
    </dgm:pt>
    <dgm:pt modelId="{3FFCB022-A0AF-4E5C-8AA5-EFBFAF14F5FB}" type="sibTrans" cxnId="{7194D0AF-49CC-4B45-ABBC-7D153CBFB1EA}">
      <dgm:prSet/>
      <dgm:spPr/>
      <dgm:t>
        <a:bodyPr/>
        <a:lstStyle/>
        <a:p>
          <a:endParaRPr lang="en-US"/>
        </a:p>
      </dgm:t>
    </dgm:pt>
    <dgm:pt modelId="{C46FA3C7-46A5-4DDD-A016-F545C2D0CC9F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transparentność decyzji </a:t>
          </a:r>
          <a:endParaRPr lang="en-US" dirty="0"/>
        </a:p>
      </dgm:t>
    </dgm:pt>
    <dgm:pt modelId="{690E3E36-C308-49C7-8413-BBDD4704D0E7}" type="parTrans" cxnId="{94CB78C1-44C5-4E35-805B-F07C55A27AA8}">
      <dgm:prSet/>
      <dgm:spPr/>
      <dgm:t>
        <a:bodyPr/>
        <a:lstStyle/>
        <a:p>
          <a:endParaRPr lang="en-US"/>
        </a:p>
      </dgm:t>
    </dgm:pt>
    <dgm:pt modelId="{473BE7BD-7F7D-4220-8512-2C68B2BB945D}" type="sibTrans" cxnId="{94CB78C1-44C5-4E35-805B-F07C55A27AA8}">
      <dgm:prSet/>
      <dgm:spPr/>
      <dgm:t>
        <a:bodyPr/>
        <a:lstStyle/>
        <a:p>
          <a:endParaRPr lang="en-US"/>
        </a:p>
      </dgm:t>
    </dgm:pt>
    <dgm:pt modelId="{2D0F210D-492E-4E7D-8EB7-4CE07776B12F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docenianie zarówno indywidualnych, jak i </a:t>
          </a:r>
          <a:r>
            <a:rPr lang="en-US" dirty="0"/>
            <a:t>	</a:t>
          </a:r>
          <a:r>
            <a:rPr lang="pl-PL" dirty="0"/>
            <a:t>zespołowych sukcesów </a:t>
          </a:r>
          <a:endParaRPr lang="en-US" dirty="0"/>
        </a:p>
      </dgm:t>
    </dgm:pt>
    <dgm:pt modelId="{559ABB17-50AB-4943-ACFB-E4788F6813CE}" type="parTrans" cxnId="{28A89D40-4235-4594-B990-FFD5436DFA6B}">
      <dgm:prSet/>
      <dgm:spPr/>
      <dgm:t>
        <a:bodyPr/>
        <a:lstStyle/>
        <a:p>
          <a:endParaRPr lang="en-US"/>
        </a:p>
      </dgm:t>
    </dgm:pt>
    <dgm:pt modelId="{444F1575-8430-45BD-A6F7-A7463DF9EBCE}" type="sibTrans" cxnId="{28A89D40-4235-4594-B990-FFD5436DFA6B}">
      <dgm:prSet/>
      <dgm:spPr/>
      <dgm:t>
        <a:bodyPr/>
        <a:lstStyle/>
        <a:p>
          <a:endParaRPr lang="en-US"/>
        </a:p>
      </dgm:t>
    </dgm:pt>
    <dgm:pt modelId="{D7B575EF-7EF0-4590-B8BC-4AB7A345948D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konsekwencje w przypadku niedotrzymania </a:t>
          </a:r>
          <a:r>
            <a:rPr lang="en-US" dirty="0"/>
            <a:t>	</a:t>
          </a:r>
          <a:r>
            <a:rPr lang="pl-PL" dirty="0"/>
            <a:t>zobowiązań</a:t>
          </a:r>
          <a:endParaRPr lang="en-US" dirty="0"/>
        </a:p>
      </dgm:t>
    </dgm:pt>
    <dgm:pt modelId="{7D8E1E68-DA5F-450A-8EBF-37229D049709}" type="parTrans" cxnId="{AACF5D83-4C1A-4F97-9F38-7A60D99D639E}">
      <dgm:prSet/>
      <dgm:spPr/>
      <dgm:t>
        <a:bodyPr/>
        <a:lstStyle/>
        <a:p>
          <a:endParaRPr lang="en-US"/>
        </a:p>
      </dgm:t>
    </dgm:pt>
    <dgm:pt modelId="{A16941EC-F941-485C-9A46-E28010E5E7E0}" type="sibTrans" cxnId="{AACF5D83-4C1A-4F97-9F38-7A60D99D639E}">
      <dgm:prSet/>
      <dgm:spPr/>
      <dgm:t>
        <a:bodyPr/>
        <a:lstStyle/>
        <a:p>
          <a:endParaRPr lang="en-US"/>
        </a:p>
      </dgm:t>
    </dgm:pt>
    <dgm:pt modelId="{145CC161-2620-467E-9CC9-16D268023025}" type="pres">
      <dgm:prSet presAssocID="{1E98ED9A-159E-498B-9001-FBD3C6326E3B}" presName="linear" presStyleCnt="0">
        <dgm:presLayoutVars>
          <dgm:animLvl val="lvl"/>
          <dgm:resizeHandles val="exact"/>
        </dgm:presLayoutVars>
      </dgm:prSet>
      <dgm:spPr/>
    </dgm:pt>
    <dgm:pt modelId="{5CA562C7-C73B-4B34-9CFF-86DE50179951}" type="pres">
      <dgm:prSet presAssocID="{6D457938-2F43-494A-B20A-AAFCD6F1669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D389E04-4720-44E2-9A3C-4519116F2D1B}" type="pres">
      <dgm:prSet presAssocID="{D5F6DD53-5C2A-4B3D-A847-1386E7048B98}" presName="spacer" presStyleCnt="0"/>
      <dgm:spPr/>
    </dgm:pt>
    <dgm:pt modelId="{8D482E11-55E9-41FF-AB66-1B7D9C78434F}" type="pres">
      <dgm:prSet presAssocID="{65BB5DEA-4962-4C09-8CB4-DC0707CD794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7213113-5A3A-4CA5-A4C3-74F2E81F1857}" type="pres">
      <dgm:prSet presAssocID="{D73F6D5D-C1A4-4FEB-8063-C77C8DDC21FA}" presName="spacer" presStyleCnt="0"/>
      <dgm:spPr/>
    </dgm:pt>
    <dgm:pt modelId="{BD599D89-DEEE-48A9-925F-EF8EC332339B}" type="pres">
      <dgm:prSet presAssocID="{DE90DEC6-FF1B-4945-98A4-3E15FCB19EA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299127E-616A-41CA-91FC-B38AFEDEF452}" type="pres">
      <dgm:prSet presAssocID="{3FFCB022-A0AF-4E5C-8AA5-EFBFAF14F5FB}" presName="spacer" presStyleCnt="0"/>
      <dgm:spPr/>
    </dgm:pt>
    <dgm:pt modelId="{94A2FE7E-A09F-41D7-98DA-9CEFDB9B9DB4}" type="pres">
      <dgm:prSet presAssocID="{C46FA3C7-46A5-4DDD-A016-F545C2D0CC9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948CA07-E61E-4CEC-8C3E-3A79740F3921}" type="pres">
      <dgm:prSet presAssocID="{473BE7BD-7F7D-4220-8512-2C68B2BB945D}" presName="spacer" presStyleCnt="0"/>
      <dgm:spPr/>
    </dgm:pt>
    <dgm:pt modelId="{C931CE3C-BD8F-4334-A781-A77F0D2F2EED}" type="pres">
      <dgm:prSet presAssocID="{2D0F210D-492E-4E7D-8EB7-4CE07776B12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FA16F4C-8860-4953-8B5B-41ABD643EE0B}" type="pres">
      <dgm:prSet presAssocID="{444F1575-8430-45BD-A6F7-A7463DF9EBCE}" presName="spacer" presStyleCnt="0"/>
      <dgm:spPr/>
    </dgm:pt>
    <dgm:pt modelId="{27DCA9A6-255A-40DB-A8C0-AE302B3B6314}" type="pres">
      <dgm:prSet presAssocID="{D7B575EF-7EF0-4590-B8BC-4AB7A345948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82CD624-624E-4497-9477-27D6F03DC8A0}" type="presOf" srcId="{65BB5DEA-4962-4C09-8CB4-DC0707CD7940}" destId="{8D482E11-55E9-41FF-AB66-1B7D9C78434F}" srcOrd="0" destOrd="0" presId="urn:microsoft.com/office/officeart/2005/8/layout/vList2"/>
    <dgm:cxn modelId="{59FBFB28-7136-4C61-B8AD-45743BD8CAEE}" type="presOf" srcId="{2D0F210D-492E-4E7D-8EB7-4CE07776B12F}" destId="{C931CE3C-BD8F-4334-A781-A77F0D2F2EED}" srcOrd="0" destOrd="0" presId="urn:microsoft.com/office/officeart/2005/8/layout/vList2"/>
    <dgm:cxn modelId="{28A89D40-4235-4594-B990-FFD5436DFA6B}" srcId="{1E98ED9A-159E-498B-9001-FBD3C6326E3B}" destId="{2D0F210D-492E-4E7D-8EB7-4CE07776B12F}" srcOrd="4" destOrd="0" parTransId="{559ABB17-50AB-4943-ACFB-E4788F6813CE}" sibTransId="{444F1575-8430-45BD-A6F7-A7463DF9EBCE}"/>
    <dgm:cxn modelId="{103CB062-F82B-4A6A-80B6-A446FD67E8FD}" type="presOf" srcId="{C46FA3C7-46A5-4DDD-A016-F545C2D0CC9F}" destId="{94A2FE7E-A09F-41D7-98DA-9CEFDB9B9DB4}" srcOrd="0" destOrd="0" presId="urn:microsoft.com/office/officeart/2005/8/layout/vList2"/>
    <dgm:cxn modelId="{44A00565-FD6D-4ED4-B1A0-F7CD8251C549}" type="presOf" srcId="{6D457938-2F43-494A-B20A-AAFCD6F16691}" destId="{5CA562C7-C73B-4B34-9CFF-86DE50179951}" srcOrd="0" destOrd="0" presId="urn:microsoft.com/office/officeart/2005/8/layout/vList2"/>
    <dgm:cxn modelId="{AF20EE67-7F2C-43D8-B61A-FD83708546D4}" type="presOf" srcId="{DE90DEC6-FF1B-4945-98A4-3E15FCB19EAF}" destId="{BD599D89-DEEE-48A9-925F-EF8EC332339B}" srcOrd="0" destOrd="0" presId="urn:microsoft.com/office/officeart/2005/8/layout/vList2"/>
    <dgm:cxn modelId="{22017B58-01D9-4F63-AD1D-A6B7DEFF4499}" srcId="{1E98ED9A-159E-498B-9001-FBD3C6326E3B}" destId="{6D457938-2F43-494A-B20A-AAFCD6F16691}" srcOrd="0" destOrd="0" parTransId="{ADCAE843-D560-4454-AAB2-DE517FC31BE1}" sibTransId="{D5F6DD53-5C2A-4B3D-A847-1386E7048B98}"/>
    <dgm:cxn modelId="{AACF5D83-4C1A-4F97-9F38-7A60D99D639E}" srcId="{1E98ED9A-159E-498B-9001-FBD3C6326E3B}" destId="{D7B575EF-7EF0-4590-B8BC-4AB7A345948D}" srcOrd="5" destOrd="0" parTransId="{7D8E1E68-DA5F-450A-8EBF-37229D049709}" sibTransId="{A16941EC-F941-485C-9A46-E28010E5E7E0}"/>
    <dgm:cxn modelId="{38812B9D-0D36-4AE3-A2B1-9757B833AFAB}" type="presOf" srcId="{D7B575EF-7EF0-4590-B8BC-4AB7A345948D}" destId="{27DCA9A6-255A-40DB-A8C0-AE302B3B6314}" srcOrd="0" destOrd="0" presId="urn:microsoft.com/office/officeart/2005/8/layout/vList2"/>
    <dgm:cxn modelId="{7194D0AF-49CC-4B45-ABBC-7D153CBFB1EA}" srcId="{1E98ED9A-159E-498B-9001-FBD3C6326E3B}" destId="{DE90DEC6-FF1B-4945-98A4-3E15FCB19EAF}" srcOrd="2" destOrd="0" parTransId="{F2107368-E0A1-462A-9347-A8A50A49FB78}" sibTransId="{3FFCB022-A0AF-4E5C-8AA5-EFBFAF14F5FB}"/>
    <dgm:cxn modelId="{94CB78C1-44C5-4E35-805B-F07C55A27AA8}" srcId="{1E98ED9A-159E-498B-9001-FBD3C6326E3B}" destId="{C46FA3C7-46A5-4DDD-A016-F545C2D0CC9F}" srcOrd="3" destOrd="0" parTransId="{690E3E36-C308-49C7-8413-BBDD4704D0E7}" sibTransId="{473BE7BD-7F7D-4220-8512-2C68B2BB945D}"/>
    <dgm:cxn modelId="{DE112BCF-F2EF-406F-A3E4-7947D93F5927}" srcId="{1E98ED9A-159E-498B-9001-FBD3C6326E3B}" destId="{65BB5DEA-4962-4C09-8CB4-DC0707CD7940}" srcOrd="1" destOrd="0" parTransId="{EE3344B5-16F2-4B70-B9A1-A3566822B2A2}" sibTransId="{D73F6D5D-C1A4-4FEB-8063-C77C8DDC21FA}"/>
    <dgm:cxn modelId="{AB22EFF8-91F5-425F-A5F5-270BD5585528}" type="presOf" srcId="{1E98ED9A-159E-498B-9001-FBD3C6326E3B}" destId="{145CC161-2620-467E-9CC9-16D268023025}" srcOrd="0" destOrd="0" presId="urn:microsoft.com/office/officeart/2005/8/layout/vList2"/>
    <dgm:cxn modelId="{904A3166-35FD-4425-84CF-734B91FD4861}" type="presParOf" srcId="{145CC161-2620-467E-9CC9-16D268023025}" destId="{5CA562C7-C73B-4B34-9CFF-86DE50179951}" srcOrd="0" destOrd="0" presId="urn:microsoft.com/office/officeart/2005/8/layout/vList2"/>
    <dgm:cxn modelId="{1EC4F002-F621-45CD-B983-ED1355D40AA9}" type="presParOf" srcId="{145CC161-2620-467E-9CC9-16D268023025}" destId="{3D389E04-4720-44E2-9A3C-4519116F2D1B}" srcOrd="1" destOrd="0" presId="urn:microsoft.com/office/officeart/2005/8/layout/vList2"/>
    <dgm:cxn modelId="{A4C3A535-7CEB-47EB-A154-0E619D533F47}" type="presParOf" srcId="{145CC161-2620-467E-9CC9-16D268023025}" destId="{8D482E11-55E9-41FF-AB66-1B7D9C78434F}" srcOrd="2" destOrd="0" presId="urn:microsoft.com/office/officeart/2005/8/layout/vList2"/>
    <dgm:cxn modelId="{5F126318-F0C3-4DE7-8EDF-7E0B7DA5B6A0}" type="presParOf" srcId="{145CC161-2620-467E-9CC9-16D268023025}" destId="{E7213113-5A3A-4CA5-A4C3-74F2E81F1857}" srcOrd="3" destOrd="0" presId="urn:microsoft.com/office/officeart/2005/8/layout/vList2"/>
    <dgm:cxn modelId="{26C6BAB2-3412-4DDD-B296-8C78FB4876EC}" type="presParOf" srcId="{145CC161-2620-467E-9CC9-16D268023025}" destId="{BD599D89-DEEE-48A9-925F-EF8EC332339B}" srcOrd="4" destOrd="0" presId="urn:microsoft.com/office/officeart/2005/8/layout/vList2"/>
    <dgm:cxn modelId="{025FD868-97DC-48A4-9AF3-2311A4255E72}" type="presParOf" srcId="{145CC161-2620-467E-9CC9-16D268023025}" destId="{6299127E-616A-41CA-91FC-B38AFEDEF452}" srcOrd="5" destOrd="0" presId="urn:microsoft.com/office/officeart/2005/8/layout/vList2"/>
    <dgm:cxn modelId="{C69168C4-941E-49BF-9207-E71783E1AB07}" type="presParOf" srcId="{145CC161-2620-467E-9CC9-16D268023025}" destId="{94A2FE7E-A09F-41D7-98DA-9CEFDB9B9DB4}" srcOrd="6" destOrd="0" presId="urn:microsoft.com/office/officeart/2005/8/layout/vList2"/>
    <dgm:cxn modelId="{25108657-F99A-45BF-BA14-179797E0606D}" type="presParOf" srcId="{145CC161-2620-467E-9CC9-16D268023025}" destId="{2948CA07-E61E-4CEC-8C3E-3A79740F3921}" srcOrd="7" destOrd="0" presId="urn:microsoft.com/office/officeart/2005/8/layout/vList2"/>
    <dgm:cxn modelId="{CDE99D2D-9D3D-4FE5-8729-CD2B7D075681}" type="presParOf" srcId="{145CC161-2620-467E-9CC9-16D268023025}" destId="{C931CE3C-BD8F-4334-A781-A77F0D2F2EED}" srcOrd="8" destOrd="0" presId="urn:microsoft.com/office/officeart/2005/8/layout/vList2"/>
    <dgm:cxn modelId="{C23058AD-58FC-4E4A-B7C0-6F8BA2CB7A71}" type="presParOf" srcId="{145CC161-2620-467E-9CC9-16D268023025}" destId="{6FA16F4C-8860-4953-8B5B-41ABD643EE0B}" srcOrd="9" destOrd="0" presId="urn:microsoft.com/office/officeart/2005/8/layout/vList2"/>
    <dgm:cxn modelId="{A3C87400-833E-4107-989E-7EB3684CFD47}" type="presParOf" srcId="{145CC161-2620-467E-9CC9-16D268023025}" destId="{27DCA9A6-255A-40DB-A8C0-AE302B3B631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5585EA0-2D47-4FD0-89AC-17FFFD8172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DD53E12-0C1C-453F-8C1F-601FDE537564}">
      <dgm:prSet/>
      <dgm:spPr/>
      <dgm:t>
        <a:bodyPr/>
        <a:lstStyle/>
        <a:p>
          <a:r>
            <a:rPr lang="pl-PL" b="0" i="0" baseline="0"/>
            <a:t>velocity zespołu (ile funkcjonalności dostarczono w sprincie) </a:t>
          </a:r>
          <a:endParaRPr lang="en-US"/>
        </a:p>
      </dgm:t>
    </dgm:pt>
    <dgm:pt modelId="{74AAEBE4-9DDC-4F89-A009-3F2D75275EF7}" type="parTrans" cxnId="{D6B3B649-185A-45EB-92AB-5EA8B133944D}">
      <dgm:prSet/>
      <dgm:spPr/>
      <dgm:t>
        <a:bodyPr/>
        <a:lstStyle/>
        <a:p>
          <a:endParaRPr lang="en-US"/>
        </a:p>
      </dgm:t>
    </dgm:pt>
    <dgm:pt modelId="{A6D52389-51E2-40D6-9E05-A6668F7F2568}" type="sibTrans" cxnId="{D6B3B649-185A-45EB-92AB-5EA8B133944D}">
      <dgm:prSet/>
      <dgm:spPr/>
      <dgm:t>
        <a:bodyPr/>
        <a:lstStyle/>
        <a:p>
          <a:endParaRPr lang="en-US"/>
        </a:p>
      </dgm:t>
    </dgm:pt>
    <dgm:pt modelId="{C0DFA448-E218-4261-8777-00210DCC8980}">
      <dgm:prSet/>
      <dgm:spPr/>
      <dgm:t>
        <a:bodyPr/>
        <a:lstStyle/>
        <a:p>
          <a:r>
            <a:rPr lang="pl-PL" b="0" i="0" baseline="0"/>
            <a:t>liczba błędów i ich czas naprawy </a:t>
          </a:r>
          <a:endParaRPr lang="en-US"/>
        </a:p>
      </dgm:t>
    </dgm:pt>
    <dgm:pt modelId="{86B3888C-18A0-4003-B316-DD49AD0CEF6B}" type="parTrans" cxnId="{45739329-1C8E-4504-9FFE-87B5FF35A447}">
      <dgm:prSet/>
      <dgm:spPr/>
      <dgm:t>
        <a:bodyPr/>
        <a:lstStyle/>
        <a:p>
          <a:endParaRPr lang="en-US"/>
        </a:p>
      </dgm:t>
    </dgm:pt>
    <dgm:pt modelId="{DEACF065-CDC1-48C9-9450-304169A5D37E}" type="sibTrans" cxnId="{45739329-1C8E-4504-9FFE-87B5FF35A447}">
      <dgm:prSet/>
      <dgm:spPr/>
      <dgm:t>
        <a:bodyPr/>
        <a:lstStyle/>
        <a:p>
          <a:endParaRPr lang="en-US"/>
        </a:p>
      </dgm:t>
    </dgm:pt>
    <dgm:pt modelId="{6F6B333B-B93B-447E-9111-305D5FAC5E52}">
      <dgm:prSet/>
      <dgm:spPr/>
      <dgm:t>
        <a:bodyPr/>
        <a:lstStyle/>
        <a:p>
          <a:r>
            <a:rPr lang="pl-PL" b="0" i="0" baseline="0"/>
            <a:t>terminowość realizacji zadań </a:t>
          </a:r>
          <a:endParaRPr lang="en-US"/>
        </a:p>
      </dgm:t>
    </dgm:pt>
    <dgm:pt modelId="{D5E40340-1321-46CB-98C6-313FAAC30971}" type="parTrans" cxnId="{7CA4675A-FAEC-4DE1-B548-7740CE7FCD80}">
      <dgm:prSet/>
      <dgm:spPr/>
      <dgm:t>
        <a:bodyPr/>
        <a:lstStyle/>
        <a:p>
          <a:endParaRPr lang="en-US"/>
        </a:p>
      </dgm:t>
    </dgm:pt>
    <dgm:pt modelId="{14DD80A6-91BC-45E7-A90B-0013C790BA21}" type="sibTrans" cxnId="{7CA4675A-FAEC-4DE1-B548-7740CE7FCD80}">
      <dgm:prSet/>
      <dgm:spPr/>
      <dgm:t>
        <a:bodyPr/>
        <a:lstStyle/>
        <a:p>
          <a:endParaRPr lang="en-US"/>
        </a:p>
      </dgm:t>
    </dgm:pt>
    <dgm:pt modelId="{20561A2B-0B48-431F-8C22-3EF66F72AAC7}">
      <dgm:prSet/>
      <dgm:spPr/>
      <dgm:t>
        <a:bodyPr/>
        <a:lstStyle/>
        <a:p>
          <a:r>
            <a:rPr lang="pl-PL" b="0" i="0" baseline="0"/>
            <a:t>zaangażowanie członków zespołu </a:t>
          </a:r>
          <a:endParaRPr lang="en-US"/>
        </a:p>
      </dgm:t>
    </dgm:pt>
    <dgm:pt modelId="{DAE2F698-8C7A-43D5-B291-49287A753F2C}" type="parTrans" cxnId="{50DC5376-49C0-4E2C-BB1F-9A52B1A0D7E2}">
      <dgm:prSet/>
      <dgm:spPr/>
      <dgm:t>
        <a:bodyPr/>
        <a:lstStyle/>
        <a:p>
          <a:endParaRPr lang="en-US"/>
        </a:p>
      </dgm:t>
    </dgm:pt>
    <dgm:pt modelId="{BE95E081-C49F-4F1C-AA48-082A1E87B21A}" type="sibTrans" cxnId="{50DC5376-49C0-4E2C-BB1F-9A52B1A0D7E2}">
      <dgm:prSet/>
      <dgm:spPr/>
      <dgm:t>
        <a:bodyPr/>
        <a:lstStyle/>
        <a:p>
          <a:endParaRPr lang="en-US"/>
        </a:p>
      </dgm:t>
    </dgm:pt>
    <dgm:pt modelId="{22DC69C9-311D-446C-B0A1-9DAA27B46F7C}">
      <dgm:prSet/>
      <dgm:spPr/>
      <dgm:t>
        <a:bodyPr/>
        <a:lstStyle/>
        <a:p>
          <a:r>
            <a:rPr lang="pl-PL" b="0" i="0" baseline="0"/>
            <a:t>satysfakcja klienta i interesariuszy </a:t>
          </a:r>
          <a:endParaRPr lang="en-US"/>
        </a:p>
      </dgm:t>
    </dgm:pt>
    <dgm:pt modelId="{22E5505B-90C3-4AE6-9E4C-9705F424A105}" type="parTrans" cxnId="{2EAA0146-47B6-495A-AF9D-F81CC27AB06C}">
      <dgm:prSet/>
      <dgm:spPr/>
      <dgm:t>
        <a:bodyPr/>
        <a:lstStyle/>
        <a:p>
          <a:endParaRPr lang="en-US"/>
        </a:p>
      </dgm:t>
    </dgm:pt>
    <dgm:pt modelId="{A26CA0F5-C157-4078-98D3-2EBCAB8A9992}" type="sibTrans" cxnId="{2EAA0146-47B6-495A-AF9D-F81CC27AB06C}">
      <dgm:prSet/>
      <dgm:spPr/>
      <dgm:t>
        <a:bodyPr/>
        <a:lstStyle/>
        <a:p>
          <a:endParaRPr lang="en-US"/>
        </a:p>
      </dgm:t>
    </dgm:pt>
    <dgm:pt modelId="{6BE074C6-847E-462F-A31B-4CA72E21FD50}" type="pres">
      <dgm:prSet presAssocID="{65585EA0-2D47-4FD0-89AC-17FFFD817275}" presName="linear" presStyleCnt="0">
        <dgm:presLayoutVars>
          <dgm:animLvl val="lvl"/>
          <dgm:resizeHandles val="exact"/>
        </dgm:presLayoutVars>
      </dgm:prSet>
      <dgm:spPr/>
    </dgm:pt>
    <dgm:pt modelId="{9AA48D49-04C0-4C88-9F19-2278CF1EA04D}" type="pres">
      <dgm:prSet presAssocID="{ADD53E12-0C1C-453F-8C1F-601FDE53756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74B3861-5C4A-495D-BCD1-D41E160EC370}" type="pres">
      <dgm:prSet presAssocID="{A6D52389-51E2-40D6-9E05-A6668F7F2568}" presName="spacer" presStyleCnt="0"/>
      <dgm:spPr/>
    </dgm:pt>
    <dgm:pt modelId="{AC9C7799-8C52-4074-860C-AF7BD149DEF5}" type="pres">
      <dgm:prSet presAssocID="{C0DFA448-E218-4261-8777-00210DCC898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B49F89C-5A3E-4A97-B8E1-B4DB0959B2E8}" type="pres">
      <dgm:prSet presAssocID="{DEACF065-CDC1-48C9-9450-304169A5D37E}" presName="spacer" presStyleCnt="0"/>
      <dgm:spPr/>
    </dgm:pt>
    <dgm:pt modelId="{4391667A-96D3-4E97-A00E-915ABBBEA607}" type="pres">
      <dgm:prSet presAssocID="{6F6B333B-B93B-447E-9111-305D5FAC5E5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4FDAE93-98B5-466B-9803-09068E19AB50}" type="pres">
      <dgm:prSet presAssocID="{14DD80A6-91BC-45E7-A90B-0013C790BA21}" presName="spacer" presStyleCnt="0"/>
      <dgm:spPr/>
    </dgm:pt>
    <dgm:pt modelId="{4D08801A-72C6-4C85-9304-CF8C5978A4D9}" type="pres">
      <dgm:prSet presAssocID="{20561A2B-0B48-431F-8C22-3EF66F72AAC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E491258-5165-4724-A909-368DC0288125}" type="pres">
      <dgm:prSet presAssocID="{BE95E081-C49F-4F1C-AA48-082A1E87B21A}" presName="spacer" presStyleCnt="0"/>
      <dgm:spPr/>
    </dgm:pt>
    <dgm:pt modelId="{344D80E1-A303-40B5-A59A-804D06A9A05B}" type="pres">
      <dgm:prSet presAssocID="{22DC69C9-311D-446C-B0A1-9DAA27B46F7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C0ECE0A-8DC6-43C1-A05D-4CD7B21338BA}" type="presOf" srcId="{65585EA0-2D47-4FD0-89AC-17FFFD817275}" destId="{6BE074C6-847E-462F-A31B-4CA72E21FD50}" srcOrd="0" destOrd="0" presId="urn:microsoft.com/office/officeart/2005/8/layout/vList2"/>
    <dgm:cxn modelId="{45739329-1C8E-4504-9FFE-87B5FF35A447}" srcId="{65585EA0-2D47-4FD0-89AC-17FFFD817275}" destId="{C0DFA448-E218-4261-8777-00210DCC8980}" srcOrd="1" destOrd="0" parTransId="{86B3888C-18A0-4003-B316-DD49AD0CEF6B}" sibTransId="{DEACF065-CDC1-48C9-9450-304169A5D37E}"/>
    <dgm:cxn modelId="{7C110635-DF08-4046-B8F3-D424FF16EEE9}" type="presOf" srcId="{C0DFA448-E218-4261-8777-00210DCC8980}" destId="{AC9C7799-8C52-4074-860C-AF7BD149DEF5}" srcOrd="0" destOrd="0" presId="urn:microsoft.com/office/officeart/2005/8/layout/vList2"/>
    <dgm:cxn modelId="{3BDCC041-3F1E-42AD-89EC-A94F6BCC03A3}" type="presOf" srcId="{22DC69C9-311D-446C-B0A1-9DAA27B46F7C}" destId="{344D80E1-A303-40B5-A59A-804D06A9A05B}" srcOrd="0" destOrd="0" presId="urn:microsoft.com/office/officeart/2005/8/layout/vList2"/>
    <dgm:cxn modelId="{2EAA0146-47B6-495A-AF9D-F81CC27AB06C}" srcId="{65585EA0-2D47-4FD0-89AC-17FFFD817275}" destId="{22DC69C9-311D-446C-B0A1-9DAA27B46F7C}" srcOrd="4" destOrd="0" parTransId="{22E5505B-90C3-4AE6-9E4C-9705F424A105}" sibTransId="{A26CA0F5-C157-4078-98D3-2EBCAB8A9992}"/>
    <dgm:cxn modelId="{D6B3B649-185A-45EB-92AB-5EA8B133944D}" srcId="{65585EA0-2D47-4FD0-89AC-17FFFD817275}" destId="{ADD53E12-0C1C-453F-8C1F-601FDE537564}" srcOrd="0" destOrd="0" parTransId="{74AAEBE4-9DDC-4F89-A009-3F2D75275EF7}" sibTransId="{A6D52389-51E2-40D6-9E05-A6668F7F2568}"/>
    <dgm:cxn modelId="{617BB86A-F298-42A1-8F88-F28610201F34}" type="presOf" srcId="{ADD53E12-0C1C-453F-8C1F-601FDE537564}" destId="{9AA48D49-04C0-4C88-9F19-2278CF1EA04D}" srcOrd="0" destOrd="0" presId="urn:microsoft.com/office/officeart/2005/8/layout/vList2"/>
    <dgm:cxn modelId="{50DC5376-49C0-4E2C-BB1F-9A52B1A0D7E2}" srcId="{65585EA0-2D47-4FD0-89AC-17FFFD817275}" destId="{20561A2B-0B48-431F-8C22-3EF66F72AAC7}" srcOrd="3" destOrd="0" parTransId="{DAE2F698-8C7A-43D5-B291-49287A753F2C}" sibTransId="{BE95E081-C49F-4F1C-AA48-082A1E87B21A}"/>
    <dgm:cxn modelId="{7CA4675A-FAEC-4DE1-B548-7740CE7FCD80}" srcId="{65585EA0-2D47-4FD0-89AC-17FFFD817275}" destId="{6F6B333B-B93B-447E-9111-305D5FAC5E52}" srcOrd="2" destOrd="0" parTransId="{D5E40340-1321-46CB-98C6-313FAAC30971}" sibTransId="{14DD80A6-91BC-45E7-A90B-0013C790BA21}"/>
    <dgm:cxn modelId="{B5ABBEA2-D117-4B68-9E0C-02731C64379F}" type="presOf" srcId="{6F6B333B-B93B-447E-9111-305D5FAC5E52}" destId="{4391667A-96D3-4E97-A00E-915ABBBEA607}" srcOrd="0" destOrd="0" presId="urn:microsoft.com/office/officeart/2005/8/layout/vList2"/>
    <dgm:cxn modelId="{D3306CB5-4E91-4718-B106-FAFC0591201C}" type="presOf" srcId="{20561A2B-0B48-431F-8C22-3EF66F72AAC7}" destId="{4D08801A-72C6-4C85-9304-CF8C5978A4D9}" srcOrd="0" destOrd="0" presId="urn:microsoft.com/office/officeart/2005/8/layout/vList2"/>
    <dgm:cxn modelId="{4A3AF01C-0D95-4A96-B782-77FDADD6DCA4}" type="presParOf" srcId="{6BE074C6-847E-462F-A31B-4CA72E21FD50}" destId="{9AA48D49-04C0-4C88-9F19-2278CF1EA04D}" srcOrd="0" destOrd="0" presId="urn:microsoft.com/office/officeart/2005/8/layout/vList2"/>
    <dgm:cxn modelId="{5563BE92-BD5D-412D-9832-C5DFC52BC22E}" type="presParOf" srcId="{6BE074C6-847E-462F-A31B-4CA72E21FD50}" destId="{D74B3861-5C4A-495D-BCD1-D41E160EC370}" srcOrd="1" destOrd="0" presId="urn:microsoft.com/office/officeart/2005/8/layout/vList2"/>
    <dgm:cxn modelId="{44FB870A-DA82-4FEE-B60F-6E99AA802268}" type="presParOf" srcId="{6BE074C6-847E-462F-A31B-4CA72E21FD50}" destId="{AC9C7799-8C52-4074-860C-AF7BD149DEF5}" srcOrd="2" destOrd="0" presId="urn:microsoft.com/office/officeart/2005/8/layout/vList2"/>
    <dgm:cxn modelId="{FCD2771E-D8BC-47AE-BDE5-2FFE496F63F8}" type="presParOf" srcId="{6BE074C6-847E-462F-A31B-4CA72E21FD50}" destId="{7B49F89C-5A3E-4A97-B8E1-B4DB0959B2E8}" srcOrd="3" destOrd="0" presId="urn:microsoft.com/office/officeart/2005/8/layout/vList2"/>
    <dgm:cxn modelId="{9DCF4893-7D1F-424D-AC7B-05897FDA2D9A}" type="presParOf" srcId="{6BE074C6-847E-462F-A31B-4CA72E21FD50}" destId="{4391667A-96D3-4E97-A00E-915ABBBEA607}" srcOrd="4" destOrd="0" presId="urn:microsoft.com/office/officeart/2005/8/layout/vList2"/>
    <dgm:cxn modelId="{EEE5B17C-9616-47AB-9471-430CBD2FD7D0}" type="presParOf" srcId="{6BE074C6-847E-462F-A31B-4CA72E21FD50}" destId="{44FDAE93-98B5-466B-9803-09068E19AB50}" srcOrd="5" destOrd="0" presId="urn:microsoft.com/office/officeart/2005/8/layout/vList2"/>
    <dgm:cxn modelId="{DE05B4F1-BEBE-42EF-BD69-9D31ADB3B50D}" type="presParOf" srcId="{6BE074C6-847E-462F-A31B-4CA72E21FD50}" destId="{4D08801A-72C6-4C85-9304-CF8C5978A4D9}" srcOrd="6" destOrd="0" presId="urn:microsoft.com/office/officeart/2005/8/layout/vList2"/>
    <dgm:cxn modelId="{BA9CB3F4-62F2-401C-8891-CCBB45C09461}" type="presParOf" srcId="{6BE074C6-847E-462F-A31B-4CA72E21FD50}" destId="{9E491258-5165-4724-A909-368DC0288125}" srcOrd="7" destOrd="0" presId="urn:microsoft.com/office/officeart/2005/8/layout/vList2"/>
    <dgm:cxn modelId="{0CBD2318-52A6-4D07-9DC9-F4CFA1A5D75D}" type="presParOf" srcId="{6BE074C6-847E-462F-A31B-4CA72E21FD50}" destId="{344D80E1-A303-40B5-A59A-804D06A9A05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0F0A550-9DDB-4746-B83B-1B3BE893B04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D5D52EF-CF5A-401E-8E0E-B9BCA1C4BAFA}">
      <dgm:prSet/>
      <dgm:spPr/>
      <dgm:t>
        <a:bodyPr/>
        <a:lstStyle/>
        <a:p>
          <a:r>
            <a:rPr lang="pl-PL" b="0" baseline="0"/>
            <a:t>Wyzwania zespołów rozproszonych</a:t>
          </a:r>
          <a:endParaRPr lang="en-US"/>
        </a:p>
      </dgm:t>
    </dgm:pt>
    <dgm:pt modelId="{D4132131-C4B1-4F10-890F-32D08C834C0D}" type="parTrans" cxnId="{B42685BD-EF03-4389-BD20-C9B9707412F4}">
      <dgm:prSet/>
      <dgm:spPr/>
      <dgm:t>
        <a:bodyPr/>
        <a:lstStyle/>
        <a:p>
          <a:endParaRPr lang="en-US"/>
        </a:p>
      </dgm:t>
    </dgm:pt>
    <dgm:pt modelId="{0FCFE854-90A0-4CE7-9389-55695BAFFB04}" type="sibTrans" cxnId="{B42685BD-EF03-4389-BD20-C9B9707412F4}">
      <dgm:prSet/>
      <dgm:spPr/>
      <dgm:t>
        <a:bodyPr/>
        <a:lstStyle/>
        <a:p>
          <a:endParaRPr lang="en-US"/>
        </a:p>
      </dgm:t>
    </dgm:pt>
    <dgm:pt modelId="{1ABF268D-ABCB-4A40-81AB-BFE75BD25066}">
      <dgm:prSet/>
      <dgm:spPr/>
      <dgm:t>
        <a:bodyPr/>
        <a:lstStyle/>
        <a:p>
          <a:r>
            <a:rPr lang="pl-PL" b="0" baseline="0"/>
            <a:t>różne strefy czasowe</a:t>
          </a:r>
          <a:endParaRPr lang="en-US"/>
        </a:p>
      </dgm:t>
    </dgm:pt>
    <dgm:pt modelId="{1D771311-576D-49E6-9DEF-1DF67A496ECA}" type="parTrans" cxnId="{0BFA7EC7-287C-4212-ACAC-47E7B459E5CF}">
      <dgm:prSet/>
      <dgm:spPr/>
      <dgm:t>
        <a:bodyPr/>
        <a:lstStyle/>
        <a:p>
          <a:endParaRPr lang="en-US"/>
        </a:p>
      </dgm:t>
    </dgm:pt>
    <dgm:pt modelId="{2F352556-CAC5-497E-AF71-0CA0B8000A9B}" type="sibTrans" cxnId="{0BFA7EC7-287C-4212-ACAC-47E7B459E5CF}">
      <dgm:prSet/>
      <dgm:spPr/>
      <dgm:t>
        <a:bodyPr/>
        <a:lstStyle/>
        <a:p>
          <a:endParaRPr lang="en-US"/>
        </a:p>
      </dgm:t>
    </dgm:pt>
    <dgm:pt modelId="{6298F686-739A-4F8D-9C05-C6F9182AD3DC}">
      <dgm:prSet/>
      <dgm:spPr/>
      <dgm:t>
        <a:bodyPr/>
        <a:lstStyle/>
        <a:p>
          <a:r>
            <a:rPr lang="pl-PL" b="0" baseline="0"/>
            <a:t>brak kontaktu face-to-face</a:t>
          </a:r>
          <a:endParaRPr lang="en-US"/>
        </a:p>
      </dgm:t>
    </dgm:pt>
    <dgm:pt modelId="{129CACF7-F56D-4E00-860E-2BBBC387E068}" type="parTrans" cxnId="{28CE0933-9D79-4E0B-8298-940EBD68E391}">
      <dgm:prSet/>
      <dgm:spPr/>
      <dgm:t>
        <a:bodyPr/>
        <a:lstStyle/>
        <a:p>
          <a:endParaRPr lang="en-US"/>
        </a:p>
      </dgm:t>
    </dgm:pt>
    <dgm:pt modelId="{F94782A1-D9AB-43DA-BE39-52D990186077}" type="sibTrans" cxnId="{28CE0933-9D79-4E0B-8298-940EBD68E391}">
      <dgm:prSet/>
      <dgm:spPr/>
      <dgm:t>
        <a:bodyPr/>
        <a:lstStyle/>
        <a:p>
          <a:endParaRPr lang="en-US"/>
        </a:p>
      </dgm:t>
    </dgm:pt>
    <dgm:pt modelId="{4D147C62-494B-4041-9D6C-05A580F2F4C3}">
      <dgm:prSet/>
      <dgm:spPr/>
      <dgm:t>
        <a:bodyPr/>
        <a:lstStyle/>
        <a:p>
          <a:r>
            <a:rPr lang="pl-PL" b="0" baseline="0"/>
            <a:t>utrudniona komunikacja i współpraca</a:t>
          </a:r>
          <a:endParaRPr lang="en-US"/>
        </a:p>
      </dgm:t>
    </dgm:pt>
    <dgm:pt modelId="{3788B9CB-B265-4EC5-9962-7AC01C756958}" type="parTrans" cxnId="{B5C43F47-0200-421C-B7CF-D6512D4C2611}">
      <dgm:prSet/>
      <dgm:spPr/>
      <dgm:t>
        <a:bodyPr/>
        <a:lstStyle/>
        <a:p>
          <a:endParaRPr lang="en-US"/>
        </a:p>
      </dgm:t>
    </dgm:pt>
    <dgm:pt modelId="{63724BB0-37B6-44B1-8D88-325605424B2B}" type="sibTrans" cxnId="{B5C43F47-0200-421C-B7CF-D6512D4C2611}">
      <dgm:prSet/>
      <dgm:spPr/>
      <dgm:t>
        <a:bodyPr/>
        <a:lstStyle/>
        <a:p>
          <a:endParaRPr lang="en-US"/>
        </a:p>
      </dgm:t>
    </dgm:pt>
    <dgm:pt modelId="{8C235B3F-4E7D-4820-A177-37604D2DB0A9}">
      <dgm:prSet/>
      <dgm:spPr/>
      <dgm:t>
        <a:bodyPr/>
        <a:lstStyle/>
        <a:p>
          <a:r>
            <a:rPr lang="pl-PL" b="0" baseline="0"/>
            <a:t>ryzyko poczucia izolacji członków zespołu</a:t>
          </a:r>
          <a:endParaRPr lang="en-US"/>
        </a:p>
      </dgm:t>
    </dgm:pt>
    <dgm:pt modelId="{FA1166DA-C48C-4DA5-B06D-E087ABDC31FF}" type="parTrans" cxnId="{F8111581-AAD4-466D-8ADF-FD25375AD57D}">
      <dgm:prSet/>
      <dgm:spPr/>
      <dgm:t>
        <a:bodyPr/>
        <a:lstStyle/>
        <a:p>
          <a:endParaRPr lang="en-US"/>
        </a:p>
      </dgm:t>
    </dgm:pt>
    <dgm:pt modelId="{C714A269-FBD8-4F7D-8F65-653BA4945A9E}" type="sibTrans" cxnId="{F8111581-AAD4-466D-8ADF-FD25375AD57D}">
      <dgm:prSet/>
      <dgm:spPr/>
      <dgm:t>
        <a:bodyPr/>
        <a:lstStyle/>
        <a:p>
          <a:endParaRPr lang="en-US"/>
        </a:p>
      </dgm:t>
    </dgm:pt>
    <dgm:pt modelId="{A2676D80-47BE-4A14-B71E-D266DAF7E810}" type="pres">
      <dgm:prSet presAssocID="{50F0A550-9DDB-4746-B83B-1B3BE893B049}" presName="outerComposite" presStyleCnt="0">
        <dgm:presLayoutVars>
          <dgm:chMax val="5"/>
          <dgm:dir/>
          <dgm:resizeHandles val="exact"/>
        </dgm:presLayoutVars>
      </dgm:prSet>
      <dgm:spPr/>
    </dgm:pt>
    <dgm:pt modelId="{09FF13B1-D584-4A47-A721-2AE497AC5819}" type="pres">
      <dgm:prSet presAssocID="{50F0A550-9DDB-4746-B83B-1B3BE893B049}" presName="dummyMaxCanvas" presStyleCnt="0">
        <dgm:presLayoutVars/>
      </dgm:prSet>
      <dgm:spPr/>
    </dgm:pt>
    <dgm:pt modelId="{BB5EE947-AF27-4F6A-86A5-D1DF4D45F433}" type="pres">
      <dgm:prSet presAssocID="{50F0A550-9DDB-4746-B83B-1B3BE893B049}" presName="FiveNodes_1" presStyleLbl="node1" presStyleIdx="0" presStyleCnt="5">
        <dgm:presLayoutVars>
          <dgm:bulletEnabled val="1"/>
        </dgm:presLayoutVars>
      </dgm:prSet>
      <dgm:spPr/>
    </dgm:pt>
    <dgm:pt modelId="{7D358BFB-D8B3-4A76-B466-50336CB69791}" type="pres">
      <dgm:prSet presAssocID="{50F0A550-9DDB-4746-B83B-1B3BE893B049}" presName="FiveNodes_2" presStyleLbl="node1" presStyleIdx="1" presStyleCnt="5">
        <dgm:presLayoutVars>
          <dgm:bulletEnabled val="1"/>
        </dgm:presLayoutVars>
      </dgm:prSet>
      <dgm:spPr/>
    </dgm:pt>
    <dgm:pt modelId="{964CBF5A-56C7-41D6-9028-1D0178C038F4}" type="pres">
      <dgm:prSet presAssocID="{50F0A550-9DDB-4746-B83B-1B3BE893B049}" presName="FiveNodes_3" presStyleLbl="node1" presStyleIdx="2" presStyleCnt="5">
        <dgm:presLayoutVars>
          <dgm:bulletEnabled val="1"/>
        </dgm:presLayoutVars>
      </dgm:prSet>
      <dgm:spPr/>
    </dgm:pt>
    <dgm:pt modelId="{C0EB9D1F-050F-4352-B12F-F95AECB5F404}" type="pres">
      <dgm:prSet presAssocID="{50F0A550-9DDB-4746-B83B-1B3BE893B049}" presName="FiveNodes_4" presStyleLbl="node1" presStyleIdx="3" presStyleCnt="5">
        <dgm:presLayoutVars>
          <dgm:bulletEnabled val="1"/>
        </dgm:presLayoutVars>
      </dgm:prSet>
      <dgm:spPr/>
    </dgm:pt>
    <dgm:pt modelId="{A3F86FF0-17E5-4B10-AABE-5DB000C3BC6A}" type="pres">
      <dgm:prSet presAssocID="{50F0A550-9DDB-4746-B83B-1B3BE893B049}" presName="FiveNodes_5" presStyleLbl="node1" presStyleIdx="4" presStyleCnt="5">
        <dgm:presLayoutVars>
          <dgm:bulletEnabled val="1"/>
        </dgm:presLayoutVars>
      </dgm:prSet>
      <dgm:spPr/>
    </dgm:pt>
    <dgm:pt modelId="{20B37F32-70DB-470F-BC1D-3979E9F1D177}" type="pres">
      <dgm:prSet presAssocID="{50F0A550-9DDB-4746-B83B-1B3BE893B049}" presName="FiveConn_1-2" presStyleLbl="fgAccFollowNode1" presStyleIdx="0" presStyleCnt="4">
        <dgm:presLayoutVars>
          <dgm:bulletEnabled val="1"/>
        </dgm:presLayoutVars>
      </dgm:prSet>
      <dgm:spPr/>
    </dgm:pt>
    <dgm:pt modelId="{A4FD7410-7B5D-468C-B4CA-02754B29716E}" type="pres">
      <dgm:prSet presAssocID="{50F0A550-9DDB-4746-B83B-1B3BE893B049}" presName="FiveConn_2-3" presStyleLbl="fgAccFollowNode1" presStyleIdx="1" presStyleCnt="4">
        <dgm:presLayoutVars>
          <dgm:bulletEnabled val="1"/>
        </dgm:presLayoutVars>
      </dgm:prSet>
      <dgm:spPr/>
    </dgm:pt>
    <dgm:pt modelId="{4D5879DF-5982-4AED-986F-77B4CD1C80C8}" type="pres">
      <dgm:prSet presAssocID="{50F0A550-9DDB-4746-B83B-1B3BE893B049}" presName="FiveConn_3-4" presStyleLbl="fgAccFollowNode1" presStyleIdx="2" presStyleCnt="4">
        <dgm:presLayoutVars>
          <dgm:bulletEnabled val="1"/>
        </dgm:presLayoutVars>
      </dgm:prSet>
      <dgm:spPr/>
    </dgm:pt>
    <dgm:pt modelId="{88620CD2-0F5B-4B06-A718-D52E00A3633C}" type="pres">
      <dgm:prSet presAssocID="{50F0A550-9DDB-4746-B83B-1B3BE893B049}" presName="FiveConn_4-5" presStyleLbl="fgAccFollowNode1" presStyleIdx="3" presStyleCnt="4">
        <dgm:presLayoutVars>
          <dgm:bulletEnabled val="1"/>
        </dgm:presLayoutVars>
      </dgm:prSet>
      <dgm:spPr/>
    </dgm:pt>
    <dgm:pt modelId="{8FD81DBB-E30C-4EC4-AED1-E4EC8C47B472}" type="pres">
      <dgm:prSet presAssocID="{50F0A550-9DDB-4746-B83B-1B3BE893B049}" presName="FiveNodes_1_text" presStyleLbl="node1" presStyleIdx="4" presStyleCnt="5">
        <dgm:presLayoutVars>
          <dgm:bulletEnabled val="1"/>
        </dgm:presLayoutVars>
      </dgm:prSet>
      <dgm:spPr/>
    </dgm:pt>
    <dgm:pt modelId="{4E4C121C-A39E-4DF4-B702-A06ED6BF729B}" type="pres">
      <dgm:prSet presAssocID="{50F0A550-9DDB-4746-B83B-1B3BE893B049}" presName="FiveNodes_2_text" presStyleLbl="node1" presStyleIdx="4" presStyleCnt="5">
        <dgm:presLayoutVars>
          <dgm:bulletEnabled val="1"/>
        </dgm:presLayoutVars>
      </dgm:prSet>
      <dgm:spPr/>
    </dgm:pt>
    <dgm:pt modelId="{CF0F76BD-A092-41D4-A69C-45E685A4089B}" type="pres">
      <dgm:prSet presAssocID="{50F0A550-9DDB-4746-B83B-1B3BE893B049}" presName="FiveNodes_3_text" presStyleLbl="node1" presStyleIdx="4" presStyleCnt="5">
        <dgm:presLayoutVars>
          <dgm:bulletEnabled val="1"/>
        </dgm:presLayoutVars>
      </dgm:prSet>
      <dgm:spPr/>
    </dgm:pt>
    <dgm:pt modelId="{D39EAFFB-54D2-40EA-9EC3-1A5EFDF9AA52}" type="pres">
      <dgm:prSet presAssocID="{50F0A550-9DDB-4746-B83B-1B3BE893B049}" presName="FiveNodes_4_text" presStyleLbl="node1" presStyleIdx="4" presStyleCnt="5">
        <dgm:presLayoutVars>
          <dgm:bulletEnabled val="1"/>
        </dgm:presLayoutVars>
      </dgm:prSet>
      <dgm:spPr/>
    </dgm:pt>
    <dgm:pt modelId="{067BAD3C-89EC-4557-802F-20E7438D382C}" type="pres">
      <dgm:prSet presAssocID="{50F0A550-9DDB-4746-B83B-1B3BE893B04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142F213-2876-4ABC-BD81-B26BF3B3C42A}" type="presOf" srcId="{0FCFE854-90A0-4CE7-9389-55695BAFFB04}" destId="{20B37F32-70DB-470F-BC1D-3979E9F1D177}" srcOrd="0" destOrd="0" presId="urn:microsoft.com/office/officeart/2005/8/layout/vProcess5"/>
    <dgm:cxn modelId="{53F87420-76C0-497E-BE6D-46D04CFC3DF7}" type="presOf" srcId="{6298F686-739A-4F8D-9C05-C6F9182AD3DC}" destId="{CF0F76BD-A092-41D4-A69C-45E685A4089B}" srcOrd="1" destOrd="0" presId="urn:microsoft.com/office/officeart/2005/8/layout/vProcess5"/>
    <dgm:cxn modelId="{BC55B622-41B8-4EFB-97F6-5B28CE723E86}" type="presOf" srcId="{63724BB0-37B6-44B1-8D88-325605424B2B}" destId="{88620CD2-0F5B-4B06-A718-D52E00A3633C}" srcOrd="0" destOrd="0" presId="urn:microsoft.com/office/officeart/2005/8/layout/vProcess5"/>
    <dgm:cxn modelId="{13A23C28-E962-4992-B253-AA6EB34130E2}" type="presOf" srcId="{8C235B3F-4E7D-4820-A177-37604D2DB0A9}" destId="{067BAD3C-89EC-4557-802F-20E7438D382C}" srcOrd="1" destOrd="0" presId="urn:microsoft.com/office/officeart/2005/8/layout/vProcess5"/>
    <dgm:cxn modelId="{B4560E2C-6237-465F-959A-7C688A796133}" type="presOf" srcId="{6298F686-739A-4F8D-9C05-C6F9182AD3DC}" destId="{964CBF5A-56C7-41D6-9028-1D0178C038F4}" srcOrd="0" destOrd="0" presId="urn:microsoft.com/office/officeart/2005/8/layout/vProcess5"/>
    <dgm:cxn modelId="{28CE0933-9D79-4E0B-8298-940EBD68E391}" srcId="{50F0A550-9DDB-4746-B83B-1B3BE893B049}" destId="{6298F686-739A-4F8D-9C05-C6F9182AD3DC}" srcOrd="2" destOrd="0" parTransId="{129CACF7-F56D-4E00-860E-2BBBC387E068}" sibTransId="{F94782A1-D9AB-43DA-BE39-52D990186077}"/>
    <dgm:cxn modelId="{6380893B-920E-4B59-AA7C-D66E7965EED3}" type="presOf" srcId="{9D5D52EF-CF5A-401E-8E0E-B9BCA1C4BAFA}" destId="{8FD81DBB-E30C-4EC4-AED1-E4EC8C47B472}" srcOrd="1" destOrd="0" presId="urn:microsoft.com/office/officeart/2005/8/layout/vProcess5"/>
    <dgm:cxn modelId="{7E82D73E-F829-474B-AD2A-3801BE6E53C9}" type="presOf" srcId="{9D5D52EF-CF5A-401E-8E0E-B9BCA1C4BAFA}" destId="{BB5EE947-AF27-4F6A-86A5-D1DF4D45F433}" srcOrd="0" destOrd="0" presId="urn:microsoft.com/office/officeart/2005/8/layout/vProcess5"/>
    <dgm:cxn modelId="{B5C43F47-0200-421C-B7CF-D6512D4C2611}" srcId="{50F0A550-9DDB-4746-B83B-1B3BE893B049}" destId="{4D147C62-494B-4041-9D6C-05A580F2F4C3}" srcOrd="3" destOrd="0" parTransId="{3788B9CB-B265-4EC5-9962-7AC01C756958}" sibTransId="{63724BB0-37B6-44B1-8D88-325605424B2B}"/>
    <dgm:cxn modelId="{F8111581-AAD4-466D-8ADF-FD25375AD57D}" srcId="{50F0A550-9DDB-4746-B83B-1B3BE893B049}" destId="{8C235B3F-4E7D-4820-A177-37604D2DB0A9}" srcOrd="4" destOrd="0" parTransId="{FA1166DA-C48C-4DA5-B06D-E087ABDC31FF}" sibTransId="{C714A269-FBD8-4F7D-8F65-653BA4945A9E}"/>
    <dgm:cxn modelId="{F2ADB898-0E88-4F60-9FFC-58F45D49E40D}" type="presOf" srcId="{1ABF268D-ABCB-4A40-81AB-BFE75BD25066}" destId="{4E4C121C-A39E-4DF4-B702-A06ED6BF729B}" srcOrd="1" destOrd="0" presId="urn:microsoft.com/office/officeart/2005/8/layout/vProcess5"/>
    <dgm:cxn modelId="{86A5529D-4C54-4B26-B898-5360C6CF1626}" type="presOf" srcId="{8C235B3F-4E7D-4820-A177-37604D2DB0A9}" destId="{A3F86FF0-17E5-4B10-AABE-5DB000C3BC6A}" srcOrd="0" destOrd="0" presId="urn:microsoft.com/office/officeart/2005/8/layout/vProcess5"/>
    <dgm:cxn modelId="{8245C19D-C55B-483A-90D1-DA9C4A85785E}" type="presOf" srcId="{2F352556-CAC5-497E-AF71-0CA0B8000A9B}" destId="{A4FD7410-7B5D-468C-B4CA-02754B29716E}" srcOrd="0" destOrd="0" presId="urn:microsoft.com/office/officeart/2005/8/layout/vProcess5"/>
    <dgm:cxn modelId="{4C87449F-8F9B-4F69-9C3A-A3D69EE32ED1}" type="presOf" srcId="{4D147C62-494B-4041-9D6C-05A580F2F4C3}" destId="{C0EB9D1F-050F-4352-B12F-F95AECB5F404}" srcOrd="0" destOrd="0" presId="urn:microsoft.com/office/officeart/2005/8/layout/vProcess5"/>
    <dgm:cxn modelId="{910BF4A9-9B8D-4DAE-9E1C-B32C34709585}" type="presOf" srcId="{1ABF268D-ABCB-4A40-81AB-BFE75BD25066}" destId="{7D358BFB-D8B3-4A76-B466-50336CB69791}" srcOrd="0" destOrd="0" presId="urn:microsoft.com/office/officeart/2005/8/layout/vProcess5"/>
    <dgm:cxn modelId="{86D8C6AC-CADA-40AA-8FBC-D89A2E76E9BE}" type="presOf" srcId="{F94782A1-D9AB-43DA-BE39-52D990186077}" destId="{4D5879DF-5982-4AED-986F-77B4CD1C80C8}" srcOrd="0" destOrd="0" presId="urn:microsoft.com/office/officeart/2005/8/layout/vProcess5"/>
    <dgm:cxn modelId="{B42685BD-EF03-4389-BD20-C9B9707412F4}" srcId="{50F0A550-9DDB-4746-B83B-1B3BE893B049}" destId="{9D5D52EF-CF5A-401E-8E0E-B9BCA1C4BAFA}" srcOrd="0" destOrd="0" parTransId="{D4132131-C4B1-4F10-890F-32D08C834C0D}" sibTransId="{0FCFE854-90A0-4CE7-9389-55695BAFFB04}"/>
    <dgm:cxn modelId="{0BFA7EC7-287C-4212-ACAC-47E7B459E5CF}" srcId="{50F0A550-9DDB-4746-B83B-1B3BE893B049}" destId="{1ABF268D-ABCB-4A40-81AB-BFE75BD25066}" srcOrd="1" destOrd="0" parTransId="{1D771311-576D-49E6-9DEF-1DF67A496ECA}" sibTransId="{2F352556-CAC5-497E-AF71-0CA0B8000A9B}"/>
    <dgm:cxn modelId="{D4274FE9-F496-4BE3-B3CB-C17ED5BC5133}" type="presOf" srcId="{50F0A550-9DDB-4746-B83B-1B3BE893B049}" destId="{A2676D80-47BE-4A14-B71E-D266DAF7E810}" srcOrd="0" destOrd="0" presId="urn:microsoft.com/office/officeart/2005/8/layout/vProcess5"/>
    <dgm:cxn modelId="{149FB2F1-6F94-43A9-8587-A5F106B30CBC}" type="presOf" srcId="{4D147C62-494B-4041-9D6C-05A580F2F4C3}" destId="{D39EAFFB-54D2-40EA-9EC3-1A5EFDF9AA52}" srcOrd="1" destOrd="0" presId="urn:microsoft.com/office/officeart/2005/8/layout/vProcess5"/>
    <dgm:cxn modelId="{ABEFB584-241D-4B86-9983-EBF792F224D8}" type="presParOf" srcId="{A2676D80-47BE-4A14-B71E-D266DAF7E810}" destId="{09FF13B1-D584-4A47-A721-2AE497AC5819}" srcOrd="0" destOrd="0" presId="urn:microsoft.com/office/officeart/2005/8/layout/vProcess5"/>
    <dgm:cxn modelId="{549F771D-B3D1-4FB8-BC05-B5CCED5FE536}" type="presParOf" srcId="{A2676D80-47BE-4A14-B71E-D266DAF7E810}" destId="{BB5EE947-AF27-4F6A-86A5-D1DF4D45F433}" srcOrd="1" destOrd="0" presId="urn:microsoft.com/office/officeart/2005/8/layout/vProcess5"/>
    <dgm:cxn modelId="{9913513F-AF80-4E52-9D44-55763DF3F1F9}" type="presParOf" srcId="{A2676D80-47BE-4A14-B71E-D266DAF7E810}" destId="{7D358BFB-D8B3-4A76-B466-50336CB69791}" srcOrd="2" destOrd="0" presId="urn:microsoft.com/office/officeart/2005/8/layout/vProcess5"/>
    <dgm:cxn modelId="{9206929D-1910-4F14-A1BD-45F0406801C4}" type="presParOf" srcId="{A2676D80-47BE-4A14-B71E-D266DAF7E810}" destId="{964CBF5A-56C7-41D6-9028-1D0178C038F4}" srcOrd="3" destOrd="0" presId="urn:microsoft.com/office/officeart/2005/8/layout/vProcess5"/>
    <dgm:cxn modelId="{77BA25C7-BF9B-4934-A853-C14A72953D8C}" type="presParOf" srcId="{A2676D80-47BE-4A14-B71E-D266DAF7E810}" destId="{C0EB9D1F-050F-4352-B12F-F95AECB5F404}" srcOrd="4" destOrd="0" presId="urn:microsoft.com/office/officeart/2005/8/layout/vProcess5"/>
    <dgm:cxn modelId="{903F9BC9-2FDB-4C70-9DF6-CD2EA5E68510}" type="presParOf" srcId="{A2676D80-47BE-4A14-B71E-D266DAF7E810}" destId="{A3F86FF0-17E5-4B10-AABE-5DB000C3BC6A}" srcOrd="5" destOrd="0" presId="urn:microsoft.com/office/officeart/2005/8/layout/vProcess5"/>
    <dgm:cxn modelId="{C567013A-3BA2-43DB-A21C-AFC6F22C8E00}" type="presParOf" srcId="{A2676D80-47BE-4A14-B71E-D266DAF7E810}" destId="{20B37F32-70DB-470F-BC1D-3979E9F1D177}" srcOrd="6" destOrd="0" presId="urn:microsoft.com/office/officeart/2005/8/layout/vProcess5"/>
    <dgm:cxn modelId="{A67EE98C-76AE-4074-A027-3E734B5F6999}" type="presParOf" srcId="{A2676D80-47BE-4A14-B71E-D266DAF7E810}" destId="{A4FD7410-7B5D-468C-B4CA-02754B29716E}" srcOrd="7" destOrd="0" presId="urn:microsoft.com/office/officeart/2005/8/layout/vProcess5"/>
    <dgm:cxn modelId="{160AAAA4-4722-4C8C-8298-31E501568349}" type="presParOf" srcId="{A2676D80-47BE-4A14-B71E-D266DAF7E810}" destId="{4D5879DF-5982-4AED-986F-77B4CD1C80C8}" srcOrd="8" destOrd="0" presId="urn:microsoft.com/office/officeart/2005/8/layout/vProcess5"/>
    <dgm:cxn modelId="{B8C15848-9768-4A8C-B51B-BB4726D2B9E9}" type="presParOf" srcId="{A2676D80-47BE-4A14-B71E-D266DAF7E810}" destId="{88620CD2-0F5B-4B06-A718-D52E00A3633C}" srcOrd="9" destOrd="0" presId="urn:microsoft.com/office/officeart/2005/8/layout/vProcess5"/>
    <dgm:cxn modelId="{A80FE52F-12AB-453B-945C-39606264E4EF}" type="presParOf" srcId="{A2676D80-47BE-4A14-B71E-D266DAF7E810}" destId="{8FD81DBB-E30C-4EC4-AED1-E4EC8C47B472}" srcOrd="10" destOrd="0" presId="urn:microsoft.com/office/officeart/2005/8/layout/vProcess5"/>
    <dgm:cxn modelId="{A71D52DE-53C5-4F01-A8DD-8DBF697B9758}" type="presParOf" srcId="{A2676D80-47BE-4A14-B71E-D266DAF7E810}" destId="{4E4C121C-A39E-4DF4-B702-A06ED6BF729B}" srcOrd="11" destOrd="0" presId="urn:microsoft.com/office/officeart/2005/8/layout/vProcess5"/>
    <dgm:cxn modelId="{1DA255CD-81AC-4E4A-976F-EB21E3B4F2FE}" type="presParOf" srcId="{A2676D80-47BE-4A14-B71E-D266DAF7E810}" destId="{CF0F76BD-A092-41D4-A69C-45E685A4089B}" srcOrd="12" destOrd="0" presId="urn:microsoft.com/office/officeart/2005/8/layout/vProcess5"/>
    <dgm:cxn modelId="{2EB5CB0C-E6E3-48AB-8DCC-4DD8E7EA2BB8}" type="presParOf" srcId="{A2676D80-47BE-4A14-B71E-D266DAF7E810}" destId="{D39EAFFB-54D2-40EA-9EC3-1A5EFDF9AA52}" srcOrd="13" destOrd="0" presId="urn:microsoft.com/office/officeart/2005/8/layout/vProcess5"/>
    <dgm:cxn modelId="{4AA9EE02-5318-4AC8-A01B-1ECD39B8C404}" type="presParOf" srcId="{A2676D80-47BE-4A14-B71E-D266DAF7E810}" destId="{067BAD3C-89EC-4557-802F-20E7438D382C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80638F6-D7D9-4AAF-B6F5-D80BE837F1D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1BCDE4-5DC1-4C3A-91FC-722C00B78A19}">
      <dgm:prSet custT="1"/>
      <dgm:spPr/>
      <dgm:t>
        <a:bodyPr/>
        <a:lstStyle/>
        <a:p>
          <a:r>
            <a:rPr lang="pl-PL" sz="1000" b="0" i="0" baseline="0" dirty="0"/>
            <a:t>PMO (Project Management Office) </a:t>
          </a:r>
          <a:r>
            <a:rPr lang="en-US" sz="1000" b="0" i="0" baseline="0" dirty="0"/>
            <a:t>-</a:t>
          </a:r>
          <a:r>
            <a:rPr lang="pl-PL" sz="1000" b="0" i="0" baseline="0" dirty="0"/>
            <a:t> centralny nadzór projektów </a:t>
          </a:r>
          <a:endParaRPr lang="en-US" sz="1000" dirty="0"/>
        </a:p>
      </dgm:t>
    </dgm:pt>
    <dgm:pt modelId="{A54E5E34-DA86-472B-9CC3-823C5A4FDB42}" type="parTrans" cxnId="{F0E2E3DE-8D22-4EEA-A353-045D137A82AC}">
      <dgm:prSet/>
      <dgm:spPr/>
      <dgm:t>
        <a:bodyPr/>
        <a:lstStyle/>
        <a:p>
          <a:endParaRPr lang="en-US"/>
        </a:p>
      </dgm:t>
    </dgm:pt>
    <dgm:pt modelId="{3E112891-7BED-43F3-86D0-703966A01F03}" type="sibTrans" cxnId="{F0E2E3DE-8D22-4EEA-A353-045D137A82AC}">
      <dgm:prSet/>
      <dgm:spPr/>
      <dgm:t>
        <a:bodyPr/>
        <a:lstStyle/>
        <a:p>
          <a:endParaRPr lang="en-US"/>
        </a:p>
      </dgm:t>
    </dgm:pt>
    <dgm:pt modelId="{D594EFE1-88AC-4F52-B577-F057C765F2D2}">
      <dgm:prSet custT="1"/>
      <dgm:spPr/>
      <dgm:t>
        <a:bodyPr/>
        <a:lstStyle/>
        <a:p>
          <a:r>
            <a:rPr lang="pl-PL" sz="1000" b="0" i="0" baseline="0" dirty="0"/>
            <a:t>Kierowników projektów </a:t>
          </a:r>
          <a:r>
            <a:rPr lang="en-US" sz="1000" b="0" i="0" baseline="0" dirty="0"/>
            <a:t>-</a:t>
          </a:r>
          <a:r>
            <a:rPr lang="pl-PL" sz="1000" b="0" i="0" baseline="0" dirty="0"/>
            <a:t> odpowiedzialni za realizację projektów </a:t>
          </a:r>
          <a:endParaRPr lang="en-US" sz="1000" dirty="0"/>
        </a:p>
      </dgm:t>
    </dgm:pt>
    <dgm:pt modelId="{4B985868-5422-44E8-8BB9-AB0A60B0A408}" type="parTrans" cxnId="{8B5DF292-82FF-4077-A96F-A46ED4009D6A}">
      <dgm:prSet/>
      <dgm:spPr/>
      <dgm:t>
        <a:bodyPr/>
        <a:lstStyle/>
        <a:p>
          <a:endParaRPr lang="en-US"/>
        </a:p>
      </dgm:t>
    </dgm:pt>
    <dgm:pt modelId="{6BD2372C-B568-4230-A03B-A92D054E9326}" type="sibTrans" cxnId="{8B5DF292-82FF-4077-A96F-A46ED4009D6A}">
      <dgm:prSet/>
      <dgm:spPr/>
      <dgm:t>
        <a:bodyPr/>
        <a:lstStyle/>
        <a:p>
          <a:endParaRPr lang="en-US"/>
        </a:p>
      </dgm:t>
    </dgm:pt>
    <dgm:pt modelId="{C84BEBD5-53F1-40EC-A02C-5E90E53FC900}">
      <dgm:prSet custT="1"/>
      <dgm:spPr/>
      <dgm:t>
        <a:bodyPr/>
        <a:lstStyle/>
        <a:p>
          <a:r>
            <a:rPr lang="pl-PL" sz="1000" b="0" i="0" baseline="0" dirty="0"/>
            <a:t>Wspólne zasoby </a:t>
          </a:r>
          <a:r>
            <a:rPr lang="en-US" sz="1000" b="0" i="0" baseline="0" dirty="0"/>
            <a:t>-</a:t>
          </a:r>
          <a:r>
            <a:rPr lang="pl-PL" sz="1000" b="0" i="0" baseline="0" dirty="0"/>
            <a:t> developerzy, testerzy, UX, analitycy </a:t>
          </a:r>
          <a:endParaRPr lang="en-US" sz="1000" dirty="0"/>
        </a:p>
      </dgm:t>
    </dgm:pt>
    <dgm:pt modelId="{61857662-79FB-4589-AAE7-264ED9665DBA}" type="parTrans" cxnId="{82450B14-CD24-4EED-BBEE-D135DAD35617}">
      <dgm:prSet/>
      <dgm:spPr/>
      <dgm:t>
        <a:bodyPr/>
        <a:lstStyle/>
        <a:p>
          <a:endParaRPr lang="en-US"/>
        </a:p>
      </dgm:t>
    </dgm:pt>
    <dgm:pt modelId="{ACB2B648-9A8D-4E51-8704-907B37A8F5D7}" type="sibTrans" cxnId="{82450B14-CD24-4EED-BBEE-D135DAD35617}">
      <dgm:prSet/>
      <dgm:spPr/>
      <dgm:t>
        <a:bodyPr/>
        <a:lstStyle/>
        <a:p>
          <a:endParaRPr lang="en-US"/>
        </a:p>
      </dgm:t>
    </dgm:pt>
    <dgm:pt modelId="{3BA9CA9D-B98A-4AB5-964A-4E78FBC3015C}">
      <dgm:prSet custT="1"/>
      <dgm:spPr/>
      <dgm:t>
        <a:bodyPr/>
        <a:lstStyle/>
        <a:p>
          <a:r>
            <a:rPr lang="pl-PL" sz="1000" b="0" i="0" baseline="0"/>
            <a:t>Mechanizmy priorytetyzacji i eskalacji </a:t>
          </a:r>
          <a:endParaRPr lang="en-US" sz="1000"/>
        </a:p>
      </dgm:t>
    </dgm:pt>
    <dgm:pt modelId="{FBE84FD8-7B98-476E-9312-CA102579EF54}" type="parTrans" cxnId="{378256E3-75AB-4F3D-AEFF-1FA78ADD641E}">
      <dgm:prSet/>
      <dgm:spPr/>
      <dgm:t>
        <a:bodyPr/>
        <a:lstStyle/>
        <a:p>
          <a:endParaRPr lang="en-US"/>
        </a:p>
      </dgm:t>
    </dgm:pt>
    <dgm:pt modelId="{670800DA-81AA-48E3-8DBB-7D00EA1A25B1}" type="sibTrans" cxnId="{378256E3-75AB-4F3D-AEFF-1FA78ADD641E}">
      <dgm:prSet/>
      <dgm:spPr/>
      <dgm:t>
        <a:bodyPr/>
        <a:lstStyle/>
        <a:p>
          <a:endParaRPr lang="en-US"/>
        </a:p>
      </dgm:t>
    </dgm:pt>
    <dgm:pt modelId="{0B0B85E4-EFEF-4157-9C76-BD19FA8696D3}">
      <dgm:prSet custT="1"/>
      <dgm:spPr/>
      <dgm:t>
        <a:bodyPr/>
        <a:lstStyle/>
        <a:p>
          <a:pPr>
            <a:buNone/>
          </a:pPr>
          <a:r>
            <a:rPr lang="pl-PL" sz="1000" dirty="0"/>
            <a:t>Podczas projektów równoległych należy uwzględnić:</a:t>
          </a:r>
        </a:p>
      </dgm:t>
    </dgm:pt>
    <dgm:pt modelId="{D2BB4B69-754C-48A9-9EDF-D0C980F1A86A}" type="parTrans" cxnId="{8949D40F-E400-42C2-B0EA-9662E4CA03CE}">
      <dgm:prSet/>
      <dgm:spPr/>
      <dgm:t>
        <a:bodyPr/>
        <a:lstStyle/>
        <a:p>
          <a:endParaRPr lang="pl-PL"/>
        </a:p>
      </dgm:t>
    </dgm:pt>
    <dgm:pt modelId="{6DE407EB-BD2F-4CC4-B11D-B93F22C8EB03}" type="sibTrans" cxnId="{8949D40F-E400-42C2-B0EA-9662E4CA03CE}">
      <dgm:prSet/>
      <dgm:spPr/>
      <dgm:t>
        <a:bodyPr/>
        <a:lstStyle/>
        <a:p>
          <a:endParaRPr lang="pl-PL"/>
        </a:p>
      </dgm:t>
    </dgm:pt>
    <dgm:pt modelId="{7EB2E628-417F-4A9A-B0A8-89BB075496B8}" type="pres">
      <dgm:prSet presAssocID="{380638F6-D7D9-4AAF-B6F5-D80BE837F1D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65DD25B-8A39-491C-953F-A2C9DE32905D}" type="pres">
      <dgm:prSet presAssocID="{8B1BCDE4-5DC1-4C3A-91FC-722C00B78A19}" presName="hierRoot1" presStyleCnt="0"/>
      <dgm:spPr/>
    </dgm:pt>
    <dgm:pt modelId="{44CEBDC5-D741-4373-9C5A-5A460A0AC1E4}" type="pres">
      <dgm:prSet presAssocID="{8B1BCDE4-5DC1-4C3A-91FC-722C00B78A19}" presName="composite" presStyleCnt="0"/>
      <dgm:spPr/>
    </dgm:pt>
    <dgm:pt modelId="{31992C6D-B44B-4EF8-8269-E6E2531324AF}" type="pres">
      <dgm:prSet presAssocID="{8B1BCDE4-5DC1-4C3A-91FC-722C00B78A19}" presName="background" presStyleLbl="node0" presStyleIdx="0" presStyleCnt="5"/>
      <dgm:spPr/>
    </dgm:pt>
    <dgm:pt modelId="{298DAC41-B067-4D2D-AB56-10E3E75B8584}" type="pres">
      <dgm:prSet presAssocID="{8B1BCDE4-5DC1-4C3A-91FC-722C00B78A19}" presName="text" presStyleLbl="fgAcc0" presStyleIdx="0" presStyleCnt="5">
        <dgm:presLayoutVars>
          <dgm:chPref val="3"/>
        </dgm:presLayoutVars>
      </dgm:prSet>
      <dgm:spPr/>
    </dgm:pt>
    <dgm:pt modelId="{20BAD9F7-598F-4794-85BA-E976ED694E5F}" type="pres">
      <dgm:prSet presAssocID="{8B1BCDE4-5DC1-4C3A-91FC-722C00B78A19}" presName="hierChild2" presStyleCnt="0"/>
      <dgm:spPr/>
    </dgm:pt>
    <dgm:pt modelId="{075E2CE9-914C-46F9-A29F-076128F0F615}" type="pres">
      <dgm:prSet presAssocID="{D594EFE1-88AC-4F52-B577-F057C765F2D2}" presName="hierRoot1" presStyleCnt="0"/>
      <dgm:spPr/>
    </dgm:pt>
    <dgm:pt modelId="{AEC30516-52F6-42F1-B0F5-99BF50207E80}" type="pres">
      <dgm:prSet presAssocID="{D594EFE1-88AC-4F52-B577-F057C765F2D2}" presName="composite" presStyleCnt="0"/>
      <dgm:spPr/>
    </dgm:pt>
    <dgm:pt modelId="{1CC58D35-29FC-4390-AB77-F0CAD943D402}" type="pres">
      <dgm:prSet presAssocID="{D594EFE1-88AC-4F52-B577-F057C765F2D2}" presName="background" presStyleLbl="node0" presStyleIdx="1" presStyleCnt="5"/>
      <dgm:spPr/>
    </dgm:pt>
    <dgm:pt modelId="{18A223B8-4087-4108-859F-78FAAA77D7F1}" type="pres">
      <dgm:prSet presAssocID="{D594EFE1-88AC-4F52-B577-F057C765F2D2}" presName="text" presStyleLbl="fgAcc0" presStyleIdx="1" presStyleCnt="5">
        <dgm:presLayoutVars>
          <dgm:chPref val="3"/>
        </dgm:presLayoutVars>
      </dgm:prSet>
      <dgm:spPr/>
    </dgm:pt>
    <dgm:pt modelId="{6D2154FD-C56C-42F3-8E92-0F91F7369603}" type="pres">
      <dgm:prSet presAssocID="{D594EFE1-88AC-4F52-B577-F057C765F2D2}" presName="hierChild2" presStyleCnt="0"/>
      <dgm:spPr/>
    </dgm:pt>
    <dgm:pt modelId="{125EDB78-43F1-4481-83BF-E9E864BC1745}" type="pres">
      <dgm:prSet presAssocID="{C84BEBD5-53F1-40EC-A02C-5E90E53FC900}" presName="hierRoot1" presStyleCnt="0"/>
      <dgm:spPr/>
    </dgm:pt>
    <dgm:pt modelId="{8E0FD5E0-2DFC-43A2-ADE6-3EDFAB240A5E}" type="pres">
      <dgm:prSet presAssocID="{C84BEBD5-53F1-40EC-A02C-5E90E53FC900}" presName="composite" presStyleCnt="0"/>
      <dgm:spPr/>
    </dgm:pt>
    <dgm:pt modelId="{22921C01-DDF7-49D4-A012-4BB980E33603}" type="pres">
      <dgm:prSet presAssocID="{C84BEBD5-53F1-40EC-A02C-5E90E53FC900}" presName="background" presStyleLbl="node0" presStyleIdx="2" presStyleCnt="5"/>
      <dgm:spPr/>
    </dgm:pt>
    <dgm:pt modelId="{E854B5A9-D3EC-48BC-A5B7-468E1C524974}" type="pres">
      <dgm:prSet presAssocID="{C84BEBD5-53F1-40EC-A02C-5E90E53FC900}" presName="text" presStyleLbl="fgAcc0" presStyleIdx="2" presStyleCnt="5">
        <dgm:presLayoutVars>
          <dgm:chPref val="3"/>
        </dgm:presLayoutVars>
      </dgm:prSet>
      <dgm:spPr/>
    </dgm:pt>
    <dgm:pt modelId="{4D721AD5-7CE1-48D0-879A-CA6A4C9F40AD}" type="pres">
      <dgm:prSet presAssocID="{C84BEBD5-53F1-40EC-A02C-5E90E53FC900}" presName="hierChild2" presStyleCnt="0"/>
      <dgm:spPr/>
    </dgm:pt>
    <dgm:pt modelId="{43AA52C2-C552-44D6-B0FB-AC0632112634}" type="pres">
      <dgm:prSet presAssocID="{3BA9CA9D-B98A-4AB5-964A-4E78FBC3015C}" presName="hierRoot1" presStyleCnt="0"/>
      <dgm:spPr/>
    </dgm:pt>
    <dgm:pt modelId="{FD5DB7C6-0FCC-468C-9D79-5EEF4E58EBF8}" type="pres">
      <dgm:prSet presAssocID="{3BA9CA9D-B98A-4AB5-964A-4E78FBC3015C}" presName="composite" presStyleCnt="0"/>
      <dgm:spPr/>
    </dgm:pt>
    <dgm:pt modelId="{8F8E5CAA-6AD5-4372-B639-297920E10FBF}" type="pres">
      <dgm:prSet presAssocID="{3BA9CA9D-B98A-4AB5-964A-4E78FBC3015C}" presName="background" presStyleLbl="node0" presStyleIdx="3" presStyleCnt="5"/>
      <dgm:spPr/>
    </dgm:pt>
    <dgm:pt modelId="{068C7C68-D096-4CCA-B356-E8A9543095C3}" type="pres">
      <dgm:prSet presAssocID="{3BA9CA9D-B98A-4AB5-964A-4E78FBC3015C}" presName="text" presStyleLbl="fgAcc0" presStyleIdx="3" presStyleCnt="5">
        <dgm:presLayoutVars>
          <dgm:chPref val="3"/>
        </dgm:presLayoutVars>
      </dgm:prSet>
      <dgm:spPr/>
    </dgm:pt>
    <dgm:pt modelId="{D8F5B5E5-04A0-4E94-BDD0-5FA652BF6144}" type="pres">
      <dgm:prSet presAssocID="{3BA9CA9D-B98A-4AB5-964A-4E78FBC3015C}" presName="hierChild2" presStyleCnt="0"/>
      <dgm:spPr/>
    </dgm:pt>
    <dgm:pt modelId="{7107CECF-D60B-48C2-B158-3F9297B0F631}" type="pres">
      <dgm:prSet presAssocID="{0B0B85E4-EFEF-4157-9C76-BD19FA8696D3}" presName="hierRoot1" presStyleCnt="0"/>
      <dgm:spPr/>
    </dgm:pt>
    <dgm:pt modelId="{B635CEB7-AE28-477E-B2D1-BECB029BEA50}" type="pres">
      <dgm:prSet presAssocID="{0B0B85E4-EFEF-4157-9C76-BD19FA8696D3}" presName="composite" presStyleCnt="0"/>
      <dgm:spPr/>
    </dgm:pt>
    <dgm:pt modelId="{52603591-CD8A-4E25-BE4C-E4E3A9FD4B23}" type="pres">
      <dgm:prSet presAssocID="{0B0B85E4-EFEF-4157-9C76-BD19FA8696D3}" presName="background" presStyleLbl="node0" presStyleIdx="4" presStyleCnt="5"/>
      <dgm:spPr/>
    </dgm:pt>
    <dgm:pt modelId="{CDE0F741-FEA1-44E1-B486-26E32E2D5317}" type="pres">
      <dgm:prSet presAssocID="{0B0B85E4-EFEF-4157-9C76-BD19FA8696D3}" presName="text" presStyleLbl="fgAcc0" presStyleIdx="4" presStyleCnt="5" custLinFactX="-100322" custLinFactY="-42866" custLinFactNeighborX="-200000" custLinFactNeighborY="-100000">
        <dgm:presLayoutVars>
          <dgm:chPref val="3"/>
        </dgm:presLayoutVars>
      </dgm:prSet>
      <dgm:spPr/>
    </dgm:pt>
    <dgm:pt modelId="{DF4FC0C3-8A8A-4E61-BEC7-71877B345F53}" type="pres">
      <dgm:prSet presAssocID="{0B0B85E4-EFEF-4157-9C76-BD19FA8696D3}" presName="hierChild2" presStyleCnt="0"/>
      <dgm:spPr/>
    </dgm:pt>
  </dgm:ptLst>
  <dgm:cxnLst>
    <dgm:cxn modelId="{8949D40F-E400-42C2-B0EA-9662E4CA03CE}" srcId="{380638F6-D7D9-4AAF-B6F5-D80BE837F1D4}" destId="{0B0B85E4-EFEF-4157-9C76-BD19FA8696D3}" srcOrd="4" destOrd="0" parTransId="{D2BB4B69-754C-48A9-9EDF-D0C980F1A86A}" sibTransId="{6DE407EB-BD2F-4CC4-B11D-B93F22C8EB03}"/>
    <dgm:cxn modelId="{82450B14-CD24-4EED-BBEE-D135DAD35617}" srcId="{380638F6-D7D9-4AAF-B6F5-D80BE837F1D4}" destId="{C84BEBD5-53F1-40EC-A02C-5E90E53FC900}" srcOrd="2" destOrd="0" parTransId="{61857662-79FB-4589-AAE7-264ED9665DBA}" sibTransId="{ACB2B648-9A8D-4E51-8704-907B37A8F5D7}"/>
    <dgm:cxn modelId="{53475790-39F9-4E42-B31F-29D09B0B9392}" type="presOf" srcId="{C84BEBD5-53F1-40EC-A02C-5E90E53FC900}" destId="{E854B5A9-D3EC-48BC-A5B7-468E1C524974}" srcOrd="0" destOrd="0" presId="urn:microsoft.com/office/officeart/2005/8/layout/hierarchy1"/>
    <dgm:cxn modelId="{8B5DF292-82FF-4077-A96F-A46ED4009D6A}" srcId="{380638F6-D7D9-4AAF-B6F5-D80BE837F1D4}" destId="{D594EFE1-88AC-4F52-B577-F057C765F2D2}" srcOrd="1" destOrd="0" parTransId="{4B985868-5422-44E8-8BB9-AB0A60B0A408}" sibTransId="{6BD2372C-B568-4230-A03B-A92D054E9326}"/>
    <dgm:cxn modelId="{580EE9A0-2573-4119-84BA-71E2302C68D3}" type="presOf" srcId="{0B0B85E4-EFEF-4157-9C76-BD19FA8696D3}" destId="{CDE0F741-FEA1-44E1-B486-26E32E2D5317}" srcOrd="0" destOrd="0" presId="urn:microsoft.com/office/officeart/2005/8/layout/hierarchy1"/>
    <dgm:cxn modelId="{A01950AB-4604-48E8-9474-6CA07792C62C}" type="presOf" srcId="{8B1BCDE4-5DC1-4C3A-91FC-722C00B78A19}" destId="{298DAC41-B067-4D2D-AB56-10E3E75B8584}" srcOrd="0" destOrd="0" presId="urn:microsoft.com/office/officeart/2005/8/layout/hierarchy1"/>
    <dgm:cxn modelId="{92C86BB9-25C3-4AFE-982A-31AD71A1D65E}" type="presOf" srcId="{380638F6-D7D9-4AAF-B6F5-D80BE837F1D4}" destId="{7EB2E628-417F-4A9A-B0A8-89BB075496B8}" srcOrd="0" destOrd="0" presId="urn:microsoft.com/office/officeart/2005/8/layout/hierarchy1"/>
    <dgm:cxn modelId="{FD054DDE-19F8-48DD-BA38-5BC603866952}" type="presOf" srcId="{3BA9CA9D-B98A-4AB5-964A-4E78FBC3015C}" destId="{068C7C68-D096-4CCA-B356-E8A9543095C3}" srcOrd="0" destOrd="0" presId="urn:microsoft.com/office/officeart/2005/8/layout/hierarchy1"/>
    <dgm:cxn modelId="{F0E2E3DE-8D22-4EEA-A353-045D137A82AC}" srcId="{380638F6-D7D9-4AAF-B6F5-D80BE837F1D4}" destId="{8B1BCDE4-5DC1-4C3A-91FC-722C00B78A19}" srcOrd="0" destOrd="0" parTransId="{A54E5E34-DA86-472B-9CC3-823C5A4FDB42}" sibTransId="{3E112891-7BED-43F3-86D0-703966A01F03}"/>
    <dgm:cxn modelId="{378256E3-75AB-4F3D-AEFF-1FA78ADD641E}" srcId="{380638F6-D7D9-4AAF-B6F5-D80BE837F1D4}" destId="{3BA9CA9D-B98A-4AB5-964A-4E78FBC3015C}" srcOrd="3" destOrd="0" parTransId="{FBE84FD8-7B98-476E-9312-CA102579EF54}" sibTransId="{670800DA-81AA-48E3-8DBB-7D00EA1A25B1}"/>
    <dgm:cxn modelId="{95E30BFA-1EBB-4BDA-BE57-96CCAD7F5A4F}" type="presOf" srcId="{D594EFE1-88AC-4F52-B577-F057C765F2D2}" destId="{18A223B8-4087-4108-859F-78FAAA77D7F1}" srcOrd="0" destOrd="0" presId="urn:microsoft.com/office/officeart/2005/8/layout/hierarchy1"/>
    <dgm:cxn modelId="{13C91B5A-999C-4BA4-A1AD-4DF9148D13F2}" type="presParOf" srcId="{7EB2E628-417F-4A9A-B0A8-89BB075496B8}" destId="{E65DD25B-8A39-491C-953F-A2C9DE32905D}" srcOrd="0" destOrd="0" presId="urn:microsoft.com/office/officeart/2005/8/layout/hierarchy1"/>
    <dgm:cxn modelId="{EA821433-D426-4F0B-BE53-913DF4A1561D}" type="presParOf" srcId="{E65DD25B-8A39-491C-953F-A2C9DE32905D}" destId="{44CEBDC5-D741-4373-9C5A-5A460A0AC1E4}" srcOrd="0" destOrd="0" presId="urn:microsoft.com/office/officeart/2005/8/layout/hierarchy1"/>
    <dgm:cxn modelId="{62963BA9-8D4A-4A75-9BA5-3B55550F1138}" type="presParOf" srcId="{44CEBDC5-D741-4373-9C5A-5A460A0AC1E4}" destId="{31992C6D-B44B-4EF8-8269-E6E2531324AF}" srcOrd="0" destOrd="0" presId="urn:microsoft.com/office/officeart/2005/8/layout/hierarchy1"/>
    <dgm:cxn modelId="{C1C16548-294C-45EF-A84C-8339A9B4E9B5}" type="presParOf" srcId="{44CEBDC5-D741-4373-9C5A-5A460A0AC1E4}" destId="{298DAC41-B067-4D2D-AB56-10E3E75B8584}" srcOrd="1" destOrd="0" presId="urn:microsoft.com/office/officeart/2005/8/layout/hierarchy1"/>
    <dgm:cxn modelId="{60110133-FC47-4AFC-8193-898B4D35B3FA}" type="presParOf" srcId="{E65DD25B-8A39-491C-953F-A2C9DE32905D}" destId="{20BAD9F7-598F-4794-85BA-E976ED694E5F}" srcOrd="1" destOrd="0" presId="urn:microsoft.com/office/officeart/2005/8/layout/hierarchy1"/>
    <dgm:cxn modelId="{1F900298-C0F6-4F33-99B8-63ECCE4B25C9}" type="presParOf" srcId="{7EB2E628-417F-4A9A-B0A8-89BB075496B8}" destId="{075E2CE9-914C-46F9-A29F-076128F0F615}" srcOrd="1" destOrd="0" presId="urn:microsoft.com/office/officeart/2005/8/layout/hierarchy1"/>
    <dgm:cxn modelId="{F60A171E-A159-4964-8E36-DE08E19DE0F6}" type="presParOf" srcId="{075E2CE9-914C-46F9-A29F-076128F0F615}" destId="{AEC30516-52F6-42F1-B0F5-99BF50207E80}" srcOrd="0" destOrd="0" presId="urn:microsoft.com/office/officeart/2005/8/layout/hierarchy1"/>
    <dgm:cxn modelId="{14066D4F-B6FE-4F57-A885-9CC28607D381}" type="presParOf" srcId="{AEC30516-52F6-42F1-B0F5-99BF50207E80}" destId="{1CC58D35-29FC-4390-AB77-F0CAD943D402}" srcOrd="0" destOrd="0" presId="urn:microsoft.com/office/officeart/2005/8/layout/hierarchy1"/>
    <dgm:cxn modelId="{80E934E7-FCA8-485C-AEB3-DCD38C5DBC89}" type="presParOf" srcId="{AEC30516-52F6-42F1-B0F5-99BF50207E80}" destId="{18A223B8-4087-4108-859F-78FAAA77D7F1}" srcOrd="1" destOrd="0" presId="urn:microsoft.com/office/officeart/2005/8/layout/hierarchy1"/>
    <dgm:cxn modelId="{E856E509-5F97-4D9F-9A58-4DEC030D0240}" type="presParOf" srcId="{075E2CE9-914C-46F9-A29F-076128F0F615}" destId="{6D2154FD-C56C-42F3-8E92-0F91F7369603}" srcOrd="1" destOrd="0" presId="urn:microsoft.com/office/officeart/2005/8/layout/hierarchy1"/>
    <dgm:cxn modelId="{FB2AD8BC-1532-4F83-8BC4-75E4F0F8371C}" type="presParOf" srcId="{7EB2E628-417F-4A9A-B0A8-89BB075496B8}" destId="{125EDB78-43F1-4481-83BF-E9E864BC1745}" srcOrd="2" destOrd="0" presId="urn:microsoft.com/office/officeart/2005/8/layout/hierarchy1"/>
    <dgm:cxn modelId="{4C128315-2047-4402-9FC5-E7E56299F8CB}" type="presParOf" srcId="{125EDB78-43F1-4481-83BF-E9E864BC1745}" destId="{8E0FD5E0-2DFC-43A2-ADE6-3EDFAB240A5E}" srcOrd="0" destOrd="0" presId="urn:microsoft.com/office/officeart/2005/8/layout/hierarchy1"/>
    <dgm:cxn modelId="{05F8F7EC-26A0-4A6E-8597-6565A75BF897}" type="presParOf" srcId="{8E0FD5E0-2DFC-43A2-ADE6-3EDFAB240A5E}" destId="{22921C01-DDF7-49D4-A012-4BB980E33603}" srcOrd="0" destOrd="0" presId="urn:microsoft.com/office/officeart/2005/8/layout/hierarchy1"/>
    <dgm:cxn modelId="{B99DBB49-AB45-419E-ADAA-80519CE5C4B7}" type="presParOf" srcId="{8E0FD5E0-2DFC-43A2-ADE6-3EDFAB240A5E}" destId="{E854B5A9-D3EC-48BC-A5B7-468E1C524974}" srcOrd="1" destOrd="0" presId="urn:microsoft.com/office/officeart/2005/8/layout/hierarchy1"/>
    <dgm:cxn modelId="{7516DBE6-6A5F-49D4-9B8C-563B934176AE}" type="presParOf" srcId="{125EDB78-43F1-4481-83BF-E9E864BC1745}" destId="{4D721AD5-7CE1-48D0-879A-CA6A4C9F40AD}" srcOrd="1" destOrd="0" presId="urn:microsoft.com/office/officeart/2005/8/layout/hierarchy1"/>
    <dgm:cxn modelId="{25DCD7DF-328D-4975-922C-730C7A84DEB4}" type="presParOf" srcId="{7EB2E628-417F-4A9A-B0A8-89BB075496B8}" destId="{43AA52C2-C552-44D6-B0FB-AC0632112634}" srcOrd="3" destOrd="0" presId="urn:microsoft.com/office/officeart/2005/8/layout/hierarchy1"/>
    <dgm:cxn modelId="{BD7034E7-4FEB-4BF9-864E-283B2BB41F36}" type="presParOf" srcId="{43AA52C2-C552-44D6-B0FB-AC0632112634}" destId="{FD5DB7C6-0FCC-468C-9D79-5EEF4E58EBF8}" srcOrd="0" destOrd="0" presId="urn:microsoft.com/office/officeart/2005/8/layout/hierarchy1"/>
    <dgm:cxn modelId="{74A26A58-C316-4320-B75A-835E1DC90F45}" type="presParOf" srcId="{FD5DB7C6-0FCC-468C-9D79-5EEF4E58EBF8}" destId="{8F8E5CAA-6AD5-4372-B639-297920E10FBF}" srcOrd="0" destOrd="0" presId="urn:microsoft.com/office/officeart/2005/8/layout/hierarchy1"/>
    <dgm:cxn modelId="{806BD664-8B3B-4720-AA09-E004787D6680}" type="presParOf" srcId="{FD5DB7C6-0FCC-468C-9D79-5EEF4E58EBF8}" destId="{068C7C68-D096-4CCA-B356-E8A9543095C3}" srcOrd="1" destOrd="0" presId="urn:microsoft.com/office/officeart/2005/8/layout/hierarchy1"/>
    <dgm:cxn modelId="{434D00D4-14CF-412C-A939-93B92EAD3F7F}" type="presParOf" srcId="{43AA52C2-C552-44D6-B0FB-AC0632112634}" destId="{D8F5B5E5-04A0-4E94-BDD0-5FA652BF6144}" srcOrd="1" destOrd="0" presId="urn:microsoft.com/office/officeart/2005/8/layout/hierarchy1"/>
    <dgm:cxn modelId="{29AE9642-DCD2-4AA3-8147-97F884393AD0}" type="presParOf" srcId="{7EB2E628-417F-4A9A-B0A8-89BB075496B8}" destId="{7107CECF-D60B-48C2-B158-3F9297B0F631}" srcOrd="4" destOrd="0" presId="urn:microsoft.com/office/officeart/2005/8/layout/hierarchy1"/>
    <dgm:cxn modelId="{A10FDECC-2389-4E53-8F86-93455D07EB20}" type="presParOf" srcId="{7107CECF-D60B-48C2-B158-3F9297B0F631}" destId="{B635CEB7-AE28-477E-B2D1-BECB029BEA50}" srcOrd="0" destOrd="0" presId="urn:microsoft.com/office/officeart/2005/8/layout/hierarchy1"/>
    <dgm:cxn modelId="{E788EE24-DC10-458E-A475-C4ED7C51A11B}" type="presParOf" srcId="{B635CEB7-AE28-477E-B2D1-BECB029BEA50}" destId="{52603591-CD8A-4E25-BE4C-E4E3A9FD4B23}" srcOrd="0" destOrd="0" presId="urn:microsoft.com/office/officeart/2005/8/layout/hierarchy1"/>
    <dgm:cxn modelId="{1EEE061A-B1D9-442C-8E3E-CCCF63302698}" type="presParOf" srcId="{B635CEB7-AE28-477E-B2D1-BECB029BEA50}" destId="{CDE0F741-FEA1-44E1-B486-26E32E2D5317}" srcOrd="1" destOrd="0" presId="urn:microsoft.com/office/officeart/2005/8/layout/hierarchy1"/>
    <dgm:cxn modelId="{BB3E6498-26F3-45EC-8C57-C189DB649902}" type="presParOf" srcId="{7107CECF-D60B-48C2-B158-3F9297B0F631}" destId="{DF4FC0C3-8A8A-4E61-BEC7-71877B345F5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C6CC450-9AC3-45F0-83A9-028947CC671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5C2229-651A-458D-B79D-2E1DFCF17F0D}">
      <dgm:prSet/>
      <dgm:spPr/>
      <dgm:t>
        <a:bodyPr/>
        <a:lstStyle/>
        <a:p>
          <a:r>
            <a:rPr lang="pl-PL" b="0" i="0" baseline="0"/>
            <a:t>Zachowanie wartości dla interesariuszy </a:t>
          </a:r>
          <a:endParaRPr lang="en-US"/>
        </a:p>
      </dgm:t>
    </dgm:pt>
    <dgm:pt modelId="{D1F40043-3260-44EB-B8B0-D920819A074D}" type="parTrans" cxnId="{5A2AC92B-B638-49DB-87A2-E1888298781B}">
      <dgm:prSet/>
      <dgm:spPr/>
      <dgm:t>
        <a:bodyPr/>
        <a:lstStyle/>
        <a:p>
          <a:endParaRPr lang="en-US"/>
        </a:p>
      </dgm:t>
    </dgm:pt>
    <dgm:pt modelId="{EE5ED306-177F-455E-A638-929B152E1269}" type="sibTrans" cxnId="{5A2AC92B-B638-49DB-87A2-E1888298781B}">
      <dgm:prSet/>
      <dgm:spPr/>
      <dgm:t>
        <a:bodyPr/>
        <a:lstStyle/>
        <a:p>
          <a:endParaRPr lang="en-US"/>
        </a:p>
      </dgm:t>
    </dgm:pt>
    <dgm:pt modelId="{DBCD79E9-81AB-4D4C-8770-D03246153DB3}">
      <dgm:prSet/>
      <dgm:spPr/>
      <dgm:t>
        <a:bodyPr/>
        <a:lstStyle/>
        <a:p>
          <a:r>
            <a:rPr lang="pl-PL" b="0" i="0" baseline="0"/>
            <a:t>Przywództwo w projekcie </a:t>
          </a:r>
          <a:endParaRPr lang="en-US"/>
        </a:p>
      </dgm:t>
    </dgm:pt>
    <dgm:pt modelId="{C7A9E3D6-55DB-480E-8F4A-796CBD9BF253}" type="parTrans" cxnId="{AB1B70A3-C096-4A5B-AF06-01F6D070178B}">
      <dgm:prSet/>
      <dgm:spPr/>
      <dgm:t>
        <a:bodyPr/>
        <a:lstStyle/>
        <a:p>
          <a:endParaRPr lang="en-US"/>
        </a:p>
      </dgm:t>
    </dgm:pt>
    <dgm:pt modelId="{D600E2B9-E3A2-4D00-96AF-BF5D0D65B8B9}" type="sibTrans" cxnId="{AB1B70A3-C096-4A5B-AF06-01F6D070178B}">
      <dgm:prSet/>
      <dgm:spPr/>
      <dgm:t>
        <a:bodyPr/>
        <a:lstStyle/>
        <a:p>
          <a:endParaRPr lang="en-US"/>
        </a:p>
      </dgm:t>
    </dgm:pt>
    <dgm:pt modelId="{986C3325-7B3A-4A78-88B7-3510E138BC63}">
      <dgm:prSet/>
      <dgm:spPr/>
      <dgm:t>
        <a:bodyPr/>
        <a:lstStyle/>
        <a:p>
          <a:r>
            <a:rPr lang="pl-PL" b="0" i="0" baseline="0"/>
            <a:t>Adaptacyjność i elastyczność </a:t>
          </a:r>
          <a:endParaRPr lang="en-US"/>
        </a:p>
      </dgm:t>
    </dgm:pt>
    <dgm:pt modelId="{D8F2B519-4C6B-468D-B326-05145F18E061}" type="parTrans" cxnId="{821111F7-282D-45BD-9856-15DB01A79787}">
      <dgm:prSet/>
      <dgm:spPr/>
      <dgm:t>
        <a:bodyPr/>
        <a:lstStyle/>
        <a:p>
          <a:endParaRPr lang="en-US"/>
        </a:p>
      </dgm:t>
    </dgm:pt>
    <dgm:pt modelId="{82D6BB91-C283-47DD-A196-3E324A1FBBC3}" type="sibTrans" cxnId="{821111F7-282D-45BD-9856-15DB01A79787}">
      <dgm:prSet/>
      <dgm:spPr/>
      <dgm:t>
        <a:bodyPr/>
        <a:lstStyle/>
        <a:p>
          <a:endParaRPr lang="en-US"/>
        </a:p>
      </dgm:t>
    </dgm:pt>
    <dgm:pt modelId="{CE3EFAA8-DB48-4394-B2A1-CAE604B8A6E5}">
      <dgm:prSet/>
      <dgm:spPr/>
      <dgm:t>
        <a:bodyPr/>
        <a:lstStyle/>
        <a:p>
          <a:r>
            <a:rPr lang="pl-PL" b="0" i="0" baseline="0"/>
            <a:t>Ciągłe uczenie się </a:t>
          </a:r>
          <a:endParaRPr lang="en-US"/>
        </a:p>
      </dgm:t>
    </dgm:pt>
    <dgm:pt modelId="{4140F0A0-BB68-48FF-88F7-F5F6DDEDC9F1}" type="parTrans" cxnId="{161CF689-E22B-4F54-BBCB-C58B1A591CA5}">
      <dgm:prSet/>
      <dgm:spPr/>
      <dgm:t>
        <a:bodyPr/>
        <a:lstStyle/>
        <a:p>
          <a:endParaRPr lang="en-US"/>
        </a:p>
      </dgm:t>
    </dgm:pt>
    <dgm:pt modelId="{CDD534FA-2388-4F3D-B047-9C6FB2C845CB}" type="sibTrans" cxnId="{161CF689-E22B-4F54-BBCB-C58B1A591CA5}">
      <dgm:prSet/>
      <dgm:spPr/>
      <dgm:t>
        <a:bodyPr/>
        <a:lstStyle/>
        <a:p>
          <a:endParaRPr lang="en-US"/>
        </a:p>
      </dgm:t>
    </dgm:pt>
    <dgm:pt modelId="{B9F7BA68-C4A4-4348-9907-950AC2901D89}">
      <dgm:prSet/>
      <dgm:spPr/>
      <dgm:t>
        <a:bodyPr/>
        <a:lstStyle/>
        <a:p>
          <a:r>
            <a:rPr lang="pl-PL" b="0" i="0" baseline="0"/>
            <a:t>Współpraca i komunikacja </a:t>
          </a:r>
          <a:endParaRPr lang="en-US"/>
        </a:p>
      </dgm:t>
    </dgm:pt>
    <dgm:pt modelId="{783B3416-3D4A-4E82-9012-68BD3150E1A8}" type="parTrans" cxnId="{7D55B3F8-F437-476B-B074-E2E454192D21}">
      <dgm:prSet/>
      <dgm:spPr/>
      <dgm:t>
        <a:bodyPr/>
        <a:lstStyle/>
        <a:p>
          <a:endParaRPr lang="en-US"/>
        </a:p>
      </dgm:t>
    </dgm:pt>
    <dgm:pt modelId="{5D1200D9-F9DB-4F04-AC26-7997E913B202}" type="sibTrans" cxnId="{7D55B3F8-F437-476B-B074-E2E454192D21}">
      <dgm:prSet/>
      <dgm:spPr/>
      <dgm:t>
        <a:bodyPr/>
        <a:lstStyle/>
        <a:p>
          <a:endParaRPr lang="en-US"/>
        </a:p>
      </dgm:t>
    </dgm:pt>
    <dgm:pt modelId="{2913E934-14D3-405C-9578-1E2DA97DBB38}">
      <dgm:prSet/>
      <dgm:spPr/>
      <dgm:t>
        <a:bodyPr/>
        <a:lstStyle/>
        <a:p>
          <a:r>
            <a:rPr lang="pl-PL" b="0" i="0" baseline="0"/>
            <a:t>Odpowiedzialność i etyka </a:t>
          </a:r>
          <a:endParaRPr lang="en-US"/>
        </a:p>
      </dgm:t>
    </dgm:pt>
    <dgm:pt modelId="{B42CEFC9-B579-4313-B093-2C1C0E6668C2}" type="parTrans" cxnId="{0E2013D2-1CEF-4A04-8494-5E8C004F4B93}">
      <dgm:prSet/>
      <dgm:spPr/>
      <dgm:t>
        <a:bodyPr/>
        <a:lstStyle/>
        <a:p>
          <a:endParaRPr lang="en-US"/>
        </a:p>
      </dgm:t>
    </dgm:pt>
    <dgm:pt modelId="{C2068428-A5CC-414E-8BD9-15BB00708346}" type="sibTrans" cxnId="{0E2013D2-1CEF-4A04-8494-5E8C004F4B93}">
      <dgm:prSet/>
      <dgm:spPr/>
      <dgm:t>
        <a:bodyPr/>
        <a:lstStyle/>
        <a:p>
          <a:endParaRPr lang="en-US"/>
        </a:p>
      </dgm:t>
    </dgm:pt>
    <dgm:pt modelId="{F7A2AF4E-663F-4774-9F9C-509EEAB20A31}">
      <dgm:prSet/>
      <dgm:spPr/>
      <dgm:t>
        <a:bodyPr/>
        <a:lstStyle/>
        <a:p>
          <a:r>
            <a:rPr lang="pl-PL" b="0" i="0" baseline="0"/>
            <a:t>Priorytetyzacja pracy </a:t>
          </a:r>
          <a:endParaRPr lang="en-US"/>
        </a:p>
      </dgm:t>
    </dgm:pt>
    <dgm:pt modelId="{EA073DA9-BDAA-42EC-BA36-A3C9A897FEA3}" type="parTrans" cxnId="{F860AF36-02D8-46E1-B48C-B29610494A53}">
      <dgm:prSet/>
      <dgm:spPr/>
      <dgm:t>
        <a:bodyPr/>
        <a:lstStyle/>
        <a:p>
          <a:endParaRPr lang="en-US"/>
        </a:p>
      </dgm:t>
    </dgm:pt>
    <dgm:pt modelId="{637DF49E-BFD6-4331-9390-3D5BB4BDB7A3}" type="sibTrans" cxnId="{F860AF36-02D8-46E1-B48C-B29610494A53}">
      <dgm:prSet/>
      <dgm:spPr/>
      <dgm:t>
        <a:bodyPr/>
        <a:lstStyle/>
        <a:p>
          <a:endParaRPr lang="en-US"/>
        </a:p>
      </dgm:t>
    </dgm:pt>
    <dgm:pt modelId="{06FB0A7D-47E5-4CD6-9E69-0F36E513482D}">
      <dgm:prSet/>
      <dgm:spPr/>
      <dgm:t>
        <a:bodyPr/>
        <a:lstStyle/>
        <a:p>
          <a:r>
            <a:rPr lang="pl-PL" b="0" i="0" baseline="0"/>
            <a:t>Dostosowanie do kontekstu organizacji </a:t>
          </a:r>
          <a:endParaRPr lang="en-US"/>
        </a:p>
      </dgm:t>
    </dgm:pt>
    <dgm:pt modelId="{6090B1BE-DDFD-4F8D-B537-B34B0786FA71}" type="parTrans" cxnId="{9D1ECF58-8090-412E-BE4A-14D6CC031F4A}">
      <dgm:prSet/>
      <dgm:spPr/>
      <dgm:t>
        <a:bodyPr/>
        <a:lstStyle/>
        <a:p>
          <a:endParaRPr lang="en-US"/>
        </a:p>
      </dgm:t>
    </dgm:pt>
    <dgm:pt modelId="{B2DA359E-8A24-42FB-A5FF-CB3EE963E164}" type="sibTrans" cxnId="{9D1ECF58-8090-412E-BE4A-14D6CC031F4A}">
      <dgm:prSet/>
      <dgm:spPr/>
      <dgm:t>
        <a:bodyPr/>
        <a:lstStyle/>
        <a:p>
          <a:endParaRPr lang="en-US"/>
        </a:p>
      </dgm:t>
    </dgm:pt>
    <dgm:pt modelId="{0A1A10B3-99B1-4D42-9CE1-D445763921CB}">
      <dgm:prSet/>
      <dgm:spPr/>
      <dgm:t>
        <a:bodyPr/>
        <a:lstStyle/>
        <a:p>
          <a:r>
            <a:rPr lang="pl-PL" b="0" i="0" baseline="0"/>
            <a:t>Transparentność i raportowanie </a:t>
          </a:r>
          <a:endParaRPr lang="en-US"/>
        </a:p>
      </dgm:t>
    </dgm:pt>
    <dgm:pt modelId="{00827338-E5E9-4189-877D-7419744DA887}" type="parTrans" cxnId="{FCDC86F8-6942-4ED1-B1FD-88D5EE62F9D5}">
      <dgm:prSet/>
      <dgm:spPr/>
      <dgm:t>
        <a:bodyPr/>
        <a:lstStyle/>
        <a:p>
          <a:endParaRPr lang="en-US"/>
        </a:p>
      </dgm:t>
    </dgm:pt>
    <dgm:pt modelId="{85D10C89-4AC0-4D1F-998D-EC26694946E7}" type="sibTrans" cxnId="{FCDC86F8-6942-4ED1-B1FD-88D5EE62F9D5}">
      <dgm:prSet/>
      <dgm:spPr/>
      <dgm:t>
        <a:bodyPr/>
        <a:lstStyle/>
        <a:p>
          <a:endParaRPr lang="en-US"/>
        </a:p>
      </dgm:t>
    </dgm:pt>
    <dgm:pt modelId="{F65CE6C8-4270-47B1-AC0E-82920E1BC0B7}">
      <dgm:prSet/>
      <dgm:spPr/>
      <dgm:t>
        <a:bodyPr/>
        <a:lstStyle/>
        <a:p>
          <a:r>
            <a:rPr lang="pl-PL" b="0" i="0" baseline="0"/>
            <a:t>Wzajemne zaufanie i szacunek </a:t>
          </a:r>
          <a:endParaRPr lang="en-US"/>
        </a:p>
      </dgm:t>
    </dgm:pt>
    <dgm:pt modelId="{79275B01-4357-4955-B2D4-D05E2B267001}" type="parTrans" cxnId="{AAA380C4-3F75-4C22-BA74-6C675111C8C7}">
      <dgm:prSet/>
      <dgm:spPr/>
      <dgm:t>
        <a:bodyPr/>
        <a:lstStyle/>
        <a:p>
          <a:endParaRPr lang="en-US"/>
        </a:p>
      </dgm:t>
    </dgm:pt>
    <dgm:pt modelId="{3F164216-3CCA-410A-B4F6-AEA94AAE7F1E}" type="sibTrans" cxnId="{AAA380C4-3F75-4C22-BA74-6C675111C8C7}">
      <dgm:prSet/>
      <dgm:spPr/>
      <dgm:t>
        <a:bodyPr/>
        <a:lstStyle/>
        <a:p>
          <a:endParaRPr lang="en-US"/>
        </a:p>
      </dgm:t>
    </dgm:pt>
    <dgm:pt modelId="{A8833719-0243-47F3-BC91-BFC8148DAECD}">
      <dgm:prSet/>
      <dgm:spPr/>
      <dgm:t>
        <a:bodyPr/>
        <a:lstStyle/>
        <a:p>
          <a:r>
            <a:rPr lang="pl-PL" b="0" i="0" baseline="0"/>
            <a:t>Efektywne decyzje </a:t>
          </a:r>
          <a:endParaRPr lang="en-US"/>
        </a:p>
      </dgm:t>
    </dgm:pt>
    <dgm:pt modelId="{79BFD3A0-8D67-4718-B422-9C397423D320}" type="parTrans" cxnId="{61962363-F713-441A-884E-5C7147F093A8}">
      <dgm:prSet/>
      <dgm:spPr/>
      <dgm:t>
        <a:bodyPr/>
        <a:lstStyle/>
        <a:p>
          <a:endParaRPr lang="en-US"/>
        </a:p>
      </dgm:t>
    </dgm:pt>
    <dgm:pt modelId="{F32F142D-7D9A-46E3-9EDC-716A3B0C9B80}" type="sibTrans" cxnId="{61962363-F713-441A-884E-5C7147F093A8}">
      <dgm:prSet/>
      <dgm:spPr/>
      <dgm:t>
        <a:bodyPr/>
        <a:lstStyle/>
        <a:p>
          <a:endParaRPr lang="en-US"/>
        </a:p>
      </dgm:t>
    </dgm:pt>
    <dgm:pt modelId="{7A32BDC7-6850-4C69-AB7F-480D167289D4}">
      <dgm:prSet/>
      <dgm:spPr/>
      <dgm:t>
        <a:bodyPr/>
        <a:lstStyle/>
        <a:p>
          <a:r>
            <a:rPr lang="pl-PL" b="0" i="0" baseline="0"/>
            <a:t>Optymalizacja wyników i wartości biznesowej </a:t>
          </a:r>
          <a:endParaRPr lang="en-US"/>
        </a:p>
      </dgm:t>
    </dgm:pt>
    <dgm:pt modelId="{B40ABAC5-77AA-4984-8210-4D2BF1CD60F5}" type="parTrans" cxnId="{4ADC98C3-5A76-4E0B-A79C-E30276197062}">
      <dgm:prSet/>
      <dgm:spPr/>
      <dgm:t>
        <a:bodyPr/>
        <a:lstStyle/>
        <a:p>
          <a:endParaRPr lang="en-US"/>
        </a:p>
      </dgm:t>
    </dgm:pt>
    <dgm:pt modelId="{15AD31E0-0EB6-439B-ACBD-35779A8099B5}" type="sibTrans" cxnId="{4ADC98C3-5A76-4E0B-A79C-E30276197062}">
      <dgm:prSet/>
      <dgm:spPr/>
      <dgm:t>
        <a:bodyPr/>
        <a:lstStyle/>
        <a:p>
          <a:endParaRPr lang="en-US"/>
        </a:p>
      </dgm:t>
    </dgm:pt>
    <dgm:pt modelId="{7C8A0C96-1D9F-48D9-A184-490964E3774D}" type="pres">
      <dgm:prSet presAssocID="{1C6CC450-9AC3-45F0-83A9-028947CC6718}" presName="diagram" presStyleCnt="0">
        <dgm:presLayoutVars>
          <dgm:dir/>
          <dgm:resizeHandles val="exact"/>
        </dgm:presLayoutVars>
      </dgm:prSet>
      <dgm:spPr/>
    </dgm:pt>
    <dgm:pt modelId="{DDC8FB73-1C4A-4459-B287-E87925264583}" type="pres">
      <dgm:prSet presAssocID="{ED5C2229-651A-458D-B79D-2E1DFCF17F0D}" presName="node" presStyleLbl="node1" presStyleIdx="0" presStyleCnt="12">
        <dgm:presLayoutVars>
          <dgm:bulletEnabled val="1"/>
        </dgm:presLayoutVars>
      </dgm:prSet>
      <dgm:spPr/>
    </dgm:pt>
    <dgm:pt modelId="{71281918-31EE-4038-A30B-0796F2F163DB}" type="pres">
      <dgm:prSet presAssocID="{EE5ED306-177F-455E-A638-929B152E1269}" presName="sibTrans" presStyleCnt="0"/>
      <dgm:spPr/>
    </dgm:pt>
    <dgm:pt modelId="{B91DEC56-2F6B-4A7E-B167-83288CF201E7}" type="pres">
      <dgm:prSet presAssocID="{DBCD79E9-81AB-4D4C-8770-D03246153DB3}" presName="node" presStyleLbl="node1" presStyleIdx="1" presStyleCnt="12">
        <dgm:presLayoutVars>
          <dgm:bulletEnabled val="1"/>
        </dgm:presLayoutVars>
      </dgm:prSet>
      <dgm:spPr/>
    </dgm:pt>
    <dgm:pt modelId="{56C709C6-7A73-438D-91AF-3556F8B111AB}" type="pres">
      <dgm:prSet presAssocID="{D600E2B9-E3A2-4D00-96AF-BF5D0D65B8B9}" presName="sibTrans" presStyleCnt="0"/>
      <dgm:spPr/>
    </dgm:pt>
    <dgm:pt modelId="{5BCAAB61-4E49-4773-990A-ABD3B9BF30EC}" type="pres">
      <dgm:prSet presAssocID="{986C3325-7B3A-4A78-88B7-3510E138BC63}" presName="node" presStyleLbl="node1" presStyleIdx="2" presStyleCnt="12">
        <dgm:presLayoutVars>
          <dgm:bulletEnabled val="1"/>
        </dgm:presLayoutVars>
      </dgm:prSet>
      <dgm:spPr/>
    </dgm:pt>
    <dgm:pt modelId="{3FCF72F8-91A1-41CB-8F41-3B3E06963637}" type="pres">
      <dgm:prSet presAssocID="{82D6BB91-C283-47DD-A196-3E324A1FBBC3}" presName="sibTrans" presStyleCnt="0"/>
      <dgm:spPr/>
    </dgm:pt>
    <dgm:pt modelId="{8AF24117-43FF-48DB-B66C-BE0B9AF7DDC5}" type="pres">
      <dgm:prSet presAssocID="{CE3EFAA8-DB48-4394-B2A1-CAE604B8A6E5}" presName="node" presStyleLbl="node1" presStyleIdx="3" presStyleCnt="12">
        <dgm:presLayoutVars>
          <dgm:bulletEnabled val="1"/>
        </dgm:presLayoutVars>
      </dgm:prSet>
      <dgm:spPr/>
    </dgm:pt>
    <dgm:pt modelId="{BC4C5E4B-F17D-4720-81EF-1CDD45A6B9CB}" type="pres">
      <dgm:prSet presAssocID="{CDD534FA-2388-4F3D-B047-9C6FB2C845CB}" presName="sibTrans" presStyleCnt="0"/>
      <dgm:spPr/>
    </dgm:pt>
    <dgm:pt modelId="{6EC5A22F-52C3-4445-8F66-2B3663C0CC52}" type="pres">
      <dgm:prSet presAssocID="{B9F7BA68-C4A4-4348-9907-950AC2901D89}" presName="node" presStyleLbl="node1" presStyleIdx="4" presStyleCnt="12">
        <dgm:presLayoutVars>
          <dgm:bulletEnabled val="1"/>
        </dgm:presLayoutVars>
      </dgm:prSet>
      <dgm:spPr/>
    </dgm:pt>
    <dgm:pt modelId="{9DB23D36-6DB9-43DA-AC01-0E74296E5477}" type="pres">
      <dgm:prSet presAssocID="{5D1200D9-F9DB-4F04-AC26-7997E913B202}" presName="sibTrans" presStyleCnt="0"/>
      <dgm:spPr/>
    </dgm:pt>
    <dgm:pt modelId="{CA5B83F7-3148-4E59-AB9E-88A270091007}" type="pres">
      <dgm:prSet presAssocID="{2913E934-14D3-405C-9578-1E2DA97DBB38}" presName="node" presStyleLbl="node1" presStyleIdx="5" presStyleCnt="12">
        <dgm:presLayoutVars>
          <dgm:bulletEnabled val="1"/>
        </dgm:presLayoutVars>
      </dgm:prSet>
      <dgm:spPr/>
    </dgm:pt>
    <dgm:pt modelId="{6B742E51-A404-430B-9260-F778F2617762}" type="pres">
      <dgm:prSet presAssocID="{C2068428-A5CC-414E-8BD9-15BB00708346}" presName="sibTrans" presStyleCnt="0"/>
      <dgm:spPr/>
    </dgm:pt>
    <dgm:pt modelId="{E632AB5A-D6FE-4EF3-86B5-C6BF41509AF5}" type="pres">
      <dgm:prSet presAssocID="{F7A2AF4E-663F-4774-9F9C-509EEAB20A31}" presName="node" presStyleLbl="node1" presStyleIdx="6" presStyleCnt="12">
        <dgm:presLayoutVars>
          <dgm:bulletEnabled val="1"/>
        </dgm:presLayoutVars>
      </dgm:prSet>
      <dgm:spPr/>
    </dgm:pt>
    <dgm:pt modelId="{1F6AC663-8A01-454D-817B-E4805171E087}" type="pres">
      <dgm:prSet presAssocID="{637DF49E-BFD6-4331-9390-3D5BB4BDB7A3}" presName="sibTrans" presStyleCnt="0"/>
      <dgm:spPr/>
    </dgm:pt>
    <dgm:pt modelId="{5C3BE60A-DB65-4A56-9279-28F1A9449804}" type="pres">
      <dgm:prSet presAssocID="{06FB0A7D-47E5-4CD6-9E69-0F36E513482D}" presName="node" presStyleLbl="node1" presStyleIdx="7" presStyleCnt="12">
        <dgm:presLayoutVars>
          <dgm:bulletEnabled val="1"/>
        </dgm:presLayoutVars>
      </dgm:prSet>
      <dgm:spPr/>
    </dgm:pt>
    <dgm:pt modelId="{C3F5EF9F-353E-4160-B513-6684748B5B7B}" type="pres">
      <dgm:prSet presAssocID="{B2DA359E-8A24-42FB-A5FF-CB3EE963E164}" presName="sibTrans" presStyleCnt="0"/>
      <dgm:spPr/>
    </dgm:pt>
    <dgm:pt modelId="{28F44F7B-6C76-4B09-AC8D-A7A147CD85B6}" type="pres">
      <dgm:prSet presAssocID="{0A1A10B3-99B1-4D42-9CE1-D445763921CB}" presName="node" presStyleLbl="node1" presStyleIdx="8" presStyleCnt="12">
        <dgm:presLayoutVars>
          <dgm:bulletEnabled val="1"/>
        </dgm:presLayoutVars>
      </dgm:prSet>
      <dgm:spPr/>
    </dgm:pt>
    <dgm:pt modelId="{B1E95593-D844-4B11-9FEB-BB3C04D2EC68}" type="pres">
      <dgm:prSet presAssocID="{85D10C89-4AC0-4D1F-998D-EC26694946E7}" presName="sibTrans" presStyleCnt="0"/>
      <dgm:spPr/>
    </dgm:pt>
    <dgm:pt modelId="{1C082B54-89F1-4D94-BE6D-2C106BB20BC3}" type="pres">
      <dgm:prSet presAssocID="{F65CE6C8-4270-47B1-AC0E-82920E1BC0B7}" presName="node" presStyleLbl="node1" presStyleIdx="9" presStyleCnt="12">
        <dgm:presLayoutVars>
          <dgm:bulletEnabled val="1"/>
        </dgm:presLayoutVars>
      </dgm:prSet>
      <dgm:spPr/>
    </dgm:pt>
    <dgm:pt modelId="{0FBF1E93-C656-4912-A121-9B9CC65EEA0D}" type="pres">
      <dgm:prSet presAssocID="{3F164216-3CCA-410A-B4F6-AEA94AAE7F1E}" presName="sibTrans" presStyleCnt="0"/>
      <dgm:spPr/>
    </dgm:pt>
    <dgm:pt modelId="{78C3280B-F7F9-4A15-98A2-B96E35A9F595}" type="pres">
      <dgm:prSet presAssocID="{A8833719-0243-47F3-BC91-BFC8148DAECD}" presName="node" presStyleLbl="node1" presStyleIdx="10" presStyleCnt="12">
        <dgm:presLayoutVars>
          <dgm:bulletEnabled val="1"/>
        </dgm:presLayoutVars>
      </dgm:prSet>
      <dgm:spPr/>
    </dgm:pt>
    <dgm:pt modelId="{7B522314-63E7-496E-8DEA-97686E961630}" type="pres">
      <dgm:prSet presAssocID="{F32F142D-7D9A-46E3-9EDC-716A3B0C9B80}" presName="sibTrans" presStyleCnt="0"/>
      <dgm:spPr/>
    </dgm:pt>
    <dgm:pt modelId="{1112B48A-A298-4D41-971A-3818EC4D6369}" type="pres">
      <dgm:prSet presAssocID="{7A32BDC7-6850-4C69-AB7F-480D167289D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16FE6606-A533-4B8C-9FEC-6590396CEFB4}" type="presOf" srcId="{A8833719-0243-47F3-BC91-BFC8148DAECD}" destId="{78C3280B-F7F9-4A15-98A2-B96E35A9F595}" srcOrd="0" destOrd="0" presId="urn:microsoft.com/office/officeart/2005/8/layout/default"/>
    <dgm:cxn modelId="{02968D11-4F30-471C-93C8-8EB0A22CD92C}" type="presOf" srcId="{06FB0A7D-47E5-4CD6-9E69-0F36E513482D}" destId="{5C3BE60A-DB65-4A56-9279-28F1A9449804}" srcOrd="0" destOrd="0" presId="urn:microsoft.com/office/officeart/2005/8/layout/default"/>
    <dgm:cxn modelId="{0E742914-7B1A-4B56-9EC5-9632D3342B01}" type="presOf" srcId="{DBCD79E9-81AB-4D4C-8770-D03246153DB3}" destId="{B91DEC56-2F6B-4A7E-B167-83288CF201E7}" srcOrd="0" destOrd="0" presId="urn:microsoft.com/office/officeart/2005/8/layout/default"/>
    <dgm:cxn modelId="{5A2AC92B-B638-49DB-87A2-E1888298781B}" srcId="{1C6CC450-9AC3-45F0-83A9-028947CC6718}" destId="{ED5C2229-651A-458D-B79D-2E1DFCF17F0D}" srcOrd="0" destOrd="0" parTransId="{D1F40043-3260-44EB-B8B0-D920819A074D}" sibTransId="{EE5ED306-177F-455E-A638-929B152E1269}"/>
    <dgm:cxn modelId="{F860AF36-02D8-46E1-B48C-B29610494A53}" srcId="{1C6CC450-9AC3-45F0-83A9-028947CC6718}" destId="{F7A2AF4E-663F-4774-9F9C-509EEAB20A31}" srcOrd="6" destOrd="0" parTransId="{EA073DA9-BDAA-42EC-BA36-A3C9A897FEA3}" sibTransId="{637DF49E-BFD6-4331-9390-3D5BB4BDB7A3}"/>
    <dgm:cxn modelId="{A8048C3A-8056-4B5E-AF75-6D80D8B8D7B0}" type="presOf" srcId="{F7A2AF4E-663F-4774-9F9C-509EEAB20A31}" destId="{E632AB5A-D6FE-4EF3-86B5-C6BF41509AF5}" srcOrd="0" destOrd="0" presId="urn:microsoft.com/office/officeart/2005/8/layout/default"/>
    <dgm:cxn modelId="{3976235C-DB35-45E2-89E7-F24447309566}" type="presOf" srcId="{1C6CC450-9AC3-45F0-83A9-028947CC6718}" destId="{7C8A0C96-1D9F-48D9-A184-490964E3774D}" srcOrd="0" destOrd="0" presId="urn:microsoft.com/office/officeart/2005/8/layout/default"/>
    <dgm:cxn modelId="{61962363-F713-441A-884E-5C7147F093A8}" srcId="{1C6CC450-9AC3-45F0-83A9-028947CC6718}" destId="{A8833719-0243-47F3-BC91-BFC8148DAECD}" srcOrd="10" destOrd="0" parTransId="{79BFD3A0-8D67-4718-B422-9C397423D320}" sibTransId="{F32F142D-7D9A-46E3-9EDC-716A3B0C9B80}"/>
    <dgm:cxn modelId="{2CF6F94D-A81B-4E1A-9AA6-EDFAC420F1F9}" type="presOf" srcId="{0A1A10B3-99B1-4D42-9CE1-D445763921CB}" destId="{28F44F7B-6C76-4B09-AC8D-A7A147CD85B6}" srcOrd="0" destOrd="0" presId="urn:microsoft.com/office/officeart/2005/8/layout/default"/>
    <dgm:cxn modelId="{AD806552-624C-4F85-A8FD-385E9C26C735}" type="presOf" srcId="{CE3EFAA8-DB48-4394-B2A1-CAE604B8A6E5}" destId="{8AF24117-43FF-48DB-B66C-BE0B9AF7DDC5}" srcOrd="0" destOrd="0" presId="urn:microsoft.com/office/officeart/2005/8/layout/default"/>
    <dgm:cxn modelId="{C595C758-B4E8-41B4-BCAA-185D761250B7}" type="presOf" srcId="{ED5C2229-651A-458D-B79D-2E1DFCF17F0D}" destId="{DDC8FB73-1C4A-4459-B287-E87925264583}" srcOrd="0" destOrd="0" presId="urn:microsoft.com/office/officeart/2005/8/layout/default"/>
    <dgm:cxn modelId="{9D1ECF58-8090-412E-BE4A-14D6CC031F4A}" srcId="{1C6CC450-9AC3-45F0-83A9-028947CC6718}" destId="{06FB0A7D-47E5-4CD6-9E69-0F36E513482D}" srcOrd="7" destOrd="0" parTransId="{6090B1BE-DDFD-4F8D-B537-B34B0786FA71}" sibTransId="{B2DA359E-8A24-42FB-A5FF-CB3EE963E164}"/>
    <dgm:cxn modelId="{161CF689-E22B-4F54-BBCB-C58B1A591CA5}" srcId="{1C6CC450-9AC3-45F0-83A9-028947CC6718}" destId="{CE3EFAA8-DB48-4394-B2A1-CAE604B8A6E5}" srcOrd="3" destOrd="0" parTransId="{4140F0A0-BB68-48FF-88F7-F5F6DDEDC9F1}" sibTransId="{CDD534FA-2388-4F3D-B047-9C6FB2C845CB}"/>
    <dgm:cxn modelId="{AB1B70A3-C096-4A5B-AF06-01F6D070178B}" srcId="{1C6CC450-9AC3-45F0-83A9-028947CC6718}" destId="{DBCD79E9-81AB-4D4C-8770-D03246153DB3}" srcOrd="1" destOrd="0" parTransId="{C7A9E3D6-55DB-480E-8F4A-796CBD9BF253}" sibTransId="{D600E2B9-E3A2-4D00-96AF-BF5D0D65B8B9}"/>
    <dgm:cxn modelId="{7D68A6AD-6B52-4B9F-BC81-439E3E13CB60}" type="presOf" srcId="{7A32BDC7-6850-4C69-AB7F-480D167289D4}" destId="{1112B48A-A298-4D41-971A-3818EC4D6369}" srcOrd="0" destOrd="0" presId="urn:microsoft.com/office/officeart/2005/8/layout/default"/>
    <dgm:cxn modelId="{D15C08C3-C553-45E5-A8B4-5E94CFDC17E9}" type="presOf" srcId="{F65CE6C8-4270-47B1-AC0E-82920E1BC0B7}" destId="{1C082B54-89F1-4D94-BE6D-2C106BB20BC3}" srcOrd="0" destOrd="0" presId="urn:microsoft.com/office/officeart/2005/8/layout/default"/>
    <dgm:cxn modelId="{4ADC98C3-5A76-4E0B-A79C-E30276197062}" srcId="{1C6CC450-9AC3-45F0-83A9-028947CC6718}" destId="{7A32BDC7-6850-4C69-AB7F-480D167289D4}" srcOrd="11" destOrd="0" parTransId="{B40ABAC5-77AA-4984-8210-4D2BF1CD60F5}" sibTransId="{15AD31E0-0EB6-439B-ACBD-35779A8099B5}"/>
    <dgm:cxn modelId="{AAA380C4-3F75-4C22-BA74-6C675111C8C7}" srcId="{1C6CC450-9AC3-45F0-83A9-028947CC6718}" destId="{F65CE6C8-4270-47B1-AC0E-82920E1BC0B7}" srcOrd="9" destOrd="0" parTransId="{79275B01-4357-4955-B2D4-D05E2B267001}" sibTransId="{3F164216-3CCA-410A-B4F6-AEA94AAE7F1E}"/>
    <dgm:cxn modelId="{0E2013D2-1CEF-4A04-8494-5E8C004F4B93}" srcId="{1C6CC450-9AC3-45F0-83A9-028947CC6718}" destId="{2913E934-14D3-405C-9578-1E2DA97DBB38}" srcOrd="5" destOrd="0" parTransId="{B42CEFC9-B579-4313-B093-2C1C0E6668C2}" sibTransId="{C2068428-A5CC-414E-8BD9-15BB00708346}"/>
    <dgm:cxn modelId="{4390FBE2-A35B-4858-BB38-2564BF07F9C0}" type="presOf" srcId="{2913E934-14D3-405C-9578-1E2DA97DBB38}" destId="{CA5B83F7-3148-4E59-AB9E-88A270091007}" srcOrd="0" destOrd="0" presId="urn:microsoft.com/office/officeart/2005/8/layout/default"/>
    <dgm:cxn modelId="{690EA1E8-1532-464A-8AD4-0030459F8059}" type="presOf" srcId="{986C3325-7B3A-4A78-88B7-3510E138BC63}" destId="{5BCAAB61-4E49-4773-990A-ABD3B9BF30EC}" srcOrd="0" destOrd="0" presId="urn:microsoft.com/office/officeart/2005/8/layout/default"/>
    <dgm:cxn modelId="{6722A3F4-0190-4D61-A2E2-C7EB3AA9B298}" type="presOf" srcId="{B9F7BA68-C4A4-4348-9907-950AC2901D89}" destId="{6EC5A22F-52C3-4445-8F66-2B3663C0CC52}" srcOrd="0" destOrd="0" presId="urn:microsoft.com/office/officeart/2005/8/layout/default"/>
    <dgm:cxn modelId="{821111F7-282D-45BD-9856-15DB01A79787}" srcId="{1C6CC450-9AC3-45F0-83A9-028947CC6718}" destId="{986C3325-7B3A-4A78-88B7-3510E138BC63}" srcOrd="2" destOrd="0" parTransId="{D8F2B519-4C6B-468D-B326-05145F18E061}" sibTransId="{82D6BB91-C283-47DD-A196-3E324A1FBBC3}"/>
    <dgm:cxn modelId="{FCDC86F8-6942-4ED1-B1FD-88D5EE62F9D5}" srcId="{1C6CC450-9AC3-45F0-83A9-028947CC6718}" destId="{0A1A10B3-99B1-4D42-9CE1-D445763921CB}" srcOrd="8" destOrd="0" parTransId="{00827338-E5E9-4189-877D-7419744DA887}" sibTransId="{85D10C89-4AC0-4D1F-998D-EC26694946E7}"/>
    <dgm:cxn modelId="{7D55B3F8-F437-476B-B074-E2E454192D21}" srcId="{1C6CC450-9AC3-45F0-83A9-028947CC6718}" destId="{B9F7BA68-C4A4-4348-9907-950AC2901D89}" srcOrd="4" destOrd="0" parTransId="{783B3416-3D4A-4E82-9012-68BD3150E1A8}" sibTransId="{5D1200D9-F9DB-4F04-AC26-7997E913B202}"/>
    <dgm:cxn modelId="{CF221C72-23E5-4BBE-8BC2-FB92F287B5DA}" type="presParOf" srcId="{7C8A0C96-1D9F-48D9-A184-490964E3774D}" destId="{DDC8FB73-1C4A-4459-B287-E87925264583}" srcOrd="0" destOrd="0" presId="urn:microsoft.com/office/officeart/2005/8/layout/default"/>
    <dgm:cxn modelId="{D46382E9-70AD-498C-BFCA-75578211CACD}" type="presParOf" srcId="{7C8A0C96-1D9F-48D9-A184-490964E3774D}" destId="{71281918-31EE-4038-A30B-0796F2F163DB}" srcOrd="1" destOrd="0" presId="urn:microsoft.com/office/officeart/2005/8/layout/default"/>
    <dgm:cxn modelId="{B0959B91-DD4A-4D5A-A232-26B1405018C6}" type="presParOf" srcId="{7C8A0C96-1D9F-48D9-A184-490964E3774D}" destId="{B91DEC56-2F6B-4A7E-B167-83288CF201E7}" srcOrd="2" destOrd="0" presId="urn:microsoft.com/office/officeart/2005/8/layout/default"/>
    <dgm:cxn modelId="{3D45907F-29F0-4D31-9F79-CDCA0869C4FE}" type="presParOf" srcId="{7C8A0C96-1D9F-48D9-A184-490964E3774D}" destId="{56C709C6-7A73-438D-91AF-3556F8B111AB}" srcOrd="3" destOrd="0" presId="urn:microsoft.com/office/officeart/2005/8/layout/default"/>
    <dgm:cxn modelId="{AA397697-BFD2-445A-8B15-B42F5710022E}" type="presParOf" srcId="{7C8A0C96-1D9F-48D9-A184-490964E3774D}" destId="{5BCAAB61-4E49-4773-990A-ABD3B9BF30EC}" srcOrd="4" destOrd="0" presId="urn:microsoft.com/office/officeart/2005/8/layout/default"/>
    <dgm:cxn modelId="{35100ABF-E4B1-4280-820B-D1311EE57C34}" type="presParOf" srcId="{7C8A0C96-1D9F-48D9-A184-490964E3774D}" destId="{3FCF72F8-91A1-41CB-8F41-3B3E06963637}" srcOrd="5" destOrd="0" presId="urn:microsoft.com/office/officeart/2005/8/layout/default"/>
    <dgm:cxn modelId="{5B81A145-ED13-4D19-B9BC-13FA093F5A22}" type="presParOf" srcId="{7C8A0C96-1D9F-48D9-A184-490964E3774D}" destId="{8AF24117-43FF-48DB-B66C-BE0B9AF7DDC5}" srcOrd="6" destOrd="0" presId="urn:microsoft.com/office/officeart/2005/8/layout/default"/>
    <dgm:cxn modelId="{1B27CB6F-F156-4985-B4DB-6C85F766DC1A}" type="presParOf" srcId="{7C8A0C96-1D9F-48D9-A184-490964E3774D}" destId="{BC4C5E4B-F17D-4720-81EF-1CDD45A6B9CB}" srcOrd="7" destOrd="0" presId="urn:microsoft.com/office/officeart/2005/8/layout/default"/>
    <dgm:cxn modelId="{BCA9ED5D-A0D6-4E37-9249-8401F0B98F48}" type="presParOf" srcId="{7C8A0C96-1D9F-48D9-A184-490964E3774D}" destId="{6EC5A22F-52C3-4445-8F66-2B3663C0CC52}" srcOrd="8" destOrd="0" presId="urn:microsoft.com/office/officeart/2005/8/layout/default"/>
    <dgm:cxn modelId="{A206960A-D852-445D-A167-10341F8372E2}" type="presParOf" srcId="{7C8A0C96-1D9F-48D9-A184-490964E3774D}" destId="{9DB23D36-6DB9-43DA-AC01-0E74296E5477}" srcOrd="9" destOrd="0" presId="urn:microsoft.com/office/officeart/2005/8/layout/default"/>
    <dgm:cxn modelId="{3C42A66C-18A3-4B20-B6D1-355E05C1B7FD}" type="presParOf" srcId="{7C8A0C96-1D9F-48D9-A184-490964E3774D}" destId="{CA5B83F7-3148-4E59-AB9E-88A270091007}" srcOrd="10" destOrd="0" presId="urn:microsoft.com/office/officeart/2005/8/layout/default"/>
    <dgm:cxn modelId="{0357239A-F0A0-4F1C-8088-2FB091BDBB64}" type="presParOf" srcId="{7C8A0C96-1D9F-48D9-A184-490964E3774D}" destId="{6B742E51-A404-430B-9260-F778F2617762}" srcOrd="11" destOrd="0" presId="urn:microsoft.com/office/officeart/2005/8/layout/default"/>
    <dgm:cxn modelId="{E177D95D-D8E9-4E2E-B9C7-4F4DE8CA46DE}" type="presParOf" srcId="{7C8A0C96-1D9F-48D9-A184-490964E3774D}" destId="{E632AB5A-D6FE-4EF3-86B5-C6BF41509AF5}" srcOrd="12" destOrd="0" presId="urn:microsoft.com/office/officeart/2005/8/layout/default"/>
    <dgm:cxn modelId="{9B02D93C-708D-4EDA-8BCA-9D8F6870D7D5}" type="presParOf" srcId="{7C8A0C96-1D9F-48D9-A184-490964E3774D}" destId="{1F6AC663-8A01-454D-817B-E4805171E087}" srcOrd="13" destOrd="0" presId="urn:microsoft.com/office/officeart/2005/8/layout/default"/>
    <dgm:cxn modelId="{87B62BBB-C77E-4C80-BEF5-DD530F822E51}" type="presParOf" srcId="{7C8A0C96-1D9F-48D9-A184-490964E3774D}" destId="{5C3BE60A-DB65-4A56-9279-28F1A9449804}" srcOrd="14" destOrd="0" presId="urn:microsoft.com/office/officeart/2005/8/layout/default"/>
    <dgm:cxn modelId="{2C64F398-6CDC-4238-B9D8-EED2B4D0760A}" type="presParOf" srcId="{7C8A0C96-1D9F-48D9-A184-490964E3774D}" destId="{C3F5EF9F-353E-4160-B513-6684748B5B7B}" srcOrd="15" destOrd="0" presId="urn:microsoft.com/office/officeart/2005/8/layout/default"/>
    <dgm:cxn modelId="{25BF265A-A572-4CB5-BE95-17FCB1DEBB82}" type="presParOf" srcId="{7C8A0C96-1D9F-48D9-A184-490964E3774D}" destId="{28F44F7B-6C76-4B09-AC8D-A7A147CD85B6}" srcOrd="16" destOrd="0" presId="urn:microsoft.com/office/officeart/2005/8/layout/default"/>
    <dgm:cxn modelId="{D88345AD-9036-495C-90F2-5E53FC4FF6F5}" type="presParOf" srcId="{7C8A0C96-1D9F-48D9-A184-490964E3774D}" destId="{B1E95593-D844-4B11-9FEB-BB3C04D2EC68}" srcOrd="17" destOrd="0" presId="urn:microsoft.com/office/officeart/2005/8/layout/default"/>
    <dgm:cxn modelId="{18FE5E90-D23B-4570-B8D2-E40A4D76D02D}" type="presParOf" srcId="{7C8A0C96-1D9F-48D9-A184-490964E3774D}" destId="{1C082B54-89F1-4D94-BE6D-2C106BB20BC3}" srcOrd="18" destOrd="0" presId="urn:microsoft.com/office/officeart/2005/8/layout/default"/>
    <dgm:cxn modelId="{B235F02D-27EC-43B1-9A4C-8061296B67C1}" type="presParOf" srcId="{7C8A0C96-1D9F-48D9-A184-490964E3774D}" destId="{0FBF1E93-C656-4912-A121-9B9CC65EEA0D}" srcOrd="19" destOrd="0" presId="urn:microsoft.com/office/officeart/2005/8/layout/default"/>
    <dgm:cxn modelId="{1CF38D92-74B6-4AEC-9B09-681ECC8EFA92}" type="presParOf" srcId="{7C8A0C96-1D9F-48D9-A184-490964E3774D}" destId="{78C3280B-F7F9-4A15-98A2-B96E35A9F595}" srcOrd="20" destOrd="0" presId="urn:microsoft.com/office/officeart/2005/8/layout/default"/>
    <dgm:cxn modelId="{7DD28471-B130-4D35-B00C-CEE7543211D3}" type="presParOf" srcId="{7C8A0C96-1D9F-48D9-A184-490964E3774D}" destId="{7B522314-63E7-496E-8DEA-97686E961630}" srcOrd="21" destOrd="0" presId="urn:microsoft.com/office/officeart/2005/8/layout/default"/>
    <dgm:cxn modelId="{4D0B24E1-8D2D-4974-AF5F-7D0487AA10E9}" type="presParOf" srcId="{7C8A0C96-1D9F-48D9-A184-490964E3774D}" destId="{1112B48A-A298-4D41-971A-3818EC4D6369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98AD7EF-D2EF-4C36-A869-F05A02C50ED3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4B249DA-BADA-48AA-A94C-C2E453811785}">
      <dgm:prSet/>
      <dgm:spPr/>
      <dgm:t>
        <a:bodyPr/>
        <a:lstStyle/>
        <a:p>
          <a:r>
            <a:rPr lang="pl-PL"/>
            <a:t>Lider służebny usuwa bariery takie jak:</a:t>
          </a:r>
          <a:endParaRPr lang="en-US"/>
        </a:p>
      </dgm:t>
    </dgm:pt>
    <dgm:pt modelId="{93BE97B7-FF01-4FF1-9134-CC70BE5BE4E4}" type="parTrans" cxnId="{57B7FFC2-85E7-43F4-BC96-DA2C2D0190F6}">
      <dgm:prSet/>
      <dgm:spPr/>
      <dgm:t>
        <a:bodyPr/>
        <a:lstStyle/>
        <a:p>
          <a:endParaRPr lang="en-US"/>
        </a:p>
      </dgm:t>
    </dgm:pt>
    <dgm:pt modelId="{5966F1AB-D79F-4336-BCAC-FB0690BD47CC}" type="sibTrans" cxnId="{57B7FFC2-85E7-43F4-BC96-DA2C2D0190F6}">
      <dgm:prSet/>
      <dgm:spPr/>
      <dgm:t>
        <a:bodyPr/>
        <a:lstStyle/>
        <a:p>
          <a:endParaRPr lang="en-US"/>
        </a:p>
      </dgm:t>
    </dgm:pt>
    <dgm:pt modelId="{417A5798-1A50-429D-8A0E-3CCAAFFDEE4D}">
      <dgm:prSet/>
      <dgm:spPr/>
      <dgm:t>
        <a:bodyPr/>
        <a:lstStyle/>
        <a:p>
          <a:r>
            <a:rPr lang="pl-PL"/>
            <a:t>blokery techniczne i procesowe </a:t>
          </a:r>
          <a:endParaRPr lang="en-US"/>
        </a:p>
      </dgm:t>
    </dgm:pt>
    <dgm:pt modelId="{6AC43581-B72F-4912-B682-DDEAD74398AF}" type="parTrans" cxnId="{CE499023-B98F-40C7-A25A-AE5F566D05D3}">
      <dgm:prSet/>
      <dgm:spPr/>
      <dgm:t>
        <a:bodyPr/>
        <a:lstStyle/>
        <a:p>
          <a:endParaRPr lang="en-US"/>
        </a:p>
      </dgm:t>
    </dgm:pt>
    <dgm:pt modelId="{8C5F5EE5-CC08-4EB3-9A53-7655FE80D6AA}" type="sibTrans" cxnId="{CE499023-B98F-40C7-A25A-AE5F566D05D3}">
      <dgm:prSet/>
      <dgm:spPr/>
      <dgm:t>
        <a:bodyPr/>
        <a:lstStyle/>
        <a:p>
          <a:endParaRPr lang="en-US"/>
        </a:p>
      </dgm:t>
    </dgm:pt>
    <dgm:pt modelId="{6BACCD8C-7958-42F4-921D-D8A9F58232FB}">
      <dgm:prSet/>
      <dgm:spPr/>
      <dgm:t>
        <a:bodyPr/>
        <a:lstStyle/>
        <a:p>
          <a:r>
            <a:rPr lang="pl-PL"/>
            <a:t>niejasne wymagania </a:t>
          </a:r>
          <a:endParaRPr lang="en-US"/>
        </a:p>
      </dgm:t>
    </dgm:pt>
    <dgm:pt modelId="{0E75D8B8-6BFC-4445-BE3D-808C34A7631C}" type="parTrans" cxnId="{C9A45597-8360-42C7-80F1-9EFB16F261DA}">
      <dgm:prSet/>
      <dgm:spPr/>
      <dgm:t>
        <a:bodyPr/>
        <a:lstStyle/>
        <a:p>
          <a:endParaRPr lang="en-US"/>
        </a:p>
      </dgm:t>
    </dgm:pt>
    <dgm:pt modelId="{2F7C49F9-2C12-416E-A259-E173CE15138B}" type="sibTrans" cxnId="{C9A45597-8360-42C7-80F1-9EFB16F261DA}">
      <dgm:prSet/>
      <dgm:spPr/>
      <dgm:t>
        <a:bodyPr/>
        <a:lstStyle/>
        <a:p>
          <a:endParaRPr lang="en-US"/>
        </a:p>
      </dgm:t>
    </dgm:pt>
    <dgm:pt modelId="{A7A5852A-3A39-40B7-9111-506206B003CE}">
      <dgm:prSet/>
      <dgm:spPr/>
      <dgm:t>
        <a:bodyPr/>
        <a:lstStyle/>
        <a:p>
          <a:r>
            <a:rPr lang="pl-PL"/>
            <a:t>konflikty między członkami zespołu </a:t>
          </a:r>
          <a:endParaRPr lang="en-US"/>
        </a:p>
      </dgm:t>
    </dgm:pt>
    <dgm:pt modelId="{EEA5189C-705D-4F2E-9FDE-F0660DE34D8A}" type="parTrans" cxnId="{DAA3CDC2-DE1F-4A07-90E9-F6FD91B4F909}">
      <dgm:prSet/>
      <dgm:spPr/>
      <dgm:t>
        <a:bodyPr/>
        <a:lstStyle/>
        <a:p>
          <a:endParaRPr lang="en-US"/>
        </a:p>
      </dgm:t>
    </dgm:pt>
    <dgm:pt modelId="{808DE00F-546D-4186-AAF8-A00691145F18}" type="sibTrans" cxnId="{DAA3CDC2-DE1F-4A07-90E9-F6FD91B4F909}">
      <dgm:prSet/>
      <dgm:spPr/>
      <dgm:t>
        <a:bodyPr/>
        <a:lstStyle/>
        <a:p>
          <a:endParaRPr lang="en-US"/>
        </a:p>
      </dgm:t>
    </dgm:pt>
    <dgm:pt modelId="{F72FD71D-6A36-46D6-84F4-BE391DE7637B}">
      <dgm:prSet/>
      <dgm:spPr/>
      <dgm:t>
        <a:bodyPr/>
        <a:lstStyle/>
        <a:p>
          <a:r>
            <a:rPr lang="pl-PL"/>
            <a:t>brak dostępu do narzędzi i wiedzy</a:t>
          </a:r>
          <a:endParaRPr lang="en-US"/>
        </a:p>
      </dgm:t>
    </dgm:pt>
    <dgm:pt modelId="{CB577E4A-2F90-44AF-B16B-107D8ECC6C79}" type="parTrans" cxnId="{504E73AE-ABB4-4972-88CD-FFA342F4BB38}">
      <dgm:prSet/>
      <dgm:spPr/>
      <dgm:t>
        <a:bodyPr/>
        <a:lstStyle/>
        <a:p>
          <a:endParaRPr lang="en-US"/>
        </a:p>
      </dgm:t>
    </dgm:pt>
    <dgm:pt modelId="{B07B5CAD-A0DC-4D93-BBBC-AC2C8C353889}" type="sibTrans" cxnId="{504E73AE-ABB4-4972-88CD-FFA342F4BB38}">
      <dgm:prSet/>
      <dgm:spPr/>
      <dgm:t>
        <a:bodyPr/>
        <a:lstStyle/>
        <a:p>
          <a:endParaRPr lang="en-US"/>
        </a:p>
      </dgm:t>
    </dgm:pt>
    <dgm:pt modelId="{B67E6986-E3C5-431B-9C62-6AA89CE85465}" type="pres">
      <dgm:prSet presAssocID="{298AD7EF-D2EF-4C36-A869-F05A02C50ED3}" presName="diagram" presStyleCnt="0">
        <dgm:presLayoutVars>
          <dgm:dir/>
          <dgm:resizeHandles val="exact"/>
        </dgm:presLayoutVars>
      </dgm:prSet>
      <dgm:spPr/>
    </dgm:pt>
    <dgm:pt modelId="{B139176E-E968-4251-85E8-BDF7C3A49D4C}" type="pres">
      <dgm:prSet presAssocID="{54B249DA-BADA-48AA-A94C-C2E453811785}" presName="node" presStyleLbl="node1" presStyleIdx="0" presStyleCnt="5">
        <dgm:presLayoutVars>
          <dgm:bulletEnabled val="1"/>
        </dgm:presLayoutVars>
      </dgm:prSet>
      <dgm:spPr/>
    </dgm:pt>
    <dgm:pt modelId="{D0B260EE-EAB8-4933-B6AF-4F2FA2E0856D}" type="pres">
      <dgm:prSet presAssocID="{5966F1AB-D79F-4336-BCAC-FB0690BD47CC}" presName="sibTrans" presStyleLbl="sibTrans2D1" presStyleIdx="0" presStyleCnt="4"/>
      <dgm:spPr/>
    </dgm:pt>
    <dgm:pt modelId="{5A2AEC96-9E62-4335-9AA7-6BEF6DEE52C6}" type="pres">
      <dgm:prSet presAssocID="{5966F1AB-D79F-4336-BCAC-FB0690BD47CC}" presName="connectorText" presStyleLbl="sibTrans2D1" presStyleIdx="0" presStyleCnt="4"/>
      <dgm:spPr/>
    </dgm:pt>
    <dgm:pt modelId="{32D65F33-1A95-46F1-B665-CFBEFAB92378}" type="pres">
      <dgm:prSet presAssocID="{417A5798-1A50-429D-8A0E-3CCAAFFDEE4D}" presName="node" presStyleLbl="node1" presStyleIdx="1" presStyleCnt="5">
        <dgm:presLayoutVars>
          <dgm:bulletEnabled val="1"/>
        </dgm:presLayoutVars>
      </dgm:prSet>
      <dgm:spPr/>
    </dgm:pt>
    <dgm:pt modelId="{0CF3DC7D-C856-4AEF-973F-70EE3C27731E}" type="pres">
      <dgm:prSet presAssocID="{8C5F5EE5-CC08-4EB3-9A53-7655FE80D6AA}" presName="sibTrans" presStyleLbl="sibTrans2D1" presStyleIdx="1" presStyleCnt="4"/>
      <dgm:spPr/>
    </dgm:pt>
    <dgm:pt modelId="{59C84212-5CC9-4689-BDA1-FDE2A2A396F7}" type="pres">
      <dgm:prSet presAssocID="{8C5F5EE5-CC08-4EB3-9A53-7655FE80D6AA}" presName="connectorText" presStyleLbl="sibTrans2D1" presStyleIdx="1" presStyleCnt="4"/>
      <dgm:spPr/>
    </dgm:pt>
    <dgm:pt modelId="{A087A4D9-A7F4-45E4-8219-ADCC8EA9448A}" type="pres">
      <dgm:prSet presAssocID="{6BACCD8C-7958-42F4-921D-D8A9F58232FB}" presName="node" presStyleLbl="node1" presStyleIdx="2" presStyleCnt="5">
        <dgm:presLayoutVars>
          <dgm:bulletEnabled val="1"/>
        </dgm:presLayoutVars>
      </dgm:prSet>
      <dgm:spPr/>
    </dgm:pt>
    <dgm:pt modelId="{0623E61E-218D-4BA1-94DC-8863845FB6B9}" type="pres">
      <dgm:prSet presAssocID="{2F7C49F9-2C12-416E-A259-E173CE15138B}" presName="sibTrans" presStyleLbl="sibTrans2D1" presStyleIdx="2" presStyleCnt="4"/>
      <dgm:spPr/>
    </dgm:pt>
    <dgm:pt modelId="{A7CA80DC-644F-4155-B2C8-3FD1730AF11B}" type="pres">
      <dgm:prSet presAssocID="{2F7C49F9-2C12-416E-A259-E173CE15138B}" presName="connectorText" presStyleLbl="sibTrans2D1" presStyleIdx="2" presStyleCnt="4"/>
      <dgm:spPr/>
    </dgm:pt>
    <dgm:pt modelId="{FFED85EB-5BCB-4129-9DA2-C87930C16A4C}" type="pres">
      <dgm:prSet presAssocID="{A7A5852A-3A39-40B7-9111-506206B003CE}" presName="node" presStyleLbl="node1" presStyleIdx="3" presStyleCnt="5">
        <dgm:presLayoutVars>
          <dgm:bulletEnabled val="1"/>
        </dgm:presLayoutVars>
      </dgm:prSet>
      <dgm:spPr/>
    </dgm:pt>
    <dgm:pt modelId="{537685A6-4289-44A3-AEF8-2CBCE712463A}" type="pres">
      <dgm:prSet presAssocID="{808DE00F-546D-4186-AAF8-A00691145F18}" presName="sibTrans" presStyleLbl="sibTrans2D1" presStyleIdx="3" presStyleCnt="4"/>
      <dgm:spPr/>
    </dgm:pt>
    <dgm:pt modelId="{2B0A6A98-8B93-42A3-9CF4-2300E634C05D}" type="pres">
      <dgm:prSet presAssocID="{808DE00F-546D-4186-AAF8-A00691145F18}" presName="connectorText" presStyleLbl="sibTrans2D1" presStyleIdx="3" presStyleCnt="4"/>
      <dgm:spPr/>
    </dgm:pt>
    <dgm:pt modelId="{BD8DB10B-9B63-4383-85DD-5FCABAE3EB80}" type="pres">
      <dgm:prSet presAssocID="{F72FD71D-6A36-46D6-84F4-BE391DE7637B}" presName="node" presStyleLbl="node1" presStyleIdx="4" presStyleCnt="5">
        <dgm:presLayoutVars>
          <dgm:bulletEnabled val="1"/>
        </dgm:presLayoutVars>
      </dgm:prSet>
      <dgm:spPr/>
    </dgm:pt>
  </dgm:ptLst>
  <dgm:cxnLst>
    <dgm:cxn modelId="{CE499023-B98F-40C7-A25A-AE5F566D05D3}" srcId="{298AD7EF-D2EF-4C36-A869-F05A02C50ED3}" destId="{417A5798-1A50-429D-8A0E-3CCAAFFDEE4D}" srcOrd="1" destOrd="0" parTransId="{6AC43581-B72F-4912-B682-DDEAD74398AF}" sibTransId="{8C5F5EE5-CC08-4EB3-9A53-7655FE80D6AA}"/>
    <dgm:cxn modelId="{361F5F2B-4831-425E-A67D-5A18B71FE2A0}" type="presOf" srcId="{8C5F5EE5-CC08-4EB3-9A53-7655FE80D6AA}" destId="{59C84212-5CC9-4689-BDA1-FDE2A2A396F7}" srcOrd="1" destOrd="0" presId="urn:microsoft.com/office/officeart/2005/8/layout/process5"/>
    <dgm:cxn modelId="{098E1538-332F-45B8-92B0-9B6DBB697C7E}" type="presOf" srcId="{808DE00F-546D-4186-AAF8-A00691145F18}" destId="{2B0A6A98-8B93-42A3-9CF4-2300E634C05D}" srcOrd="1" destOrd="0" presId="urn:microsoft.com/office/officeart/2005/8/layout/process5"/>
    <dgm:cxn modelId="{6C0BCC38-E9F7-45D4-9254-A61D6CFBFD36}" type="presOf" srcId="{5966F1AB-D79F-4336-BCAC-FB0690BD47CC}" destId="{5A2AEC96-9E62-4335-9AA7-6BEF6DEE52C6}" srcOrd="1" destOrd="0" presId="urn:microsoft.com/office/officeart/2005/8/layout/process5"/>
    <dgm:cxn modelId="{A2F71867-D6CC-408B-ADB6-B1729A97A4BC}" type="presOf" srcId="{6BACCD8C-7958-42F4-921D-D8A9F58232FB}" destId="{A087A4D9-A7F4-45E4-8219-ADCC8EA9448A}" srcOrd="0" destOrd="0" presId="urn:microsoft.com/office/officeart/2005/8/layout/process5"/>
    <dgm:cxn modelId="{C3BC2567-312D-457F-9679-18542C782E40}" type="presOf" srcId="{A7A5852A-3A39-40B7-9111-506206B003CE}" destId="{FFED85EB-5BCB-4129-9DA2-C87930C16A4C}" srcOrd="0" destOrd="0" presId="urn:microsoft.com/office/officeart/2005/8/layout/process5"/>
    <dgm:cxn modelId="{9E961B4A-D396-4528-A52E-6983F36719DB}" type="presOf" srcId="{2F7C49F9-2C12-416E-A259-E173CE15138B}" destId="{0623E61E-218D-4BA1-94DC-8863845FB6B9}" srcOrd="0" destOrd="0" presId="urn:microsoft.com/office/officeart/2005/8/layout/process5"/>
    <dgm:cxn modelId="{831FEC71-BFE8-480A-B8BD-811AC101E61A}" type="presOf" srcId="{F72FD71D-6A36-46D6-84F4-BE391DE7637B}" destId="{BD8DB10B-9B63-4383-85DD-5FCABAE3EB80}" srcOrd="0" destOrd="0" presId="urn:microsoft.com/office/officeart/2005/8/layout/process5"/>
    <dgm:cxn modelId="{B5C1F759-0479-409C-9DC7-B60153E263BE}" type="presOf" srcId="{808DE00F-546D-4186-AAF8-A00691145F18}" destId="{537685A6-4289-44A3-AEF8-2CBCE712463A}" srcOrd="0" destOrd="0" presId="urn:microsoft.com/office/officeart/2005/8/layout/process5"/>
    <dgm:cxn modelId="{C4FDFF87-3952-4829-956B-BB94D3C7594E}" type="presOf" srcId="{8C5F5EE5-CC08-4EB3-9A53-7655FE80D6AA}" destId="{0CF3DC7D-C856-4AEF-973F-70EE3C27731E}" srcOrd="0" destOrd="0" presId="urn:microsoft.com/office/officeart/2005/8/layout/process5"/>
    <dgm:cxn modelId="{C9A45597-8360-42C7-80F1-9EFB16F261DA}" srcId="{298AD7EF-D2EF-4C36-A869-F05A02C50ED3}" destId="{6BACCD8C-7958-42F4-921D-D8A9F58232FB}" srcOrd="2" destOrd="0" parTransId="{0E75D8B8-6BFC-4445-BE3D-808C34A7631C}" sibTransId="{2F7C49F9-2C12-416E-A259-E173CE15138B}"/>
    <dgm:cxn modelId="{3CD4199A-7B95-4CEB-B47D-33846C62B9A1}" type="presOf" srcId="{5966F1AB-D79F-4336-BCAC-FB0690BD47CC}" destId="{D0B260EE-EAB8-4933-B6AF-4F2FA2E0856D}" srcOrd="0" destOrd="0" presId="urn:microsoft.com/office/officeart/2005/8/layout/process5"/>
    <dgm:cxn modelId="{5710F5A7-1064-41B7-8C79-89D253DA40B0}" type="presOf" srcId="{298AD7EF-D2EF-4C36-A869-F05A02C50ED3}" destId="{B67E6986-E3C5-431B-9C62-6AA89CE85465}" srcOrd="0" destOrd="0" presId="urn:microsoft.com/office/officeart/2005/8/layout/process5"/>
    <dgm:cxn modelId="{504E73AE-ABB4-4972-88CD-FFA342F4BB38}" srcId="{298AD7EF-D2EF-4C36-A869-F05A02C50ED3}" destId="{F72FD71D-6A36-46D6-84F4-BE391DE7637B}" srcOrd="4" destOrd="0" parTransId="{CB577E4A-2F90-44AF-B16B-107D8ECC6C79}" sibTransId="{B07B5CAD-A0DC-4D93-BBBC-AC2C8C353889}"/>
    <dgm:cxn modelId="{CD9B01BD-051F-4BFB-9D3F-5026B898F8F4}" type="presOf" srcId="{54B249DA-BADA-48AA-A94C-C2E453811785}" destId="{B139176E-E968-4251-85E8-BDF7C3A49D4C}" srcOrd="0" destOrd="0" presId="urn:microsoft.com/office/officeart/2005/8/layout/process5"/>
    <dgm:cxn modelId="{DAA3CDC2-DE1F-4A07-90E9-F6FD91B4F909}" srcId="{298AD7EF-D2EF-4C36-A869-F05A02C50ED3}" destId="{A7A5852A-3A39-40B7-9111-506206B003CE}" srcOrd="3" destOrd="0" parTransId="{EEA5189C-705D-4F2E-9FDE-F0660DE34D8A}" sibTransId="{808DE00F-546D-4186-AAF8-A00691145F18}"/>
    <dgm:cxn modelId="{57B7FFC2-85E7-43F4-BC96-DA2C2D0190F6}" srcId="{298AD7EF-D2EF-4C36-A869-F05A02C50ED3}" destId="{54B249DA-BADA-48AA-A94C-C2E453811785}" srcOrd="0" destOrd="0" parTransId="{93BE97B7-FF01-4FF1-9134-CC70BE5BE4E4}" sibTransId="{5966F1AB-D79F-4336-BCAC-FB0690BD47CC}"/>
    <dgm:cxn modelId="{E94CE5E1-97EA-41E5-BAFA-CDB6546C58ED}" type="presOf" srcId="{417A5798-1A50-429D-8A0E-3CCAAFFDEE4D}" destId="{32D65F33-1A95-46F1-B665-CFBEFAB92378}" srcOrd="0" destOrd="0" presId="urn:microsoft.com/office/officeart/2005/8/layout/process5"/>
    <dgm:cxn modelId="{5016EBE4-E917-41A1-994A-AE7AD6550CF1}" type="presOf" srcId="{2F7C49F9-2C12-416E-A259-E173CE15138B}" destId="{A7CA80DC-644F-4155-B2C8-3FD1730AF11B}" srcOrd="1" destOrd="0" presId="urn:microsoft.com/office/officeart/2005/8/layout/process5"/>
    <dgm:cxn modelId="{8C7D8F11-AC10-40EF-B522-64B1BC2D51FC}" type="presParOf" srcId="{B67E6986-E3C5-431B-9C62-6AA89CE85465}" destId="{B139176E-E968-4251-85E8-BDF7C3A49D4C}" srcOrd="0" destOrd="0" presId="urn:microsoft.com/office/officeart/2005/8/layout/process5"/>
    <dgm:cxn modelId="{BBD5B0F6-E116-4B97-B8DA-5B6BAB5FEDA0}" type="presParOf" srcId="{B67E6986-E3C5-431B-9C62-6AA89CE85465}" destId="{D0B260EE-EAB8-4933-B6AF-4F2FA2E0856D}" srcOrd="1" destOrd="0" presId="urn:microsoft.com/office/officeart/2005/8/layout/process5"/>
    <dgm:cxn modelId="{3479D36A-D738-438B-B9E5-0948283FAF26}" type="presParOf" srcId="{D0B260EE-EAB8-4933-B6AF-4F2FA2E0856D}" destId="{5A2AEC96-9E62-4335-9AA7-6BEF6DEE52C6}" srcOrd="0" destOrd="0" presId="urn:microsoft.com/office/officeart/2005/8/layout/process5"/>
    <dgm:cxn modelId="{B543F868-A552-44CA-BEDE-2F4AE5EC3260}" type="presParOf" srcId="{B67E6986-E3C5-431B-9C62-6AA89CE85465}" destId="{32D65F33-1A95-46F1-B665-CFBEFAB92378}" srcOrd="2" destOrd="0" presId="urn:microsoft.com/office/officeart/2005/8/layout/process5"/>
    <dgm:cxn modelId="{E48943A4-CF1A-466F-A69D-7182076E2A3D}" type="presParOf" srcId="{B67E6986-E3C5-431B-9C62-6AA89CE85465}" destId="{0CF3DC7D-C856-4AEF-973F-70EE3C27731E}" srcOrd="3" destOrd="0" presId="urn:microsoft.com/office/officeart/2005/8/layout/process5"/>
    <dgm:cxn modelId="{213F880E-9FD9-49B5-83B1-AC3A4023D854}" type="presParOf" srcId="{0CF3DC7D-C856-4AEF-973F-70EE3C27731E}" destId="{59C84212-5CC9-4689-BDA1-FDE2A2A396F7}" srcOrd="0" destOrd="0" presId="urn:microsoft.com/office/officeart/2005/8/layout/process5"/>
    <dgm:cxn modelId="{B0D39138-5081-40DA-8D02-0E9B49A3C984}" type="presParOf" srcId="{B67E6986-E3C5-431B-9C62-6AA89CE85465}" destId="{A087A4D9-A7F4-45E4-8219-ADCC8EA9448A}" srcOrd="4" destOrd="0" presId="urn:microsoft.com/office/officeart/2005/8/layout/process5"/>
    <dgm:cxn modelId="{DB058BA6-BB3B-4270-B9A7-A84D639A95E3}" type="presParOf" srcId="{B67E6986-E3C5-431B-9C62-6AA89CE85465}" destId="{0623E61E-218D-4BA1-94DC-8863845FB6B9}" srcOrd="5" destOrd="0" presId="urn:microsoft.com/office/officeart/2005/8/layout/process5"/>
    <dgm:cxn modelId="{270A9422-2EAF-4A55-B683-2A8AE3D4586A}" type="presParOf" srcId="{0623E61E-218D-4BA1-94DC-8863845FB6B9}" destId="{A7CA80DC-644F-4155-B2C8-3FD1730AF11B}" srcOrd="0" destOrd="0" presId="urn:microsoft.com/office/officeart/2005/8/layout/process5"/>
    <dgm:cxn modelId="{2F06FC89-9C47-4127-A96C-31B98CEAD57D}" type="presParOf" srcId="{B67E6986-E3C5-431B-9C62-6AA89CE85465}" destId="{FFED85EB-5BCB-4129-9DA2-C87930C16A4C}" srcOrd="6" destOrd="0" presId="urn:microsoft.com/office/officeart/2005/8/layout/process5"/>
    <dgm:cxn modelId="{E6D98365-1FE5-4B16-B0AA-3649CD31B2A4}" type="presParOf" srcId="{B67E6986-E3C5-431B-9C62-6AA89CE85465}" destId="{537685A6-4289-44A3-AEF8-2CBCE712463A}" srcOrd="7" destOrd="0" presId="urn:microsoft.com/office/officeart/2005/8/layout/process5"/>
    <dgm:cxn modelId="{EFCD39F1-3A7C-4DAC-BB27-F04FD29E42C3}" type="presParOf" srcId="{537685A6-4289-44A3-AEF8-2CBCE712463A}" destId="{2B0A6A98-8B93-42A3-9CF4-2300E634C05D}" srcOrd="0" destOrd="0" presId="urn:microsoft.com/office/officeart/2005/8/layout/process5"/>
    <dgm:cxn modelId="{EC6C9B08-F23B-429E-B41F-9DEC4608B0A3}" type="presParOf" srcId="{B67E6986-E3C5-431B-9C62-6AA89CE85465}" destId="{BD8DB10B-9B63-4383-85DD-5FCABAE3EB80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4ADBF8D-CDED-43DC-84FC-803FEF062F5A}" type="doc">
      <dgm:prSet loTypeId="urn:microsoft.com/office/officeart/2005/8/layout/matrix3" loCatId="matrix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FA3B5C72-478F-4083-A289-E0F4DD9FC6FE}">
      <dgm:prSet/>
      <dgm:spPr/>
      <dgm:t>
        <a:bodyPr/>
        <a:lstStyle/>
        <a:p>
          <a:r>
            <a:rPr lang="pl-PL" b="1"/>
            <a:t>Responsibility</a:t>
          </a:r>
          <a:r>
            <a:rPr lang="pl-PL"/>
            <a:t> – odpowiedzialność za decyzje i działania </a:t>
          </a:r>
          <a:endParaRPr lang="en-US"/>
        </a:p>
      </dgm:t>
    </dgm:pt>
    <dgm:pt modelId="{C6C0F21F-C92C-49CB-92C7-F862917A5BA6}" type="parTrans" cxnId="{B104D236-D42E-48ED-999A-A04082CEFB12}">
      <dgm:prSet/>
      <dgm:spPr/>
      <dgm:t>
        <a:bodyPr/>
        <a:lstStyle/>
        <a:p>
          <a:endParaRPr lang="en-US"/>
        </a:p>
      </dgm:t>
    </dgm:pt>
    <dgm:pt modelId="{C40EB5DC-2543-4C20-858B-3E693E52080F}" type="sibTrans" cxnId="{B104D236-D42E-48ED-999A-A04082CEFB12}">
      <dgm:prSet/>
      <dgm:spPr/>
      <dgm:t>
        <a:bodyPr/>
        <a:lstStyle/>
        <a:p>
          <a:endParaRPr lang="en-US"/>
        </a:p>
      </dgm:t>
    </dgm:pt>
    <dgm:pt modelId="{805B6878-6064-465F-AE0F-47FF83A7542A}">
      <dgm:prSet/>
      <dgm:spPr/>
      <dgm:t>
        <a:bodyPr/>
        <a:lstStyle/>
        <a:p>
          <a:r>
            <a:rPr lang="pl-PL" b="1"/>
            <a:t>Respect</a:t>
          </a:r>
          <a:r>
            <a:rPr lang="pl-PL"/>
            <a:t> – szacunek dla wszystkich interesariuszy </a:t>
          </a:r>
          <a:endParaRPr lang="en-US"/>
        </a:p>
      </dgm:t>
    </dgm:pt>
    <dgm:pt modelId="{F4F23B38-6FE8-44E3-9FBB-F22628072D24}" type="parTrans" cxnId="{1AA9461A-0FEC-4ABA-B3C4-05701824911A}">
      <dgm:prSet/>
      <dgm:spPr/>
      <dgm:t>
        <a:bodyPr/>
        <a:lstStyle/>
        <a:p>
          <a:endParaRPr lang="en-US"/>
        </a:p>
      </dgm:t>
    </dgm:pt>
    <dgm:pt modelId="{F98255EE-4273-4D73-B1D4-63E89C6C64AB}" type="sibTrans" cxnId="{1AA9461A-0FEC-4ABA-B3C4-05701824911A}">
      <dgm:prSet/>
      <dgm:spPr/>
      <dgm:t>
        <a:bodyPr/>
        <a:lstStyle/>
        <a:p>
          <a:endParaRPr lang="en-US"/>
        </a:p>
      </dgm:t>
    </dgm:pt>
    <dgm:pt modelId="{34188C10-525D-4522-9AB1-EFD009942A6A}">
      <dgm:prSet/>
      <dgm:spPr/>
      <dgm:t>
        <a:bodyPr/>
        <a:lstStyle/>
        <a:p>
          <a:r>
            <a:rPr lang="pl-PL" b="1"/>
            <a:t>Fairness</a:t>
          </a:r>
          <a:r>
            <a:rPr lang="pl-PL"/>
            <a:t> – uczciwość i obiektywność w decyzjach </a:t>
          </a:r>
          <a:endParaRPr lang="en-US"/>
        </a:p>
      </dgm:t>
    </dgm:pt>
    <dgm:pt modelId="{D83F2FBE-3746-4B5A-8DA4-1ED9B9F25DEB}" type="parTrans" cxnId="{C36E4537-9AA8-40CC-BE11-096E70C03848}">
      <dgm:prSet/>
      <dgm:spPr/>
      <dgm:t>
        <a:bodyPr/>
        <a:lstStyle/>
        <a:p>
          <a:endParaRPr lang="en-US"/>
        </a:p>
      </dgm:t>
    </dgm:pt>
    <dgm:pt modelId="{ABC350CB-8E78-433C-8A60-9444A3C00171}" type="sibTrans" cxnId="{C36E4537-9AA8-40CC-BE11-096E70C03848}">
      <dgm:prSet/>
      <dgm:spPr/>
      <dgm:t>
        <a:bodyPr/>
        <a:lstStyle/>
        <a:p>
          <a:endParaRPr lang="en-US"/>
        </a:p>
      </dgm:t>
    </dgm:pt>
    <dgm:pt modelId="{405F8BCE-9FB9-451E-9776-69A4DFA6EF82}">
      <dgm:prSet/>
      <dgm:spPr/>
      <dgm:t>
        <a:bodyPr/>
        <a:lstStyle/>
        <a:p>
          <a:r>
            <a:rPr lang="pl-PL" b="1"/>
            <a:t>Honesty</a:t>
          </a:r>
          <a:r>
            <a:rPr lang="pl-PL"/>
            <a:t> – prawdomówność i transparentność</a:t>
          </a:r>
          <a:endParaRPr lang="en-US"/>
        </a:p>
      </dgm:t>
    </dgm:pt>
    <dgm:pt modelId="{0F8BE8A6-EBC1-47D0-B689-85A8F6EF1DC0}" type="parTrans" cxnId="{A17FA2F0-5A3E-4700-8A3E-398C7D25FE88}">
      <dgm:prSet/>
      <dgm:spPr/>
      <dgm:t>
        <a:bodyPr/>
        <a:lstStyle/>
        <a:p>
          <a:endParaRPr lang="en-US"/>
        </a:p>
      </dgm:t>
    </dgm:pt>
    <dgm:pt modelId="{15B6691D-DDE0-4DDD-9C97-22028ABBD2DE}" type="sibTrans" cxnId="{A17FA2F0-5A3E-4700-8A3E-398C7D25FE88}">
      <dgm:prSet/>
      <dgm:spPr/>
      <dgm:t>
        <a:bodyPr/>
        <a:lstStyle/>
        <a:p>
          <a:endParaRPr lang="en-US"/>
        </a:p>
      </dgm:t>
    </dgm:pt>
    <dgm:pt modelId="{BC5FF68A-D8B2-4375-B6B0-BE4E1AEE06F0}" type="pres">
      <dgm:prSet presAssocID="{54ADBF8D-CDED-43DC-84FC-803FEF062F5A}" presName="matrix" presStyleCnt="0">
        <dgm:presLayoutVars>
          <dgm:chMax val="1"/>
          <dgm:dir/>
          <dgm:resizeHandles val="exact"/>
        </dgm:presLayoutVars>
      </dgm:prSet>
      <dgm:spPr/>
    </dgm:pt>
    <dgm:pt modelId="{1F5528CF-F2BF-450E-9470-C707C372F036}" type="pres">
      <dgm:prSet presAssocID="{54ADBF8D-CDED-43DC-84FC-803FEF062F5A}" presName="diamond" presStyleLbl="bgShp" presStyleIdx="0" presStyleCnt="1"/>
      <dgm:spPr/>
    </dgm:pt>
    <dgm:pt modelId="{3B7F63BF-8D68-4690-9607-1A75DEE8FAD9}" type="pres">
      <dgm:prSet presAssocID="{54ADBF8D-CDED-43DC-84FC-803FEF062F5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0834435-31EE-4401-9CBE-2B5E26CCB54F}" type="pres">
      <dgm:prSet presAssocID="{54ADBF8D-CDED-43DC-84FC-803FEF062F5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29B6C88-4706-4F31-BA70-0E24857B46CC}" type="pres">
      <dgm:prSet presAssocID="{54ADBF8D-CDED-43DC-84FC-803FEF062F5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A613552-C101-4708-A358-2CB9F3909C4B}" type="pres">
      <dgm:prSet presAssocID="{54ADBF8D-CDED-43DC-84FC-803FEF062F5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0D47717-CF09-44CB-8666-51FF56BF9FD1}" type="presOf" srcId="{34188C10-525D-4522-9AB1-EFD009942A6A}" destId="{229B6C88-4706-4F31-BA70-0E24857B46CC}" srcOrd="0" destOrd="0" presId="urn:microsoft.com/office/officeart/2005/8/layout/matrix3"/>
    <dgm:cxn modelId="{1AA9461A-0FEC-4ABA-B3C4-05701824911A}" srcId="{54ADBF8D-CDED-43DC-84FC-803FEF062F5A}" destId="{805B6878-6064-465F-AE0F-47FF83A7542A}" srcOrd="1" destOrd="0" parTransId="{F4F23B38-6FE8-44E3-9FBB-F22628072D24}" sibTransId="{F98255EE-4273-4D73-B1D4-63E89C6C64AB}"/>
    <dgm:cxn modelId="{B104D236-D42E-48ED-999A-A04082CEFB12}" srcId="{54ADBF8D-CDED-43DC-84FC-803FEF062F5A}" destId="{FA3B5C72-478F-4083-A289-E0F4DD9FC6FE}" srcOrd="0" destOrd="0" parTransId="{C6C0F21F-C92C-49CB-92C7-F862917A5BA6}" sibTransId="{C40EB5DC-2543-4C20-858B-3E693E52080F}"/>
    <dgm:cxn modelId="{B7CA1337-4688-4565-A42D-9529385BA4D0}" type="presOf" srcId="{405F8BCE-9FB9-451E-9776-69A4DFA6EF82}" destId="{8A613552-C101-4708-A358-2CB9F3909C4B}" srcOrd="0" destOrd="0" presId="urn:microsoft.com/office/officeart/2005/8/layout/matrix3"/>
    <dgm:cxn modelId="{C36E4537-9AA8-40CC-BE11-096E70C03848}" srcId="{54ADBF8D-CDED-43DC-84FC-803FEF062F5A}" destId="{34188C10-525D-4522-9AB1-EFD009942A6A}" srcOrd="2" destOrd="0" parTransId="{D83F2FBE-3746-4B5A-8DA4-1ED9B9F25DEB}" sibTransId="{ABC350CB-8E78-433C-8A60-9444A3C00171}"/>
    <dgm:cxn modelId="{B79CD9A5-F91F-4101-A205-37DE084E27B8}" type="presOf" srcId="{FA3B5C72-478F-4083-A289-E0F4DD9FC6FE}" destId="{3B7F63BF-8D68-4690-9607-1A75DEE8FAD9}" srcOrd="0" destOrd="0" presId="urn:microsoft.com/office/officeart/2005/8/layout/matrix3"/>
    <dgm:cxn modelId="{94D504D8-8AFA-424B-9E8A-45003E2669A4}" type="presOf" srcId="{54ADBF8D-CDED-43DC-84FC-803FEF062F5A}" destId="{BC5FF68A-D8B2-4375-B6B0-BE4E1AEE06F0}" srcOrd="0" destOrd="0" presId="urn:microsoft.com/office/officeart/2005/8/layout/matrix3"/>
    <dgm:cxn modelId="{A17FA2F0-5A3E-4700-8A3E-398C7D25FE88}" srcId="{54ADBF8D-CDED-43DC-84FC-803FEF062F5A}" destId="{405F8BCE-9FB9-451E-9776-69A4DFA6EF82}" srcOrd="3" destOrd="0" parTransId="{0F8BE8A6-EBC1-47D0-B689-85A8F6EF1DC0}" sibTransId="{15B6691D-DDE0-4DDD-9C97-22028ABBD2DE}"/>
    <dgm:cxn modelId="{1944EBFA-91F6-4F35-9071-63129CA11E4D}" type="presOf" srcId="{805B6878-6064-465F-AE0F-47FF83A7542A}" destId="{B0834435-31EE-4401-9CBE-2B5E26CCB54F}" srcOrd="0" destOrd="0" presId="urn:microsoft.com/office/officeart/2005/8/layout/matrix3"/>
    <dgm:cxn modelId="{78F7D5B4-FC46-44DF-824A-A0AA22B97CF3}" type="presParOf" srcId="{BC5FF68A-D8B2-4375-B6B0-BE4E1AEE06F0}" destId="{1F5528CF-F2BF-450E-9470-C707C372F036}" srcOrd="0" destOrd="0" presId="urn:microsoft.com/office/officeart/2005/8/layout/matrix3"/>
    <dgm:cxn modelId="{7FFE21BE-F60E-4E5C-B80A-14D3BB7EA8AC}" type="presParOf" srcId="{BC5FF68A-D8B2-4375-B6B0-BE4E1AEE06F0}" destId="{3B7F63BF-8D68-4690-9607-1A75DEE8FAD9}" srcOrd="1" destOrd="0" presId="urn:microsoft.com/office/officeart/2005/8/layout/matrix3"/>
    <dgm:cxn modelId="{62256478-CAAC-4FDB-ADD2-FA657451B3BD}" type="presParOf" srcId="{BC5FF68A-D8B2-4375-B6B0-BE4E1AEE06F0}" destId="{B0834435-31EE-4401-9CBE-2B5E26CCB54F}" srcOrd="2" destOrd="0" presId="urn:microsoft.com/office/officeart/2005/8/layout/matrix3"/>
    <dgm:cxn modelId="{FE92EA56-FAC0-4E1C-B66E-06B38CFDD228}" type="presParOf" srcId="{BC5FF68A-D8B2-4375-B6B0-BE4E1AEE06F0}" destId="{229B6C88-4706-4F31-BA70-0E24857B46CC}" srcOrd="3" destOrd="0" presId="urn:microsoft.com/office/officeart/2005/8/layout/matrix3"/>
    <dgm:cxn modelId="{EC7EB479-E9CA-4A0A-9C70-4BE81AAD8062}" type="presParOf" srcId="{BC5FF68A-D8B2-4375-B6B0-BE4E1AEE06F0}" destId="{8A613552-C101-4708-A358-2CB9F3909C4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045B581-F53A-442A-B0F6-16655E29EEA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CD2E697-8E6F-4CF6-BC97-6BBE84A7111C}">
      <dgm:prSet/>
      <dgm:spPr/>
      <dgm:t>
        <a:bodyPr/>
        <a:lstStyle/>
        <a:p>
          <a:r>
            <a:rPr lang="pl-PL" dirty="0" err="1"/>
            <a:t>Stewardship</a:t>
          </a:r>
          <a:r>
            <a:rPr lang="pl-PL" dirty="0"/>
            <a:t> = </a:t>
          </a:r>
          <a:r>
            <a:rPr lang="pl-PL" dirty="0" err="1"/>
            <a:t>opieku</a:t>
          </a:r>
          <a:r>
            <a:rPr lang="en-US" dirty="0" err="1"/>
            <a:t>ńs</a:t>
          </a:r>
          <a:r>
            <a:rPr lang="pl-PL" dirty="0" err="1"/>
            <a:t>two</a:t>
          </a:r>
          <a:r>
            <a:rPr lang="pl-PL" dirty="0"/>
            <a:t> nad zasobami</a:t>
          </a:r>
          <a:endParaRPr lang="en-US" dirty="0"/>
        </a:p>
      </dgm:t>
    </dgm:pt>
    <dgm:pt modelId="{18A74834-D5E6-4C1C-A186-CA658CD29AFA}" type="parTrans" cxnId="{07F029DC-954F-400E-A41F-12C5607F0EFC}">
      <dgm:prSet/>
      <dgm:spPr/>
      <dgm:t>
        <a:bodyPr/>
        <a:lstStyle/>
        <a:p>
          <a:endParaRPr lang="en-US"/>
        </a:p>
      </dgm:t>
    </dgm:pt>
    <dgm:pt modelId="{1FAE891E-ADFF-4079-BBD6-C6C5A6E12304}" type="sibTrans" cxnId="{07F029DC-954F-400E-A41F-12C5607F0EFC}">
      <dgm:prSet/>
      <dgm:spPr/>
      <dgm:t>
        <a:bodyPr/>
        <a:lstStyle/>
        <a:p>
          <a:endParaRPr lang="en-US"/>
        </a:p>
      </dgm:t>
    </dgm:pt>
    <dgm:pt modelId="{943F2F7B-43C8-4B6F-AA24-DB6DBBAED0D9}">
      <dgm:prSet/>
      <dgm:spPr/>
      <dgm:t>
        <a:bodyPr/>
        <a:lstStyle/>
        <a:p>
          <a:r>
            <a:rPr lang="pl-PL"/>
            <a:t>Odpowiedzialne wykorzystywanie ludzi, czasu, narzędzi i budżetu </a:t>
          </a:r>
          <a:endParaRPr lang="en-US"/>
        </a:p>
      </dgm:t>
    </dgm:pt>
    <dgm:pt modelId="{3101CD4E-FF20-4B7C-8FE1-60C8FF67F389}" type="parTrans" cxnId="{3DB321B3-A137-481F-AD8F-5AA8D9BE3C6C}">
      <dgm:prSet/>
      <dgm:spPr/>
      <dgm:t>
        <a:bodyPr/>
        <a:lstStyle/>
        <a:p>
          <a:endParaRPr lang="en-US"/>
        </a:p>
      </dgm:t>
    </dgm:pt>
    <dgm:pt modelId="{7D9B227F-DDE2-4D32-8409-068494E99232}" type="sibTrans" cxnId="{3DB321B3-A137-481F-AD8F-5AA8D9BE3C6C}">
      <dgm:prSet/>
      <dgm:spPr/>
      <dgm:t>
        <a:bodyPr/>
        <a:lstStyle/>
        <a:p>
          <a:endParaRPr lang="en-US"/>
        </a:p>
      </dgm:t>
    </dgm:pt>
    <dgm:pt modelId="{B0BBE890-D4B4-466B-94F6-FA682B856D48}">
      <dgm:prSet/>
      <dgm:spPr/>
      <dgm:t>
        <a:bodyPr/>
        <a:lstStyle/>
        <a:p>
          <a:r>
            <a:rPr lang="pl-PL"/>
            <a:t>Zapewnienie, że zasoby służą wartości projektu </a:t>
          </a:r>
          <a:endParaRPr lang="en-US"/>
        </a:p>
      </dgm:t>
    </dgm:pt>
    <dgm:pt modelId="{0DB12D8B-BB09-402F-97C4-91F588A7FF30}" type="parTrans" cxnId="{968C0BD5-2001-45D8-9A5B-19E2CCDC72C0}">
      <dgm:prSet/>
      <dgm:spPr/>
      <dgm:t>
        <a:bodyPr/>
        <a:lstStyle/>
        <a:p>
          <a:endParaRPr lang="en-US"/>
        </a:p>
      </dgm:t>
    </dgm:pt>
    <dgm:pt modelId="{7AB71B69-109E-41CB-8FC0-60629F8CA2E3}" type="sibTrans" cxnId="{968C0BD5-2001-45D8-9A5B-19E2CCDC72C0}">
      <dgm:prSet/>
      <dgm:spPr/>
      <dgm:t>
        <a:bodyPr/>
        <a:lstStyle/>
        <a:p>
          <a:endParaRPr lang="en-US"/>
        </a:p>
      </dgm:t>
    </dgm:pt>
    <dgm:pt modelId="{3D14047E-C4D3-46BE-A0C9-BAB805A48228}">
      <dgm:prSet/>
      <dgm:spPr/>
      <dgm:t>
        <a:bodyPr/>
        <a:lstStyle/>
        <a:p>
          <a:r>
            <a:rPr lang="pl-PL"/>
            <a:t>Zapobieganie marnotrawstwu i konfliktom</a:t>
          </a:r>
          <a:endParaRPr lang="en-US"/>
        </a:p>
      </dgm:t>
    </dgm:pt>
    <dgm:pt modelId="{2EA47A95-7DD0-4F32-B712-EC0A3A391029}" type="parTrans" cxnId="{4420BB4D-F431-4F28-A044-331C08AA0EBB}">
      <dgm:prSet/>
      <dgm:spPr/>
      <dgm:t>
        <a:bodyPr/>
        <a:lstStyle/>
        <a:p>
          <a:endParaRPr lang="en-US"/>
        </a:p>
      </dgm:t>
    </dgm:pt>
    <dgm:pt modelId="{A95990FE-16B0-4917-9514-E996B6EB6430}" type="sibTrans" cxnId="{4420BB4D-F431-4F28-A044-331C08AA0EBB}">
      <dgm:prSet/>
      <dgm:spPr/>
      <dgm:t>
        <a:bodyPr/>
        <a:lstStyle/>
        <a:p>
          <a:endParaRPr lang="en-US"/>
        </a:p>
      </dgm:t>
    </dgm:pt>
    <dgm:pt modelId="{DEDD5DDE-C7BB-4400-BC40-71C52BCD93B7}" type="pres">
      <dgm:prSet presAssocID="{1045B581-F53A-442A-B0F6-16655E29EEA2}" presName="linear" presStyleCnt="0">
        <dgm:presLayoutVars>
          <dgm:animLvl val="lvl"/>
          <dgm:resizeHandles val="exact"/>
        </dgm:presLayoutVars>
      </dgm:prSet>
      <dgm:spPr/>
    </dgm:pt>
    <dgm:pt modelId="{AD1A57F4-0AAC-4EBE-A33A-3219DFC5057B}" type="pres">
      <dgm:prSet presAssocID="{4CD2E697-8E6F-4CF6-BC97-6BBE84A711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137F067-B6EC-485B-B736-E6D29EF07A41}" type="pres">
      <dgm:prSet presAssocID="{1FAE891E-ADFF-4079-BBD6-C6C5A6E12304}" presName="spacer" presStyleCnt="0"/>
      <dgm:spPr/>
    </dgm:pt>
    <dgm:pt modelId="{ED9E91D7-BFB7-4C10-893F-134DF4B64724}" type="pres">
      <dgm:prSet presAssocID="{943F2F7B-43C8-4B6F-AA24-DB6DBBAED0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DBED10B-1593-47D9-9736-040E3CF75787}" type="pres">
      <dgm:prSet presAssocID="{7D9B227F-DDE2-4D32-8409-068494E99232}" presName="spacer" presStyleCnt="0"/>
      <dgm:spPr/>
    </dgm:pt>
    <dgm:pt modelId="{DBF56FAD-A28E-41A0-9F49-ED121C4730F0}" type="pres">
      <dgm:prSet presAssocID="{B0BBE890-D4B4-466B-94F6-FA682B856D4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69F483-C184-4F59-B586-F6AB585F0217}" type="pres">
      <dgm:prSet presAssocID="{7AB71B69-109E-41CB-8FC0-60629F8CA2E3}" presName="spacer" presStyleCnt="0"/>
      <dgm:spPr/>
    </dgm:pt>
    <dgm:pt modelId="{3CAE36E5-F8C5-4505-B4C7-BDFA567767E0}" type="pres">
      <dgm:prSet presAssocID="{3D14047E-C4D3-46BE-A0C9-BAB805A4822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003B409-D834-40C3-9E48-AB089116E587}" type="presOf" srcId="{3D14047E-C4D3-46BE-A0C9-BAB805A48228}" destId="{3CAE36E5-F8C5-4505-B4C7-BDFA567767E0}" srcOrd="0" destOrd="0" presId="urn:microsoft.com/office/officeart/2005/8/layout/vList2"/>
    <dgm:cxn modelId="{8C753C2A-2921-49D9-AFC4-68B1AC1D5D24}" type="presOf" srcId="{943F2F7B-43C8-4B6F-AA24-DB6DBBAED0D9}" destId="{ED9E91D7-BFB7-4C10-893F-134DF4B64724}" srcOrd="0" destOrd="0" presId="urn:microsoft.com/office/officeart/2005/8/layout/vList2"/>
    <dgm:cxn modelId="{4420BB4D-F431-4F28-A044-331C08AA0EBB}" srcId="{1045B581-F53A-442A-B0F6-16655E29EEA2}" destId="{3D14047E-C4D3-46BE-A0C9-BAB805A48228}" srcOrd="3" destOrd="0" parTransId="{2EA47A95-7DD0-4F32-B712-EC0A3A391029}" sibTransId="{A95990FE-16B0-4917-9514-E996B6EB6430}"/>
    <dgm:cxn modelId="{34356F9C-A62C-45B0-A64A-F94030873600}" type="presOf" srcId="{4CD2E697-8E6F-4CF6-BC97-6BBE84A7111C}" destId="{AD1A57F4-0AAC-4EBE-A33A-3219DFC5057B}" srcOrd="0" destOrd="0" presId="urn:microsoft.com/office/officeart/2005/8/layout/vList2"/>
    <dgm:cxn modelId="{238E98A7-7550-49CE-B939-FAEC9B3A3951}" type="presOf" srcId="{1045B581-F53A-442A-B0F6-16655E29EEA2}" destId="{DEDD5DDE-C7BB-4400-BC40-71C52BCD93B7}" srcOrd="0" destOrd="0" presId="urn:microsoft.com/office/officeart/2005/8/layout/vList2"/>
    <dgm:cxn modelId="{3DB321B3-A137-481F-AD8F-5AA8D9BE3C6C}" srcId="{1045B581-F53A-442A-B0F6-16655E29EEA2}" destId="{943F2F7B-43C8-4B6F-AA24-DB6DBBAED0D9}" srcOrd="1" destOrd="0" parTransId="{3101CD4E-FF20-4B7C-8FE1-60C8FF67F389}" sibTransId="{7D9B227F-DDE2-4D32-8409-068494E99232}"/>
    <dgm:cxn modelId="{968C0BD5-2001-45D8-9A5B-19E2CCDC72C0}" srcId="{1045B581-F53A-442A-B0F6-16655E29EEA2}" destId="{B0BBE890-D4B4-466B-94F6-FA682B856D48}" srcOrd="2" destOrd="0" parTransId="{0DB12D8B-BB09-402F-97C4-91F588A7FF30}" sibTransId="{7AB71B69-109E-41CB-8FC0-60629F8CA2E3}"/>
    <dgm:cxn modelId="{CEEBB5DB-CE9D-4AEE-AFDF-DDDB1420F183}" type="presOf" srcId="{B0BBE890-D4B4-466B-94F6-FA682B856D48}" destId="{DBF56FAD-A28E-41A0-9F49-ED121C4730F0}" srcOrd="0" destOrd="0" presId="urn:microsoft.com/office/officeart/2005/8/layout/vList2"/>
    <dgm:cxn modelId="{07F029DC-954F-400E-A41F-12C5607F0EFC}" srcId="{1045B581-F53A-442A-B0F6-16655E29EEA2}" destId="{4CD2E697-8E6F-4CF6-BC97-6BBE84A7111C}" srcOrd="0" destOrd="0" parTransId="{18A74834-D5E6-4C1C-A186-CA658CD29AFA}" sibTransId="{1FAE891E-ADFF-4079-BBD6-C6C5A6E12304}"/>
    <dgm:cxn modelId="{5A8E244B-190A-4FCF-AA8A-03DFDE0CCCE0}" type="presParOf" srcId="{DEDD5DDE-C7BB-4400-BC40-71C52BCD93B7}" destId="{AD1A57F4-0AAC-4EBE-A33A-3219DFC5057B}" srcOrd="0" destOrd="0" presId="urn:microsoft.com/office/officeart/2005/8/layout/vList2"/>
    <dgm:cxn modelId="{F62C50C7-BAB2-46C7-B468-4F9E6F9E1B5A}" type="presParOf" srcId="{DEDD5DDE-C7BB-4400-BC40-71C52BCD93B7}" destId="{5137F067-B6EC-485B-B736-E6D29EF07A41}" srcOrd="1" destOrd="0" presId="urn:microsoft.com/office/officeart/2005/8/layout/vList2"/>
    <dgm:cxn modelId="{67B94B61-EA23-4820-9D5A-40213FD5B68C}" type="presParOf" srcId="{DEDD5DDE-C7BB-4400-BC40-71C52BCD93B7}" destId="{ED9E91D7-BFB7-4C10-893F-134DF4B64724}" srcOrd="2" destOrd="0" presId="urn:microsoft.com/office/officeart/2005/8/layout/vList2"/>
    <dgm:cxn modelId="{8BF7E5EF-E437-4F36-A368-3B69F790219E}" type="presParOf" srcId="{DEDD5DDE-C7BB-4400-BC40-71C52BCD93B7}" destId="{BDBED10B-1593-47D9-9736-040E3CF75787}" srcOrd="3" destOrd="0" presId="urn:microsoft.com/office/officeart/2005/8/layout/vList2"/>
    <dgm:cxn modelId="{F899D318-CE92-4A32-ADE4-C2687B9935FA}" type="presParOf" srcId="{DEDD5DDE-C7BB-4400-BC40-71C52BCD93B7}" destId="{DBF56FAD-A28E-41A0-9F49-ED121C4730F0}" srcOrd="4" destOrd="0" presId="urn:microsoft.com/office/officeart/2005/8/layout/vList2"/>
    <dgm:cxn modelId="{68BF0C71-5DC0-4B7B-9AF2-0503942F55D8}" type="presParOf" srcId="{DEDD5DDE-C7BB-4400-BC40-71C52BCD93B7}" destId="{F669F483-C184-4F59-B586-F6AB585F0217}" srcOrd="5" destOrd="0" presId="urn:microsoft.com/office/officeart/2005/8/layout/vList2"/>
    <dgm:cxn modelId="{5B0B4697-996B-4361-86BE-CB7A2F7EED16}" type="presParOf" srcId="{DEDD5DDE-C7BB-4400-BC40-71C52BCD93B7}" destId="{3CAE36E5-F8C5-4505-B4C7-BDFA567767E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05803335-38B2-4852-8712-C428A94265B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6B56C49-10A1-41A3-A2C7-54B8E61936D2}">
      <dgm:prSet/>
      <dgm:spPr/>
      <dgm:t>
        <a:bodyPr/>
        <a:lstStyle/>
        <a:p>
          <a:r>
            <a:rPr lang="pl-PL" b="0" baseline="0"/>
            <a:t>Ład organizacyjny + skuteczne zarządzanie = wysoka efektywność zespołu</a:t>
          </a:r>
          <a:endParaRPr lang="en-US"/>
        </a:p>
      </dgm:t>
    </dgm:pt>
    <dgm:pt modelId="{87226C08-5E5F-470E-83B4-06C96AF841E7}" type="parTrans" cxnId="{634C4490-34EB-4E7F-AFED-575FD99BFDCF}">
      <dgm:prSet/>
      <dgm:spPr/>
      <dgm:t>
        <a:bodyPr/>
        <a:lstStyle/>
        <a:p>
          <a:endParaRPr lang="en-US"/>
        </a:p>
      </dgm:t>
    </dgm:pt>
    <dgm:pt modelId="{285D066E-EA71-46C1-A3CC-7CB4C5289AFF}" type="sibTrans" cxnId="{634C4490-34EB-4E7F-AFED-575FD99BFDCF}">
      <dgm:prSet/>
      <dgm:spPr/>
      <dgm:t>
        <a:bodyPr/>
        <a:lstStyle/>
        <a:p>
          <a:endParaRPr lang="en-US"/>
        </a:p>
      </dgm:t>
    </dgm:pt>
    <dgm:pt modelId="{E1BE5F12-A897-4EB1-BC23-95A3B73B2854}">
      <dgm:prSet/>
      <dgm:spPr/>
      <dgm:t>
        <a:bodyPr/>
        <a:lstStyle/>
        <a:p>
          <a:r>
            <a:rPr lang="pl-PL" b="0" baseline="0"/>
            <a:t>XERO pokazuje, że dobrze zorganizowany zespół, wspierany przez świadomego PM i oparty na wartościach, potrafi dostarczać wartoś</a:t>
          </a:r>
          <a:r>
            <a:rPr lang="en-US" b="0" baseline="0"/>
            <a:t>ć</a:t>
          </a:r>
          <a:r>
            <a:rPr lang="pl-PL" b="0" baseline="0"/>
            <a:t>, rozwijać kompetencje i osiągać cele projektowe. To przepis na sukces każdego projektu IT</a:t>
          </a:r>
          <a:endParaRPr lang="en-US"/>
        </a:p>
      </dgm:t>
    </dgm:pt>
    <dgm:pt modelId="{9643D293-C0C1-4DB3-A2D9-7042D7AF9F77}" type="parTrans" cxnId="{AF7B77FB-5120-44FA-8DB9-5764D55608C3}">
      <dgm:prSet/>
      <dgm:spPr/>
      <dgm:t>
        <a:bodyPr/>
        <a:lstStyle/>
        <a:p>
          <a:endParaRPr lang="en-US"/>
        </a:p>
      </dgm:t>
    </dgm:pt>
    <dgm:pt modelId="{3E564A33-8B9C-4E9E-B15D-AD1B95BF0586}" type="sibTrans" cxnId="{AF7B77FB-5120-44FA-8DB9-5764D55608C3}">
      <dgm:prSet/>
      <dgm:spPr/>
      <dgm:t>
        <a:bodyPr/>
        <a:lstStyle/>
        <a:p>
          <a:endParaRPr lang="en-US"/>
        </a:p>
      </dgm:t>
    </dgm:pt>
    <dgm:pt modelId="{6FA23CC2-D825-42CA-90C2-3CDACF859D08}" type="pres">
      <dgm:prSet presAssocID="{05803335-38B2-4852-8712-C428A94265BF}" presName="linear" presStyleCnt="0">
        <dgm:presLayoutVars>
          <dgm:animLvl val="lvl"/>
          <dgm:resizeHandles val="exact"/>
        </dgm:presLayoutVars>
      </dgm:prSet>
      <dgm:spPr/>
    </dgm:pt>
    <dgm:pt modelId="{243D1545-518A-4A1E-BBE4-4D06E748CCCB}" type="pres">
      <dgm:prSet presAssocID="{26B56C49-10A1-41A3-A2C7-54B8E61936D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B975D9F-D2F5-4644-8E82-B3BBF9FEE37B}" type="pres">
      <dgm:prSet presAssocID="{285D066E-EA71-46C1-A3CC-7CB4C5289AFF}" presName="spacer" presStyleCnt="0"/>
      <dgm:spPr/>
    </dgm:pt>
    <dgm:pt modelId="{FB35F88E-EE70-47DE-A9D6-D75B142311DE}" type="pres">
      <dgm:prSet presAssocID="{E1BE5F12-A897-4EB1-BC23-95A3B73B285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7B4E90B-5681-47B7-A447-04E740645AD3}" type="presOf" srcId="{26B56C49-10A1-41A3-A2C7-54B8E61936D2}" destId="{243D1545-518A-4A1E-BBE4-4D06E748CCCB}" srcOrd="0" destOrd="0" presId="urn:microsoft.com/office/officeart/2005/8/layout/vList2"/>
    <dgm:cxn modelId="{23910640-88BE-4AA7-B2F9-A30469F1324F}" type="presOf" srcId="{05803335-38B2-4852-8712-C428A94265BF}" destId="{6FA23CC2-D825-42CA-90C2-3CDACF859D08}" srcOrd="0" destOrd="0" presId="urn:microsoft.com/office/officeart/2005/8/layout/vList2"/>
    <dgm:cxn modelId="{634C4490-34EB-4E7F-AFED-575FD99BFDCF}" srcId="{05803335-38B2-4852-8712-C428A94265BF}" destId="{26B56C49-10A1-41A3-A2C7-54B8E61936D2}" srcOrd="0" destOrd="0" parTransId="{87226C08-5E5F-470E-83B4-06C96AF841E7}" sibTransId="{285D066E-EA71-46C1-A3CC-7CB4C5289AFF}"/>
    <dgm:cxn modelId="{E0169FF2-411E-4FC8-B90F-82E82D67B040}" type="presOf" srcId="{E1BE5F12-A897-4EB1-BC23-95A3B73B2854}" destId="{FB35F88E-EE70-47DE-A9D6-D75B142311DE}" srcOrd="0" destOrd="0" presId="urn:microsoft.com/office/officeart/2005/8/layout/vList2"/>
    <dgm:cxn modelId="{AF7B77FB-5120-44FA-8DB9-5764D55608C3}" srcId="{05803335-38B2-4852-8712-C428A94265BF}" destId="{E1BE5F12-A897-4EB1-BC23-95A3B73B2854}" srcOrd="1" destOrd="0" parTransId="{9643D293-C0C1-4DB3-A2D9-7042D7AF9F77}" sibTransId="{3E564A33-8B9C-4E9E-B15D-AD1B95BF0586}"/>
    <dgm:cxn modelId="{9AF16780-365A-4E62-9D05-3AC71BF62B6A}" type="presParOf" srcId="{6FA23CC2-D825-42CA-90C2-3CDACF859D08}" destId="{243D1545-518A-4A1E-BBE4-4D06E748CCCB}" srcOrd="0" destOrd="0" presId="urn:microsoft.com/office/officeart/2005/8/layout/vList2"/>
    <dgm:cxn modelId="{5C9E0E1B-F97B-44C1-8993-6C289904929E}" type="presParOf" srcId="{6FA23CC2-D825-42CA-90C2-3CDACF859D08}" destId="{AB975D9F-D2F5-4644-8E82-B3BBF9FEE37B}" srcOrd="1" destOrd="0" presId="urn:microsoft.com/office/officeart/2005/8/layout/vList2"/>
    <dgm:cxn modelId="{3413DFE0-BB34-487F-8A14-371CAB3B9E3A}" type="presParOf" srcId="{6FA23CC2-D825-42CA-90C2-3CDACF859D08}" destId="{FB35F88E-EE70-47DE-A9D6-D75B142311D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54FE00-B56D-4C43-BA61-3CBEAD3A401C}">
      <dsp:nvSpPr>
        <dsp:cNvPr id="0" name=""/>
        <dsp:cNvSpPr/>
      </dsp:nvSpPr>
      <dsp:spPr>
        <a:xfrm>
          <a:off x="493392" y="344518"/>
          <a:ext cx="1509750" cy="15097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7C34F-A668-4F19-861E-1FF3D813F1AD}">
      <dsp:nvSpPr>
        <dsp:cNvPr id="0" name=""/>
        <dsp:cNvSpPr/>
      </dsp:nvSpPr>
      <dsp:spPr>
        <a:xfrm>
          <a:off x="815142" y="666268"/>
          <a:ext cx="866250" cy="8662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C6A1D-5B93-4D18-BC69-45EE3F8575B3}">
      <dsp:nvSpPr>
        <dsp:cNvPr id="0" name=""/>
        <dsp:cNvSpPr/>
      </dsp:nvSpPr>
      <dsp:spPr>
        <a:xfrm>
          <a:off x="10767" y="2324518"/>
          <a:ext cx="247500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100" b="0" i="0" kern="1200" baseline="0"/>
            <a:t>Specjalizuje się w oprogramowaniu do kserokopiarek </a:t>
          </a:r>
          <a:endParaRPr lang="en-US" sz="1100" kern="1200"/>
        </a:p>
      </dsp:txBody>
      <dsp:txXfrm>
        <a:off x="10767" y="2324518"/>
        <a:ext cx="2475000" cy="742500"/>
      </dsp:txXfrm>
    </dsp:sp>
    <dsp:sp modelId="{ADBD61E5-0491-45DE-8A9B-56275B108139}">
      <dsp:nvSpPr>
        <dsp:cNvPr id="0" name=""/>
        <dsp:cNvSpPr/>
      </dsp:nvSpPr>
      <dsp:spPr>
        <a:xfrm>
          <a:off x="3401517" y="344518"/>
          <a:ext cx="1509750" cy="15097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FC9264-DDB1-4C5A-87A5-3EB9417E682F}">
      <dsp:nvSpPr>
        <dsp:cNvPr id="0" name=""/>
        <dsp:cNvSpPr/>
      </dsp:nvSpPr>
      <dsp:spPr>
        <a:xfrm>
          <a:off x="3723267" y="666268"/>
          <a:ext cx="866250" cy="8662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ACC06-DC5B-4B1E-8605-35CD6C94B3BA}">
      <dsp:nvSpPr>
        <dsp:cNvPr id="0" name=""/>
        <dsp:cNvSpPr/>
      </dsp:nvSpPr>
      <dsp:spPr>
        <a:xfrm>
          <a:off x="2918892" y="2324518"/>
          <a:ext cx="247500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100" b="0" i="0" kern="1200" baseline="0"/>
            <a:t>Nowy projekt: inteligentna platforma zarządzania drukiem w biurach </a:t>
          </a:r>
          <a:endParaRPr lang="en-US" sz="1100" kern="1200"/>
        </a:p>
      </dsp:txBody>
      <dsp:txXfrm>
        <a:off x="2918892" y="2324518"/>
        <a:ext cx="2475000" cy="742500"/>
      </dsp:txXfrm>
    </dsp:sp>
    <dsp:sp modelId="{B04AA793-C99A-4165-B927-9C81DE39FF25}">
      <dsp:nvSpPr>
        <dsp:cNvPr id="0" name=""/>
        <dsp:cNvSpPr/>
      </dsp:nvSpPr>
      <dsp:spPr>
        <a:xfrm>
          <a:off x="6309642" y="344518"/>
          <a:ext cx="1509750" cy="15097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C3DA77-3D1E-4648-ADC9-DD8EB0E147DB}">
      <dsp:nvSpPr>
        <dsp:cNvPr id="0" name=""/>
        <dsp:cNvSpPr/>
      </dsp:nvSpPr>
      <dsp:spPr>
        <a:xfrm>
          <a:off x="6631392" y="666268"/>
          <a:ext cx="866250" cy="8662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DFBDD-56A6-4234-A512-73516A7232B2}">
      <dsp:nvSpPr>
        <dsp:cNvPr id="0" name=""/>
        <dsp:cNvSpPr/>
      </dsp:nvSpPr>
      <dsp:spPr>
        <a:xfrm>
          <a:off x="5827017" y="2324518"/>
          <a:ext cx="247500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100" b="0" i="0" kern="1200" baseline="0"/>
            <a:t>Zespół projektowy: PM, developerzy, testerzy, analitycy </a:t>
          </a:r>
          <a:endParaRPr lang="en-US" sz="1100" kern="1200"/>
        </a:p>
      </dsp:txBody>
      <dsp:txXfrm>
        <a:off x="5827017" y="2324518"/>
        <a:ext cx="2475000" cy="742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5DD185-713B-4BA0-905F-4A223C408A73}">
      <dsp:nvSpPr>
        <dsp:cNvPr id="0" name=""/>
        <dsp:cNvSpPr/>
      </dsp:nvSpPr>
      <dsp:spPr>
        <a:xfrm>
          <a:off x="42219" y="326456"/>
          <a:ext cx="1089331" cy="10893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377C8E-C541-479A-97D4-C27A847392B0}">
      <dsp:nvSpPr>
        <dsp:cNvPr id="0" name=""/>
        <dsp:cNvSpPr/>
      </dsp:nvSpPr>
      <dsp:spPr>
        <a:xfrm>
          <a:off x="270979" y="555215"/>
          <a:ext cx="631812" cy="631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E7FD0-E0BC-4106-8BFA-4543DFF18B7D}">
      <dsp:nvSpPr>
        <dsp:cNvPr id="0" name=""/>
        <dsp:cNvSpPr/>
      </dsp:nvSpPr>
      <dsp:spPr>
        <a:xfrm>
          <a:off x="1364979" y="326456"/>
          <a:ext cx="2567710" cy="108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b="0" kern="1200" baseline="0"/>
            <a:t>struktura decyzyjna w projekcie</a:t>
          </a:r>
          <a:endParaRPr lang="en-US" sz="1900" kern="1200"/>
        </a:p>
      </dsp:txBody>
      <dsp:txXfrm>
        <a:off x="1364979" y="326456"/>
        <a:ext cx="2567710" cy="1089331"/>
      </dsp:txXfrm>
    </dsp:sp>
    <dsp:sp modelId="{519EDBC0-569B-40EA-8A6B-DC38085239BF}">
      <dsp:nvSpPr>
        <dsp:cNvPr id="0" name=""/>
        <dsp:cNvSpPr/>
      </dsp:nvSpPr>
      <dsp:spPr>
        <a:xfrm>
          <a:off x="4380094" y="326456"/>
          <a:ext cx="1089331" cy="10893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7ADDB-DADA-49C3-B63A-08425983AA7B}">
      <dsp:nvSpPr>
        <dsp:cNvPr id="0" name=""/>
        <dsp:cNvSpPr/>
      </dsp:nvSpPr>
      <dsp:spPr>
        <a:xfrm>
          <a:off x="4608854" y="555215"/>
          <a:ext cx="631812" cy="631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CD252-DC4C-4508-96C6-C9EB62C9F964}">
      <dsp:nvSpPr>
        <dsp:cNvPr id="0" name=""/>
        <dsp:cNvSpPr/>
      </dsp:nvSpPr>
      <dsp:spPr>
        <a:xfrm>
          <a:off x="5702854" y="326456"/>
          <a:ext cx="2567710" cy="108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b="0" kern="1200" baseline="0"/>
            <a:t>określenie ról i odpowiedzialności</a:t>
          </a:r>
          <a:endParaRPr lang="en-US" sz="1900" kern="1200"/>
        </a:p>
      </dsp:txBody>
      <dsp:txXfrm>
        <a:off x="5702854" y="326456"/>
        <a:ext cx="2567710" cy="1089331"/>
      </dsp:txXfrm>
    </dsp:sp>
    <dsp:sp modelId="{45750F70-0A16-4E3D-869B-5706786E340F}">
      <dsp:nvSpPr>
        <dsp:cNvPr id="0" name=""/>
        <dsp:cNvSpPr/>
      </dsp:nvSpPr>
      <dsp:spPr>
        <a:xfrm>
          <a:off x="42219" y="1995749"/>
          <a:ext cx="1089331" cy="10893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9D995-E0B4-4BA2-8FF1-0B36671DDB90}">
      <dsp:nvSpPr>
        <dsp:cNvPr id="0" name=""/>
        <dsp:cNvSpPr/>
      </dsp:nvSpPr>
      <dsp:spPr>
        <a:xfrm>
          <a:off x="270979" y="2224508"/>
          <a:ext cx="631812" cy="631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D356D-90ED-4731-A93D-4B6D602E0646}">
      <dsp:nvSpPr>
        <dsp:cNvPr id="0" name=""/>
        <dsp:cNvSpPr/>
      </dsp:nvSpPr>
      <dsp:spPr>
        <a:xfrm>
          <a:off x="1364979" y="1995749"/>
          <a:ext cx="2567710" cy="108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b="0" kern="1200" baseline="0"/>
            <a:t>sposób nadzoru i kontroli</a:t>
          </a:r>
          <a:endParaRPr lang="en-US" sz="1900" kern="1200"/>
        </a:p>
      </dsp:txBody>
      <dsp:txXfrm>
        <a:off x="1364979" y="1995749"/>
        <a:ext cx="2567710" cy="1089331"/>
      </dsp:txXfrm>
    </dsp:sp>
    <dsp:sp modelId="{6303FEEA-14E8-4DA5-BE2B-DDF6359B67BA}">
      <dsp:nvSpPr>
        <dsp:cNvPr id="0" name=""/>
        <dsp:cNvSpPr/>
      </dsp:nvSpPr>
      <dsp:spPr>
        <a:xfrm>
          <a:off x="4380094" y="1995749"/>
          <a:ext cx="1089331" cy="10893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3916B-1B76-41C1-94AA-9101C96983E5}">
      <dsp:nvSpPr>
        <dsp:cNvPr id="0" name=""/>
        <dsp:cNvSpPr/>
      </dsp:nvSpPr>
      <dsp:spPr>
        <a:xfrm>
          <a:off x="4608854" y="2224508"/>
          <a:ext cx="631812" cy="6318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54D37-7505-4DD9-B29C-7F4C6BEC82D2}">
      <dsp:nvSpPr>
        <dsp:cNvPr id="0" name=""/>
        <dsp:cNvSpPr/>
      </dsp:nvSpPr>
      <dsp:spPr>
        <a:xfrm>
          <a:off x="5702854" y="1995749"/>
          <a:ext cx="2567710" cy="108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b="0" kern="1200" baseline="0"/>
            <a:t>zasady raportowania i eskalacji</a:t>
          </a:r>
          <a:endParaRPr lang="en-US" sz="1900" kern="1200"/>
        </a:p>
      </dsp:txBody>
      <dsp:txXfrm>
        <a:off x="5702854" y="1995749"/>
        <a:ext cx="2567710" cy="10893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B0254B-4322-4779-A0D4-61C630C7CC94}">
      <dsp:nvSpPr>
        <dsp:cNvPr id="0" name=""/>
        <dsp:cNvSpPr/>
      </dsp:nvSpPr>
      <dsp:spPr>
        <a:xfrm>
          <a:off x="0" y="3802"/>
          <a:ext cx="6105526" cy="809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B3FE0E-3E34-47A9-B326-9755049C67C3}">
      <dsp:nvSpPr>
        <dsp:cNvPr id="0" name=""/>
        <dsp:cNvSpPr/>
      </dsp:nvSpPr>
      <dsp:spPr>
        <a:xfrm>
          <a:off x="245008" y="186040"/>
          <a:ext cx="445469" cy="4454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C76E17-EE4C-4777-8F85-90F42A81B71E}">
      <dsp:nvSpPr>
        <dsp:cNvPr id="0" name=""/>
        <dsp:cNvSpPr/>
      </dsp:nvSpPr>
      <dsp:spPr>
        <a:xfrm>
          <a:off x="935486" y="3802"/>
          <a:ext cx="5170039" cy="809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19" tIns="85719" rIns="85719" bIns="8571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b="0" kern="1200" baseline="0"/>
            <a:t>PMBOK definiuje ład (governance) jako:</a:t>
          </a:r>
          <a:endParaRPr lang="en-US" sz="1700" kern="1200"/>
        </a:p>
      </dsp:txBody>
      <dsp:txXfrm>
        <a:off x="935486" y="3802"/>
        <a:ext cx="5170039" cy="809944"/>
      </dsp:txXfrm>
    </dsp:sp>
    <dsp:sp modelId="{D8800F4F-BF8B-46C1-AA92-9170722D0FCA}">
      <dsp:nvSpPr>
        <dsp:cNvPr id="0" name=""/>
        <dsp:cNvSpPr/>
      </dsp:nvSpPr>
      <dsp:spPr>
        <a:xfrm>
          <a:off x="0" y="1016233"/>
          <a:ext cx="6105526" cy="809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220404-6930-4731-A0E6-076B6D9EBD2F}">
      <dsp:nvSpPr>
        <dsp:cNvPr id="0" name=""/>
        <dsp:cNvSpPr/>
      </dsp:nvSpPr>
      <dsp:spPr>
        <a:xfrm>
          <a:off x="245008" y="1198471"/>
          <a:ext cx="445469" cy="4454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67BE1-1B06-44DC-8DBD-C94967C4C6F2}">
      <dsp:nvSpPr>
        <dsp:cNvPr id="0" name=""/>
        <dsp:cNvSpPr/>
      </dsp:nvSpPr>
      <dsp:spPr>
        <a:xfrm>
          <a:off x="935486" y="1016233"/>
          <a:ext cx="5170039" cy="809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19" tIns="85719" rIns="85719" bIns="8571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b="0" kern="1200" baseline="0"/>
            <a:t>strukturę i procesy decyzyjne</a:t>
          </a:r>
          <a:endParaRPr lang="en-US" sz="1700" kern="1200"/>
        </a:p>
      </dsp:txBody>
      <dsp:txXfrm>
        <a:off x="935486" y="1016233"/>
        <a:ext cx="5170039" cy="809944"/>
      </dsp:txXfrm>
    </dsp:sp>
    <dsp:sp modelId="{CDDA0F1B-8371-42B6-BE6A-D9D73F9A767A}">
      <dsp:nvSpPr>
        <dsp:cNvPr id="0" name=""/>
        <dsp:cNvSpPr/>
      </dsp:nvSpPr>
      <dsp:spPr>
        <a:xfrm>
          <a:off x="0" y="2028664"/>
          <a:ext cx="6105526" cy="809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63B801-94BC-4C21-911A-B9EED19B7F2B}">
      <dsp:nvSpPr>
        <dsp:cNvPr id="0" name=""/>
        <dsp:cNvSpPr/>
      </dsp:nvSpPr>
      <dsp:spPr>
        <a:xfrm>
          <a:off x="245008" y="2210902"/>
          <a:ext cx="445469" cy="4454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AF1C7-EEF9-4706-A0BD-30D0681BA947}">
      <dsp:nvSpPr>
        <dsp:cNvPr id="0" name=""/>
        <dsp:cNvSpPr/>
      </dsp:nvSpPr>
      <dsp:spPr>
        <a:xfrm>
          <a:off x="935486" y="2028664"/>
          <a:ext cx="5170039" cy="809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19" tIns="85719" rIns="85719" bIns="8571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b="0" kern="1200" baseline="0"/>
            <a:t>sposób nadzorowania realizacji projektu</a:t>
          </a:r>
          <a:endParaRPr lang="en-US" sz="1700" kern="1200"/>
        </a:p>
      </dsp:txBody>
      <dsp:txXfrm>
        <a:off x="935486" y="2028664"/>
        <a:ext cx="5170039" cy="809944"/>
      </dsp:txXfrm>
    </dsp:sp>
    <dsp:sp modelId="{1590A2BF-B16B-4217-BD88-C27388FA898C}">
      <dsp:nvSpPr>
        <dsp:cNvPr id="0" name=""/>
        <dsp:cNvSpPr/>
      </dsp:nvSpPr>
      <dsp:spPr>
        <a:xfrm>
          <a:off x="0" y="3041095"/>
          <a:ext cx="6105526" cy="809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4E016-6B11-425D-9B03-2571BD74DE26}">
      <dsp:nvSpPr>
        <dsp:cNvPr id="0" name=""/>
        <dsp:cNvSpPr/>
      </dsp:nvSpPr>
      <dsp:spPr>
        <a:xfrm>
          <a:off x="245008" y="3223333"/>
          <a:ext cx="445469" cy="4454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5D0FE-95CD-4463-A87C-5414EFB955AD}">
      <dsp:nvSpPr>
        <dsp:cNvPr id="0" name=""/>
        <dsp:cNvSpPr/>
      </dsp:nvSpPr>
      <dsp:spPr>
        <a:xfrm>
          <a:off x="935486" y="3041095"/>
          <a:ext cx="5170039" cy="809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19" tIns="85719" rIns="85719" bIns="8571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b="0" kern="1200" baseline="0"/>
            <a:t>mechanizmy kontroli jakości i ryzyka</a:t>
          </a:r>
          <a:endParaRPr lang="en-US" sz="1700" kern="1200"/>
        </a:p>
      </dsp:txBody>
      <dsp:txXfrm>
        <a:off x="935486" y="3041095"/>
        <a:ext cx="5170039" cy="809944"/>
      </dsp:txXfrm>
    </dsp:sp>
    <dsp:sp modelId="{413302C1-9120-4FD0-8C0D-075EC124A540}">
      <dsp:nvSpPr>
        <dsp:cNvPr id="0" name=""/>
        <dsp:cNvSpPr/>
      </dsp:nvSpPr>
      <dsp:spPr>
        <a:xfrm>
          <a:off x="0" y="4053526"/>
          <a:ext cx="6105526" cy="809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C01F99-3ED0-4ED7-A7FA-B934CBAB7343}">
      <dsp:nvSpPr>
        <dsp:cNvPr id="0" name=""/>
        <dsp:cNvSpPr/>
      </dsp:nvSpPr>
      <dsp:spPr>
        <a:xfrm>
          <a:off x="245008" y="4235764"/>
          <a:ext cx="445469" cy="44546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0A4C0-A1D3-4C53-964A-FF633E1D35FA}">
      <dsp:nvSpPr>
        <dsp:cNvPr id="0" name=""/>
        <dsp:cNvSpPr/>
      </dsp:nvSpPr>
      <dsp:spPr>
        <a:xfrm>
          <a:off x="935486" y="4053526"/>
          <a:ext cx="5170039" cy="809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19" tIns="85719" rIns="85719" bIns="8571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b="0" kern="1200" baseline="0"/>
            <a:t>zapewnienie zgodności z celami biznesowymi</a:t>
          </a:r>
          <a:endParaRPr lang="en-US" sz="1700" kern="1200"/>
        </a:p>
      </dsp:txBody>
      <dsp:txXfrm>
        <a:off x="935486" y="4053526"/>
        <a:ext cx="5170039" cy="8099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1AAA0-A6E7-44C4-B636-FC13D6932C56}">
      <dsp:nvSpPr>
        <dsp:cNvPr id="0" name=""/>
        <dsp:cNvSpPr/>
      </dsp:nvSpPr>
      <dsp:spPr>
        <a:xfrm>
          <a:off x="0" y="221952"/>
          <a:ext cx="8770571" cy="916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Najczęściej spotykane style:</a:t>
          </a:r>
          <a:endParaRPr lang="en-US" sz="2700" kern="1200"/>
        </a:p>
      </dsp:txBody>
      <dsp:txXfrm>
        <a:off x="44721" y="266673"/>
        <a:ext cx="8681129" cy="826668"/>
      </dsp:txXfrm>
    </dsp:sp>
    <dsp:sp modelId="{29FF7F63-9957-4EAE-9C6C-86E1A4152163}">
      <dsp:nvSpPr>
        <dsp:cNvPr id="0" name=""/>
        <dsp:cNvSpPr/>
      </dsp:nvSpPr>
      <dsp:spPr>
        <a:xfrm>
          <a:off x="0" y="1138062"/>
          <a:ext cx="8770571" cy="2291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466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100" kern="1200" dirty="0"/>
            <a:t>autokratyczny </a:t>
          </a:r>
          <a:r>
            <a:rPr lang="en-US" sz="2100" kern="1200" dirty="0"/>
            <a:t>–</a:t>
          </a:r>
          <a:r>
            <a:rPr lang="pl-PL" sz="2100" kern="1200" dirty="0"/>
            <a:t> lider decyduje samodzielnie 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100" kern="1200"/>
            <a:t>demokratyczny </a:t>
          </a:r>
          <a:r>
            <a:rPr lang="en-US" sz="2100" kern="1200"/>
            <a:t>–</a:t>
          </a:r>
          <a:r>
            <a:rPr lang="pl-PL" sz="2100" kern="1200"/>
            <a:t> decyzje zespołowe, konsultacje 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 err="1"/>
            <a:t>zintegrowany</a:t>
          </a:r>
          <a:r>
            <a:rPr lang="pl-PL" sz="2100" kern="1200" dirty="0"/>
            <a:t> </a:t>
          </a:r>
          <a:r>
            <a:rPr lang="en-US" sz="2100" kern="1200" dirty="0"/>
            <a:t>–</a:t>
          </a:r>
          <a:r>
            <a:rPr lang="pl-PL" sz="2100" kern="1200" dirty="0"/>
            <a:t> członkowie mają wpływ, ale PM koordynuje 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 err="1"/>
            <a:t>liberalny</a:t>
          </a:r>
          <a:r>
            <a:rPr lang="pl-PL" sz="2100" kern="1200" dirty="0"/>
            <a:t> </a:t>
          </a:r>
          <a:r>
            <a:rPr lang="en-US" sz="2100" kern="1200" dirty="0"/>
            <a:t>– </a:t>
          </a:r>
          <a:r>
            <a:rPr lang="pl-PL" sz="2100" kern="1200" dirty="0"/>
            <a:t> członkowie działają samodzielnie, PM obserwuje</a:t>
          </a:r>
          <a:endParaRPr lang="en-US" sz="2100" kern="1200" dirty="0"/>
        </a:p>
      </dsp:txBody>
      <dsp:txXfrm>
        <a:off x="0" y="1138062"/>
        <a:ext cx="8770571" cy="22914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C72E5-D985-4784-B52F-7F3B6B66A603}">
      <dsp:nvSpPr>
        <dsp:cNvPr id="0" name=""/>
        <dsp:cNvSpPr/>
      </dsp:nvSpPr>
      <dsp:spPr>
        <a:xfrm>
          <a:off x="4275058" y="1253752"/>
          <a:ext cx="2411571" cy="573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1058"/>
              </a:lnTo>
              <a:lnTo>
                <a:pt x="2411571" y="391058"/>
              </a:lnTo>
              <a:lnTo>
                <a:pt x="2411571" y="5738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B7B34F-BEB7-4B9C-A25E-72D65454DEAC}">
      <dsp:nvSpPr>
        <dsp:cNvPr id="0" name=""/>
        <dsp:cNvSpPr/>
      </dsp:nvSpPr>
      <dsp:spPr>
        <a:xfrm>
          <a:off x="4229338" y="1253752"/>
          <a:ext cx="91440" cy="573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738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01FF53-DE55-4B3B-B3F5-DC7F1585AD3E}">
      <dsp:nvSpPr>
        <dsp:cNvPr id="0" name=""/>
        <dsp:cNvSpPr/>
      </dsp:nvSpPr>
      <dsp:spPr>
        <a:xfrm>
          <a:off x="1863486" y="1253752"/>
          <a:ext cx="2411571" cy="573844"/>
        </a:xfrm>
        <a:custGeom>
          <a:avLst/>
          <a:gdLst/>
          <a:ahLst/>
          <a:cxnLst/>
          <a:rect l="0" t="0" r="0" b="0"/>
          <a:pathLst>
            <a:path>
              <a:moveTo>
                <a:pt x="2411571" y="0"/>
              </a:moveTo>
              <a:lnTo>
                <a:pt x="2411571" y="391058"/>
              </a:lnTo>
              <a:lnTo>
                <a:pt x="0" y="391058"/>
              </a:lnTo>
              <a:lnTo>
                <a:pt x="0" y="5738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0D6CA6-94D9-4ED9-80FE-C18E66A9806F}">
      <dsp:nvSpPr>
        <dsp:cNvPr id="0" name=""/>
        <dsp:cNvSpPr/>
      </dsp:nvSpPr>
      <dsp:spPr>
        <a:xfrm>
          <a:off x="3288506" y="831"/>
          <a:ext cx="1973103" cy="12529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60D5D5-F4EF-4F1B-B754-CDD362373A90}">
      <dsp:nvSpPr>
        <dsp:cNvPr id="0" name=""/>
        <dsp:cNvSpPr/>
      </dsp:nvSpPr>
      <dsp:spPr>
        <a:xfrm>
          <a:off x="3507739" y="209103"/>
          <a:ext cx="1973103" cy="12529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Decyzje w zespole projektowym mogą być:</a:t>
          </a:r>
          <a:endParaRPr lang="en-US" sz="1500" kern="1200"/>
        </a:p>
      </dsp:txBody>
      <dsp:txXfrm>
        <a:off x="3544436" y="245800"/>
        <a:ext cx="1899709" cy="1179526"/>
      </dsp:txXfrm>
    </dsp:sp>
    <dsp:sp modelId="{9E02EFA7-52C3-424A-A3E3-256DBD6A99B6}">
      <dsp:nvSpPr>
        <dsp:cNvPr id="0" name=""/>
        <dsp:cNvSpPr/>
      </dsp:nvSpPr>
      <dsp:spPr>
        <a:xfrm>
          <a:off x="876934" y="1827596"/>
          <a:ext cx="1973103" cy="12529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77763-5840-402E-8C8C-E5E22D1B3CA3}">
      <dsp:nvSpPr>
        <dsp:cNvPr id="0" name=""/>
        <dsp:cNvSpPr/>
      </dsp:nvSpPr>
      <dsp:spPr>
        <a:xfrm>
          <a:off x="1096168" y="2035868"/>
          <a:ext cx="1973103" cy="12529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centralne </a:t>
          </a:r>
          <a:r>
            <a:rPr lang="en-US" sz="1500" kern="1200"/>
            <a:t>–</a:t>
          </a:r>
          <a:r>
            <a:rPr lang="pl-PL" sz="1500" kern="1200"/>
            <a:t> PM lub kierownictwo decyduje </a:t>
          </a:r>
          <a:endParaRPr lang="en-US" sz="1500" kern="1200"/>
        </a:p>
      </dsp:txBody>
      <dsp:txXfrm>
        <a:off x="1132865" y="2072565"/>
        <a:ext cx="1899709" cy="1179526"/>
      </dsp:txXfrm>
    </dsp:sp>
    <dsp:sp modelId="{2721F80F-2267-4BC9-A1D5-3F1EFDB30052}">
      <dsp:nvSpPr>
        <dsp:cNvPr id="0" name=""/>
        <dsp:cNvSpPr/>
      </dsp:nvSpPr>
      <dsp:spPr>
        <a:xfrm>
          <a:off x="3288506" y="1827596"/>
          <a:ext cx="1973103" cy="12529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73EBF-B274-4932-B111-6EA977C19352}">
      <dsp:nvSpPr>
        <dsp:cNvPr id="0" name=""/>
        <dsp:cNvSpPr/>
      </dsp:nvSpPr>
      <dsp:spPr>
        <a:xfrm>
          <a:off x="3507739" y="2035868"/>
          <a:ext cx="1973103" cy="12529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konsensualne </a:t>
          </a:r>
          <a:r>
            <a:rPr lang="en-US" sz="1500" kern="1200"/>
            <a:t>–</a:t>
          </a:r>
          <a:r>
            <a:rPr lang="pl-PL" sz="1500" kern="1200"/>
            <a:t> decyzja zespołowa </a:t>
          </a:r>
          <a:endParaRPr lang="en-US" sz="1500" kern="1200"/>
        </a:p>
      </dsp:txBody>
      <dsp:txXfrm>
        <a:off x="3544436" y="2072565"/>
        <a:ext cx="1899709" cy="1179526"/>
      </dsp:txXfrm>
    </dsp:sp>
    <dsp:sp modelId="{5E181A22-1CF5-424F-9CCA-A917691DAAD7}">
      <dsp:nvSpPr>
        <dsp:cNvPr id="0" name=""/>
        <dsp:cNvSpPr/>
      </dsp:nvSpPr>
      <dsp:spPr>
        <a:xfrm>
          <a:off x="5700077" y="1827596"/>
          <a:ext cx="1973103" cy="12529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F8C0C9-D6F6-4D0E-AF9A-D785B4C308A7}">
      <dsp:nvSpPr>
        <dsp:cNvPr id="0" name=""/>
        <dsp:cNvSpPr/>
      </dsp:nvSpPr>
      <dsp:spPr>
        <a:xfrm>
          <a:off x="5919311" y="2035868"/>
          <a:ext cx="1973103" cy="12529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mieszane </a:t>
          </a:r>
          <a:r>
            <a:rPr lang="en-US" sz="1500" kern="1200"/>
            <a:t>–</a:t>
          </a:r>
          <a:r>
            <a:rPr lang="pl-PL" sz="1500" kern="1200"/>
            <a:t> decyzja PM po konsultacjach</a:t>
          </a:r>
          <a:endParaRPr lang="en-US" sz="1500" kern="1200"/>
        </a:p>
      </dsp:txBody>
      <dsp:txXfrm>
        <a:off x="5956008" y="2072565"/>
        <a:ext cx="1899709" cy="11795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A139B8-703D-4E56-AB9D-F5FCA00AAFC9}">
      <dsp:nvSpPr>
        <dsp:cNvPr id="0" name=""/>
        <dsp:cNvSpPr/>
      </dsp:nvSpPr>
      <dsp:spPr>
        <a:xfrm>
          <a:off x="0" y="17234"/>
          <a:ext cx="2597745" cy="155864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1" kern="1200" dirty="0"/>
            <a:t>Eskalacja dotyczy:</a:t>
          </a:r>
          <a:endParaRPr lang="en-US" sz="1600" b="1" kern="1200" dirty="0"/>
        </a:p>
      </dsp:txBody>
      <dsp:txXfrm>
        <a:off x="0" y="17234"/>
        <a:ext cx="2597745" cy="1558647"/>
      </dsp:txXfrm>
    </dsp:sp>
    <dsp:sp modelId="{3AD64542-088D-453D-BF19-552C0B1EF0FA}">
      <dsp:nvSpPr>
        <dsp:cNvPr id="0" name=""/>
        <dsp:cNvSpPr/>
      </dsp:nvSpPr>
      <dsp:spPr>
        <a:xfrm>
          <a:off x="2857519" y="17234"/>
          <a:ext cx="2597745" cy="1558647"/>
        </a:xfrm>
        <a:prstGeom prst="rect">
          <a:avLst/>
        </a:prstGeom>
        <a:solidFill>
          <a:schemeClr val="accent5">
            <a:hueOff val="-474986"/>
            <a:satOff val="766"/>
            <a:lumOff val="-18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problemów z ryzykiem lub terminami </a:t>
          </a:r>
          <a:endParaRPr lang="en-US" sz="1600" kern="1200"/>
        </a:p>
      </dsp:txBody>
      <dsp:txXfrm>
        <a:off x="2857519" y="17234"/>
        <a:ext cx="2597745" cy="1558647"/>
      </dsp:txXfrm>
    </dsp:sp>
    <dsp:sp modelId="{71C24EFF-B810-4CB0-BFF8-794E0067083A}">
      <dsp:nvSpPr>
        <dsp:cNvPr id="0" name=""/>
        <dsp:cNvSpPr/>
      </dsp:nvSpPr>
      <dsp:spPr>
        <a:xfrm>
          <a:off x="5715039" y="17234"/>
          <a:ext cx="2597745" cy="1558647"/>
        </a:xfrm>
        <a:prstGeom prst="rect">
          <a:avLst/>
        </a:prstGeom>
        <a:solidFill>
          <a:schemeClr val="accent5">
            <a:hueOff val="-949971"/>
            <a:satOff val="1533"/>
            <a:lumOff val="-3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konfliktów między członkami zespołu </a:t>
          </a:r>
          <a:endParaRPr lang="en-US" sz="1600" kern="1200"/>
        </a:p>
      </dsp:txBody>
      <dsp:txXfrm>
        <a:off x="5715039" y="17234"/>
        <a:ext cx="2597745" cy="1558647"/>
      </dsp:txXfrm>
    </dsp:sp>
    <dsp:sp modelId="{1FAAA4F1-AA31-4ADC-8D9D-CC28B042D532}">
      <dsp:nvSpPr>
        <dsp:cNvPr id="0" name=""/>
        <dsp:cNvSpPr/>
      </dsp:nvSpPr>
      <dsp:spPr>
        <a:xfrm>
          <a:off x="1428759" y="1835655"/>
          <a:ext cx="2597745" cy="1558647"/>
        </a:xfrm>
        <a:prstGeom prst="rect">
          <a:avLst/>
        </a:prstGeom>
        <a:solidFill>
          <a:schemeClr val="accent5">
            <a:hueOff val="-1424957"/>
            <a:satOff val="2299"/>
            <a:lumOff val="-5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decyzji wymagających zgody wyższego szczebla </a:t>
          </a:r>
          <a:endParaRPr lang="en-US" sz="1600" kern="1200"/>
        </a:p>
      </dsp:txBody>
      <dsp:txXfrm>
        <a:off x="1428759" y="1835655"/>
        <a:ext cx="2597745" cy="1558647"/>
      </dsp:txXfrm>
    </dsp:sp>
    <dsp:sp modelId="{935A3EAB-BA78-4B5B-8ACE-20832C7EEDA1}">
      <dsp:nvSpPr>
        <dsp:cNvPr id="0" name=""/>
        <dsp:cNvSpPr/>
      </dsp:nvSpPr>
      <dsp:spPr>
        <a:xfrm>
          <a:off x="4286279" y="1835655"/>
          <a:ext cx="2597745" cy="1558647"/>
        </a:xfrm>
        <a:prstGeom prst="rect">
          <a:avLst/>
        </a:prstGeom>
        <a:solidFill>
          <a:schemeClr val="accent5">
            <a:hueOff val="-1899943"/>
            <a:satOff val="3065"/>
            <a:lumOff val="-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mechanizmu reagowania (kto informuje kogo, w jakim czasie)</a:t>
          </a:r>
          <a:endParaRPr lang="en-US" sz="1600" kern="1200"/>
        </a:p>
      </dsp:txBody>
      <dsp:txXfrm>
        <a:off x="4286279" y="1835655"/>
        <a:ext cx="2597745" cy="155864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FA13D5-5357-48EC-9731-A5E5EAE3CF35}">
      <dsp:nvSpPr>
        <dsp:cNvPr id="0" name=""/>
        <dsp:cNvSpPr/>
      </dsp:nvSpPr>
      <dsp:spPr>
        <a:xfrm>
          <a:off x="0" y="1113127"/>
          <a:ext cx="5076826" cy="1157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4018" tIns="312420" rIns="39401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b="0" i="0" kern="1200" baseline="0"/>
            <a:t>podejmowanie decyzji operacyjnych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b="0" i="0" kern="1200" baseline="0"/>
            <a:t>samodzielne planowanie zadań</a:t>
          </a:r>
          <a:endParaRPr lang="en-US" sz="1500" kern="1200"/>
        </a:p>
      </dsp:txBody>
      <dsp:txXfrm>
        <a:off x="0" y="1113127"/>
        <a:ext cx="5076826" cy="1157625"/>
      </dsp:txXfrm>
    </dsp:sp>
    <dsp:sp modelId="{A5142A83-C48D-442D-8DDF-15015A42D6C2}">
      <dsp:nvSpPr>
        <dsp:cNvPr id="0" name=""/>
        <dsp:cNvSpPr/>
      </dsp:nvSpPr>
      <dsp:spPr>
        <a:xfrm>
          <a:off x="253841" y="891727"/>
          <a:ext cx="3553778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324" tIns="0" rIns="13432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b="0" i="0" kern="1200" baseline="0"/>
            <a:t>Autonomia zespołu oznacza:</a:t>
          </a:r>
          <a:endParaRPr lang="en-US" sz="1500" kern="1200"/>
        </a:p>
      </dsp:txBody>
      <dsp:txXfrm>
        <a:off x="275457" y="913343"/>
        <a:ext cx="3510546" cy="399568"/>
      </dsp:txXfrm>
    </dsp:sp>
    <dsp:sp modelId="{656777F7-4B56-40B5-A63C-A9EE367EC689}">
      <dsp:nvSpPr>
        <dsp:cNvPr id="0" name=""/>
        <dsp:cNvSpPr/>
      </dsp:nvSpPr>
      <dsp:spPr>
        <a:xfrm>
          <a:off x="0" y="2573152"/>
          <a:ext cx="5076826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96883"/>
              <a:satOff val="12770"/>
              <a:lumOff val="1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4018" tIns="312420" rIns="39401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b="0" i="0" kern="1200" baseline="0"/>
            <a:t>priorytety projektowe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b="0" i="0" kern="1200" baseline="0"/>
            <a:t>monitorowanie postępów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b="0" i="0" kern="1200" baseline="0"/>
            <a:t>zgodność z celami biznesowymi</a:t>
          </a:r>
          <a:endParaRPr lang="en-US" sz="1500" kern="1200"/>
        </a:p>
      </dsp:txBody>
      <dsp:txXfrm>
        <a:off x="0" y="2573152"/>
        <a:ext cx="5076826" cy="1559250"/>
      </dsp:txXfrm>
    </dsp:sp>
    <dsp:sp modelId="{A1930E8F-85FB-4D59-BC6C-B0C4E1B0BDFD}">
      <dsp:nvSpPr>
        <dsp:cNvPr id="0" name=""/>
        <dsp:cNvSpPr/>
      </dsp:nvSpPr>
      <dsp:spPr>
        <a:xfrm>
          <a:off x="253841" y="2351753"/>
          <a:ext cx="3553778" cy="44280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324" tIns="0" rIns="13432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b="0" i="0" kern="1200" baseline="0"/>
            <a:t>Kontrola menedżerska obejmuje:</a:t>
          </a:r>
          <a:endParaRPr lang="en-US" sz="1500" kern="1200"/>
        </a:p>
      </dsp:txBody>
      <dsp:txXfrm>
        <a:off x="275457" y="2373369"/>
        <a:ext cx="3510546" cy="3995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8954A6-D197-4335-8FA0-3D215A81EAAA}">
      <dsp:nvSpPr>
        <dsp:cNvPr id="0" name=""/>
        <dsp:cNvSpPr/>
      </dsp:nvSpPr>
      <dsp:spPr>
        <a:xfrm>
          <a:off x="0" y="202440"/>
          <a:ext cx="5076826" cy="1491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0" kern="1200" baseline="0"/>
            <a:t>Zespół wybiera sposób implementacji funkcjonalności</a:t>
          </a:r>
          <a:endParaRPr lang="en-US" sz="2500" kern="1200"/>
        </a:p>
      </dsp:txBody>
      <dsp:txXfrm>
        <a:off x="72821" y="275261"/>
        <a:ext cx="4931184" cy="1346108"/>
      </dsp:txXfrm>
    </dsp:sp>
    <dsp:sp modelId="{48A389EA-D083-4EF5-9073-0DE9B71A90AB}">
      <dsp:nvSpPr>
        <dsp:cNvPr id="0" name=""/>
        <dsp:cNvSpPr/>
      </dsp:nvSpPr>
      <dsp:spPr>
        <a:xfrm>
          <a:off x="0" y="1766190"/>
          <a:ext cx="5076826" cy="1491750"/>
        </a:xfrm>
        <a:prstGeom prst="roundRect">
          <a:avLst/>
        </a:prstGeom>
        <a:solidFill>
          <a:schemeClr val="accent2">
            <a:hueOff val="-398442"/>
            <a:satOff val="6385"/>
            <a:lumOff val="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0" kern="1200" baseline="0"/>
            <a:t>PM sprawdza harmonogram i zależności</a:t>
          </a:r>
          <a:endParaRPr lang="en-US" sz="2500" kern="1200"/>
        </a:p>
      </dsp:txBody>
      <dsp:txXfrm>
        <a:off x="72821" y="1839011"/>
        <a:ext cx="4931184" cy="1346108"/>
      </dsp:txXfrm>
    </dsp:sp>
    <dsp:sp modelId="{83CDF05D-E91B-43C6-AB22-EC97B3995B79}">
      <dsp:nvSpPr>
        <dsp:cNvPr id="0" name=""/>
        <dsp:cNvSpPr/>
      </dsp:nvSpPr>
      <dsp:spPr>
        <a:xfrm>
          <a:off x="0" y="3329940"/>
          <a:ext cx="5076826" cy="149175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0" kern="1200" baseline="0"/>
            <a:t>PM i zespół wspólnie rozwiązuje blokery</a:t>
          </a:r>
          <a:endParaRPr lang="en-US" sz="2500" kern="1200"/>
        </a:p>
      </dsp:txBody>
      <dsp:txXfrm>
        <a:off x="72821" y="3402761"/>
        <a:ext cx="4931184" cy="134610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A562C7-C73B-4B34-9CFF-86DE50179951}">
      <dsp:nvSpPr>
        <dsp:cNvPr id="0" name=""/>
        <dsp:cNvSpPr/>
      </dsp:nvSpPr>
      <dsp:spPr>
        <a:xfrm>
          <a:off x="0" y="163221"/>
          <a:ext cx="5031485" cy="7719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Jak </a:t>
          </a:r>
          <a:r>
            <a:rPr lang="en-US" sz="1300" b="1" kern="1200" dirty="0" err="1"/>
            <a:t>powstaje</a:t>
          </a:r>
          <a:r>
            <a:rPr lang="en-US" sz="1300" b="1" kern="1200" dirty="0"/>
            <a:t> kultura </a:t>
          </a:r>
          <a:r>
            <a:rPr lang="en-US" sz="1300" b="1" kern="1200" dirty="0" err="1"/>
            <a:t>odpowiedzialności</a:t>
          </a:r>
          <a:r>
            <a:rPr lang="en-US" sz="1300" b="1" kern="1200" dirty="0"/>
            <a:t> w </a:t>
          </a:r>
          <a:r>
            <a:rPr lang="en-US" sz="1300" b="1" kern="1200" dirty="0" err="1"/>
            <a:t>organizacji</a:t>
          </a:r>
          <a:r>
            <a:rPr lang="en-US" sz="1300" b="1" kern="1200" dirty="0"/>
            <a:t>?</a:t>
          </a:r>
        </a:p>
      </dsp:txBody>
      <dsp:txXfrm>
        <a:off x="37681" y="200902"/>
        <a:ext cx="4956123" cy="696545"/>
      </dsp:txXfrm>
    </dsp:sp>
    <dsp:sp modelId="{8D482E11-55E9-41FF-AB66-1B7D9C78434F}">
      <dsp:nvSpPr>
        <dsp:cNvPr id="0" name=""/>
        <dsp:cNvSpPr/>
      </dsp:nvSpPr>
      <dsp:spPr>
        <a:xfrm>
          <a:off x="0" y="972568"/>
          <a:ext cx="5031485" cy="771907"/>
        </a:xfrm>
        <a:prstGeom prst="roundRect">
          <a:avLst/>
        </a:prstGeom>
        <a:solidFill>
          <a:schemeClr val="accent2">
            <a:hueOff val="-159377"/>
            <a:satOff val="2554"/>
            <a:lumOff val="2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	</a:t>
          </a:r>
          <a:r>
            <a:rPr lang="pl-PL" sz="1300" kern="1200" dirty="0"/>
            <a:t>jasne role i oczekiwania </a:t>
          </a:r>
          <a:endParaRPr lang="en-US" sz="1300" kern="1200" dirty="0"/>
        </a:p>
      </dsp:txBody>
      <dsp:txXfrm>
        <a:off x="37681" y="1010249"/>
        <a:ext cx="4956123" cy="696545"/>
      </dsp:txXfrm>
    </dsp:sp>
    <dsp:sp modelId="{BD599D89-DEEE-48A9-925F-EF8EC332339B}">
      <dsp:nvSpPr>
        <dsp:cNvPr id="0" name=""/>
        <dsp:cNvSpPr/>
      </dsp:nvSpPr>
      <dsp:spPr>
        <a:xfrm>
          <a:off x="0" y="1781916"/>
          <a:ext cx="5031485" cy="771907"/>
        </a:xfrm>
        <a:prstGeom prst="roundRect">
          <a:avLst/>
        </a:prstGeom>
        <a:solidFill>
          <a:schemeClr val="accent2">
            <a:hueOff val="-318753"/>
            <a:satOff val="5108"/>
            <a:lumOff val="4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	</a:t>
          </a:r>
          <a:r>
            <a:rPr lang="pl-PL" sz="1300" kern="1200" dirty="0"/>
            <a:t>Regularny feedback </a:t>
          </a:r>
          <a:endParaRPr lang="en-US" sz="1300" kern="1200" dirty="0"/>
        </a:p>
      </dsp:txBody>
      <dsp:txXfrm>
        <a:off x="37681" y="1819597"/>
        <a:ext cx="4956123" cy="696545"/>
      </dsp:txXfrm>
    </dsp:sp>
    <dsp:sp modelId="{94A2FE7E-A09F-41D7-98DA-9CEFDB9B9DB4}">
      <dsp:nvSpPr>
        <dsp:cNvPr id="0" name=""/>
        <dsp:cNvSpPr/>
      </dsp:nvSpPr>
      <dsp:spPr>
        <a:xfrm>
          <a:off x="0" y="2591264"/>
          <a:ext cx="5031485" cy="771907"/>
        </a:xfrm>
        <a:prstGeom prst="roundRect">
          <a:avLst/>
        </a:prstGeom>
        <a:solidFill>
          <a:schemeClr val="accent2">
            <a:hueOff val="-478130"/>
            <a:satOff val="7662"/>
            <a:lumOff val="6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	</a:t>
          </a:r>
          <a:r>
            <a:rPr lang="pl-PL" sz="1300" kern="1200" dirty="0"/>
            <a:t>transparentność decyzji </a:t>
          </a:r>
          <a:endParaRPr lang="en-US" sz="1300" kern="1200" dirty="0"/>
        </a:p>
      </dsp:txBody>
      <dsp:txXfrm>
        <a:off x="37681" y="2628945"/>
        <a:ext cx="4956123" cy="696545"/>
      </dsp:txXfrm>
    </dsp:sp>
    <dsp:sp modelId="{C931CE3C-BD8F-4334-A781-A77F0D2F2EED}">
      <dsp:nvSpPr>
        <dsp:cNvPr id="0" name=""/>
        <dsp:cNvSpPr/>
      </dsp:nvSpPr>
      <dsp:spPr>
        <a:xfrm>
          <a:off x="0" y="3400611"/>
          <a:ext cx="5031485" cy="771907"/>
        </a:xfrm>
        <a:prstGeom prst="roundRect">
          <a:avLst/>
        </a:prstGeom>
        <a:solidFill>
          <a:schemeClr val="accent2">
            <a:hueOff val="-637507"/>
            <a:satOff val="10216"/>
            <a:lumOff val="9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	</a:t>
          </a:r>
          <a:r>
            <a:rPr lang="pl-PL" sz="1300" kern="1200" dirty="0"/>
            <a:t>docenianie zarówno indywidualnych, jak i </a:t>
          </a:r>
          <a:r>
            <a:rPr lang="en-US" sz="1300" kern="1200" dirty="0"/>
            <a:t>	</a:t>
          </a:r>
          <a:r>
            <a:rPr lang="pl-PL" sz="1300" kern="1200" dirty="0"/>
            <a:t>zespołowych sukcesów </a:t>
          </a:r>
          <a:endParaRPr lang="en-US" sz="1300" kern="1200" dirty="0"/>
        </a:p>
      </dsp:txBody>
      <dsp:txXfrm>
        <a:off x="37681" y="3438292"/>
        <a:ext cx="4956123" cy="696545"/>
      </dsp:txXfrm>
    </dsp:sp>
    <dsp:sp modelId="{27DCA9A6-255A-40DB-A8C0-AE302B3B6314}">
      <dsp:nvSpPr>
        <dsp:cNvPr id="0" name=""/>
        <dsp:cNvSpPr/>
      </dsp:nvSpPr>
      <dsp:spPr>
        <a:xfrm>
          <a:off x="0" y="4209959"/>
          <a:ext cx="5031485" cy="771907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	</a:t>
          </a:r>
          <a:r>
            <a:rPr lang="pl-PL" sz="1300" kern="1200" dirty="0"/>
            <a:t>konsekwencje w przypadku niedotrzymania </a:t>
          </a:r>
          <a:r>
            <a:rPr lang="en-US" sz="1300" kern="1200" dirty="0"/>
            <a:t>	</a:t>
          </a:r>
          <a:r>
            <a:rPr lang="pl-PL" sz="1300" kern="1200" dirty="0"/>
            <a:t>zobowiązań</a:t>
          </a:r>
          <a:endParaRPr lang="en-US" sz="1300" kern="1200" dirty="0"/>
        </a:p>
      </dsp:txBody>
      <dsp:txXfrm>
        <a:off x="37681" y="4247640"/>
        <a:ext cx="4956123" cy="69654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A48D49-04C0-4C88-9F19-2278CF1EA04D}">
      <dsp:nvSpPr>
        <dsp:cNvPr id="0" name=""/>
        <dsp:cNvSpPr/>
      </dsp:nvSpPr>
      <dsp:spPr>
        <a:xfrm>
          <a:off x="0" y="14051"/>
          <a:ext cx="8770571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0" i="0" kern="1200" baseline="0"/>
            <a:t>velocity zespołu (ile funkcjonalności dostarczono w sprincie) </a:t>
          </a:r>
          <a:endParaRPr lang="en-US" sz="2000" kern="1200"/>
        </a:p>
      </dsp:txBody>
      <dsp:txXfrm>
        <a:off x="33127" y="47178"/>
        <a:ext cx="8704317" cy="612346"/>
      </dsp:txXfrm>
    </dsp:sp>
    <dsp:sp modelId="{AC9C7799-8C52-4074-860C-AF7BD149DEF5}">
      <dsp:nvSpPr>
        <dsp:cNvPr id="0" name=""/>
        <dsp:cNvSpPr/>
      </dsp:nvSpPr>
      <dsp:spPr>
        <a:xfrm>
          <a:off x="0" y="750251"/>
          <a:ext cx="8770571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0" i="0" kern="1200" baseline="0"/>
            <a:t>liczba błędów i ich czas naprawy </a:t>
          </a:r>
          <a:endParaRPr lang="en-US" sz="2000" kern="1200"/>
        </a:p>
      </dsp:txBody>
      <dsp:txXfrm>
        <a:off x="33127" y="783378"/>
        <a:ext cx="8704317" cy="612346"/>
      </dsp:txXfrm>
    </dsp:sp>
    <dsp:sp modelId="{4391667A-96D3-4E97-A00E-915ABBBEA607}">
      <dsp:nvSpPr>
        <dsp:cNvPr id="0" name=""/>
        <dsp:cNvSpPr/>
      </dsp:nvSpPr>
      <dsp:spPr>
        <a:xfrm>
          <a:off x="0" y="1486452"/>
          <a:ext cx="8770571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0" i="0" kern="1200" baseline="0"/>
            <a:t>terminowość realizacji zadań </a:t>
          </a:r>
          <a:endParaRPr lang="en-US" sz="2000" kern="1200"/>
        </a:p>
      </dsp:txBody>
      <dsp:txXfrm>
        <a:off x="33127" y="1519579"/>
        <a:ext cx="8704317" cy="612346"/>
      </dsp:txXfrm>
    </dsp:sp>
    <dsp:sp modelId="{4D08801A-72C6-4C85-9304-CF8C5978A4D9}">
      <dsp:nvSpPr>
        <dsp:cNvPr id="0" name=""/>
        <dsp:cNvSpPr/>
      </dsp:nvSpPr>
      <dsp:spPr>
        <a:xfrm>
          <a:off x="0" y="2222652"/>
          <a:ext cx="8770571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0" i="0" kern="1200" baseline="0"/>
            <a:t>zaangażowanie członków zespołu </a:t>
          </a:r>
          <a:endParaRPr lang="en-US" sz="2000" kern="1200"/>
        </a:p>
      </dsp:txBody>
      <dsp:txXfrm>
        <a:off x="33127" y="2255779"/>
        <a:ext cx="8704317" cy="612346"/>
      </dsp:txXfrm>
    </dsp:sp>
    <dsp:sp modelId="{344D80E1-A303-40B5-A59A-804D06A9A05B}">
      <dsp:nvSpPr>
        <dsp:cNvPr id="0" name=""/>
        <dsp:cNvSpPr/>
      </dsp:nvSpPr>
      <dsp:spPr>
        <a:xfrm>
          <a:off x="0" y="2958852"/>
          <a:ext cx="8770571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0" i="0" kern="1200" baseline="0"/>
            <a:t>satysfakcja klienta i interesariuszy </a:t>
          </a:r>
          <a:endParaRPr lang="en-US" sz="2000" kern="1200"/>
        </a:p>
      </dsp:txBody>
      <dsp:txXfrm>
        <a:off x="33127" y="2991979"/>
        <a:ext cx="8704317" cy="61234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EE947-AF27-4F6A-86A5-D1DF4D45F433}">
      <dsp:nvSpPr>
        <dsp:cNvPr id="0" name=""/>
        <dsp:cNvSpPr/>
      </dsp:nvSpPr>
      <dsp:spPr>
        <a:xfrm>
          <a:off x="0" y="0"/>
          <a:ext cx="6752399" cy="5921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b="0" kern="1200" baseline="0"/>
            <a:t>Wyzwania zespołów rozproszonych</a:t>
          </a:r>
          <a:endParaRPr lang="en-US" sz="1800" kern="1200"/>
        </a:p>
      </dsp:txBody>
      <dsp:txXfrm>
        <a:off x="17343" y="17343"/>
        <a:ext cx="6044163" cy="557445"/>
      </dsp:txXfrm>
    </dsp:sp>
    <dsp:sp modelId="{7D358BFB-D8B3-4A76-B466-50336CB69791}">
      <dsp:nvSpPr>
        <dsp:cNvPr id="0" name=""/>
        <dsp:cNvSpPr/>
      </dsp:nvSpPr>
      <dsp:spPr>
        <a:xfrm>
          <a:off x="504237" y="674372"/>
          <a:ext cx="6752399" cy="592131"/>
        </a:xfrm>
        <a:prstGeom prst="roundRect">
          <a:avLst>
            <a:gd name="adj" fmla="val 10000"/>
          </a:avLst>
        </a:prstGeom>
        <a:solidFill>
          <a:schemeClr val="accent2">
            <a:hueOff val="-199221"/>
            <a:satOff val="3193"/>
            <a:lumOff val="28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b="0" kern="1200" baseline="0"/>
            <a:t>różne strefy czasowe</a:t>
          </a:r>
          <a:endParaRPr lang="en-US" sz="1800" kern="1200"/>
        </a:p>
      </dsp:txBody>
      <dsp:txXfrm>
        <a:off x="521580" y="691715"/>
        <a:ext cx="5828590" cy="557445"/>
      </dsp:txXfrm>
    </dsp:sp>
    <dsp:sp modelId="{964CBF5A-56C7-41D6-9028-1D0178C038F4}">
      <dsp:nvSpPr>
        <dsp:cNvPr id="0" name=""/>
        <dsp:cNvSpPr/>
      </dsp:nvSpPr>
      <dsp:spPr>
        <a:xfrm>
          <a:off x="1008475" y="1348744"/>
          <a:ext cx="6752399" cy="592131"/>
        </a:xfrm>
        <a:prstGeom prst="roundRect">
          <a:avLst>
            <a:gd name="adj" fmla="val 10000"/>
          </a:avLst>
        </a:prstGeom>
        <a:solidFill>
          <a:schemeClr val="accent2">
            <a:hueOff val="-398442"/>
            <a:satOff val="6385"/>
            <a:lumOff val="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b="0" kern="1200" baseline="0"/>
            <a:t>brak kontaktu face-to-face</a:t>
          </a:r>
          <a:endParaRPr lang="en-US" sz="1800" kern="1200"/>
        </a:p>
      </dsp:txBody>
      <dsp:txXfrm>
        <a:off x="1025818" y="1366087"/>
        <a:ext cx="5828590" cy="557445"/>
      </dsp:txXfrm>
    </dsp:sp>
    <dsp:sp modelId="{C0EB9D1F-050F-4352-B12F-F95AECB5F404}">
      <dsp:nvSpPr>
        <dsp:cNvPr id="0" name=""/>
        <dsp:cNvSpPr/>
      </dsp:nvSpPr>
      <dsp:spPr>
        <a:xfrm>
          <a:off x="1512712" y="2023116"/>
          <a:ext cx="6752399" cy="592131"/>
        </a:xfrm>
        <a:prstGeom prst="roundRect">
          <a:avLst>
            <a:gd name="adj" fmla="val 10000"/>
          </a:avLst>
        </a:prstGeom>
        <a:solidFill>
          <a:schemeClr val="accent2">
            <a:hueOff val="-597662"/>
            <a:satOff val="9578"/>
            <a:lumOff val="86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b="0" kern="1200" baseline="0"/>
            <a:t>utrudniona komunikacja i współpraca</a:t>
          </a:r>
          <a:endParaRPr lang="en-US" sz="1800" kern="1200"/>
        </a:p>
      </dsp:txBody>
      <dsp:txXfrm>
        <a:off x="1530055" y="2040459"/>
        <a:ext cx="5828590" cy="557445"/>
      </dsp:txXfrm>
    </dsp:sp>
    <dsp:sp modelId="{A3F86FF0-17E5-4B10-AABE-5DB000C3BC6A}">
      <dsp:nvSpPr>
        <dsp:cNvPr id="0" name=""/>
        <dsp:cNvSpPr/>
      </dsp:nvSpPr>
      <dsp:spPr>
        <a:xfrm>
          <a:off x="2016950" y="2697489"/>
          <a:ext cx="6752399" cy="592131"/>
        </a:xfrm>
        <a:prstGeom prst="roundRect">
          <a:avLst>
            <a:gd name="adj" fmla="val 10000"/>
          </a:avLst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b="0" kern="1200" baseline="0"/>
            <a:t>ryzyko poczucia izolacji członków zespołu</a:t>
          </a:r>
          <a:endParaRPr lang="en-US" sz="1800" kern="1200"/>
        </a:p>
      </dsp:txBody>
      <dsp:txXfrm>
        <a:off x="2034293" y="2714832"/>
        <a:ext cx="5828590" cy="557445"/>
      </dsp:txXfrm>
    </dsp:sp>
    <dsp:sp modelId="{20B37F32-70DB-470F-BC1D-3979E9F1D177}">
      <dsp:nvSpPr>
        <dsp:cNvPr id="0" name=""/>
        <dsp:cNvSpPr/>
      </dsp:nvSpPr>
      <dsp:spPr>
        <a:xfrm>
          <a:off x="6367513" y="432585"/>
          <a:ext cx="384885" cy="38488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454112" y="432585"/>
        <a:ext cx="211687" cy="289626"/>
      </dsp:txXfrm>
    </dsp:sp>
    <dsp:sp modelId="{A4FD7410-7B5D-468C-B4CA-02754B29716E}">
      <dsp:nvSpPr>
        <dsp:cNvPr id="0" name=""/>
        <dsp:cNvSpPr/>
      </dsp:nvSpPr>
      <dsp:spPr>
        <a:xfrm>
          <a:off x="6871751" y="1106957"/>
          <a:ext cx="384885" cy="38488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82372"/>
            <a:satOff val="5529"/>
            <a:lumOff val="9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2372"/>
              <a:satOff val="5529"/>
              <a:lumOff val="9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958350" y="1106957"/>
        <a:ext cx="211687" cy="289626"/>
      </dsp:txXfrm>
    </dsp:sp>
    <dsp:sp modelId="{4D5879DF-5982-4AED-986F-77B4CD1C80C8}">
      <dsp:nvSpPr>
        <dsp:cNvPr id="0" name=""/>
        <dsp:cNvSpPr/>
      </dsp:nvSpPr>
      <dsp:spPr>
        <a:xfrm>
          <a:off x="7375989" y="1771460"/>
          <a:ext cx="384885" cy="38488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64745"/>
            <a:satOff val="11059"/>
            <a:lumOff val="18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4745"/>
              <a:satOff val="11059"/>
              <a:lumOff val="18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462588" y="1771460"/>
        <a:ext cx="211687" cy="289626"/>
      </dsp:txXfrm>
    </dsp:sp>
    <dsp:sp modelId="{88620CD2-0F5B-4B06-A718-D52E00A3633C}">
      <dsp:nvSpPr>
        <dsp:cNvPr id="0" name=""/>
        <dsp:cNvSpPr/>
      </dsp:nvSpPr>
      <dsp:spPr>
        <a:xfrm>
          <a:off x="7880226" y="2452412"/>
          <a:ext cx="384885" cy="38488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7117"/>
            <a:satOff val="16588"/>
            <a:lumOff val="272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7117"/>
              <a:satOff val="16588"/>
              <a:lumOff val="27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966825" y="2452412"/>
        <a:ext cx="211687" cy="28962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992C6D-B44B-4EF8-8269-E6E2531324AF}">
      <dsp:nvSpPr>
        <dsp:cNvPr id="0" name=""/>
        <dsp:cNvSpPr/>
      </dsp:nvSpPr>
      <dsp:spPr>
        <a:xfrm>
          <a:off x="3295" y="1050213"/>
          <a:ext cx="1605813" cy="1019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DAC41-B067-4D2D-AB56-10E3E75B8584}">
      <dsp:nvSpPr>
        <dsp:cNvPr id="0" name=""/>
        <dsp:cNvSpPr/>
      </dsp:nvSpPr>
      <dsp:spPr>
        <a:xfrm>
          <a:off x="181719" y="1219715"/>
          <a:ext cx="1605813" cy="1019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b="0" i="0" kern="1200" baseline="0" dirty="0"/>
            <a:t>PMO (Project Management Office) </a:t>
          </a:r>
          <a:r>
            <a:rPr lang="en-US" sz="1000" b="0" i="0" kern="1200" baseline="0" dirty="0"/>
            <a:t>-</a:t>
          </a:r>
          <a:r>
            <a:rPr lang="pl-PL" sz="1000" b="0" i="0" kern="1200" baseline="0" dirty="0"/>
            <a:t> centralny nadzór projektów </a:t>
          </a:r>
          <a:endParaRPr lang="en-US" sz="1000" kern="1200" dirty="0"/>
        </a:p>
      </dsp:txBody>
      <dsp:txXfrm>
        <a:off x="211585" y="1249581"/>
        <a:ext cx="1546081" cy="959959"/>
      </dsp:txXfrm>
    </dsp:sp>
    <dsp:sp modelId="{1CC58D35-29FC-4390-AB77-F0CAD943D402}">
      <dsp:nvSpPr>
        <dsp:cNvPr id="0" name=""/>
        <dsp:cNvSpPr/>
      </dsp:nvSpPr>
      <dsp:spPr>
        <a:xfrm>
          <a:off x="1965956" y="1050213"/>
          <a:ext cx="1605813" cy="1019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223B8-4087-4108-859F-78FAAA77D7F1}">
      <dsp:nvSpPr>
        <dsp:cNvPr id="0" name=""/>
        <dsp:cNvSpPr/>
      </dsp:nvSpPr>
      <dsp:spPr>
        <a:xfrm>
          <a:off x="2144380" y="1219715"/>
          <a:ext cx="1605813" cy="1019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b="0" i="0" kern="1200" baseline="0" dirty="0"/>
            <a:t>Kierowników projektów </a:t>
          </a:r>
          <a:r>
            <a:rPr lang="en-US" sz="1000" b="0" i="0" kern="1200" baseline="0" dirty="0"/>
            <a:t>-</a:t>
          </a:r>
          <a:r>
            <a:rPr lang="pl-PL" sz="1000" b="0" i="0" kern="1200" baseline="0" dirty="0"/>
            <a:t> odpowiedzialni za realizację projektów </a:t>
          </a:r>
          <a:endParaRPr lang="en-US" sz="1000" kern="1200" dirty="0"/>
        </a:p>
      </dsp:txBody>
      <dsp:txXfrm>
        <a:off x="2174246" y="1249581"/>
        <a:ext cx="1546081" cy="959959"/>
      </dsp:txXfrm>
    </dsp:sp>
    <dsp:sp modelId="{22921C01-DDF7-49D4-A012-4BB980E33603}">
      <dsp:nvSpPr>
        <dsp:cNvPr id="0" name=""/>
        <dsp:cNvSpPr/>
      </dsp:nvSpPr>
      <dsp:spPr>
        <a:xfrm>
          <a:off x="3928617" y="1050213"/>
          <a:ext cx="1605813" cy="1019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54B5A9-D3EC-48BC-A5B7-468E1C524974}">
      <dsp:nvSpPr>
        <dsp:cNvPr id="0" name=""/>
        <dsp:cNvSpPr/>
      </dsp:nvSpPr>
      <dsp:spPr>
        <a:xfrm>
          <a:off x="4107041" y="1219715"/>
          <a:ext cx="1605813" cy="1019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b="0" i="0" kern="1200" baseline="0" dirty="0"/>
            <a:t>Wspólne zasoby </a:t>
          </a:r>
          <a:r>
            <a:rPr lang="en-US" sz="1000" b="0" i="0" kern="1200" baseline="0" dirty="0"/>
            <a:t>-</a:t>
          </a:r>
          <a:r>
            <a:rPr lang="pl-PL" sz="1000" b="0" i="0" kern="1200" baseline="0" dirty="0"/>
            <a:t> developerzy, testerzy, UX, analitycy </a:t>
          </a:r>
          <a:endParaRPr lang="en-US" sz="1000" kern="1200" dirty="0"/>
        </a:p>
      </dsp:txBody>
      <dsp:txXfrm>
        <a:off x="4136907" y="1249581"/>
        <a:ext cx="1546081" cy="959959"/>
      </dsp:txXfrm>
    </dsp:sp>
    <dsp:sp modelId="{8F8E5CAA-6AD5-4372-B639-297920E10FBF}">
      <dsp:nvSpPr>
        <dsp:cNvPr id="0" name=""/>
        <dsp:cNvSpPr/>
      </dsp:nvSpPr>
      <dsp:spPr>
        <a:xfrm>
          <a:off x="5891278" y="1050213"/>
          <a:ext cx="1605813" cy="1019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C7C68-D096-4CCA-B356-E8A9543095C3}">
      <dsp:nvSpPr>
        <dsp:cNvPr id="0" name=""/>
        <dsp:cNvSpPr/>
      </dsp:nvSpPr>
      <dsp:spPr>
        <a:xfrm>
          <a:off x="6069702" y="1219715"/>
          <a:ext cx="1605813" cy="1019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b="0" i="0" kern="1200" baseline="0"/>
            <a:t>Mechanizmy priorytetyzacji i eskalacji </a:t>
          </a:r>
          <a:endParaRPr lang="en-US" sz="1000" kern="1200"/>
        </a:p>
      </dsp:txBody>
      <dsp:txXfrm>
        <a:off x="6099568" y="1249581"/>
        <a:ext cx="1546081" cy="959959"/>
      </dsp:txXfrm>
    </dsp:sp>
    <dsp:sp modelId="{52603591-CD8A-4E25-BE4C-E4E3A9FD4B23}">
      <dsp:nvSpPr>
        <dsp:cNvPr id="0" name=""/>
        <dsp:cNvSpPr/>
      </dsp:nvSpPr>
      <dsp:spPr>
        <a:xfrm>
          <a:off x="3031328" y="-169502"/>
          <a:ext cx="1605813" cy="1019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0F741-FEA1-44E1-B486-26E32E2D5317}">
      <dsp:nvSpPr>
        <dsp:cNvPr id="0" name=""/>
        <dsp:cNvSpPr/>
      </dsp:nvSpPr>
      <dsp:spPr>
        <a:xfrm>
          <a:off x="3209751" y="0"/>
          <a:ext cx="1605813" cy="1019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 dirty="0"/>
            <a:t>Podczas projektów równoległych należy uwzględnić:</a:t>
          </a:r>
        </a:p>
      </dsp:txBody>
      <dsp:txXfrm>
        <a:off x="3239617" y="29866"/>
        <a:ext cx="1546081" cy="95995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8FB73-1C4A-4459-B287-E87925264583}">
      <dsp:nvSpPr>
        <dsp:cNvPr id="0" name=""/>
        <dsp:cNvSpPr/>
      </dsp:nvSpPr>
      <dsp:spPr>
        <a:xfrm>
          <a:off x="462938" y="1404"/>
          <a:ext cx="1824347" cy="109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i="0" kern="1200" baseline="0"/>
            <a:t>Zachowanie wartości dla interesariuszy </a:t>
          </a:r>
          <a:endParaRPr lang="en-US" sz="1400" kern="1200"/>
        </a:p>
      </dsp:txBody>
      <dsp:txXfrm>
        <a:off x="462938" y="1404"/>
        <a:ext cx="1824347" cy="1094608"/>
      </dsp:txXfrm>
    </dsp:sp>
    <dsp:sp modelId="{B91DEC56-2F6B-4A7E-B167-83288CF201E7}">
      <dsp:nvSpPr>
        <dsp:cNvPr id="0" name=""/>
        <dsp:cNvSpPr/>
      </dsp:nvSpPr>
      <dsp:spPr>
        <a:xfrm>
          <a:off x="2469720" y="1404"/>
          <a:ext cx="1824347" cy="109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i="0" kern="1200" baseline="0"/>
            <a:t>Przywództwo w projekcie </a:t>
          </a:r>
          <a:endParaRPr lang="en-US" sz="1400" kern="1200"/>
        </a:p>
      </dsp:txBody>
      <dsp:txXfrm>
        <a:off x="2469720" y="1404"/>
        <a:ext cx="1824347" cy="1094608"/>
      </dsp:txXfrm>
    </dsp:sp>
    <dsp:sp modelId="{5BCAAB61-4E49-4773-990A-ABD3B9BF30EC}">
      <dsp:nvSpPr>
        <dsp:cNvPr id="0" name=""/>
        <dsp:cNvSpPr/>
      </dsp:nvSpPr>
      <dsp:spPr>
        <a:xfrm>
          <a:off x="4476502" y="1404"/>
          <a:ext cx="1824347" cy="109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i="0" kern="1200" baseline="0"/>
            <a:t>Adaptacyjność i elastyczność </a:t>
          </a:r>
          <a:endParaRPr lang="en-US" sz="1400" kern="1200"/>
        </a:p>
      </dsp:txBody>
      <dsp:txXfrm>
        <a:off x="4476502" y="1404"/>
        <a:ext cx="1824347" cy="1094608"/>
      </dsp:txXfrm>
    </dsp:sp>
    <dsp:sp modelId="{8AF24117-43FF-48DB-B66C-BE0B9AF7DDC5}">
      <dsp:nvSpPr>
        <dsp:cNvPr id="0" name=""/>
        <dsp:cNvSpPr/>
      </dsp:nvSpPr>
      <dsp:spPr>
        <a:xfrm>
          <a:off x="6483284" y="1404"/>
          <a:ext cx="1824347" cy="109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i="0" kern="1200" baseline="0"/>
            <a:t>Ciągłe uczenie się </a:t>
          </a:r>
          <a:endParaRPr lang="en-US" sz="1400" kern="1200"/>
        </a:p>
      </dsp:txBody>
      <dsp:txXfrm>
        <a:off x="6483284" y="1404"/>
        <a:ext cx="1824347" cy="1094608"/>
      </dsp:txXfrm>
    </dsp:sp>
    <dsp:sp modelId="{6EC5A22F-52C3-4445-8F66-2B3663C0CC52}">
      <dsp:nvSpPr>
        <dsp:cNvPr id="0" name=""/>
        <dsp:cNvSpPr/>
      </dsp:nvSpPr>
      <dsp:spPr>
        <a:xfrm>
          <a:off x="462938" y="1278447"/>
          <a:ext cx="1824347" cy="109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i="0" kern="1200" baseline="0"/>
            <a:t>Współpraca i komunikacja </a:t>
          </a:r>
          <a:endParaRPr lang="en-US" sz="1400" kern="1200"/>
        </a:p>
      </dsp:txBody>
      <dsp:txXfrm>
        <a:off x="462938" y="1278447"/>
        <a:ext cx="1824347" cy="1094608"/>
      </dsp:txXfrm>
    </dsp:sp>
    <dsp:sp modelId="{CA5B83F7-3148-4E59-AB9E-88A270091007}">
      <dsp:nvSpPr>
        <dsp:cNvPr id="0" name=""/>
        <dsp:cNvSpPr/>
      </dsp:nvSpPr>
      <dsp:spPr>
        <a:xfrm>
          <a:off x="2469720" y="1278447"/>
          <a:ext cx="1824347" cy="109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i="0" kern="1200" baseline="0"/>
            <a:t>Odpowiedzialność i etyka </a:t>
          </a:r>
          <a:endParaRPr lang="en-US" sz="1400" kern="1200"/>
        </a:p>
      </dsp:txBody>
      <dsp:txXfrm>
        <a:off x="2469720" y="1278447"/>
        <a:ext cx="1824347" cy="1094608"/>
      </dsp:txXfrm>
    </dsp:sp>
    <dsp:sp modelId="{E632AB5A-D6FE-4EF3-86B5-C6BF41509AF5}">
      <dsp:nvSpPr>
        <dsp:cNvPr id="0" name=""/>
        <dsp:cNvSpPr/>
      </dsp:nvSpPr>
      <dsp:spPr>
        <a:xfrm>
          <a:off x="4476502" y="1278447"/>
          <a:ext cx="1824347" cy="109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i="0" kern="1200" baseline="0"/>
            <a:t>Priorytetyzacja pracy </a:t>
          </a:r>
          <a:endParaRPr lang="en-US" sz="1400" kern="1200"/>
        </a:p>
      </dsp:txBody>
      <dsp:txXfrm>
        <a:off x="4476502" y="1278447"/>
        <a:ext cx="1824347" cy="1094608"/>
      </dsp:txXfrm>
    </dsp:sp>
    <dsp:sp modelId="{5C3BE60A-DB65-4A56-9279-28F1A9449804}">
      <dsp:nvSpPr>
        <dsp:cNvPr id="0" name=""/>
        <dsp:cNvSpPr/>
      </dsp:nvSpPr>
      <dsp:spPr>
        <a:xfrm>
          <a:off x="6483284" y="1278447"/>
          <a:ext cx="1824347" cy="109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i="0" kern="1200" baseline="0"/>
            <a:t>Dostosowanie do kontekstu organizacji </a:t>
          </a:r>
          <a:endParaRPr lang="en-US" sz="1400" kern="1200"/>
        </a:p>
      </dsp:txBody>
      <dsp:txXfrm>
        <a:off x="6483284" y="1278447"/>
        <a:ext cx="1824347" cy="1094608"/>
      </dsp:txXfrm>
    </dsp:sp>
    <dsp:sp modelId="{28F44F7B-6C76-4B09-AC8D-A7A147CD85B6}">
      <dsp:nvSpPr>
        <dsp:cNvPr id="0" name=""/>
        <dsp:cNvSpPr/>
      </dsp:nvSpPr>
      <dsp:spPr>
        <a:xfrm>
          <a:off x="462938" y="2555490"/>
          <a:ext cx="1824347" cy="109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i="0" kern="1200" baseline="0"/>
            <a:t>Transparentność i raportowanie </a:t>
          </a:r>
          <a:endParaRPr lang="en-US" sz="1400" kern="1200"/>
        </a:p>
      </dsp:txBody>
      <dsp:txXfrm>
        <a:off x="462938" y="2555490"/>
        <a:ext cx="1824347" cy="1094608"/>
      </dsp:txXfrm>
    </dsp:sp>
    <dsp:sp modelId="{1C082B54-89F1-4D94-BE6D-2C106BB20BC3}">
      <dsp:nvSpPr>
        <dsp:cNvPr id="0" name=""/>
        <dsp:cNvSpPr/>
      </dsp:nvSpPr>
      <dsp:spPr>
        <a:xfrm>
          <a:off x="2469720" y="2555490"/>
          <a:ext cx="1824347" cy="109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i="0" kern="1200" baseline="0"/>
            <a:t>Wzajemne zaufanie i szacunek </a:t>
          </a:r>
          <a:endParaRPr lang="en-US" sz="1400" kern="1200"/>
        </a:p>
      </dsp:txBody>
      <dsp:txXfrm>
        <a:off x="2469720" y="2555490"/>
        <a:ext cx="1824347" cy="1094608"/>
      </dsp:txXfrm>
    </dsp:sp>
    <dsp:sp modelId="{78C3280B-F7F9-4A15-98A2-B96E35A9F595}">
      <dsp:nvSpPr>
        <dsp:cNvPr id="0" name=""/>
        <dsp:cNvSpPr/>
      </dsp:nvSpPr>
      <dsp:spPr>
        <a:xfrm>
          <a:off x="4476502" y="2555490"/>
          <a:ext cx="1824347" cy="109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i="0" kern="1200" baseline="0"/>
            <a:t>Efektywne decyzje </a:t>
          </a:r>
          <a:endParaRPr lang="en-US" sz="1400" kern="1200"/>
        </a:p>
      </dsp:txBody>
      <dsp:txXfrm>
        <a:off x="4476502" y="2555490"/>
        <a:ext cx="1824347" cy="1094608"/>
      </dsp:txXfrm>
    </dsp:sp>
    <dsp:sp modelId="{1112B48A-A298-4D41-971A-3818EC4D6369}">
      <dsp:nvSpPr>
        <dsp:cNvPr id="0" name=""/>
        <dsp:cNvSpPr/>
      </dsp:nvSpPr>
      <dsp:spPr>
        <a:xfrm>
          <a:off x="6483284" y="2555490"/>
          <a:ext cx="1824347" cy="109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i="0" kern="1200" baseline="0"/>
            <a:t>Optymalizacja wyników i wartości biznesowej </a:t>
          </a:r>
          <a:endParaRPr lang="en-US" sz="1400" kern="1200"/>
        </a:p>
      </dsp:txBody>
      <dsp:txXfrm>
        <a:off x="6483284" y="2555490"/>
        <a:ext cx="1824347" cy="109460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39176E-E968-4251-85E8-BDF7C3A49D4C}">
      <dsp:nvSpPr>
        <dsp:cNvPr id="0" name=""/>
        <dsp:cNvSpPr/>
      </dsp:nvSpPr>
      <dsp:spPr>
        <a:xfrm>
          <a:off x="107562" y="998"/>
          <a:ext cx="2130962" cy="12785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Lider służebny usuwa bariery takie jak:</a:t>
          </a:r>
          <a:endParaRPr lang="en-US" sz="1600" kern="1200"/>
        </a:p>
      </dsp:txBody>
      <dsp:txXfrm>
        <a:off x="145010" y="38446"/>
        <a:ext cx="2056066" cy="1203681"/>
      </dsp:txXfrm>
    </dsp:sp>
    <dsp:sp modelId="{D0B260EE-EAB8-4933-B6AF-4F2FA2E0856D}">
      <dsp:nvSpPr>
        <dsp:cNvPr id="0" name=""/>
        <dsp:cNvSpPr/>
      </dsp:nvSpPr>
      <dsp:spPr>
        <a:xfrm>
          <a:off x="2426050" y="376047"/>
          <a:ext cx="451764" cy="5284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426050" y="481743"/>
        <a:ext cx="316235" cy="317086"/>
      </dsp:txXfrm>
    </dsp:sp>
    <dsp:sp modelId="{32D65F33-1A95-46F1-B665-CFBEFAB92378}">
      <dsp:nvSpPr>
        <dsp:cNvPr id="0" name=""/>
        <dsp:cNvSpPr/>
      </dsp:nvSpPr>
      <dsp:spPr>
        <a:xfrm>
          <a:off x="3090911" y="998"/>
          <a:ext cx="2130962" cy="12785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blokery techniczne i procesowe </a:t>
          </a:r>
          <a:endParaRPr lang="en-US" sz="1600" kern="1200"/>
        </a:p>
      </dsp:txBody>
      <dsp:txXfrm>
        <a:off x="3128359" y="38446"/>
        <a:ext cx="2056066" cy="1203681"/>
      </dsp:txXfrm>
    </dsp:sp>
    <dsp:sp modelId="{0CF3DC7D-C856-4AEF-973F-70EE3C27731E}">
      <dsp:nvSpPr>
        <dsp:cNvPr id="0" name=""/>
        <dsp:cNvSpPr/>
      </dsp:nvSpPr>
      <dsp:spPr>
        <a:xfrm>
          <a:off x="5409398" y="376047"/>
          <a:ext cx="451764" cy="5284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409398" y="481743"/>
        <a:ext cx="316235" cy="317086"/>
      </dsp:txXfrm>
    </dsp:sp>
    <dsp:sp modelId="{A087A4D9-A7F4-45E4-8219-ADCC8EA9448A}">
      <dsp:nvSpPr>
        <dsp:cNvPr id="0" name=""/>
        <dsp:cNvSpPr/>
      </dsp:nvSpPr>
      <dsp:spPr>
        <a:xfrm>
          <a:off x="6074259" y="998"/>
          <a:ext cx="2130962" cy="127857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niejasne wymagania </a:t>
          </a:r>
          <a:endParaRPr lang="en-US" sz="1600" kern="1200"/>
        </a:p>
      </dsp:txBody>
      <dsp:txXfrm>
        <a:off x="6111707" y="38446"/>
        <a:ext cx="2056066" cy="1203681"/>
      </dsp:txXfrm>
    </dsp:sp>
    <dsp:sp modelId="{0623E61E-218D-4BA1-94DC-8863845FB6B9}">
      <dsp:nvSpPr>
        <dsp:cNvPr id="0" name=""/>
        <dsp:cNvSpPr/>
      </dsp:nvSpPr>
      <dsp:spPr>
        <a:xfrm rot="5400000">
          <a:off x="6913858" y="1428743"/>
          <a:ext cx="451764" cy="5284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6981198" y="1467100"/>
        <a:ext cx="317086" cy="316235"/>
      </dsp:txXfrm>
    </dsp:sp>
    <dsp:sp modelId="{FFED85EB-5BCB-4129-9DA2-C87930C16A4C}">
      <dsp:nvSpPr>
        <dsp:cNvPr id="0" name=""/>
        <dsp:cNvSpPr/>
      </dsp:nvSpPr>
      <dsp:spPr>
        <a:xfrm>
          <a:off x="6074259" y="2131961"/>
          <a:ext cx="2130962" cy="127857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konflikty między członkami zespołu </a:t>
          </a:r>
          <a:endParaRPr lang="en-US" sz="1600" kern="1200"/>
        </a:p>
      </dsp:txBody>
      <dsp:txXfrm>
        <a:off x="6111707" y="2169409"/>
        <a:ext cx="2056066" cy="1203681"/>
      </dsp:txXfrm>
    </dsp:sp>
    <dsp:sp modelId="{537685A6-4289-44A3-AEF8-2CBCE712463A}">
      <dsp:nvSpPr>
        <dsp:cNvPr id="0" name=""/>
        <dsp:cNvSpPr/>
      </dsp:nvSpPr>
      <dsp:spPr>
        <a:xfrm rot="10800000">
          <a:off x="5434970" y="2507010"/>
          <a:ext cx="451764" cy="5284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5570499" y="2612706"/>
        <a:ext cx="316235" cy="317086"/>
      </dsp:txXfrm>
    </dsp:sp>
    <dsp:sp modelId="{BD8DB10B-9B63-4383-85DD-5FCABAE3EB80}">
      <dsp:nvSpPr>
        <dsp:cNvPr id="0" name=""/>
        <dsp:cNvSpPr/>
      </dsp:nvSpPr>
      <dsp:spPr>
        <a:xfrm>
          <a:off x="3090911" y="2131961"/>
          <a:ext cx="2130962" cy="127857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brak dostępu do narzędzi i wiedzy</a:t>
          </a:r>
          <a:endParaRPr lang="en-US" sz="1600" kern="1200"/>
        </a:p>
      </dsp:txBody>
      <dsp:txXfrm>
        <a:off x="3128359" y="2169409"/>
        <a:ext cx="2056066" cy="120368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5528CF-F2BF-450E-9470-C707C372F036}">
      <dsp:nvSpPr>
        <dsp:cNvPr id="0" name=""/>
        <dsp:cNvSpPr/>
      </dsp:nvSpPr>
      <dsp:spPr>
        <a:xfrm>
          <a:off x="619126" y="0"/>
          <a:ext cx="4867274" cy="4867274"/>
        </a:xfrm>
        <a:prstGeom prst="diamond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7F63BF-8D68-4690-9607-1A75DEE8FAD9}">
      <dsp:nvSpPr>
        <dsp:cNvPr id="0" name=""/>
        <dsp:cNvSpPr/>
      </dsp:nvSpPr>
      <dsp:spPr>
        <a:xfrm>
          <a:off x="1081517" y="462391"/>
          <a:ext cx="1898236" cy="189823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1" kern="1200"/>
            <a:t>Responsibility</a:t>
          </a:r>
          <a:r>
            <a:rPr lang="pl-PL" sz="1400" kern="1200"/>
            <a:t> – odpowiedzialność za decyzje i działania </a:t>
          </a:r>
          <a:endParaRPr lang="en-US" sz="1400" kern="1200"/>
        </a:p>
      </dsp:txBody>
      <dsp:txXfrm>
        <a:off x="1174181" y="555055"/>
        <a:ext cx="1712908" cy="1712908"/>
      </dsp:txXfrm>
    </dsp:sp>
    <dsp:sp modelId="{B0834435-31EE-4401-9CBE-2B5E26CCB54F}">
      <dsp:nvSpPr>
        <dsp:cNvPr id="0" name=""/>
        <dsp:cNvSpPr/>
      </dsp:nvSpPr>
      <dsp:spPr>
        <a:xfrm>
          <a:off x="3125772" y="462391"/>
          <a:ext cx="1898236" cy="189823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1" kern="1200"/>
            <a:t>Respect</a:t>
          </a:r>
          <a:r>
            <a:rPr lang="pl-PL" sz="1400" kern="1200"/>
            <a:t> – szacunek dla wszystkich interesariuszy </a:t>
          </a:r>
          <a:endParaRPr lang="en-US" sz="1400" kern="1200"/>
        </a:p>
      </dsp:txBody>
      <dsp:txXfrm>
        <a:off x="3218436" y="555055"/>
        <a:ext cx="1712908" cy="1712908"/>
      </dsp:txXfrm>
    </dsp:sp>
    <dsp:sp modelId="{229B6C88-4706-4F31-BA70-0E24857B46CC}">
      <dsp:nvSpPr>
        <dsp:cNvPr id="0" name=""/>
        <dsp:cNvSpPr/>
      </dsp:nvSpPr>
      <dsp:spPr>
        <a:xfrm>
          <a:off x="1081517" y="2506646"/>
          <a:ext cx="1898236" cy="189823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1" kern="1200"/>
            <a:t>Fairness</a:t>
          </a:r>
          <a:r>
            <a:rPr lang="pl-PL" sz="1400" kern="1200"/>
            <a:t> – uczciwość i obiektywność w decyzjach </a:t>
          </a:r>
          <a:endParaRPr lang="en-US" sz="1400" kern="1200"/>
        </a:p>
      </dsp:txBody>
      <dsp:txXfrm>
        <a:off x="1174181" y="2599310"/>
        <a:ext cx="1712908" cy="1712908"/>
      </dsp:txXfrm>
    </dsp:sp>
    <dsp:sp modelId="{8A613552-C101-4708-A358-2CB9F3909C4B}">
      <dsp:nvSpPr>
        <dsp:cNvPr id="0" name=""/>
        <dsp:cNvSpPr/>
      </dsp:nvSpPr>
      <dsp:spPr>
        <a:xfrm>
          <a:off x="3125772" y="2506646"/>
          <a:ext cx="1898236" cy="189823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1" kern="1200"/>
            <a:t>Honesty</a:t>
          </a:r>
          <a:r>
            <a:rPr lang="pl-PL" sz="1400" kern="1200"/>
            <a:t> – prawdomówność i transparentność</a:t>
          </a:r>
          <a:endParaRPr lang="en-US" sz="1400" kern="1200"/>
        </a:p>
      </dsp:txBody>
      <dsp:txXfrm>
        <a:off x="3218436" y="2599310"/>
        <a:ext cx="1712908" cy="171290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A57F4-0AAC-4EBE-A33A-3219DFC5057B}">
      <dsp:nvSpPr>
        <dsp:cNvPr id="0" name=""/>
        <dsp:cNvSpPr/>
      </dsp:nvSpPr>
      <dsp:spPr>
        <a:xfrm>
          <a:off x="0" y="99343"/>
          <a:ext cx="5031485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 err="1"/>
            <a:t>Stewardship</a:t>
          </a:r>
          <a:r>
            <a:rPr lang="pl-PL" sz="2000" kern="1200" dirty="0"/>
            <a:t> = </a:t>
          </a:r>
          <a:r>
            <a:rPr lang="pl-PL" sz="2000" kern="1200" dirty="0" err="1"/>
            <a:t>opieku</a:t>
          </a:r>
          <a:r>
            <a:rPr lang="en-US" sz="2000" kern="1200" dirty="0" err="1"/>
            <a:t>ńs</a:t>
          </a:r>
          <a:r>
            <a:rPr lang="pl-PL" sz="2000" kern="1200" dirty="0" err="1"/>
            <a:t>two</a:t>
          </a:r>
          <a:r>
            <a:rPr lang="pl-PL" sz="2000" kern="1200" dirty="0"/>
            <a:t> nad zasobami</a:t>
          </a:r>
          <a:endParaRPr lang="en-US" sz="2000" kern="1200" dirty="0"/>
        </a:p>
      </dsp:txBody>
      <dsp:txXfrm>
        <a:off x="58257" y="157600"/>
        <a:ext cx="4914971" cy="1076886"/>
      </dsp:txXfrm>
    </dsp:sp>
    <dsp:sp modelId="{ED9E91D7-BFB7-4C10-893F-134DF4B64724}">
      <dsp:nvSpPr>
        <dsp:cNvPr id="0" name=""/>
        <dsp:cNvSpPr/>
      </dsp:nvSpPr>
      <dsp:spPr>
        <a:xfrm>
          <a:off x="0" y="1350344"/>
          <a:ext cx="5031485" cy="1193400"/>
        </a:xfrm>
        <a:prstGeom prst="roundRect">
          <a:avLst/>
        </a:prstGeom>
        <a:solidFill>
          <a:schemeClr val="accent2">
            <a:hueOff val="-265628"/>
            <a:satOff val="4257"/>
            <a:lumOff val="38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Odpowiedzialne wykorzystywanie ludzi, czasu, narzędzi i budżetu </a:t>
          </a:r>
          <a:endParaRPr lang="en-US" sz="2000" kern="1200"/>
        </a:p>
      </dsp:txBody>
      <dsp:txXfrm>
        <a:off x="58257" y="1408601"/>
        <a:ext cx="4914971" cy="1076886"/>
      </dsp:txXfrm>
    </dsp:sp>
    <dsp:sp modelId="{DBF56FAD-A28E-41A0-9F49-ED121C4730F0}">
      <dsp:nvSpPr>
        <dsp:cNvPr id="0" name=""/>
        <dsp:cNvSpPr/>
      </dsp:nvSpPr>
      <dsp:spPr>
        <a:xfrm>
          <a:off x="0" y="2601344"/>
          <a:ext cx="5031485" cy="1193400"/>
        </a:xfrm>
        <a:prstGeom prst="roundRect">
          <a:avLst/>
        </a:prstGeom>
        <a:solidFill>
          <a:schemeClr val="accent2">
            <a:hueOff val="-531255"/>
            <a:satOff val="8513"/>
            <a:lumOff val="77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Zapewnienie, że zasoby służą wartości projektu </a:t>
          </a:r>
          <a:endParaRPr lang="en-US" sz="2000" kern="1200"/>
        </a:p>
      </dsp:txBody>
      <dsp:txXfrm>
        <a:off x="58257" y="2659601"/>
        <a:ext cx="4914971" cy="1076886"/>
      </dsp:txXfrm>
    </dsp:sp>
    <dsp:sp modelId="{3CAE36E5-F8C5-4505-B4C7-BDFA567767E0}">
      <dsp:nvSpPr>
        <dsp:cNvPr id="0" name=""/>
        <dsp:cNvSpPr/>
      </dsp:nvSpPr>
      <dsp:spPr>
        <a:xfrm>
          <a:off x="0" y="3852344"/>
          <a:ext cx="5031485" cy="119340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Zapobieganie marnotrawstwu i konfliktom</a:t>
          </a:r>
          <a:endParaRPr lang="en-US" sz="2000" kern="1200"/>
        </a:p>
      </dsp:txBody>
      <dsp:txXfrm>
        <a:off x="58257" y="3910601"/>
        <a:ext cx="4914971" cy="107688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D1545-518A-4A1E-BBE4-4D06E748CCCB}">
      <dsp:nvSpPr>
        <dsp:cNvPr id="0" name=""/>
        <dsp:cNvSpPr/>
      </dsp:nvSpPr>
      <dsp:spPr>
        <a:xfrm>
          <a:off x="0" y="476603"/>
          <a:ext cx="5076826" cy="201386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b="0" kern="1200" baseline="0"/>
            <a:t>Ład organizacyjny + skuteczne zarządzanie = wysoka efektywność zespołu</a:t>
          </a:r>
          <a:endParaRPr lang="en-US" sz="1500" kern="1200"/>
        </a:p>
      </dsp:txBody>
      <dsp:txXfrm>
        <a:off x="98309" y="574912"/>
        <a:ext cx="4880208" cy="1817244"/>
      </dsp:txXfrm>
    </dsp:sp>
    <dsp:sp modelId="{FB35F88E-EE70-47DE-A9D6-D75B142311DE}">
      <dsp:nvSpPr>
        <dsp:cNvPr id="0" name=""/>
        <dsp:cNvSpPr/>
      </dsp:nvSpPr>
      <dsp:spPr>
        <a:xfrm>
          <a:off x="0" y="2533665"/>
          <a:ext cx="5076826" cy="2013862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b="0" kern="1200" baseline="0"/>
            <a:t>XERO pokazuje, że dobrze zorganizowany zespół, wspierany przez świadomego PM i oparty na wartościach, potrafi dostarczać wartoś</a:t>
          </a:r>
          <a:r>
            <a:rPr lang="en-US" sz="1500" b="0" kern="1200" baseline="0"/>
            <a:t>ć</a:t>
          </a:r>
          <a:r>
            <a:rPr lang="pl-PL" sz="1500" b="0" kern="1200" baseline="0"/>
            <a:t>, rozwijać kompetencje i osiągać cele projektowe. To przepis na sukces każdego projektu IT</a:t>
          </a:r>
          <a:endParaRPr lang="en-US" sz="1500" kern="1200"/>
        </a:p>
      </dsp:txBody>
      <dsp:txXfrm>
        <a:off x="98309" y="2631974"/>
        <a:ext cx="4880208" cy="1817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E4F11-7F0C-4E11-AE86-64054D5B58C3}" type="datetimeFigureOut">
              <a:rPr lang="pl-PL" smtClean="0"/>
              <a:t>25.03.2026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8B4D1-7E1A-48C7-8F55-D21FED102C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2429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</a:t>
            </a:r>
            <a:r>
              <a:rPr lang="en-US" dirty="0" err="1"/>
              <a:t>tej</a:t>
            </a:r>
            <a:r>
              <a:rPr lang="en-US" dirty="0"/>
              <a:t> </a:t>
            </a:r>
            <a:r>
              <a:rPr lang="en-US" dirty="0" err="1"/>
              <a:t>prezentacji</a:t>
            </a:r>
            <a:r>
              <a:rPr lang="en-US" dirty="0"/>
              <a:t> </a:t>
            </a:r>
            <a:r>
              <a:rPr lang="en-US" dirty="0" err="1"/>
              <a:t>posłużę</a:t>
            </a:r>
            <a:r>
              <a:rPr lang="en-US" dirty="0"/>
              <a:t> się </a:t>
            </a:r>
            <a:r>
              <a:rPr lang="en-US" dirty="0" err="1"/>
              <a:t>przykładem</a:t>
            </a:r>
            <a:r>
              <a:rPr lang="pl-PL" dirty="0"/>
              <a:t> </a:t>
            </a:r>
            <a:r>
              <a:rPr lang="en-US" dirty="0" err="1"/>
              <a:t>firmy</a:t>
            </a:r>
            <a:r>
              <a:rPr lang="en-US" dirty="0"/>
              <a:t> </a:t>
            </a:r>
            <a:r>
              <a:rPr lang="en-US" dirty="0" err="1"/>
              <a:t>technologicznej</a:t>
            </a:r>
            <a:r>
              <a:rPr lang="en-US" dirty="0"/>
              <a:t> </a:t>
            </a:r>
            <a:r>
              <a:rPr lang="pl-PL" dirty="0"/>
              <a:t>XERO. Firma startuje z nowym projektem </a:t>
            </a:r>
            <a:r>
              <a:rPr lang="en-US" dirty="0"/>
              <a:t>-</a:t>
            </a:r>
            <a:r>
              <a:rPr lang="pl-PL" dirty="0"/>
              <a:t> platformą do zarządzania drukiem w biurach. Zespół ma różnorodne kompetencje, ale potrzebuje jasnej struktury, aby projekt zakończył się sukcesem.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4852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Ład organizacyjny to nic innego jak ramy, w których projekt funkcjonuje. Określa, kto podejmuje decyzje, kto jest odpowiedzialny i w jaki sposób raportuje postępy.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https://www.ey.com/pl_pl/insights/climate-change-sustainability-services/lad-korporacyjny-zasady-ladu-korporacyjnego-w-polsce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40166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PMBOK mówi jasno: governance to nie </a:t>
            </a:r>
            <a:r>
              <a:rPr lang="en-US" dirty="0"/>
              <a:t>“</a:t>
            </a:r>
            <a:r>
              <a:rPr lang="pl-PL" dirty="0"/>
              <a:t>biurokracja</a:t>
            </a:r>
            <a:r>
              <a:rPr lang="en-US" dirty="0"/>
              <a:t>”</a:t>
            </a:r>
            <a:r>
              <a:rPr lang="pl-PL" dirty="0"/>
              <a:t>, ale sposób zapewnienia, że projekt realizuje cele firmy i że decyzje są podejmowane w odpowiednim miejscu i czasie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https://strefapmi.pl/strefa-wiedzy/lad-projektowy-w-pigulce-tak-poprosze/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38117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XERO PM stosuje styl partycypacyjny: konsultuje decyzje, ale wyznacza priorytety i koordynuje działania</a:t>
            </a:r>
            <a:r>
              <a:rPr lang="en-US" dirty="0"/>
              <a:t>.</a:t>
            </a:r>
          </a:p>
          <a:p>
            <a:r>
              <a:rPr lang="en-US" dirty="0" err="1"/>
              <a:t>Ponadto</a:t>
            </a:r>
            <a:r>
              <a:rPr lang="en-US" dirty="0"/>
              <a:t> </a:t>
            </a:r>
            <a:r>
              <a:rPr lang="pl-PL" dirty="0"/>
              <a:t>PM dba o równowagę między kontrolą a autonomią. Członkowie zespołu czują wpływ, a decyzje są spójne z celami projektu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https://mickeys.pl/siatka-menedzerska/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3080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pl-PL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tóry</a:t>
            </a:r>
            <a:r>
              <a:rPr lang="pl-PL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styl zarządzania jest najlepszy?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l-PL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Przywództwo sytuacyjne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Prawda jest taka, że żaden z powyższych stylów menedżerskich nie jest najlepszy ani najgorszy. Wiele osób po opisie może sądzić, że podejście autokratyczne będzie złe, ale trudno wyobrazić sobie np. policję, gdzie decyzje będą podejmowane demokratycznie.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Najważniejsza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skuteczność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Dobry menedżer potrafi zarządzać wedle prawideł każdego ze stylów i wybierać odpowiedni – w zależności od potrzeby, sytuacji, danego zespołu czy danego pracownika.</a:t>
            </a:r>
            <a:endParaRPr lang="en-US" b="0" dirty="0"/>
          </a:p>
          <a:p>
            <a:endParaRPr lang="en-US" dirty="0"/>
          </a:p>
          <a:p>
            <a:r>
              <a:rPr lang="pl-PL" dirty="0"/>
              <a:t>https://mickeys.pl/siatka-menedzerska/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5898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XERO część decyzji jest szybka i centralna np. priorytety </a:t>
            </a:r>
            <a:r>
              <a:rPr lang="en-US" dirty="0" err="1"/>
              <a:t>danego</a:t>
            </a:r>
            <a:r>
              <a:rPr lang="en-US" dirty="0"/>
              <a:t> </a:t>
            </a:r>
            <a:r>
              <a:rPr lang="pl-PL" dirty="0"/>
              <a:t>sprintu. Ważniejsze decyzje techniczne i architektoniczne są konsultowane z całym zespołem</a:t>
            </a:r>
            <a:r>
              <a:rPr lang="en-US" dirty="0"/>
              <a:t> (</a:t>
            </a:r>
            <a:r>
              <a:rPr lang="en-US" dirty="0" err="1"/>
              <a:t>konsensualne</a:t>
            </a:r>
            <a:r>
              <a:rPr lang="en-US" dirty="0"/>
              <a:t>).</a:t>
            </a:r>
          </a:p>
          <a:p>
            <a:r>
              <a:rPr lang="en-US" dirty="0"/>
              <a:t>Przykład </a:t>
            </a:r>
            <a:r>
              <a:rPr lang="en-US" dirty="0" err="1"/>
              <a:t>stylu</a:t>
            </a:r>
            <a:r>
              <a:rPr lang="en-US" dirty="0"/>
              <a:t> </a:t>
            </a:r>
            <a:r>
              <a:rPr lang="en-US" dirty="0" err="1"/>
              <a:t>mieszanego</a:t>
            </a:r>
            <a:r>
              <a:rPr lang="en-US" dirty="0"/>
              <a:t>: </a:t>
            </a:r>
            <a:r>
              <a:rPr lang="pl-PL" dirty="0"/>
              <a:t>PM </a:t>
            </a:r>
            <a:r>
              <a:rPr lang="en-US" dirty="0"/>
              <a:t>w XERO </a:t>
            </a:r>
            <a:r>
              <a:rPr lang="pl-PL" dirty="0"/>
              <a:t>proponuje termin wydania </a:t>
            </a:r>
            <a:r>
              <a:rPr lang="en-US" dirty="0"/>
              <a:t>nowej </a:t>
            </a:r>
            <a:r>
              <a:rPr lang="en-US" dirty="0" err="1"/>
              <a:t>wersji</a:t>
            </a:r>
            <a:r>
              <a:rPr lang="en-US" dirty="0"/>
              <a:t> programy,</a:t>
            </a:r>
            <a:r>
              <a:rPr lang="pl-PL" dirty="0"/>
              <a:t> </a:t>
            </a:r>
            <a:r>
              <a:rPr lang="en-US" dirty="0"/>
              <a:t>z</a:t>
            </a:r>
            <a:r>
              <a:rPr lang="pl-PL" dirty="0" err="1"/>
              <a:t>espół</a:t>
            </a:r>
            <a:r>
              <a:rPr lang="pl-PL" dirty="0"/>
              <a:t> ocenia ryzyka i zasoby</a:t>
            </a:r>
            <a:r>
              <a:rPr lang="en-US" dirty="0"/>
              <a:t>, </a:t>
            </a:r>
            <a:r>
              <a:rPr lang="en-US" dirty="0" err="1"/>
              <a:t>następnie</a:t>
            </a:r>
            <a:r>
              <a:rPr lang="en-US" dirty="0"/>
              <a:t> </a:t>
            </a:r>
            <a:r>
              <a:rPr lang="en-US" dirty="0" err="1"/>
              <a:t>następuje</a:t>
            </a:r>
            <a:r>
              <a:rPr lang="pl-PL" dirty="0"/>
              <a:t> </a:t>
            </a:r>
            <a:r>
              <a:rPr lang="en-US" dirty="0"/>
              <a:t>w</a:t>
            </a:r>
            <a:r>
              <a:rPr lang="pl-PL" dirty="0" err="1"/>
              <a:t>spólna</a:t>
            </a:r>
            <a:r>
              <a:rPr lang="pl-PL" dirty="0"/>
              <a:t> decyzja </a:t>
            </a:r>
            <a:r>
              <a:rPr lang="en-US" dirty="0"/>
              <a:t>I</a:t>
            </a:r>
            <a:r>
              <a:rPr lang="pl-PL" dirty="0"/>
              <a:t> termin </a:t>
            </a:r>
            <a:r>
              <a:rPr lang="en-US" dirty="0" err="1"/>
              <a:t>zosyaje</a:t>
            </a:r>
            <a:r>
              <a:rPr lang="en-US" dirty="0"/>
              <a:t> </a:t>
            </a:r>
            <a:r>
              <a:rPr lang="pl-PL" dirty="0"/>
              <a:t>zatwierdzony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2754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Przykładowo</a:t>
            </a:r>
            <a:r>
              <a:rPr lang="en-US" dirty="0"/>
              <a:t> – </a:t>
            </a:r>
            <a:r>
              <a:rPr lang="en-US" dirty="0" err="1"/>
              <a:t>procesy</a:t>
            </a:r>
            <a:r>
              <a:rPr lang="en-US" dirty="0"/>
              <a:t> </a:t>
            </a:r>
            <a:r>
              <a:rPr lang="en-US" dirty="0" err="1"/>
              <a:t>komunikacyjne</a:t>
            </a:r>
            <a:r>
              <a:rPr lang="en-US" dirty="0"/>
              <a:t> w XERO:</a:t>
            </a:r>
          </a:p>
          <a:p>
            <a:r>
              <a:rPr lang="pl-PL" dirty="0" err="1"/>
              <a:t>Daily</a:t>
            </a:r>
            <a:r>
              <a:rPr lang="pl-PL" dirty="0"/>
              <a:t> stand-up </a:t>
            </a:r>
            <a:r>
              <a:rPr lang="en-US" dirty="0"/>
              <a:t>-</a:t>
            </a:r>
            <a:r>
              <a:rPr lang="pl-PL" dirty="0"/>
              <a:t> codzienna wymiana informacji </a:t>
            </a:r>
            <a:endParaRPr lang="en-US" dirty="0"/>
          </a:p>
          <a:p>
            <a:r>
              <a:rPr lang="pl-PL" dirty="0" err="1"/>
              <a:t>Slack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szybkie pytania i raporty </a:t>
            </a:r>
            <a:endParaRPr lang="en-US" dirty="0"/>
          </a:p>
          <a:p>
            <a:r>
              <a:rPr lang="pl-PL" dirty="0"/>
              <a:t>Tygodniowy status </a:t>
            </a:r>
            <a:r>
              <a:rPr lang="en-US" dirty="0"/>
              <a:t>-</a:t>
            </a:r>
            <a:r>
              <a:rPr lang="pl-PL" dirty="0"/>
              <a:t> PM raportuje zarządowi </a:t>
            </a:r>
            <a:endParaRPr lang="en-US" dirty="0"/>
          </a:p>
          <a:p>
            <a:r>
              <a:rPr lang="pl-PL" dirty="0"/>
              <a:t>Dokumentacja projektowa </a:t>
            </a:r>
            <a:r>
              <a:rPr lang="en-US" dirty="0"/>
              <a:t>-</a:t>
            </a:r>
            <a:r>
              <a:rPr lang="pl-PL" dirty="0"/>
              <a:t> </a:t>
            </a:r>
            <a:r>
              <a:rPr lang="pl-PL" dirty="0" err="1"/>
              <a:t>backlog</a:t>
            </a:r>
            <a:r>
              <a:rPr lang="pl-PL" dirty="0"/>
              <a:t> i </a:t>
            </a:r>
            <a:r>
              <a:rPr lang="pl-PL" dirty="0" err="1"/>
              <a:t>wiki</a:t>
            </a:r>
            <a:endParaRPr lang="en-US" dirty="0"/>
          </a:p>
          <a:p>
            <a:r>
              <a:rPr lang="en-US" dirty="0" err="1"/>
              <a:t>Czyli</a:t>
            </a:r>
            <a:r>
              <a:rPr lang="en-US" dirty="0"/>
              <a:t> w</a:t>
            </a:r>
            <a:r>
              <a:rPr lang="pl-PL" dirty="0"/>
              <a:t> XERO każdy wie, gdzie znaleźć informacje. Dzięki jasnym procesom komunikacyjnym projekt przebiega płynnie i bez chaosu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3893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https://projectmakers.pl/jak-raportowac-postepy-projektu/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2532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XERO jeśli pojawia się problem blokujący sprint, członek zespołu natychmiast informuje PM. PM decyduje, czy eskalować sprawę do kierownictwa. Dzięki temu krytyczne sprawy nie pozostają niewidoczne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https://www.atlassian.com/pl/incident-management/on-call/escalation-policies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35601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https://mfiles.pl/pl/index.php/Autonomia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29248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XERO PM dba, aby zespół miał swobodę w podejmowaniu decyzji technicznych, ale zachowuje kontrolę nad terminami i zgodnością z wizją produktu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https://mfiles.pl/pl/index.php/Autonomia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5440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PM nie narzuca </a:t>
            </a:r>
            <a:r>
              <a:rPr lang="pl-PL" dirty="0" err="1"/>
              <a:t>spo</a:t>
            </a:r>
            <a:r>
              <a:rPr lang="en-US" dirty="0"/>
              <a:t>so</a:t>
            </a:r>
            <a:r>
              <a:rPr lang="pl-PL" dirty="0" err="1"/>
              <a:t>bu</a:t>
            </a:r>
            <a:r>
              <a:rPr lang="pl-PL" dirty="0"/>
              <a:t> pracy, ale czuwa nad całością projektu. To równowaga między odpowiedzialnością indywidualną a zespołową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https://mfiles.pl/pl/index.php/Autonomia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1532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odpowiedzialność w praktyce</a:t>
            </a:r>
            <a:r>
              <a:rPr lang="en-US" dirty="0"/>
              <a:t> w </a:t>
            </a:r>
            <a:r>
              <a:rPr lang="en-US" dirty="0" err="1"/>
              <a:t>firmie</a:t>
            </a:r>
            <a:r>
              <a:rPr lang="en-US" dirty="0"/>
              <a:t> XERO:</a:t>
            </a:r>
          </a:p>
          <a:p>
            <a:r>
              <a:rPr lang="pl-PL" dirty="0"/>
              <a:t>Developer dostarcza kod zgodnie z </a:t>
            </a:r>
            <a:r>
              <a:rPr lang="pl-PL" dirty="0" err="1"/>
              <a:t>backlogiem</a:t>
            </a:r>
            <a:r>
              <a:rPr lang="en-US" dirty="0"/>
              <a:t>,</a:t>
            </a:r>
            <a:r>
              <a:rPr lang="pl-PL" dirty="0"/>
              <a:t> QA raportuje testy i defekt</a:t>
            </a:r>
            <a:r>
              <a:rPr lang="en-US" dirty="0"/>
              <a:t>y,</a:t>
            </a:r>
            <a:r>
              <a:rPr lang="pl-PL" dirty="0"/>
              <a:t> PM monitoruje i wspiera, ale nie wykonuje za członków zespołu</a:t>
            </a:r>
            <a:r>
              <a:rPr lang="en-US" dirty="0"/>
              <a:t>. </a:t>
            </a:r>
            <a:r>
              <a:rPr lang="pl-PL" dirty="0"/>
              <a:t>Dzięki jasnym zasadom każdy w XERO wie, że sukces zależy </a:t>
            </a:r>
            <a:r>
              <a:rPr lang="en-US" dirty="0" err="1"/>
              <a:t>również</a:t>
            </a:r>
            <a:r>
              <a:rPr lang="en-US" dirty="0"/>
              <a:t> </a:t>
            </a:r>
            <a:r>
              <a:rPr lang="pl-PL" dirty="0"/>
              <a:t>od jego działań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3662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Wskaźniki pomagają PM ocenić, czy zespół działa efektywnie i gdzie należy wprowadzić usprawnienia</a:t>
            </a:r>
            <a:endParaRPr lang="en-US" dirty="0"/>
          </a:p>
          <a:p>
            <a:r>
              <a:rPr lang="en-US" dirty="0" err="1"/>
              <a:t>Przykłady</a:t>
            </a:r>
            <a:r>
              <a:rPr lang="en-US" dirty="0"/>
              <a:t> na </a:t>
            </a:r>
            <a:r>
              <a:rPr lang="en-US" dirty="0" err="1"/>
              <a:t>podstawie</a:t>
            </a:r>
            <a:r>
              <a:rPr lang="en-US" dirty="0"/>
              <a:t> XERO:</a:t>
            </a:r>
            <a:br>
              <a:rPr lang="en-US" dirty="0"/>
            </a:br>
            <a:r>
              <a:rPr lang="en-US" dirty="0"/>
              <a:t>- </a:t>
            </a:r>
            <a:r>
              <a:rPr lang="pl-PL" dirty="0"/>
              <a:t>Sprint </a:t>
            </a:r>
            <a:r>
              <a:rPr lang="pl-PL" dirty="0" err="1"/>
              <a:t>review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porównanie plan vs realizacja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QA </a:t>
            </a:r>
            <a:r>
              <a:rPr lang="en-US" dirty="0"/>
              <a:t>-</a:t>
            </a:r>
            <a:r>
              <a:rPr lang="pl-PL" dirty="0"/>
              <a:t> raport błędów i poprawki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Feedback od klienta </a:t>
            </a:r>
            <a:r>
              <a:rPr lang="en-US" dirty="0"/>
              <a:t>-</a:t>
            </a:r>
            <a:r>
              <a:rPr lang="pl-PL" dirty="0"/>
              <a:t> miernik wartości funkcjonalności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PM </a:t>
            </a:r>
            <a:r>
              <a:rPr lang="pl-PL" dirty="0" err="1"/>
              <a:t>dashboard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wizualizacja postępów i </a:t>
            </a:r>
            <a:r>
              <a:rPr lang="pl-PL" dirty="0" err="1"/>
              <a:t>ryzyk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https://mfiles.pl/pl/index.php/Efektywno%C5%9B%C4%87_zespo%C5%82u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37319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XERO ma część zespołu w Krakowie, część w Barcelonie. Różnice czasowe i brak kontaktu twarzą w twarz mogą utrudniać współpracę</a:t>
            </a:r>
            <a:r>
              <a:rPr lang="en-US" dirty="0"/>
              <a:t>. </a:t>
            </a:r>
            <a:r>
              <a:rPr lang="en-US" dirty="0" err="1"/>
              <a:t>Sposoby</a:t>
            </a:r>
            <a:r>
              <a:rPr lang="en-US" dirty="0"/>
              <a:t>, </a:t>
            </a:r>
            <a:r>
              <a:rPr lang="en-US" dirty="0" err="1"/>
              <a:t>które</a:t>
            </a:r>
            <a:r>
              <a:rPr lang="en-US" dirty="0"/>
              <a:t> </a:t>
            </a:r>
            <a:r>
              <a:rPr lang="en-US" dirty="0" err="1"/>
              <a:t>wykorzystuje</a:t>
            </a:r>
            <a:r>
              <a:rPr lang="en-US" dirty="0"/>
              <a:t> XEOR, aby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zapobiegać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pl-PL" dirty="0" err="1"/>
              <a:t>daily</a:t>
            </a:r>
            <a:r>
              <a:rPr lang="pl-PL" dirty="0"/>
              <a:t> stand-up </a:t>
            </a:r>
            <a:r>
              <a:rPr lang="en-US" dirty="0"/>
              <a:t>z </a:t>
            </a:r>
            <a:r>
              <a:rPr lang="en-US" dirty="0" err="1"/>
              <a:t>kamerkami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 jasny harmonogram pracy i terminów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wspólny </a:t>
            </a:r>
            <a:r>
              <a:rPr lang="pl-PL" dirty="0" err="1"/>
              <a:t>dashboard</a:t>
            </a:r>
            <a:r>
              <a:rPr lang="pl-PL" dirty="0"/>
              <a:t> projektowy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spotkania integracyjne online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https://www.academyofbusiness.pl/powerskills/zarzadzanie-zespolem-rozproszonym/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425977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52340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XERO PMO nadzoruje wszystkie projekty platformy do zarządzania drukiem. Każdy projekt ma swojego PM, ale zasoby są współdzielone. Ważne jest, żeby decyzje były spójne, a konflikty o zasoby szybko rozwiązywane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https://mfiles.pl/pl/index.php/Struktura_projektowa</a:t>
            </a:r>
            <a:endParaRPr lang="en-US" dirty="0"/>
          </a:p>
          <a:p>
            <a:r>
              <a:rPr lang="pl-PL" dirty="0"/>
              <a:t>https://mfiles.pl/pl/index.php/Struktura_organizacyjna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5388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XERO:</a:t>
            </a:r>
          </a:p>
          <a:p>
            <a:pPr marL="171450" indent="-171450">
              <a:buFontTx/>
              <a:buChar char="-"/>
            </a:pPr>
            <a:r>
              <a:rPr lang="pl-PL" dirty="0"/>
              <a:t>PM usuwa </a:t>
            </a:r>
            <a:r>
              <a:rPr lang="pl-PL" dirty="0" err="1"/>
              <a:t>blokery</a:t>
            </a:r>
            <a:r>
              <a:rPr lang="pl-PL" dirty="0"/>
              <a:t> techniczne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Pomaga w integracji nowych członków zespołu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Wspiera rozwiązywanie konfliktów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Zachęca do inicjatywy i kreatywności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Dzięki temu zespół czuje wsparcie i może skupić się na tworzeniu wartości, a nie na walce z przeszkodami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https://pl.wikipedia.org/wiki/Przyw%C3%B3dztwo_s%C5%82u%C5%BCebne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74569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https://getlighthouse.com/blog/what-is-servant-leadership/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4963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XERO PM stara się stosować wszystkie zasady PMBOK 7</a:t>
            </a:r>
            <a:r>
              <a:rPr lang="en-US" dirty="0"/>
              <a:t> -</a:t>
            </a:r>
            <a:r>
              <a:rPr lang="pl-PL" dirty="0"/>
              <a:t> od utrzymania wartości dla klienta po transparentność i uczenie się na błędach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https://www.atlassian.com/pl/work-management/project-management/principles</a:t>
            </a:r>
            <a:endParaRPr lang="en-US" dirty="0"/>
          </a:p>
          <a:p>
            <a:r>
              <a:rPr lang="pl-PL" dirty="0"/>
              <a:t>https://mfiles.pl/pl/index.php/Metodyka_PMI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50210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PM w XERO stosuje przywództwo sytuacyjne: mniej doświadczonym developerom daje wytyczne i wsparcie, doświadczonym deleguje zadania z pełną autonomią.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https://pl.wikipedia.org/wiki/Przyw%C3%B3dztwo_sytuacyjne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43702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Cztery</a:t>
            </a:r>
            <a:r>
              <a:rPr lang="en-US" dirty="0"/>
              <a:t> style: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Kierowanie</a:t>
            </a:r>
            <a:r>
              <a:rPr lang="en-US" dirty="0"/>
              <a:t> (high directive, low support)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Instruowanie</a:t>
            </a:r>
            <a:r>
              <a:rPr lang="en-US" dirty="0"/>
              <a:t> (high directive, high support)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Wspieranie</a:t>
            </a:r>
            <a:r>
              <a:rPr lang="en-US" dirty="0"/>
              <a:t> (low directive, high support)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Delegowanie</a:t>
            </a:r>
            <a:r>
              <a:rPr lang="en-US" dirty="0"/>
              <a:t> (low directive, low support) </a:t>
            </a:r>
          </a:p>
          <a:p>
            <a:endParaRPr lang="en-US" dirty="0"/>
          </a:p>
          <a:p>
            <a:endParaRPr lang="en-US" dirty="0"/>
          </a:p>
          <a:p>
            <a:r>
              <a:rPr lang="pl-PL" dirty="0"/>
              <a:t>https://carrotspot.com/blog/hersey-blanchard-przywodztwo-sytuacyjne-slii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36025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0" dirty="0"/>
              <a:t>XERO</a:t>
            </a:r>
            <a:r>
              <a:rPr lang="en-US" b="0" dirty="0"/>
              <a:t>, </a:t>
            </a:r>
            <a:r>
              <a:rPr lang="pl-PL" b="0" dirty="0"/>
              <a:t>przykład działań</a:t>
            </a:r>
            <a:r>
              <a:rPr lang="en-US" b="0" dirty="0"/>
              <a:t>:</a:t>
            </a:r>
            <a:endParaRPr lang="pl-PL" b="0" dirty="0"/>
          </a:p>
          <a:p>
            <a:r>
              <a:rPr lang="pl-PL" dirty="0"/>
              <a:t>Brak dostępu do środowiska testowego </a:t>
            </a:r>
            <a:r>
              <a:rPr lang="en-US" dirty="0"/>
              <a:t>–</a:t>
            </a:r>
            <a:r>
              <a:rPr lang="pl-PL" dirty="0"/>
              <a:t> PM natychmiast zapewnia dostęp </a:t>
            </a:r>
          </a:p>
          <a:p>
            <a:r>
              <a:rPr lang="pl-PL" dirty="0"/>
              <a:t>Konflikt między developerem a QA </a:t>
            </a:r>
            <a:r>
              <a:rPr lang="en-US" dirty="0"/>
              <a:t>– </a:t>
            </a:r>
            <a:r>
              <a:rPr lang="pl-PL" dirty="0"/>
              <a:t>mediacja i wyjaśnienie priorytetów </a:t>
            </a:r>
          </a:p>
          <a:p>
            <a:r>
              <a:rPr lang="pl-PL" dirty="0"/>
              <a:t>Nowy pracownik nie zna procedur </a:t>
            </a:r>
            <a:r>
              <a:rPr lang="en-US" dirty="0"/>
              <a:t>–</a:t>
            </a:r>
            <a:r>
              <a:rPr lang="pl-PL" dirty="0"/>
              <a:t> </a:t>
            </a:r>
            <a:r>
              <a:rPr lang="pl-PL" dirty="0" err="1"/>
              <a:t>onboarding</a:t>
            </a:r>
            <a:r>
              <a:rPr lang="pl-PL" dirty="0"/>
              <a:t> i wsparcie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74998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</a:t>
            </a:r>
            <a:r>
              <a:rPr lang="en-US" dirty="0" err="1"/>
              <a:t>mogłem</a:t>
            </a:r>
            <a:r>
              <a:rPr lang="en-US" dirty="0"/>
              <a:t> </a:t>
            </a:r>
            <a:r>
              <a:rPr lang="en-US" dirty="0" err="1"/>
              <a:t>znaleźć</a:t>
            </a:r>
            <a:r>
              <a:rPr lang="en-US" dirty="0"/>
              <a:t> </a:t>
            </a:r>
            <a:r>
              <a:rPr lang="en-US" dirty="0" err="1"/>
              <a:t>tych</a:t>
            </a:r>
            <a:r>
              <a:rPr lang="en-US" dirty="0"/>
              <a:t> 4 wartości, </a:t>
            </a:r>
            <a:r>
              <a:rPr lang="en-US" dirty="0" err="1"/>
              <a:t>poprosiłem</a:t>
            </a:r>
            <a:r>
              <a:rPr lang="en-US" dirty="0"/>
              <a:t> GPT o </a:t>
            </a:r>
            <a:r>
              <a:rPr lang="en-US" dirty="0" err="1"/>
              <a:t>pomoc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pl-PL" dirty="0"/>
              <a:t>W XERO te wartości są kluczowe. PM i członkowie zespołu dbają, by decyzje były etyczne, transparentne i respektowały wszystkich uczestników projektu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pl-PL" dirty="0"/>
              <a:t>Decyzje techniczne konsultowane z zespołem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Otwarte raportowanie problemów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Uczciwe przydzielanie zadań i nagród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240125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X</a:t>
            </a:r>
            <a:r>
              <a:rPr lang="pl-PL" b="0" dirty="0"/>
              <a:t>ERO w praktyce</a:t>
            </a:r>
            <a:r>
              <a:rPr lang="en-US" b="0" dirty="0"/>
              <a:t>:</a:t>
            </a:r>
            <a:endParaRPr lang="pl-PL" b="0" dirty="0"/>
          </a:p>
          <a:p>
            <a:r>
              <a:rPr lang="en-US" dirty="0"/>
              <a:t>- </a:t>
            </a:r>
            <a:r>
              <a:rPr lang="pl-PL" dirty="0"/>
              <a:t>Zespół developerski przypisany do projektów zgodnie z kompetencjami </a:t>
            </a:r>
          </a:p>
          <a:p>
            <a:r>
              <a:rPr lang="en-US" dirty="0"/>
              <a:t>- </a:t>
            </a:r>
            <a:r>
              <a:rPr lang="pl-PL" dirty="0"/>
              <a:t>Harmonogramy dopasowane do dostępności i obciążenia </a:t>
            </a:r>
          </a:p>
          <a:p>
            <a:pPr marL="171450" indent="-171450">
              <a:buFontTx/>
              <a:buChar char="-"/>
            </a:pPr>
            <a:r>
              <a:rPr lang="pl-PL" dirty="0"/>
              <a:t>Narzędzia i środowiska testowe dzielone efektywnie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 err="1"/>
              <a:t>Opieku</a:t>
            </a:r>
            <a:r>
              <a:rPr lang="en-US" dirty="0"/>
              <a:t>ń</a:t>
            </a:r>
            <a:r>
              <a:rPr lang="pl-PL" dirty="0" err="1"/>
              <a:t>stwo</a:t>
            </a:r>
            <a:r>
              <a:rPr lang="pl-PL" dirty="0"/>
              <a:t> nad zasobami w XERO pozwala unikać przeciążenia zespołu i zwiększa jego efektywność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https://datawizards.pl/slownik/data-stewardship/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78799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PM w XERO stosuje elementy Herzberga: stara się zapewnić wyzwania i uznanie dla pracy, a jednocześnie minimalizuje czynniki demotywujące, takie jak chaos czy brak wsparcia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89353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Pięć stylów radzenia sobie z konfliktem:</a:t>
            </a:r>
          </a:p>
          <a:p>
            <a:r>
              <a:rPr lang="en-US" b="1" dirty="0" err="1"/>
              <a:t>Rywalizacja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narzucanie własnego zdania </a:t>
            </a:r>
          </a:p>
          <a:p>
            <a:r>
              <a:rPr lang="pl-PL" b="1" dirty="0"/>
              <a:t>Unikanie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ignorowanie konfliktu </a:t>
            </a:r>
          </a:p>
          <a:p>
            <a:r>
              <a:rPr lang="pl-PL" b="1" dirty="0"/>
              <a:t>Dostosowanie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ustępowanie dla dobra zespołu </a:t>
            </a:r>
          </a:p>
          <a:p>
            <a:r>
              <a:rPr lang="pl-PL" b="1" dirty="0"/>
              <a:t>Kompromis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częściowe zaspokojenie obu stron </a:t>
            </a:r>
          </a:p>
          <a:p>
            <a:r>
              <a:rPr lang="pl-PL" b="1" dirty="0"/>
              <a:t>Współpraca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wspólne szukanie najlepszego rozwiązania</a:t>
            </a:r>
          </a:p>
          <a:p>
            <a:r>
              <a:rPr lang="pl-PL" dirty="0"/>
              <a:t>W XERO PM uczy zespół, aby w krytycznych sytuacjach stosować współpracę, a nie konfrontację, co pozwala znaleźć optymalne rozwiązanie dla wszystkich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pl-PL" dirty="0"/>
              <a:t>Konflikt między UX a QA </a:t>
            </a:r>
            <a:r>
              <a:rPr lang="en-US" dirty="0"/>
              <a:t>-</a:t>
            </a:r>
            <a:r>
              <a:rPr lang="pl-PL" dirty="0"/>
              <a:t> wspólna dyskusja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analiza priorytetów Rozwiązanie </a:t>
            </a:r>
            <a:r>
              <a:rPr lang="en-US" dirty="0"/>
              <a:t>–</a:t>
            </a:r>
            <a:r>
              <a:rPr lang="pl-PL" dirty="0"/>
              <a:t> współpraca zamiast narzucania decyzji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pl-PL" dirty="0"/>
              <a:t>https://mariuszchrapko.com/wp-content/uploads/2022/10/test-thomasa-kilmanna.pdf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53887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</a:t>
            </a:r>
            <a:r>
              <a:rPr lang="en-US" dirty="0" err="1"/>
              <a:t>skrócie</a:t>
            </a:r>
            <a:r>
              <a:rPr lang="en-US" dirty="0"/>
              <a:t> (</a:t>
            </a:r>
            <a:r>
              <a:rPr lang="pl-PL" dirty="0"/>
              <a:t>Teorie </a:t>
            </a:r>
            <a:r>
              <a:rPr lang="pl-PL" dirty="0" err="1"/>
              <a:t>McGregora</a:t>
            </a:r>
            <a:r>
              <a:rPr lang="en-US" dirty="0"/>
              <a:t>):</a:t>
            </a:r>
          </a:p>
          <a:p>
            <a:r>
              <a:rPr lang="pl-PL" b="1" dirty="0"/>
              <a:t>Teoria X</a:t>
            </a:r>
            <a:r>
              <a:rPr lang="pl-PL" dirty="0"/>
              <a:t> </a:t>
            </a:r>
            <a:r>
              <a:rPr lang="en-US" dirty="0"/>
              <a:t>–</a:t>
            </a:r>
            <a:r>
              <a:rPr lang="pl-PL" dirty="0"/>
              <a:t> ludzie nie chcą pracować, wymagają nadzoru </a:t>
            </a:r>
            <a:endParaRPr lang="en-US" dirty="0"/>
          </a:p>
          <a:p>
            <a:r>
              <a:rPr lang="pl-PL" b="1" dirty="0"/>
              <a:t>Teoria Y</a:t>
            </a:r>
            <a:r>
              <a:rPr lang="pl-PL" dirty="0"/>
              <a:t> </a:t>
            </a:r>
            <a:r>
              <a:rPr lang="en-US" dirty="0"/>
              <a:t>–</a:t>
            </a:r>
            <a:r>
              <a:rPr lang="pl-PL" dirty="0"/>
              <a:t> ludzie chcą pracować, rozwijać się i przyczyniać do sukcesu</a:t>
            </a:r>
            <a:endParaRPr lang="en-US" dirty="0"/>
          </a:p>
          <a:p>
            <a:endParaRPr lang="en-US" dirty="0"/>
          </a:p>
          <a:p>
            <a:r>
              <a:rPr lang="pl-PL" dirty="0"/>
              <a:t>W XERO PM wierzy w Teorię Y: zespół chce współpracować, podejmować inicjatywy i rozwijać kompetencje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https://www.rafalszrajnert.pl/teoria-x-y/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74281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B4D1-7E1A-48C7-8F55-D21FED102C60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5491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0810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350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3/25/2026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501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401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6496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340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42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8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863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268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31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921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0127AE-B29E-4FDF-99D2-A2F1E7003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7BF98-FD9B-90A2-69AD-BBC1682356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70" r="-1" b="-1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5A741C2-AB82-4BF5-9324-5D0B56A3D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67675" y="-3167677"/>
            <a:ext cx="5856341" cy="12191695"/>
          </a:xfrm>
          <a:custGeom>
            <a:avLst/>
            <a:gdLst>
              <a:gd name="connsiteX0" fmla="*/ 0 w 5856341"/>
              <a:gd name="connsiteY0" fmla="*/ 12191695 h 12191695"/>
              <a:gd name="connsiteX1" fmla="*/ 0 w 5856341"/>
              <a:gd name="connsiteY1" fmla="*/ 0 h 12191695"/>
              <a:gd name="connsiteX2" fmla="*/ 243849 w 5856341"/>
              <a:gd name="connsiteY2" fmla="*/ 0 h 12191695"/>
              <a:gd name="connsiteX3" fmla="*/ 505121 w 5856341"/>
              <a:gd name="connsiteY3" fmla="*/ 0 h 12191695"/>
              <a:gd name="connsiteX4" fmla="*/ 723207 w 5856341"/>
              <a:gd name="connsiteY4" fmla="*/ 0 h 12191695"/>
              <a:gd name="connsiteX5" fmla="*/ 755828 w 5856341"/>
              <a:gd name="connsiteY5" fmla="*/ 0 h 12191695"/>
              <a:gd name="connsiteX6" fmla="*/ 1411868 w 5856341"/>
              <a:gd name="connsiteY6" fmla="*/ 0 h 12191695"/>
              <a:gd name="connsiteX7" fmla="*/ 1421034 w 5856341"/>
              <a:gd name="connsiteY7" fmla="*/ 0 h 12191695"/>
              <a:gd name="connsiteX8" fmla="*/ 1515206 w 5856341"/>
              <a:gd name="connsiteY8" fmla="*/ 0 h 12191695"/>
              <a:gd name="connsiteX9" fmla="*/ 2636151 w 5856341"/>
              <a:gd name="connsiteY9" fmla="*/ 0 h 12191695"/>
              <a:gd name="connsiteX10" fmla="*/ 4637890 w 5856341"/>
              <a:gd name="connsiteY10" fmla="*/ 0 h 12191695"/>
              <a:gd name="connsiteX11" fmla="*/ 4654499 w 5856341"/>
              <a:gd name="connsiteY11" fmla="*/ 26661 h 12191695"/>
              <a:gd name="connsiteX12" fmla="*/ 5856341 w 5856341"/>
              <a:gd name="connsiteY12" fmla="*/ 6438338 h 12191695"/>
              <a:gd name="connsiteX13" fmla="*/ 4449211 w 5856341"/>
              <a:gd name="connsiteY13" fmla="*/ 11332719 h 12191695"/>
              <a:gd name="connsiteX14" fmla="*/ 4061349 w 5856341"/>
              <a:gd name="connsiteY14" fmla="*/ 12054097 h 12191695"/>
              <a:gd name="connsiteX15" fmla="*/ 3977450 w 5856341"/>
              <a:gd name="connsiteY15" fmla="*/ 12191695 h 12191695"/>
              <a:gd name="connsiteX16" fmla="*/ 2636151 w 5856341"/>
              <a:gd name="connsiteY16" fmla="*/ 12191695 h 12191695"/>
              <a:gd name="connsiteX17" fmla="*/ 1421034 w 5856341"/>
              <a:gd name="connsiteY17" fmla="*/ 12191695 h 12191695"/>
              <a:gd name="connsiteX18" fmla="*/ 1411868 w 5856341"/>
              <a:gd name="connsiteY18" fmla="*/ 12191695 h 12191695"/>
              <a:gd name="connsiteX19" fmla="*/ 1283685 w 5856341"/>
              <a:gd name="connsiteY19" fmla="*/ 12191695 h 12191695"/>
              <a:gd name="connsiteX20" fmla="*/ 755828 w 5856341"/>
              <a:gd name="connsiteY20" fmla="*/ 12191695 h 12191695"/>
              <a:gd name="connsiteX21" fmla="*/ 723207 w 5856341"/>
              <a:gd name="connsiteY21" fmla="*/ 12191695 h 12191695"/>
              <a:gd name="connsiteX22" fmla="*/ 505121 w 5856341"/>
              <a:gd name="connsiteY22" fmla="*/ 12191695 h 12191695"/>
              <a:gd name="connsiteX23" fmla="*/ 243849 w 5856341"/>
              <a:gd name="connsiteY23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856341" h="12191695">
                <a:moveTo>
                  <a:pt x="0" y="12191695"/>
                </a:moveTo>
                <a:lnTo>
                  <a:pt x="0" y="0"/>
                </a:lnTo>
                <a:lnTo>
                  <a:pt x="243849" y="0"/>
                </a:lnTo>
                <a:lnTo>
                  <a:pt x="505121" y="0"/>
                </a:lnTo>
                <a:lnTo>
                  <a:pt x="723207" y="0"/>
                </a:lnTo>
                <a:lnTo>
                  <a:pt x="755828" y="0"/>
                </a:lnTo>
                <a:lnTo>
                  <a:pt x="1411868" y="0"/>
                </a:lnTo>
                <a:lnTo>
                  <a:pt x="1421034" y="0"/>
                </a:lnTo>
                <a:lnTo>
                  <a:pt x="1515206" y="0"/>
                </a:lnTo>
                <a:lnTo>
                  <a:pt x="2636151" y="0"/>
                </a:lnTo>
                <a:lnTo>
                  <a:pt x="4637890" y="0"/>
                </a:lnTo>
                <a:lnTo>
                  <a:pt x="4654499" y="26661"/>
                </a:lnTo>
                <a:cubicBezTo>
                  <a:pt x="5425621" y="1341551"/>
                  <a:pt x="5856341" y="3721137"/>
                  <a:pt x="5856341" y="6438338"/>
                </a:cubicBezTo>
                <a:cubicBezTo>
                  <a:pt x="5856341" y="8833790"/>
                  <a:pt x="5159120" y="9960353"/>
                  <a:pt x="4449211" y="11332719"/>
                </a:cubicBezTo>
                <a:cubicBezTo>
                  <a:pt x="4319934" y="11582638"/>
                  <a:pt x="4191839" y="11827452"/>
                  <a:pt x="4061349" y="12054097"/>
                </a:cubicBezTo>
                <a:lnTo>
                  <a:pt x="3977450" y="12191695"/>
                </a:lnTo>
                <a:lnTo>
                  <a:pt x="2636151" y="12191695"/>
                </a:lnTo>
                <a:lnTo>
                  <a:pt x="1421034" y="12191695"/>
                </a:lnTo>
                <a:lnTo>
                  <a:pt x="1411868" y="12191695"/>
                </a:lnTo>
                <a:lnTo>
                  <a:pt x="1283685" y="12191695"/>
                </a:lnTo>
                <a:lnTo>
                  <a:pt x="755828" y="12191695"/>
                </a:lnTo>
                <a:lnTo>
                  <a:pt x="723207" y="12191695"/>
                </a:lnTo>
                <a:lnTo>
                  <a:pt x="505121" y="12191695"/>
                </a:lnTo>
                <a:lnTo>
                  <a:pt x="243849" y="12191695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8B0CBF7-2D7A-3392-C506-F4706878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75" y="442913"/>
            <a:ext cx="8391967" cy="1344612"/>
          </a:xfr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 sz="3000">
                <a:solidFill>
                  <a:schemeClr val="tx1">
                    <a:lumMod val="75000"/>
                    <a:lumOff val="25000"/>
                  </a:schemeClr>
                </a:solidFill>
              </a:rPr>
              <a:t>ŁAD ORGANIZACYJNY I ZARZĄDZANIE ZESPOŁEM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CD46807-BF17-4E5D-90A8-A062604C0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6277" y="-874927"/>
            <a:ext cx="1899138" cy="12191695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23926DB-76C8-474A-B5FB-F43C59E3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3758" y="-1037574"/>
            <a:ext cx="1904176" cy="12191695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DF47CD3-3330-58FF-A71B-C67786584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875" y="2107096"/>
            <a:ext cx="8391967" cy="2846567"/>
          </a:xfrm>
        </p:spPr>
        <p:txBody>
          <a:bodyPr vert="horz" lIns="109728" tIns="109728" rIns="109728" bIns="91440" rtlCol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FILIP HAŁYS</a:t>
            </a:r>
          </a:p>
          <a:p>
            <a:pPr>
              <a:lnSpc>
                <a:spcPct val="140000"/>
              </a:lnSpc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Geoinformatyka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Rok V </a:t>
            </a:r>
          </a:p>
          <a:p>
            <a:pPr>
              <a:lnSpc>
                <a:spcPct val="140000"/>
              </a:lnSpc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Prezentacja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nr V</a:t>
            </a:r>
          </a:p>
        </p:txBody>
      </p:sp>
    </p:spTree>
    <p:extLst>
      <p:ext uri="{BB962C8B-B14F-4D97-AF65-F5344CB8AC3E}">
        <p14:creationId xmlns:p14="http://schemas.microsoft.com/office/powerpoint/2010/main" val="208551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756583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41199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552928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6ACFB69-D148-449E-AC5A-C55AA20A7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88858" y="0"/>
            <a:ext cx="1461546" cy="6858000"/>
          </a:xfrm>
          <a:custGeom>
            <a:avLst/>
            <a:gdLst>
              <a:gd name="connsiteX0" fmla="*/ 107940 w 1461546"/>
              <a:gd name="connsiteY0" fmla="*/ 6858000 h 6858000"/>
              <a:gd name="connsiteX1" fmla="*/ 91317 w 1461546"/>
              <a:gd name="connsiteY1" fmla="*/ 6858000 h 6858000"/>
              <a:gd name="connsiteX2" fmla="*/ 392141 w 1461546"/>
              <a:gd name="connsiteY2" fmla="*/ 6542447 h 6858000"/>
              <a:gd name="connsiteX3" fmla="*/ 1444924 w 1461546"/>
              <a:gd name="connsiteY3" fmla="*/ 4079318 h 6858000"/>
              <a:gd name="connsiteX4" fmla="*/ 19696 w 1461546"/>
              <a:gd name="connsiteY4" fmla="*/ 16892 h 6858000"/>
              <a:gd name="connsiteX5" fmla="*/ 0 w 1461546"/>
              <a:gd name="connsiteY5" fmla="*/ 0 h 6858000"/>
              <a:gd name="connsiteX6" fmla="*/ 16622 w 1461546"/>
              <a:gd name="connsiteY6" fmla="*/ 0 h 6858000"/>
              <a:gd name="connsiteX7" fmla="*/ 36319 w 1461546"/>
              <a:gd name="connsiteY7" fmla="*/ 16892 h 6858000"/>
              <a:gd name="connsiteX8" fmla="*/ 1461546 w 1461546"/>
              <a:gd name="connsiteY8" fmla="*/ 4079318 h 6858000"/>
              <a:gd name="connsiteX9" fmla="*/ 408763 w 1461546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1546" h="6858000">
                <a:moveTo>
                  <a:pt x="107940" y="6858000"/>
                </a:moveTo>
                <a:lnTo>
                  <a:pt x="91317" y="6858000"/>
                </a:lnTo>
                <a:lnTo>
                  <a:pt x="392141" y="6542447"/>
                </a:lnTo>
                <a:cubicBezTo>
                  <a:pt x="979841" y="5903717"/>
                  <a:pt x="1444924" y="5217633"/>
                  <a:pt x="1444924" y="4079318"/>
                </a:cubicBezTo>
                <a:cubicBezTo>
                  <a:pt x="1444924" y="2357705"/>
                  <a:pt x="934146" y="850004"/>
                  <a:pt x="19696" y="16892"/>
                </a:cubicBezTo>
                <a:lnTo>
                  <a:pt x="0" y="0"/>
                </a:lnTo>
                <a:lnTo>
                  <a:pt x="16622" y="0"/>
                </a:lnTo>
                <a:lnTo>
                  <a:pt x="36319" y="16892"/>
                </a:lnTo>
                <a:cubicBezTo>
                  <a:pt x="950768" y="850004"/>
                  <a:pt x="1461546" y="2357705"/>
                  <a:pt x="1461546" y="4079318"/>
                </a:cubicBezTo>
                <a:cubicBezTo>
                  <a:pt x="1461546" y="5217633"/>
                  <a:pt x="996464" y="5903717"/>
                  <a:pt x="408763" y="654244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F899F7F-97DE-A3C7-2401-36FD5A3F6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220"/>
            <a:ext cx="8397987" cy="1345269"/>
          </a:xfrm>
        </p:spPr>
        <p:txBody>
          <a:bodyPr anchor="b">
            <a:normAutofit/>
          </a:bodyPr>
          <a:lstStyle/>
          <a:p>
            <a:r>
              <a:rPr lang="pl-PL" dirty="0"/>
              <a:t>Firma XERO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F54B379-506C-BFEB-E78E-A11DD5BEE5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1864222"/>
              </p:ext>
            </p:extLst>
          </p:nvPr>
        </p:nvGraphicFramePr>
        <p:xfrm>
          <a:off x="2377439" y="2312988"/>
          <a:ext cx="8312785" cy="341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443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756583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41199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552928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6ACFB69-D148-449E-AC5A-C55AA20A7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88858" y="0"/>
            <a:ext cx="1461546" cy="6858000"/>
          </a:xfrm>
          <a:custGeom>
            <a:avLst/>
            <a:gdLst>
              <a:gd name="connsiteX0" fmla="*/ 107940 w 1461546"/>
              <a:gd name="connsiteY0" fmla="*/ 6858000 h 6858000"/>
              <a:gd name="connsiteX1" fmla="*/ 91317 w 1461546"/>
              <a:gd name="connsiteY1" fmla="*/ 6858000 h 6858000"/>
              <a:gd name="connsiteX2" fmla="*/ 392141 w 1461546"/>
              <a:gd name="connsiteY2" fmla="*/ 6542447 h 6858000"/>
              <a:gd name="connsiteX3" fmla="*/ 1444924 w 1461546"/>
              <a:gd name="connsiteY3" fmla="*/ 4079318 h 6858000"/>
              <a:gd name="connsiteX4" fmla="*/ 19696 w 1461546"/>
              <a:gd name="connsiteY4" fmla="*/ 16892 h 6858000"/>
              <a:gd name="connsiteX5" fmla="*/ 0 w 1461546"/>
              <a:gd name="connsiteY5" fmla="*/ 0 h 6858000"/>
              <a:gd name="connsiteX6" fmla="*/ 16622 w 1461546"/>
              <a:gd name="connsiteY6" fmla="*/ 0 h 6858000"/>
              <a:gd name="connsiteX7" fmla="*/ 36319 w 1461546"/>
              <a:gd name="connsiteY7" fmla="*/ 16892 h 6858000"/>
              <a:gd name="connsiteX8" fmla="*/ 1461546 w 1461546"/>
              <a:gd name="connsiteY8" fmla="*/ 4079318 h 6858000"/>
              <a:gd name="connsiteX9" fmla="*/ 408763 w 1461546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1546" h="6858000">
                <a:moveTo>
                  <a:pt x="107940" y="6858000"/>
                </a:moveTo>
                <a:lnTo>
                  <a:pt x="91317" y="6858000"/>
                </a:lnTo>
                <a:lnTo>
                  <a:pt x="392141" y="6542447"/>
                </a:lnTo>
                <a:cubicBezTo>
                  <a:pt x="979841" y="5903717"/>
                  <a:pt x="1444924" y="5217633"/>
                  <a:pt x="1444924" y="4079318"/>
                </a:cubicBezTo>
                <a:cubicBezTo>
                  <a:pt x="1444924" y="2357705"/>
                  <a:pt x="934146" y="850004"/>
                  <a:pt x="19696" y="16892"/>
                </a:cubicBezTo>
                <a:lnTo>
                  <a:pt x="0" y="0"/>
                </a:lnTo>
                <a:lnTo>
                  <a:pt x="16622" y="0"/>
                </a:lnTo>
                <a:lnTo>
                  <a:pt x="36319" y="16892"/>
                </a:lnTo>
                <a:cubicBezTo>
                  <a:pt x="950768" y="850004"/>
                  <a:pt x="1461546" y="2357705"/>
                  <a:pt x="1461546" y="4079318"/>
                </a:cubicBezTo>
                <a:cubicBezTo>
                  <a:pt x="1461546" y="5217633"/>
                  <a:pt x="996464" y="5903717"/>
                  <a:pt x="408763" y="654244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E176C98-8D9E-3B74-845D-D56ADA3A7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220"/>
            <a:ext cx="8397987" cy="1345269"/>
          </a:xfrm>
        </p:spPr>
        <p:txBody>
          <a:bodyPr anchor="b">
            <a:normAutofit/>
          </a:bodyPr>
          <a:lstStyle/>
          <a:p>
            <a:r>
              <a:rPr lang="pl-PL" dirty="0"/>
              <a:t>Czym jest ład organizacyjny?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392FE63A-5206-89B1-6D4C-C45FE936E5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5617050"/>
              </p:ext>
            </p:extLst>
          </p:nvPr>
        </p:nvGraphicFramePr>
        <p:xfrm>
          <a:off x="2377439" y="2312988"/>
          <a:ext cx="8312785" cy="341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4424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5554C89C-373F-47FC-BB73-6842E569C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0968556-E0E2-704C-A2CA-6229BA4B2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2963" y="1314450"/>
            <a:ext cx="3213279" cy="4229100"/>
          </a:xfrm>
        </p:spPr>
        <p:txBody>
          <a:bodyPr anchor="ctr">
            <a:normAutofit/>
          </a:bodyPr>
          <a:lstStyle/>
          <a:p>
            <a:r>
              <a:rPr lang="pl-PL" sz="3000"/>
              <a:t>Ład wg PMBOK (governance)</a:t>
            </a:r>
          </a:p>
        </p:txBody>
      </p:sp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FF100C7F-5272-46AB-9FC7-E66059915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28027" cy="6858000"/>
          </a:xfrm>
          <a:custGeom>
            <a:avLst/>
            <a:gdLst>
              <a:gd name="connsiteX0" fmla="*/ 0 w 7128027"/>
              <a:gd name="connsiteY0" fmla="*/ 0 h 6858000"/>
              <a:gd name="connsiteX1" fmla="*/ 333951 w 7128027"/>
              <a:gd name="connsiteY1" fmla="*/ 0 h 6858000"/>
              <a:gd name="connsiteX2" fmla="*/ 1220030 w 7128027"/>
              <a:gd name="connsiteY2" fmla="*/ 0 h 6858000"/>
              <a:gd name="connsiteX3" fmla="*/ 1345471 w 7128027"/>
              <a:gd name="connsiteY3" fmla="*/ 0 h 6858000"/>
              <a:gd name="connsiteX4" fmla="*/ 2838612 w 7128027"/>
              <a:gd name="connsiteY4" fmla="*/ 0 h 6858000"/>
              <a:gd name="connsiteX5" fmla="*/ 5505004 w 7128027"/>
              <a:gd name="connsiteY5" fmla="*/ 0 h 6858000"/>
              <a:gd name="connsiteX6" fmla="*/ 5527128 w 7128027"/>
              <a:gd name="connsiteY6" fmla="*/ 14997 h 6858000"/>
              <a:gd name="connsiteX7" fmla="*/ 7128027 w 7128027"/>
              <a:gd name="connsiteY7" fmla="*/ 3621656 h 6858000"/>
              <a:gd name="connsiteX8" fmla="*/ 5253677 w 7128027"/>
              <a:gd name="connsiteY8" fmla="*/ 6374814 h 6858000"/>
              <a:gd name="connsiteX9" fmla="*/ 4737029 w 7128027"/>
              <a:gd name="connsiteY9" fmla="*/ 6780599 h 6858000"/>
              <a:gd name="connsiteX10" fmla="*/ 4625273 w 7128027"/>
              <a:gd name="connsiteY10" fmla="*/ 6858000 h 6858000"/>
              <a:gd name="connsiteX11" fmla="*/ 2838612 w 7128027"/>
              <a:gd name="connsiteY11" fmla="*/ 6858000 h 6858000"/>
              <a:gd name="connsiteX12" fmla="*/ 1220030 w 7128027"/>
              <a:gd name="connsiteY12" fmla="*/ 6858000 h 6858000"/>
              <a:gd name="connsiteX13" fmla="*/ 1037077 w 7128027"/>
              <a:gd name="connsiteY13" fmla="*/ 6858000 h 6858000"/>
              <a:gd name="connsiteX14" fmla="*/ 333951 w 7128027"/>
              <a:gd name="connsiteY14" fmla="*/ 6858000 h 6858000"/>
              <a:gd name="connsiteX15" fmla="*/ 0 w 7128027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28027" h="6858000">
                <a:moveTo>
                  <a:pt x="0" y="0"/>
                </a:moveTo>
                <a:lnTo>
                  <a:pt x="333951" y="0"/>
                </a:lnTo>
                <a:lnTo>
                  <a:pt x="1220030" y="0"/>
                </a:lnTo>
                <a:lnTo>
                  <a:pt x="1345471" y="0"/>
                </a:lnTo>
                <a:lnTo>
                  <a:pt x="2838612" y="0"/>
                </a:lnTo>
                <a:lnTo>
                  <a:pt x="5505004" y="0"/>
                </a:lnTo>
                <a:lnTo>
                  <a:pt x="5527128" y="14997"/>
                </a:lnTo>
                <a:cubicBezTo>
                  <a:pt x="6554291" y="754641"/>
                  <a:pt x="7128027" y="2093192"/>
                  <a:pt x="7128027" y="3621656"/>
                </a:cubicBezTo>
                <a:cubicBezTo>
                  <a:pt x="7128027" y="4969131"/>
                  <a:pt x="6199302" y="5602839"/>
                  <a:pt x="5253677" y="6374814"/>
                </a:cubicBezTo>
                <a:cubicBezTo>
                  <a:pt x="5081474" y="6515397"/>
                  <a:pt x="4910847" y="6653108"/>
                  <a:pt x="4737029" y="6780599"/>
                </a:cubicBezTo>
                <a:lnTo>
                  <a:pt x="4625273" y="6858000"/>
                </a:lnTo>
                <a:lnTo>
                  <a:pt x="2838612" y="6858000"/>
                </a:lnTo>
                <a:lnTo>
                  <a:pt x="1220030" y="6858000"/>
                </a:lnTo>
                <a:lnTo>
                  <a:pt x="1037077" y="6858000"/>
                </a:lnTo>
                <a:lnTo>
                  <a:pt x="3339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2">
            <a:extLst>
              <a:ext uri="{FF2B5EF4-FFF2-40B4-BE49-F238E27FC236}">
                <a16:creationId xmlns:a16="http://schemas.microsoft.com/office/drawing/2014/main" id="{B4FEA6D5-DF59-4E15-B19F-159D0588B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57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Freeform: Shape 14">
            <a:extLst>
              <a:ext uri="{FF2B5EF4-FFF2-40B4-BE49-F238E27FC236}">
                <a16:creationId xmlns:a16="http://schemas.microsoft.com/office/drawing/2014/main" id="{36C8C9E5-F937-44A5-A519-EA719F03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5713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12" name="Symbol zastępczy zawartości 2">
            <a:extLst>
              <a:ext uri="{FF2B5EF4-FFF2-40B4-BE49-F238E27FC236}">
                <a16:creationId xmlns:a16="http://schemas.microsoft.com/office/drawing/2014/main" id="{F2D64455-0E48-5F03-D53D-02503C7734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1573934"/>
              </p:ext>
            </p:extLst>
          </p:nvPr>
        </p:nvGraphicFramePr>
        <p:xfrm>
          <a:off x="298017" y="942976"/>
          <a:ext cx="6105526" cy="4867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1727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12E162-ADA1-98C0-9F73-F5BD7F69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STYLE ZARZĄDZANIA</a:t>
            </a:r>
            <a:r>
              <a:rPr lang="en-US" dirty="0"/>
              <a:t> ZESPOŁEM</a:t>
            </a:r>
            <a:endParaRPr lang="pl-PL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669BF860-72D6-4262-72CF-1763689462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655845"/>
              </p:ext>
            </p:extLst>
          </p:nvPr>
        </p:nvGraphicFramePr>
        <p:xfrm>
          <a:off x="1920240" y="2312276"/>
          <a:ext cx="8770571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68376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CC700D5-9809-43F4-89D5-7DBBCB0DC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02296" y="1287887"/>
            <a:ext cx="4523890" cy="418719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7163242-6303-46DC-BAC1-2A204F061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51182" y="1382922"/>
            <a:ext cx="4174735" cy="394195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05C4C40-D70E-4C4F-B228-98A0A6132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300000" flipH="1">
            <a:off x="6733248" y="1097468"/>
            <a:ext cx="4908132" cy="4613915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F5C109E-8350-DA5B-9644-FF1B136D3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0501" y="1847596"/>
            <a:ext cx="3459760" cy="218639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3300" dirty="0" err="1"/>
              <a:t>Przywództwo</a:t>
            </a:r>
            <a:r>
              <a:rPr lang="en-US" sz="3300" dirty="0"/>
              <a:t> </a:t>
            </a:r>
            <a:r>
              <a:rPr lang="en-US" sz="3300" dirty="0" err="1"/>
              <a:t>sytuacyjne</a:t>
            </a:r>
            <a:endParaRPr lang="en-US" sz="3300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0C45991F-6A3C-B397-7200-176375769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9684" y="1637564"/>
            <a:ext cx="4943233" cy="358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5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0ACA6C3-F2FA-4894-85C1-9FA605104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6922BA5-6683-4195-97C3-F3D2A0BB1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026626" y="-5026319"/>
            <a:ext cx="2138900" cy="12191541"/>
          </a:xfrm>
          <a:custGeom>
            <a:avLst/>
            <a:gdLst>
              <a:gd name="connsiteX0" fmla="*/ 0 w 2382867"/>
              <a:gd name="connsiteY0" fmla="*/ 12191541 h 12191541"/>
              <a:gd name="connsiteX1" fmla="*/ 0 w 2382867"/>
              <a:gd name="connsiteY1" fmla="*/ 0 h 12191541"/>
              <a:gd name="connsiteX2" fmla="*/ 1758230 w 2382867"/>
              <a:gd name="connsiteY2" fmla="*/ 0 h 12191541"/>
              <a:gd name="connsiteX3" fmla="*/ 1849759 w 2382867"/>
              <a:gd name="connsiteY3" fmla="*/ 405062 h 12191541"/>
              <a:gd name="connsiteX4" fmla="*/ 2382867 w 2382867"/>
              <a:gd name="connsiteY4" fmla="*/ 6524518 h 12191541"/>
              <a:gd name="connsiteX5" fmla="*/ 1334945 w 2382867"/>
              <a:gd name="connsiteY5" fmla="*/ 12017007 h 12191541"/>
              <a:gd name="connsiteX6" fmla="*/ 1268170 w 2382867"/>
              <a:gd name="connsiteY6" fmla="*/ 12191541 h 12191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867" h="12191541">
                <a:moveTo>
                  <a:pt x="0" y="12191541"/>
                </a:moveTo>
                <a:lnTo>
                  <a:pt x="0" y="0"/>
                </a:lnTo>
                <a:lnTo>
                  <a:pt x="1758230" y="0"/>
                </a:lnTo>
                <a:lnTo>
                  <a:pt x="1849759" y="405062"/>
                </a:lnTo>
                <a:cubicBezTo>
                  <a:pt x="2196195" y="2048010"/>
                  <a:pt x="2382867" y="4186399"/>
                  <a:pt x="2382867" y="6524518"/>
                </a:cubicBezTo>
                <a:cubicBezTo>
                  <a:pt x="2382867" y="9147937"/>
                  <a:pt x="1893395" y="10555417"/>
                  <a:pt x="1334945" y="12017007"/>
                </a:cubicBezTo>
                <a:lnTo>
                  <a:pt x="1268170" y="12191541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59169C9-0DBE-4B66-9C16-22A64324A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27211" y="-4339476"/>
            <a:ext cx="1137882" cy="12191694"/>
          </a:xfrm>
          <a:custGeom>
            <a:avLst/>
            <a:gdLst>
              <a:gd name="connsiteX0" fmla="*/ 0 w 1240954"/>
              <a:gd name="connsiteY0" fmla="*/ 12191694 h 12191694"/>
              <a:gd name="connsiteX1" fmla="*/ 72823 w 1240954"/>
              <a:gd name="connsiteY1" fmla="*/ 12017158 h 12191694"/>
              <a:gd name="connsiteX2" fmla="*/ 1215669 w 1240954"/>
              <a:gd name="connsiteY2" fmla="*/ 6524669 h 12191694"/>
              <a:gd name="connsiteX3" fmla="*/ 634271 w 1240954"/>
              <a:gd name="connsiteY3" fmla="*/ 405211 h 12191694"/>
              <a:gd name="connsiteX4" fmla="*/ 534414 w 1240954"/>
              <a:gd name="connsiteY4" fmla="*/ 0 h 12191694"/>
              <a:gd name="connsiteX5" fmla="*/ 559698 w 1240954"/>
              <a:gd name="connsiteY5" fmla="*/ 0 h 12191694"/>
              <a:gd name="connsiteX6" fmla="*/ 659555 w 1240954"/>
              <a:gd name="connsiteY6" fmla="*/ 405211 h 12191694"/>
              <a:gd name="connsiteX7" fmla="*/ 1240954 w 1240954"/>
              <a:gd name="connsiteY7" fmla="*/ 6524669 h 12191694"/>
              <a:gd name="connsiteX8" fmla="*/ 98108 w 1240954"/>
              <a:gd name="connsiteY8" fmla="*/ 12017158 h 12191694"/>
              <a:gd name="connsiteX9" fmla="*/ 25285 w 1240954"/>
              <a:gd name="connsiteY9" fmla="*/ 12191694 h 12191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40954" h="12191694">
                <a:moveTo>
                  <a:pt x="0" y="12191694"/>
                </a:moveTo>
                <a:lnTo>
                  <a:pt x="72823" y="12017158"/>
                </a:lnTo>
                <a:cubicBezTo>
                  <a:pt x="681859" y="10555569"/>
                  <a:pt x="1215669" y="9148088"/>
                  <a:pt x="1215669" y="6524669"/>
                </a:cubicBezTo>
                <a:cubicBezTo>
                  <a:pt x="1215670" y="4186551"/>
                  <a:pt x="1012087" y="2048160"/>
                  <a:pt x="634271" y="405211"/>
                </a:cubicBezTo>
                <a:lnTo>
                  <a:pt x="534414" y="0"/>
                </a:lnTo>
                <a:lnTo>
                  <a:pt x="559698" y="0"/>
                </a:lnTo>
                <a:lnTo>
                  <a:pt x="659555" y="405211"/>
                </a:lnTo>
                <a:cubicBezTo>
                  <a:pt x="1037372" y="2048160"/>
                  <a:pt x="1240954" y="4186551"/>
                  <a:pt x="1240954" y="6524669"/>
                </a:cubicBezTo>
                <a:cubicBezTo>
                  <a:pt x="1240954" y="9148088"/>
                  <a:pt x="707144" y="10555569"/>
                  <a:pt x="98108" y="12017158"/>
                </a:cubicBezTo>
                <a:lnTo>
                  <a:pt x="25285" y="121916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DD4F048-2E5B-62E4-A3AE-0DC6CB48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44" y="543687"/>
            <a:ext cx="9756112" cy="1046868"/>
          </a:xfrm>
        </p:spPr>
        <p:txBody>
          <a:bodyPr anchor="ctr">
            <a:normAutofit/>
          </a:bodyPr>
          <a:lstStyle/>
          <a:p>
            <a:pPr algn="ctr"/>
            <a:r>
              <a:rPr lang="pl-PL" dirty="0"/>
              <a:t>PODEJMOWANIE DECYZJI</a:t>
            </a:r>
            <a:endParaRPr lang="pl-PL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457BB4-CED7-4065-8959-D6B51491B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90529" y="-4583452"/>
            <a:ext cx="1011248" cy="12191695"/>
          </a:xfrm>
          <a:custGeom>
            <a:avLst/>
            <a:gdLst>
              <a:gd name="connsiteX0" fmla="*/ 0 w 1102849"/>
              <a:gd name="connsiteY0" fmla="*/ 12191695 h 12191695"/>
              <a:gd name="connsiteX1" fmla="*/ 65312 w 1102849"/>
              <a:gd name="connsiteY1" fmla="*/ 12017158 h 12191695"/>
              <a:gd name="connsiteX2" fmla="*/ 1090278 w 1102849"/>
              <a:gd name="connsiteY2" fmla="*/ 6524670 h 12191695"/>
              <a:gd name="connsiteX3" fmla="*/ 568848 w 1102849"/>
              <a:gd name="connsiteY3" fmla="*/ 405211 h 12191695"/>
              <a:gd name="connsiteX4" fmla="*/ 479291 w 1102849"/>
              <a:gd name="connsiteY4" fmla="*/ 0 h 12191695"/>
              <a:gd name="connsiteX5" fmla="*/ 491862 w 1102849"/>
              <a:gd name="connsiteY5" fmla="*/ 0 h 12191695"/>
              <a:gd name="connsiteX6" fmla="*/ 581419 w 1102849"/>
              <a:gd name="connsiteY6" fmla="*/ 405211 h 12191695"/>
              <a:gd name="connsiteX7" fmla="*/ 1102849 w 1102849"/>
              <a:gd name="connsiteY7" fmla="*/ 6524670 h 12191695"/>
              <a:gd name="connsiteX8" fmla="*/ 77883 w 1102849"/>
              <a:gd name="connsiteY8" fmla="*/ 12017158 h 12191695"/>
              <a:gd name="connsiteX9" fmla="*/ 12571 w 1102849"/>
              <a:gd name="connsiteY9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2849" h="12191695">
                <a:moveTo>
                  <a:pt x="0" y="12191695"/>
                </a:moveTo>
                <a:lnTo>
                  <a:pt x="65312" y="12017158"/>
                </a:lnTo>
                <a:cubicBezTo>
                  <a:pt x="611528" y="10555569"/>
                  <a:pt x="1090278" y="9148088"/>
                  <a:pt x="1090278" y="6524670"/>
                </a:cubicBezTo>
                <a:cubicBezTo>
                  <a:pt x="1090278" y="4186551"/>
                  <a:pt x="907694" y="2048159"/>
                  <a:pt x="568848" y="405211"/>
                </a:cubicBezTo>
                <a:lnTo>
                  <a:pt x="479291" y="0"/>
                </a:lnTo>
                <a:lnTo>
                  <a:pt x="491862" y="0"/>
                </a:lnTo>
                <a:lnTo>
                  <a:pt x="581419" y="405211"/>
                </a:lnTo>
                <a:cubicBezTo>
                  <a:pt x="920265" y="2048159"/>
                  <a:pt x="1102849" y="4186551"/>
                  <a:pt x="1102849" y="6524670"/>
                </a:cubicBezTo>
                <a:cubicBezTo>
                  <a:pt x="1102849" y="9148088"/>
                  <a:pt x="624099" y="10555569"/>
                  <a:pt x="77883" y="12017158"/>
                </a:cubicBezTo>
                <a:lnTo>
                  <a:pt x="12571" y="1219169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0568960A-ACC4-D430-5B4F-6857FC18D8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090381"/>
              </p:ext>
            </p:extLst>
          </p:nvPr>
        </p:nvGraphicFramePr>
        <p:xfrm>
          <a:off x="1920875" y="2812010"/>
          <a:ext cx="8769350" cy="3289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6116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D13C777-4D48-F60D-24ED-9B3ADFDE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r>
              <a:rPr lang="pl-PL" dirty="0"/>
              <a:t>PROCESY KOMUNIKACYJNE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B6C455B-B512-1548-D33A-B5FBB398A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71804" cy="365125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pl-PL" sz="1500" dirty="0"/>
              <a:t>Procesy komunikacyjne to: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pl-PL" sz="1500" dirty="0"/>
              <a:t>sposoby przekazywania informacji 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pl-PL" sz="1500" dirty="0"/>
              <a:t>ustalone kanały (</a:t>
            </a:r>
            <a:r>
              <a:rPr lang="pl-PL" sz="1500" dirty="0" err="1"/>
              <a:t>Slack</a:t>
            </a:r>
            <a:r>
              <a:rPr lang="pl-PL" sz="1500" dirty="0"/>
              <a:t>, e-mail, spotkania) 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pl-PL" sz="1500" dirty="0"/>
              <a:t>częstotliwość i formy raportowania 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pl-PL" sz="1500" dirty="0"/>
              <a:t>przepływ informacji między PM, zespołem i interesariuszami</a:t>
            </a:r>
          </a:p>
          <a:p>
            <a:pPr>
              <a:lnSpc>
                <a:spcPct val="130000"/>
              </a:lnSpc>
            </a:pPr>
            <a:r>
              <a:rPr lang="pl-PL" sz="1500" dirty="0"/>
              <a:t>W projektach IT komunikacja musi być jasna i przewidywalna. To minimalizuje ryzyko nieporozumień i opóźnień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EAA9D-2DFC-A013-429D-2BAF004B2D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6" r="50013" b="-1"/>
          <a:stretch>
            <a:fillRect/>
          </a:stretch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55890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A08AC-F796-409C-AD97-8B476289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E1B312B-4E9A-405C-9CE8-103254380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7ED404-4912-4C80-B5EB-98E67EB26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0"/>
              <a:ext cx="10515600" cy="6858000"/>
            </a:xfrm>
            <a:custGeom>
              <a:avLst/>
              <a:gdLst>
                <a:gd name="connsiteX0" fmla="*/ 0 w 10515600"/>
                <a:gd name="connsiteY0" fmla="*/ 0 h 6858000"/>
                <a:gd name="connsiteX1" fmla="*/ 3039549 w 10515600"/>
                <a:gd name="connsiteY1" fmla="*/ 0 h 6858000"/>
                <a:gd name="connsiteX2" fmla="*/ 3387573 w 10515600"/>
                <a:gd name="connsiteY2" fmla="*/ 0 h 6858000"/>
                <a:gd name="connsiteX3" fmla="*/ 3678072 w 10515600"/>
                <a:gd name="connsiteY3" fmla="*/ 0 h 6858000"/>
                <a:gd name="connsiteX4" fmla="*/ 3721524 w 10515600"/>
                <a:gd name="connsiteY4" fmla="*/ 0 h 6858000"/>
                <a:gd name="connsiteX5" fmla="*/ 4595394 w 10515600"/>
                <a:gd name="connsiteY5" fmla="*/ 0 h 6858000"/>
                <a:gd name="connsiteX6" fmla="*/ 4607603 w 10515600"/>
                <a:gd name="connsiteY6" fmla="*/ 0 h 6858000"/>
                <a:gd name="connsiteX7" fmla="*/ 4733044 w 10515600"/>
                <a:gd name="connsiteY7" fmla="*/ 0 h 6858000"/>
                <a:gd name="connsiteX8" fmla="*/ 6226185 w 10515600"/>
                <a:gd name="connsiteY8" fmla="*/ 0 h 6858000"/>
                <a:gd name="connsiteX9" fmla="*/ 8892577 w 10515600"/>
                <a:gd name="connsiteY9" fmla="*/ 0 h 6858000"/>
                <a:gd name="connsiteX10" fmla="*/ 8914701 w 10515600"/>
                <a:gd name="connsiteY10" fmla="*/ 14997 h 6858000"/>
                <a:gd name="connsiteX11" fmla="*/ 10515600 w 10515600"/>
                <a:gd name="connsiteY11" fmla="*/ 3621656 h 6858000"/>
                <a:gd name="connsiteX12" fmla="*/ 8641250 w 10515600"/>
                <a:gd name="connsiteY12" fmla="*/ 6374814 h 6858000"/>
                <a:gd name="connsiteX13" fmla="*/ 8124602 w 10515600"/>
                <a:gd name="connsiteY13" fmla="*/ 6780599 h 6858000"/>
                <a:gd name="connsiteX14" fmla="*/ 8012846 w 10515600"/>
                <a:gd name="connsiteY14" fmla="*/ 6858000 h 6858000"/>
                <a:gd name="connsiteX15" fmla="*/ 6226185 w 10515600"/>
                <a:gd name="connsiteY15" fmla="*/ 6858000 h 6858000"/>
                <a:gd name="connsiteX16" fmla="*/ 4607603 w 10515600"/>
                <a:gd name="connsiteY16" fmla="*/ 6858000 h 6858000"/>
                <a:gd name="connsiteX17" fmla="*/ 4595394 w 10515600"/>
                <a:gd name="connsiteY17" fmla="*/ 6858000 h 6858000"/>
                <a:gd name="connsiteX18" fmla="*/ 4424650 w 10515600"/>
                <a:gd name="connsiteY18" fmla="*/ 6858000 h 6858000"/>
                <a:gd name="connsiteX19" fmla="*/ 3721524 w 10515600"/>
                <a:gd name="connsiteY19" fmla="*/ 6858000 h 6858000"/>
                <a:gd name="connsiteX20" fmla="*/ 3678072 w 10515600"/>
                <a:gd name="connsiteY20" fmla="*/ 6858000 h 6858000"/>
                <a:gd name="connsiteX21" fmla="*/ 3387573 w 10515600"/>
                <a:gd name="connsiteY21" fmla="*/ 6858000 h 6858000"/>
                <a:gd name="connsiteX22" fmla="*/ 3039549 w 10515600"/>
                <a:gd name="connsiteY22" fmla="*/ 6858000 h 6858000"/>
                <a:gd name="connsiteX23" fmla="*/ 0 w 10515600"/>
                <a:gd name="connsiteY2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15600" h="685800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E58012C-4DA3-4ED3-9500-41F9AF60B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0433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9AC73F7-22BD-4C46-B368-3F03B8478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8432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5C99F96-8984-456F-BD66-5C019A651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5308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27EE4580-DB5F-7352-A962-2C684BECE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6857365" cy="1344612"/>
          </a:xfrm>
        </p:spPr>
        <p:txBody>
          <a:bodyPr anchor="b">
            <a:normAutofit/>
          </a:bodyPr>
          <a:lstStyle/>
          <a:p>
            <a:r>
              <a:rPr lang="pl-PL" dirty="0"/>
              <a:t>Zasady raportowania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5454943-C207-2372-2E24-82C1ACD45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5" y="2312988"/>
            <a:ext cx="6857365" cy="3651250"/>
          </a:xfrm>
        </p:spPr>
        <p:txBody>
          <a:bodyPr>
            <a:normAutofit/>
          </a:bodyPr>
          <a:lstStyle/>
          <a:p>
            <a:r>
              <a:rPr lang="pl-PL" sz="1700" dirty="0"/>
              <a:t>Zasady raportowania definiują: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1700" dirty="0"/>
              <a:t>częstotliwość raportów (</a:t>
            </a:r>
            <a:r>
              <a:rPr lang="pl-PL" sz="1700" dirty="0" err="1"/>
              <a:t>daily</a:t>
            </a:r>
            <a:r>
              <a:rPr lang="pl-PL" sz="1700" dirty="0"/>
              <a:t>, </a:t>
            </a:r>
            <a:r>
              <a:rPr lang="pl-PL" sz="1700" dirty="0" err="1"/>
              <a:t>weekly</a:t>
            </a:r>
            <a:r>
              <a:rPr lang="pl-PL" sz="1700" dirty="0"/>
              <a:t>, </a:t>
            </a:r>
            <a:r>
              <a:rPr lang="pl-PL" sz="1700" dirty="0" err="1"/>
              <a:t>monthly</a:t>
            </a:r>
            <a:r>
              <a:rPr lang="pl-PL" sz="1700" dirty="0"/>
              <a:t>) </a:t>
            </a:r>
            <a:endParaRPr lang="en-US" sz="1700" dirty="0"/>
          </a:p>
          <a:p>
            <a:pPr marL="342900" indent="-342900">
              <a:buFont typeface="+mj-lt"/>
              <a:buAutoNum type="arabicPeriod"/>
            </a:pPr>
            <a:r>
              <a:rPr lang="pl-PL" sz="1700" dirty="0"/>
              <a:t>formę raportów (stand</a:t>
            </a:r>
            <a:r>
              <a:rPr lang="en-US" sz="1700" dirty="0"/>
              <a:t>-</a:t>
            </a:r>
            <a:r>
              <a:rPr lang="pl-PL" sz="1700" dirty="0"/>
              <a:t>up, e-mail, </a:t>
            </a:r>
            <a:r>
              <a:rPr lang="pl-PL" sz="1700" dirty="0" err="1"/>
              <a:t>dashboard</a:t>
            </a:r>
            <a:r>
              <a:rPr lang="pl-PL" sz="1700" dirty="0"/>
              <a:t>) </a:t>
            </a:r>
            <a:endParaRPr lang="en-US" sz="1700" dirty="0"/>
          </a:p>
          <a:p>
            <a:pPr marL="342900" indent="-342900">
              <a:buFont typeface="+mj-lt"/>
              <a:buAutoNum type="arabicPeriod"/>
            </a:pPr>
            <a:r>
              <a:rPr lang="pl-PL" sz="1700" dirty="0"/>
              <a:t>zakres informacji (postęp, ryzyka, </a:t>
            </a:r>
            <a:r>
              <a:rPr lang="pl-PL" sz="1700" dirty="0" err="1"/>
              <a:t>blokery</a:t>
            </a:r>
            <a:r>
              <a:rPr lang="pl-PL" sz="1700" dirty="0"/>
              <a:t>) </a:t>
            </a:r>
            <a:endParaRPr lang="en-US" sz="1700" dirty="0"/>
          </a:p>
          <a:p>
            <a:pPr marL="342900" indent="-342900">
              <a:buFont typeface="+mj-lt"/>
              <a:buAutoNum type="arabicPeriod"/>
            </a:pPr>
            <a:r>
              <a:rPr lang="pl-PL" sz="1700" dirty="0"/>
              <a:t>odbiorców raportów (PM, zarząd, klient)</a:t>
            </a:r>
          </a:p>
          <a:p>
            <a:r>
              <a:rPr lang="pl-PL" sz="1700" dirty="0"/>
              <a:t>Raportowanie to nie tylko formalność. To narzędzie, które pozwala PM i interesariuszom wiedzieć, co się dzieje w projekcie w czasie rzeczywistym</a:t>
            </a:r>
          </a:p>
        </p:txBody>
      </p:sp>
    </p:spTree>
    <p:extLst>
      <p:ext uri="{BB962C8B-B14F-4D97-AF65-F5344CB8AC3E}">
        <p14:creationId xmlns:p14="http://schemas.microsoft.com/office/powerpoint/2010/main" val="3820907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756583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41199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552928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6ACFB69-D148-449E-AC5A-C55AA20A7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88858" y="0"/>
            <a:ext cx="1461546" cy="6858000"/>
          </a:xfrm>
          <a:custGeom>
            <a:avLst/>
            <a:gdLst>
              <a:gd name="connsiteX0" fmla="*/ 107940 w 1461546"/>
              <a:gd name="connsiteY0" fmla="*/ 6858000 h 6858000"/>
              <a:gd name="connsiteX1" fmla="*/ 91317 w 1461546"/>
              <a:gd name="connsiteY1" fmla="*/ 6858000 h 6858000"/>
              <a:gd name="connsiteX2" fmla="*/ 392141 w 1461546"/>
              <a:gd name="connsiteY2" fmla="*/ 6542447 h 6858000"/>
              <a:gd name="connsiteX3" fmla="*/ 1444924 w 1461546"/>
              <a:gd name="connsiteY3" fmla="*/ 4079318 h 6858000"/>
              <a:gd name="connsiteX4" fmla="*/ 19696 w 1461546"/>
              <a:gd name="connsiteY4" fmla="*/ 16892 h 6858000"/>
              <a:gd name="connsiteX5" fmla="*/ 0 w 1461546"/>
              <a:gd name="connsiteY5" fmla="*/ 0 h 6858000"/>
              <a:gd name="connsiteX6" fmla="*/ 16622 w 1461546"/>
              <a:gd name="connsiteY6" fmla="*/ 0 h 6858000"/>
              <a:gd name="connsiteX7" fmla="*/ 36319 w 1461546"/>
              <a:gd name="connsiteY7" fmla="*/ 16892 h 6858000"/>
              <a:gd name="connsiteX8" fmla="*/ 1461546 w 1461546"/>
              <a:gd name="connsiteY8" fmla="*/ 4079318 h 6858000"/>
              <a:gd name="connsiteX9" fmla="*/ 408763 w 1461546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1546" h="6858000">
                <a:moveTo>
                  <a:pt x="107940" y="6858000"/>
                </a:moveTo>
                <a:lnTo>
                  <a:pt x="91317" y="6858000"/>
                </a:lnTo>
                <a:lnTo>
                  <a:pt x="392141" y="6542447"/>
                </a:lnTo>
                <a:cubicBezTo>
                  <a:pt x="979841" y="5903717"/>
                  <a:pt x="1444924" y="5217633"/>
                  <a:pt x="1444924" y="4079318"/>
                </a:cubicBezTo>
                <a:cubicBezTo>
                  <a:pt x="1444924" y="2357705"/>
                  <a:pt x="934146" y="850004"/>
                  <a:pt x="19696" y="16892"/>
                </a:cubicBezTo>
                <a:lnTo>
                  <a:pt x="0" y="0"/>
                </a:lnTo>
                <a:lnTo>
                  <a:pt x="16622" y="0"/>
                </a:lnTo>
                <a:lnTo>
                  <a:pt x="36319" y="16892"/>
                </a:lnTo>
                <a:cubicBezTo>
                  <a:pt x="950768" y="850004"/>
                  <a:pt x="1461546" y="2357705"/>
                  <a:pt x="1461546" y="4079318"/>
                </a:cubicBezTo>
                <a:cubicBezTo>
                  <a:pt x="1461546" y="5217633"/>
                  <a:pt x="996464" y="5903717"/>
                  <a:pt x="408763" y="654244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2069077-B0DB-C36D-5595-5E61FDFD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220"/>
            <a:ext cx="8397987" cy="1345269"/>
          </a:xfrm>
        </p:spPr>
        <p:txBody>
          <a:bodyPr anchor="b">
            <a:normAutofit/>
          </a:bodyPr>
          <a:lstStyle/>
          <a:p>
            <a:r>
              <a:rPr lang="pl-PL" dirty="0"/>
              <a:t>Zasady eskalacji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D198DC83-9071-A686-B95F-2A1A4CEEBF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2005506"/>
              </p:ext>
            </p:extLst>
          </p:nvPr>
        </p:nvGraphicFramePr>
        <p:xfrm>
          <a:off x="2377439" y="2312988"/>
          <a:ext cx="8312785" cy="341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8466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70D55D6-6D10-E65A-F1FB-433BE8A2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045" y="1346200"/>
            <a:ext cx="5624118" cy="32845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AUTONOMIA VS KONTROLA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Ręka trzymająca pióro i cienie na arkuszu">
            <a:extLst>
              <a:ext uri="{FF2B5EF4-FFF2-40B4-BE49-F238E27FC236}">
                <a16:creationId xmlns:a16="http://schemas.microsoft.com/office/drawing/2014/main" id="{BDF2A0F6-FC99-1A19-9431-29AF25E69A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861" r="16390" b="-1"/>
          <a:stretch>
            <a:fillRect/>
          </a:stretch>
        </p:blipFill>
        <p:spPr>
          <a:xfrm>
            <a:off x="153" y="10"/>
            <a:ext cx="5033023" cy="6857990"/>
          </a:xfrm>
          <a:custGeom>
            <a:avLst/>
            <a:gdLst/>
            <a:ahLst/>
            <a:cxnLst/>
            <a:rect l="l" t="t" r="r" b="b"/>
            <a:pathLst>
              <a:path w="4710787" h="6858000">
                <a:moveTo>
                  <a:pt x="0" y="0"/>
                </a:moveTo>
                <a:lnTo>
                  <a:pt x="1214365" y="0"/>
                </a:lnTo>
                <a:lnTo>
                  <a:pt x="1994531" y="0"/>
                </a:lnTo>
                <a:lnTo>
                  <a:pt x="3087764" y="0"/>
                </a:lnTo>
                <a:lnTo>
                  <a:pt x="3109888" y="14997"/>
                </a:lnTo>
                <a:cubicBezTo>
                  <a:pt x="4137051" y="754641"/>
                  <a:pt x="4710787" y="2093192"/>
                  <a:pt x="4710787" y="3621656"/>
                </a:cubicBezTo>
                <a:cubicBezTo>
                  <a:pt x="4710787" y="4969131"/>
                  <a:pt x="3782062" y="5602839"/>
                  <a:pt x="2836437" y="6374814"/>
                </a:cubicBezTo>
                <a:cubicBezTo>
                  <a:pt x="2664234" y="6515397"/>
                  <a:pt x="2493607" y="6653108"/>
                  <a:pt x="2319789" y="6780599"/>
                </a:cubicBezTo>
                <a:lnTo>
                  <a:pt x="2208033" y="6858000"/>
                </a:lnTo>
                <a:lnTo>
                  <a:pt x="1994531" y="6858000"/>
                </a:lnTo>
                <a:lnTo>
                  <a:pt x="12143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382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AC14302F-E955-47D0-A56B-D1D1A6953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3" y="-9274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8" name="Group 11">
            <a:extLst>
              <a:ext uri="{FF2B5EF4-FFF2-40B4-BE49-F238E27FC236}">
                <a16:creationId xmlns:a16="http://schemas.microsoft.com/office/drawing/2014/main" id="{DC310F6C-D8CB-4984-9F9B-BA18C1719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2079" y="1033741"/>
            <a:ext cx="4908132" cy="4613915"/>
            <a:chOff x="659679" y="950330"/>
            <a:chExt cx="4908132" cy="461391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750E550-BE93-4743-8659-1531F86CB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16216" y="1107426"/>
              <a:ext cx="4619072" cy="434218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BE626DC7-F0FE-49A7-AA4C-A8DB1F7EB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64593" y="1253260"/>
              <a:ext cx="4488025" cy="4074679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EBB781F-78E5-4C66-811C-9FF8B5D50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1300000" flipH="1">
              <a:off x="659679" y="950330"/>
              <a:ext cx="4908132" cy="461391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783932D2-9D77-C48B-C114-A3E74AD3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849" y="1899904"/>
            <a:ext cx="3312116" cy="2934031"/>
          </a:xfrm>
        </p:spPr>
        <p:txBody>
          <a:bodyPr anchor="ctr">
            <a:normAutofit/>
          </a:bodyPr>
          <a:lstStyle/>
          <a:p>
            <a:r>
              <a:rPr lang="pl-PL" dirty="0"/>
              <a:t>Autonomia zespołu oznacza</a:t>
            </a:r>
          </a:p>
        </p:txBody>
      </p:sp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0760E780-6FF0-D658-B39D-0B03959D2F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975015"/>
              </p:ext>
            </p:extLst>
          </p:nvPr>
        </p:nvGraphicFramePr>
        <p:xfrm>
          <a:off x="6095999" y="940107"/>
          <a:ext cx="5076826" cy="5024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7544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AC14302F-E955-47D0-A56B-D1D1A6953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3" y="-9274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7" name="Group 10">
            <a:extLst>
              <a:ext uri="{FF2B5EF4-FFF2-40B4-BE49-F238E27FC236}">
                <a16:creationId xmlns:a16="http://schemas.microsoft.com/office/drawing/2014/main" id="{DC310F6C-D8CB-4984-9F9B-BA18C1719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2079" y="1033741"/>
            <a:ext cx="4908132" cy="4613915"/>
            <a:chOff x="659679" y="950330"/>
            <a:chExt cx="4908132" cy="4613915"/>
          </a:xfrm>
        </p:grpSpPr>
        <p:sp>
          <p:nvSpPr>
            <p:cNvPr id="18" name="Freeform: Shape 11">
              <a:extLst>
                <a:ext uri="{FF2B5EF4-FFF2-40B4-BE49-F238E27FC236}">
                  <a16:creationId xmlns:a16="http://schemas.microsoft.com/office/drawing/2014/main" id="{6750E550-BE93-4743-8659-1531F86CB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16216" y="1107426"/>
              <a:ext cx="4619072" cy="434218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2">
              <a:extLst>
                <a:ext uri="{FF2B5EF4-FFF2-40B4-BE49-F238E27FC236}">
                  <a16:creationId xmlns:a16="http://schemas.microsoft.com/office/drawing/2014/main" id="{BE626DC7-F0FE-49A7-AA4C-A8DB1F7EB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64593" y="1253260"/>
              <a:ext cx="4488025" cy="4074679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3">
              <a:extLst>
                <a:ext uri="{FF2B5EF4-FFF2-40B4-BE49-F238E27FC236}">
                  <a16:creationId xmlns:a16="http://schemas.microsoft.com/office/drawing/2014/main" id="{1EBB781F-78E5-4C66-811C-9FF8B5D50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1300000" flipH="1">
              <a:off x="659679" y="950330"/>
              <a:ext cx="4908132" cy="461391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09312E57-174E-BEFE-7846-11E099324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849" y="1899904"/>
            <a:ext cx="3312116" cy="2934031"/>
          </a:xfrm>
        </p:spPr>
        <p:txBody>
          <a:bodyPr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500" dirty="0" err="1"/>
              <a:t>Równowaga</a:t>
            </a:r>
            <a:r>
              <a:rPr lang="en-US" sz="2500" dirty="0"/>
              <a:t> między </a:t>
            </a:r>
            <a:r>
              <a:rPr lang="en-US" sz="2500" dirty="0" err="1"/>
              <a:t>autonomią</a:t>
            </a:r>
            <a:r>
              <a:rPr lang="en-US" sz="2500" dirty="0"/>
              <a:t> </a:t>
            </a:r>
            <a:br>
              <a:rPr lang="en-US" sz="2500" dirty="0"/>
            </a:br>
            <a:r>
              <a:rPr lang="en-US" sz="2500" dirty="0"/>
              <a:t>i kontrola na </a:t>
            </a:r>
            <a:r>
              <a:rPr lang="en-US" sz="2500" dirty="0" err="1"/>
              <a:t>przykłądzie</a:t>
            </a:r>
            <a:r>
              <a:rPr lang="en-US" sz="2500" dirty="0"/>
              <a:t> XERO</a:t>
            </a:r>
            <a:endParaRPr lang="pl-PL" sz="2500" dirty="0"/>
          </a:p>
        </p:txBody>
      </p:sp>
      <p:graphicFrame>
        <p:nvGraphicFramePr>
          <p:cNvPr id="21" name="Symbol zastępczy zawartości 2">
            <a:extLst>
              <a:ext uri="{FF2B5EF4-FFF2-40B4-BE49-F238E27FC236}">
                <a16:creationId xmlns:a16="http://schemas.microsoft.com/office/drawing/2014/main" id="{67F74FDD-68C0-DF5C-49E2-C034F4B2A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109495"/>
              </p:ext>
            </p:extLst>
          </p:nvPr>
        </p:nvGraphicFramePr>
        <p:xfrm>
          <a:off x="6095999" y="940107"/>
          <a:ext cx="5076826" cy="5024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2391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0609976-9713-B349-923A-C7185E82D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r>
              <a:rPr lang="pl-PL" sz="1600" dirty="0"/>
              <a:t>KULTURA ODPOWIEDZIALNOŚCI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7" name="Symbol zastępczy zawartości 2">
            <a:extLst>
              <a:ext uri="{FF2B5EF4-FFF2-40B4-BE49-F238E27FC236}">
                <a16:creationId xmlns:a16="http://schemas.microsoft.com/office/drawing/2014/main" id="{DEA46959-88DA-D7EF-BA60-E2D104278C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2440325"/>
              </p:ext>
            </p:extLst>
          </p:nvPr>
        </p:nvGraphicFramePr>
        <p:xfrm>
          <a:off x="5972174" y="819150"/>
          <a:ext cx="5031485" cy="514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3160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38AC30-AB2B-25F7-1731-BA79F245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MONITOROWANIE EFEKTYWNOŚC</a:t>
            </a:r>
            <a:r>
              <a:rPr lang="en-US" dirty="0"/>
              <a:t>I</a:t>
            </a:r>
            <a:endParaRPr lang="pl-PL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EE901CB-B3A2-8B3D-C22B-AF89460373C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20240" y="2312276"/>
          <a:ext cx="8770571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4085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0ACA6C3-F2FA-4894-85C1-9FA605104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6922BA5-6683-4195-97C3-F3D2A0BB1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026626" y="-5026319"/>
            <a:ext cx="2138900" cy="12191541"/>
          </a:xfrm>
          <a:custGeom>
            <a:avLst/>
            <a:gdLst>
              <a:gd name="connsiteX0" fmla="*/ 0 w 2382867"/>
              <a:gd name="connsiteY0" fmla="*/ 12191541 h 12191541"/>
              <a:gd name="connsiteX1" fmla="*/ 0 w 2382867"/>
              <a:gd name="connsiteY1" fmla="*/ 0 h 12191541"/>
              <a:gd name="connsiteX2" fmla="*/ 1758230 w 2382867"/>
              <a:gd name="connsiteY2" fmla="*/ 0 h 12191541"/>
              <a:gd name="connsiteX3" fmla="*/ 1849759 w 2382867"/>
              <a:gd name="connsiteY3" fmla="*/ 405062 h 12191541"/>
              <a:gd name="connsiteX4" fmla="*/ 2382867 w 2382867"/>
              <a:gd name="connsiteY4" fmla="*/ 6524518 h 12191541"/>
              <a:gd name="connsiteX5" fmla="*/ 1334945 w 2382867"/>
              <a:gd name="connsiteY5" fmla="*/ 12017007 h 12191541"/>
              <a:gd name="connsiteX6" fmla="*/ 1268170 w 2382867"/>
              <a:gd name="connsiteY6" fmla="*/ 12191541 h 12191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867" h="12191541">
                <a:moveTo>
                  <a:pt x="0" y="12191541"/>
                </a:moveTo>
                <a:lnTo>
                  <a:pt x="0" y="0"/>
                </a:lnTo>
                <a:lnTo>
                  <a:pt x="1758230" y="0"/>
                </a:lnTo>
                <a:lnTo>
                  <a:pt x="1849759" y="405062"/>
                </a:lnTo>
                <a:cubicBezTo>
                  <a:pt x="2196195" y="2048010"/>
                  <a:pt x="2382867" y="4186399"/>
                  <a:pt x="2382867" y="6524518"/>
                </a:cubicBezTo>
                <a:cubicBezTo>
                  <a:pt x="2382867" y="9147937"/>
                  <a:pt x="1893395" y="10555417"/>
                  <a:pt x="1334945" y="12017007"/>
                </a:cubicBezTo>
                <a:lnTo>
                  <a:pt x="1268170" y="12191541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59169C9-0DBE-4B66-9C16-22A64324A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27211" y="-4339476"/>
            <a:ext cx="1137882" cy="12191694"/>
          </a:xfrm>
          <a:custGeom>
            <a:avLst/>
            <a:gdLst>
              <a:gd name="connsiteX0" fmla="*/ 0 w 1240954"/>
              <a:gd name="connsiteY0" fmla="*/ 12191694 h 12191694"/>
              <a:gd name="connsiteX1" fmla="*/ 72823 w 1240954"/>
              <a:gd name="connsiteY1" fmla="*/ 12017158 h 12191694"/>
              <a:gd name="connsiteX2" fmla="*/ 1215669 w 1240954"/>
              <a:gd name="connsiteY2" fmla="*/ 6524669 h 12191694"/>
              <a:gd name="connsiteX3" fmla="*/ 634271 w 1240954"/>
              <a:gd name="connsiteY3" fmla="*/ 405211 h 12191694"/>
              <a:gd name="connsiteX4" fmla="*/ 534414 w 1240954"/>
              <a:gd name="connsiteY4" fmla="*/ 0 h 12191694"/>
              <a:gd name="connsiteX5" fmla="*/ 559698 w 1240954"/>
              <a:gd name="connsiteY5" fmla="*/ 0 h 12191694"/>
              <a:gd name="connsiteX6" fmla="*/ 659555 w 1240954"/>
              <a:gd name="connsiteY6" fmla="*/ 405211 h 12191694"/>
              <a:gd name="connsiteX7" fmla="*/ 1240954 w 1240954"/>
              <a:gd name="connsiteY7" fmla="*/ 6524669 h 12191694"/>
              <a:gd name="connsiteX8" fmla="*/ 98108 w 1240954"/>
              <a:gd name="connsiteY8" fmla="*/ 12017158 h 12191694"/>
              <a:gd name="connsiteX9" fmla="*/ 25285 w 1240954"/>
              <a:gd name="connsiteY9" fmla="*/ 12191694 h 12191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40954" h="12191694">
                <a:moveTo>
                  <a:pt x="0" y="12191694"/>
                </a:moveTo>
                <a:lnTo>
                  <a:pt x="72823" y="12017158"/>
                </a:lnTo>
                <a:cubicBezTo>
                  <a:pt x="681859" y="10555569"/>
                  <a:pt x="1215669" y="9148088"/>
                  <a:pt x="1215669" y="6524669"/>
                </a:cubicBezTo>
                <a:cubicBezTo>
                  <a:pt x="1215670" y="4186551"/>
                  <a:pt x="1012087" y="2048160"/>
                  <a:pt x="634271" y="405211"/>
                </a:cubicBezTo>
                <a:lnTo>
                  <a:pt x="534414" y="0"/>
                </a:lnTo>
                <a:lnTo>
                  <a:pt x="559698" y="0"/>
                </a:lnTo>
                <a:lnTo>
                  <a:pt x="659555" y="405211"/>
                </a:lnTo>
                <a:cubicBezTo>
                  <a:pt x="1037372" y="2048160"/>
                  <a:pt x="1240954" y="4186551"/>
                  <a:pt x="1240954" y="6524669"/>
                </a:cubicBezTo>
                <a:cubicBezTo>
                  <a:pt x="1240954" y="9148088"/>
                  <a:pt x="707144" y="10555569"/>
                  <a:pt x="98108" y="12017158"/>
                </a:cubicBezTo>
                <a:lnTo>
                  <a:pt x="25285" y="121916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EB0B0F8-13BE-6CDF-A8C9-76FA1CA07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44" y="543687"/>
            <a:ext cx="9756112" cy="1046868"/>
          </a:xfrm>
        </p:spPr>
        <p:txBody>
          <a:bodyPr anchor="ctr">
            <a:normAutofit/>
          </a:bodyPr>
          <a:lstStyle/>
          <a:p>
            <a:pPr algn="ctr"/>
            <a:r>
              <a:rPr lang="pl-PL" sz="3000" dirty="0"/>
              <a:t>ZARZĄDZANIE ZESPOŁEM ROZPROSZONYM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457BB4-CED7-4065-8959-D6B51491B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90529" y="-4583452"/>
            <a:ext cx="1011248" cy="12191695"/>
          </a:xfrm>
          <a:custGeom>
            <a:avLst/>
            <a:gdLst>
              <a:gd name="connsiteX0" fmla="*/ 0 w 1102849"/>
              <a:gd name="connsiteY0" fmla="*/ 12191695 h 12191695"/>
              <a:gd name="connsiteX1" fmla="*/ 65312 w 1102849"/>
              <a:gd name="connsiteY1" fmla="*/ 12017158 h 12191695"/>
              <a:gd name="connsiteX2" fmla="*/ 1090278 w 1102849"/>
              <a:gd name="connsiteY2" fmla="*/ 6524670 h 12191695"/>
              <a:gd name="connsiteX3" fmla="*/ 568848 w 1102849"/>
              <a:gd name="connsiteY3" fmla="*/ 405211 h 12191695"/>
              <a:gd name="connsiteX4" fmla="*/ 479291 w 1102849"/>
              <a:gd name="connsiteY4" fmla="*/ 0 h 12191695"/>
              <a:gd name="connsiteX5" fmla="*/ 491862 w 1102849"/>
              <a:gd name="connsiteY5" fmla="*/ 0 h 12191695"/>
              <a:gd name="connsiteX6" fmla="*/ 581419 w 1102849"/>
              <a:gd name="connsiteY6" fmla="*/ 405211 h 12191695"/>
              <a:gd name="connsiteX7" fmla="*/ 1102849 w 1102849"/>
              <a:gd name="connsiteY7" fmla="*/ 6524670 h 12191695"/>
              <a:gd name="connsiteX8" fmla="*/ 77883 w 1102849"/>
              <a:gd name="connsiteY8" fmla="*/ 12017158 h 12191695"/>
              <a:gd name="connsiteX9" fmla="*/ 12571 w 1102849"/>
              <a:gd name="connsiteY9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2849" h="12191695">
                <a:moveTo>
                  <a:pt x="0" y="12191695"/>
                </a:moveTo>
                <a:lnTo>
                  <a:pt x="65312" y="12017158"/>
                </a:lnTo>
                <a:cubicBezTo>
                  <a:pt x="611528" y="10555569"/>
                  <a:pt x="1090278" y="9148088"/>
                  <a:pt x="1090278" y="6524670"/>
                </a:cubicBezTo>
                <a:cubicBezTo>
                  <a:pt x="1090278" y="4186551"/>
                  <a:pt x="907694" y="2048159"/>
                  <a:pt x="568848" y="405211"/>
                </a:cubicBezTo>
                <a:lnTo>
                  <a:pt x="479291" y="0"/>
                </a:lnTo>
                <a:lnTo>
                  <a:pt x="491862" y="0"/>
                </a:lnTo>
                <a:lnTo>
                  <a:pt x="581419" y="405211"/>
                </a:lnTo>
                <a:cubicBezTo>
                  <a:pt x="920265" y="2048159"/>
                  <a:pt x="1102849" y="4186551"/>
                  <a:pt x="1102849" y="6524670"/>
                </a:cubicBezTo>
                <a:cubicBezTo>
                  <a:pt x="1102849" y="9148088"/>
                  <a:pt x="624099" y="10555569"/>
                  <a:pt x="77883" y="12017158"/>
                </a:cubicBezTo>
                <a:lnTo>
                  <a:pt x="12571" y="1219169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0520CA7D-49ED-A446-B02A-3E591CA87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753431"/>
              </p:ext>
            </p:extLst>
          </p:nvPr>
        </p:nvGraphicFramePr>
        <p:xfrm>
          <a:off x="1920875" y="2812010"/>
          <a:ext cx="8769350" cy="3289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2962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B8DC1B3-01FD-CB88-0ECC-0EE72FE1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pl-PL" sz="2700"/>
              <a:t>Struktura w organizacji wieloprojektowej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5297BD-14BB-8F61-60F3-F0D7202A5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71804" cy="365125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pl-PL" dirty="0"/>
              <a:t>XERO rozwija kolejne projekty równocześnie.</a:t>
            </a:r>
            <a:endParaRPr lang="en-US" dirty="0"/>
          </a:p>
          <a:p>
            <a:br>
              <a:rPr lang="pl-PL" dirty="0"/>
            </a:br>
            <a:r>
              <a:rPr lang="pl-PL" dirty="0"/>
              <a:t>Pojawiają się pytania: jak struktura zarządcza powinna wyglądać, jaki styl przywództwa stosować i jakie bariery usuwać, by zespół działał wydajnie.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DA5BD8-60CC-A215-F9CE-431A29BE63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28" r="40821" b="-1"/>
          <a:stretch>
            <a:fillRect/>
          </a:stretch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62810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ACA6C3-F2FA-4894-85C1-9FA605104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6922BA5-6683-4195-97C3-F3D2A0BB1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026626" y="-5026319"/>
            <a:ext cx="2138900" cy="12191541"/>
          </a:xfrm>
          <a:custGeom>
            <a:avLst/>
            <a:gdLst>
              <a:gd name="connsiteX0" fmla="*/ 0 w 2382867"/>
              <a:gd name="connsiteY0" fmla="*/ 12191541 h 12191541"/>
              <a:gd name="connsiteX1" fmla="*/ 0 w 2382867"/>
              <a:gd name="connsiteY1" fmla="*/ 0 h 12191541"/>
              <a:gd name="connsiteX2" fmla="*/ 1758230 w 2382867"/>
              <a:gd name="connsiteY2" fmla="*/ 0 h 12191541"/>
              <a:gd name="connsiteX3" fmla="*/ 1849759 w 2382867"/>
              <a:gd name="connsiteY3" fmla="*/ 405062 h 12191541"/>
              <a:gd name="connsiteX4" fmla="*/ 2382867 w 2382867"/>
              <a:gd name="connsiteY4" fmla="*/ 6524518 h 12191541"/>
              <a:gd name="connsiteX5" fmla="*/ 1334945 w 2382867"/>
              <a:gd name="connsiteY5" fmla="*/ 12017007 h 12191541"/>
              <a:gd name="connsiteX6" fmla="*/ 1268170 w 2382867"/>
              <a:gd name="connsiteY6" fmla="*/ 12191541 h 12191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867" h="12191541">
                <a:moveTo>
                  <a:pt x="0" y="12191541"/>
                </a:moveTo>
                <a:lnTo>
                  <a:pt x="0" y="0"/>
                </a:lnTo>
                <a:lnTo>
                  <a:pt x="1758230" y="0"/>
                </a:lnTo>
                <a:lnTo>
                  <a:pt x="1849759" y="405062"/>
                </a:lnTo>
                <a:cubicBezTo>
                  <a:pt x="2196195" y="2048010"/>
                  <a:pt x="2382867" y="4186399"/>
                  <a:pt x="2382867" y="6524518"/>
                </a:cubicBezTo>
                <a:cubicBezTo>
                  <a:pt x="2382867" y="9147937"/>
                  <a:pt x="1893395" y="10555417"/>
                  <a:pt x="1334945" y="12017007"/>
                </a:cubicBezTo>
                <a:lnTo>
                  <a:pt x="1268170" y="12191541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59169C9-0DBE-4B66-9C16-22A64324A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27211" y="-4339476"/>
            <a:ext cx="1137882" cy="12191694"/>
          </a:xfrm>
          <a:custGeom>
            <a:avLst/>
            <a:gdLst>
              <a:gd name="connsiteX0" fmla="*/ 0 w 1240954"/>
              <a:gd name="connsiteY0" fmla="*/ 12191694 h 12191694"/>
              <a:gd name="connsiteX1" fmla="*/ 72823 w 1240954"/>
              <a:gd name="connsiteY1" fmla="*/ 12017158 h 12191694"/>
              <a:gd name="connsiteX2" fmla="*/ 1215669 w 1240954"/>
              <a:gd name="connsiteY2" fmla="*/ 6524669 h 12191694"/>
              <a:gd name="connsiteX3" fmla="*/ 634271 w 1240954"/>
              <a:gd name="connsiteY3" fmla="*/ 405211 h 12191694"/>
              <a:gd name="connsiteX4" fmla="*/ 534414 w 1240954"/>
              <a:gd name="connsiteY4" fmla="*/ 0 h 12191694"/>
              <a:gd name="connsiteX5" fmla="*/ 559698 w 1240954"/>
              <a:gd name="connsiteY5" fmla="*/ 0 h 12191694"/>
              <a:gd name="connsiteX6" fmla="*/ 659555 w 1240954"/>
              <a:gd name="connsiteY6" fmla="*/ 405211 h 12191694"/>
              <a:gd name="connsiteX7" fmla="*/ 1240954 w 1240954"/>
              <a:gd name="connsiteY7" fmla="*/ 6524669 h 12191694"/>
              <a:gd name="connsiteX8" fmla="*/ 98108 w 1240954"/>
              <a:gd name="connsiteY8" fmla="*/ 12017158 h 12191694"/>
              <a:gd name="connsiteX9" fmla="*/ 25285 w 1240954"/>
              <a:gd name="connsiteY9" fmla="*/ 12191694 h 12191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40954" h="12191694">
                <a:moveTo>
                  <a:pt x="0" y="12191694"/>
                </a:moveTo>
                <a:lnTo>
                  <a:pt x="72823" y="12017158"/>
                </a:lnTo>
                <a:cubicBezTo>
                  <a:pt x="681859" y="10555569"/>
                  <a:pt x="1215669" y="9148088"/>
                  <a:pt x="1215669" y="6524669"/>
                </a:cubicBezTo>
                <a:cubicBezTo>
                  <a:pt x="1215670" y="4186551"/>
                  <a:pt x="1012087" y="2048160"/>
                  <a:pt x="634271" y="405211"/>
                </a:cubicBezTo>
                <a:lnTo>
                  <a:pt x="534414" y="0"/>
                </a:lnTo>
                <a:lnTo>
                  <a:pt x="559698" y="0"/>
                </a:lnTo>
                <a:lnTo>
                  <a:pt x="659555" y="405211"/>
                </a:lnTo>
                <a:cubicBezTo>
                  <a:pt x="1037372" y="2048160"/>
                  <a:pt x="1240954" y="4186551"/>
                  <a:pt x="1240954" y="6524669"/>
                </a:cubicBezTo>
                <a:cubicBezTo>
                  <a:pt x="1240954" y="9148088"/>
                  <a:pt x="707144" y="10555569"/>
                  <a:pt x="98108" y="12017158"/>
                </a:cubicBezTo>
                <a:lnTo>
                  <a:pt x="25285" y="121916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66F77E5-C544-1A83-596E-FEC062A4C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44" y="543687"/>
            <a:ext cx="9756112" cy="1046868"/>
          </a:xfrm>
        </p:spPr>
        <p:txBody>
          <a:bodyPr anchor="ctr">
            <a:normAutofit/>
          </a:bodyPr>
          <a:lstStyle/>
          <a:p>
            <a:pPr algn="ctr"/>
            <a:r>
              <a:rPr lang="pl-PL" dirty="0"/>
              <a:t>STRUKTURA ZARZĄDCZA</a:t>
            </a:r>
            <a:endParaRPr lang="pl-PL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0457BB4-CED7-4065-8959-D6B51491B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90529" y="-4583452"/>
            <a:ext cx="1011248" cy="12191695"/>
          </a:xfrm>
          <a:custGeom>
            <a:avLst/>
            <a:gdLst>
              <a:gd name="connsiteX0" fmla="*/ 0 w 1102849"/>
              <a:gd name="connsiteY0" fmla="*/ 12191695 h 12191695"/>
              <a:gd name="connsiteX1" fmla="*/ 65312 w 1102849"/>
              <a:gd name="connsiteY1" fmla="*/ 12017158 h 12191695"/>
              <a:gd name="connsiteX2" fmla="*/ 1090278 w 1102849"/>
              <a:gd name="connsiteY2" fmla="*/ 6524670 h 12191695"/>
              <a:gd name="connsiteX3" fmla="*/ 568848 w 1102849"/>
              <a:gd name="connsiteY3" fmla="*/ 405211 h 12191695"/>
              <a:gd name="connsiteX4" fmla="*/ 479291 w 1102849"/>
              <a:gd name="connsiteY4" fmla="*/ 0 h 12191695"/>
              <a:gd name="connsiteX5" fmla="*/ 491862 w 1102849"/>
              <a:gd name="connsiteY5" fmla="*/ 0 h 12191695"/>
              <a:gd name="connsiteX6" fmla="*/ 581419 w 1102849"/>
              <a:gd name="connsiteY6" fmla="*/ 405211 h 12191695"/>
              <a:gd name="connsiteX7" fmla="*/ 1102849 w 1102849"/>
              <a:gd name="connsiteY7" fmla="*/ 6524670 h 12191695"/>
              <a:gd name="connsiteX8" fmla="*/ 77883 w 1102849"/>
              <a:gd name="connsiteY8" fmla="*/ 12017158 h 12191695"/>
              <a:gd name="connsiteX9" fmla="*/ 12571 w 1102849"/>
              <a:gd name="connsiteY9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2849" h="12191695">
                <a:moveTo>
                  <a:pt x="0" y="12191695"/>
                </a:moveTo>
                <a:lnTo>
                  <a:pt x="65312" y="12017158"/>
                </a:lnTo>
                <a:cubicBezTo>
                  <a:pt x="611528" y="10555569"/>
                  <a:pt x="1090278" y="9148088"/>
                  <a:pt x="1090278" y="6524670"/>
                </a:cubicBezTo>
                <a:cubicBezTo>
                  <a:pt x="1090278" y="4186551"/>
                  <a:pt x="907694" y="2048159"/>
                  <a:pt x="568848" y="405211"/>
                </a:cubicBezTo>
                <a:lnTo>
                  <a:pt x="479291" y="0"/>
                </a:lnTo>
                <a:lnTo>
                  <a:pt x="491862" y="0"/>
                </a:lnTo>
                <a:lnTo>
                  <a:pt x="581419" y="405211"/>
                </a:lnTo>
                <a:cubicBezTo>
                  <a:pt x="920265" y="2048159"/>
                  <a:pt x="1102849" y="4186551"/>
                  <a:pt x="1102849" y="6524670"/>
                </a:cubicBezTo>
                <a:cubicBezTo>
                  <a:pt x="1102849" y="9148088"/>
                  <a:pt x="624099" y="10555569"/>
                  <a:pt x="77883" y="12017158"/>
                </a:cubicBezTo>
                <a:lnTo>
                  <a:pt x="12571" y="1219169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AAD25DD-E132-E0A8-BE25-322FC24BA2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1398607"/>
              </p:ext>
            </p:extLst>
          </p:nvPr>
        </p:nvGraphicFramePr>
        <p:xfrm>
          <a:off x="2550222" y="3074288"/>
          <a:ext cx="9641472" cy="3289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7667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F1AB40F-CD7B-7ADA-872B-7D1765F47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3539152"/>
            <a:ext cx="8769350" cy="873824"/>
          </a:xfrm>
        </p:spPr>
        <p:txBody>
          <a:bodyPr anchor="b">
            <a:normAutofit/>
          </a:bodyPr>
          <a:lstStyle/>
          <a:p>
            <a:pPr algn="ctr"/>
            <a:r>
              <a:rPr lang="pl-PL" dirty="0"/>
              <a:t>SERVANT LEADERSHIP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719801E-A6E2-4F88-BB91-2A71DBC4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17831" y="502276"/>
            <a:ext cx="3607800" cy="295708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84FA090-1E51-4E96-AE7C-430E378B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4077" y="421418"/>
            <a:ext cx="3943847" cy="3117733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89869E-ECC4-4D30-B2DF-C7DC3DD85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0566" y="341627"/>
            <a:ext cx="4205424" cy="330404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Grupa">
            <a:extLst>
              <a:ext uri="{FF2B5EF4-FFF2-40B4-BE49-F238E27FC236}">
                <a16:creationId xmlns:a16="http://schemas.microsoft.com/office/drawing/2014/main" id="{74F10B86-E5B9-D644-75DD-8BB883BAE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4948" y="1149748"/>
            <a:ext cx="1622104" cy="1622104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F7904B2-AB1C-7B49-7E72-4E60B5F2C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4" y="4412974"/>
            <a:ext cx="8932863" cy="1677725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pl-PL" sz="1000" dirty="0" err="1"/>
              <a:t>Servant</a:t>
            </a:r>
            <a:r>
              <a:rPr lang="pl-PL" sz="1000" dirty="0"/>
              <a:t> </a:t>
            </a:r>
            <a:r>
              <a:rPr lang="pl-PL" sz="1000" dirty="0" err="1"/>
              <a:t>leadership</a:t>
            </a:r>
            <a:r>
              <a:rPr lang="pl-PL" sz="1000" dirty="0"/>
              <a:t> to styl, w którym lider:</a:t>
            </a:r>
          </a:p>
          <a:p>
            <a:pPr algn="ctr">
              <a:lnSpc>
                <a:spcPct val="130000"/>
              </a:lnSpc>
            </a:pPr>
            <a:r>
              <a:rPr lang="pl-PL" sz="1000" dirty="0"/>
              <a:t>wspiera rozwój zespołu </a:t>
            </a:r>
          </a:p>
          <a:p>
            <a:pPr algn="ctr">
              <a:lnSpc>
                <a:spcPct val="130000"/>
              </a:lnSpc>
            </a:pPr>
            <a:r>
              <a:rPr lang="pl-PL" sz="1000" dirty="0"/>
              <a:t>usuwa bariery w pracy </a:t>
            </a:r>
          </a:p>
          <a:p>
            <a:pPr algn="ctr">
              <a:lnSpc>
                <a:spcPct val="130000"/>
              </a:lnSpc>
            </a:pPr>
            <a:r>
              <a:rPr lang="pl-PL" sz="1000" dirty="0"/>
              <a:t>słucha i doradza zamiast narzucać </a:t>
            </a:r>
          </a:p>
          <a:p>
            <a:pPr algn="ctr">
              <a:lnSpc>
                <a:spcPct val="130000"/>
              </a:lnSpc>
            </a:pPr>
            <a:r>
              <a:rPr lang="pl-PL" sz="1000" dirty="0"/>
              <a:t>kładzie nacisk na dobro zespołu i realizację celów</a:t>
            </a:r>
          </a:p>
          <a:p>
            <a:pPr algn="ctr">
              <a:lnSpc>
                <a:spcPct val="130000"/>
              </a:lnSpc>
            </a:pPr>
            <a:endParaRPr lang="pl-PL" sz="1000" dirty="0"/>
          </a:p>
        </p:txBody>
      </p:sp>
    </p:spTree>
    <p:extLst>
      <p:ext uri="{BB962C8B-B14F-4D97-AF65-F5344CB8AC3E}">
        <p14:creationId xmlns:p14="http://schemas.microsoft.com/office/powerpoint/2010/main" val="3647665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5AB8F98-27E9-490A-9FFC-6FB07CEAB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4762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BB673AF-CE4B-46CB-AF61-47A2F6B51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92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B244C92-C225-4ED6-9477-FE38CFE28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3B79606-5986-49BA-9D40-A0FD94094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76187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534AD34-A74F-4FCD-8E77-6A38F9263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6083" y="0"/>
            <a:ext cx="9841377" cy="6858000"/>
          </a:xfrm>
          <a:custGeom>
            <a:avLst/>
            <a:gdLst>
              <a:gd name="connsiteX0" fmla="*/ 1623023 w 9841377"/>
              <a:gd name="connsiteY0" fmla="*/ 0 h 6858000"/>
              <a:gd name="connsiteX1" fmla="*/ 4289416 w 9841377"/>
              <a:gd name="connsiteY1" fmla="*/ 0 h 6858000"/>
              <a:gd name="connsiteX2" fmla="*/ 4359035 w 9841377"/>
              <a:gd name="connsiteY2" fmla="*/ 0 h 6858000"/>
              <a:gd name="connsiteX3" fmla="*/ 5482342 w 9841377"/>
              <a:gd name="connsiteY3" fmla="*/ 0 h 6858000"/>
              <a:gd name="connsiteX4" fmla="*/ 5551962 w 9841377"/>
              <a:gd name="connsiteY4" fmla="*/ 0 h 6858000"/>
              <a:gd name="connsiteX5" fmla="*/ 8218354 w 9841377"/>
              <a:gd name="connsiteY5" fmla="*/ 0 h 6858000"/>
              <a:gd name="connsiteX6" fmla="*/ 8240478 w 9841377"/>
              <a:gd name="connsiteY6" fmla="*/ 14997 h 6858000"/>
              <a:gd name="connsiteX7" fmla="*/ 9841377 w 9841377"/>
              <a:gd name="connsiteY7" fmla="*/ 3621656 h 6858000"/>
              <a:gd name="connsiteX8" fmla="*/ 7967027 w 9841377"/>
              <a:gd name="connsiteY8" fmla="*/ 6374814 h 6858000"/>
              <a:gd name="connsiteX9" fmla="*/ 7450379 w 9841377"/>
              <a:gd name="connsiteY9" fmla="*/ 6780599 h 6858000"/>
              <a:gd name="connsiteX10" fmla="*/ 7338623 w 9841377"/>
              <a:gd name="connsiteY10" fmla="*/ 6858000 h 6858000"/>
              <a:gd name="connsiteX11" fmla="*/ 5551962 w 9841377"/>
              <a:gd name="connsiteY11" fmla="*/ 6858000 h 6858000"/>
              <a:gd name="connsiteX12" fmla="*/ 5482342 w 9841377"/>
              <a:gd name="connsiteY12" fmla="*/ 6858000 h 6858000"/>
              <a:gd name="connsiteX13" fmla="*/ 4359035 w 9841377"/>
              <a:gd name="connsiteY13" fmla="*/ 6858000 h 6858000"/>
              <a:gd name="connsiteX14" fmla="*/ 4289416 w 9841377"/>
              <a:gd name="connsiteY14" fmla="*/ 6858000 h 6858000"/>
              <a:gd name="connsiteX15" fmla="*/ 2502754 w 9841377"/>
              <a:gd name="connsiteY15" fmla="*/ 6858000 h 6858000"/>
              <a:gd name="connsiteX16" fmla="*/ 2390998 w 9841377"/>
              <a:gd name="connsiteY16" fmla="*/ 6780599 h 6858000"/>
              <a:gd name="connsiteX17" fmla="*/ 1874350 w 9841377"/>
              <a:gd name="connsiteY17" fmla="*/ 6374814 h 6858000"/>
              <a:gd name="connsiteX18" fmla="*/ 0 w 9841377"/>
              <a:gd name="connsiteY18" fmla="*/ 3621656 h 6858000"/>
              <a:gd name="connsiteX19" fmla="*/ 1600899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1623023" y="0"/>
                </a:moveTo>
                <a:lnTo>
                  <a:pt x="4289416" y="0"/>
                </a:lnTo>
                <a:lnTo>
                  <a:pt x="4359035" y="0"/>
                </a:lnTo>
                <a:lnTo>
                  <a:pt x="5482342" y="0"/>
                </a:lnTo>
                <a:lnTo>
                  <a:pt x="5551962" y="0"/>
                </a:lnTo>
                <a:lnTo>
                  <a:pt x="8218354" y="0"/>
                </a:lnTo>
                <a:lnTo>
                  <a:pt x="8240478" y="14997"/>
                </a:lnTo>
                <a:cubicBezTo>
                  <a:pt x="9267641" y="754641"/>
                  <a:pt x="9841377" y="2093192"/>
                  <a:pt x="9841377" y="3621656"/>
                </a:cubicBezTo>
                <a:cubicBezTo>
                  <a:pt x="9841377" y="4969131"/>
                  <a:pt x="8912652" y="5602839"/>
                  <a:pt x="7967027" y="6374814"/>
                </a:cubicBezTo>
                <a:cubicBezTo>
                  <a:pt x="7794824" y="6515397"/>
                  <a:pt x="7624197" y="6653108"/>
                  <a:pt x="7450379" y="6780599"/>
                </a:cubicBezTo>
                <a:lnTo>
                  <a:pt x="7338623" y="6858000"/>
                </a:lnTo>
                <a:lnTo>
                  <a:pt x="5551962" y="6858000"/>
                </a:lnTo>
                <a:lnTo>
                  <a:pt x="5482342" y="6858000"/>
                </a:lnTo>
                <a:lnTo>
                  <a:pt x="4359035" y="6858000"/>
                </a:lnTo>
                <a:lnTo>
                  <a:pt x="428941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82C000DC-783F-8A5F-11C0-782E2467E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10938" y="1402546"/>
            <a:ext cx="7560860" cy="395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82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A1941B-2580-A101-9D98-EBDE25D4D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12 zasad PMBOK 7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D0DC7E9-B3F7-8BF3-ECA4-9F6ACD07C4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20240" y="2312276"/>
          <a:ext cx="8770571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87670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DD82F1C-1BCF-0164-A92F-002A4B26E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045" y="1346200"/>
            <a:ext cx="5624118" cy="32845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PRZYWÓDZTWO SYTUACYJNE – Model </a:t>
            </a:r>
            <a:r>
              <a:rPr lang="en-US" sz="4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Herseya-Blancharda</a:t>
            </a:r>
            <a:endParaRPr lang="en-US" sz="4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3D675B0-4FCE-760E-8099-097CEDCF4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369" y="4630738"/>
            <a:ext cx="5617794" cy="1150937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Styl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przywództwa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zależy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od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dojrzałości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pracownika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" name="Graphic 6" descr="Pytania">
            <a:extLst>
              <a:ext uri="{FF2B5EF4-FFF2-40B4-BE49-F238E27FC236}">
                <a16:creationId xmlns:a16="http://schemas.microsoft.com/office/drawing/2014/main" id="{EECB845F-FEA8-8117-F567-AC66FDA3F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571" y="1794394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14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558CB28D-AF4C-EF3C-793C-37A3E1C80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778" r="1" b="1"/>
          <a:stretch>
            <a:fillRect/>
          </a:stretch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28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756583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41199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552928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6ACFB69-D148-449E-AC5A-C55AA20A7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88858" y="0"/>
            <a:ext cx="1461546" cy="6858000"/>
          </a:xfrm>
          <a:custGeom>
            <a:avLst/>
            <a:gdLst>
              <a:gd name="connsiteX0" fmla="*/ 107940 w 1461546"/>
              <a:gd name="connsiteY0" fmla="*/ 6858000 h 6858000"/>
              <a:gd name="connsiteX1" fmla="*/ 91317 w 1461546"/>
              <a:gd name="connsiteY1" fmla="*/ 6858000 h 6858000"/>
              <a:gd name="connsiteX2" fmla="*/ 392141 w 1461546"/>
              <a:gd name="connsiteY2" fmla="*/ 6542447 h 6858000"/>
              <a:gd name="connsiteX3" fmla="*/ 1444924 w 1461546"/>
              <a:gd name="connsiteY3" fmla="*/ 4079318 h 6858000"/>
              <a:gd name="connsiteX4" fmla="*/ 19696 w 1461546"/>
              <a:gd name="connsiteY4" fmla="*/ 16892 h 6858000"/>
              <a:gd name="connsiteX5" fmla="*/ 0 w 1461546"/>
              <a:gd name="connsiteY5" fmla="*/ 0 h 6858000"/>
              <a:gd name="connsiteX6" fmla="*/ 16622 w 1461546"/>
              <a:gd name="connsiteY6" fmla="*/ 0 h 6858000"/>
              <a:gd name="connsiteX7" fmla="*/ 36319 w 1461546"/>
              <a:gd name="connsiteY7" fmla="*/ 16892 h 6858000"/>
              <a:gd name="connsiteX8" fmla="*/ 1461546 w 1461546"/>
              <a:gd name="connsiteY8" fmla="*/ 4079318 h 6858000"/>
              <a:gd name="connsiteX9" fmla="*/ 408763 w 1461546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1546" h="6858000">
                <a:moveTo>
                  <a:pt x="107940" y="6858000"/>
                </a:moveTo>
                <a:lnTo>
                  <a:pt x="91317" y="6858000"/>
                </a:lnTo>
                <a:lnTo>
                  <a:pt x="392141" y="6542447"/>
                </a:lnTo>
                <a:cubicBezTo>
                  <a:pt x="979841" y="5903717"/>
                  <a:pt x="1444924" y="5217633"/>
                  <a:pt x="1444924" y="4079318"/>
                </a:cubicBezTo>
                <a:cubicBezTo>
                  <a:pt x="1444924" y="2357705"/>
                  <a:pt x="934146" y="850004"/>
                  <a:pt x="19696" y="16892"/>
                </a:cubicBezTo>
                <a:lnTo>
                  <a:pt x="0" y="0"/>
                </a:lnTo>
                <a:lnTo>
                  <a:pt x="16622" y="0"/>
                </a:lnTo>
                <a:lnTo>
                  <a:pt x="36319" y="16892"/>
                </a:lnTo>
                <a:cubicBezTo>
                  <a:pt x="950768" y="850004"/>
                  <a:pt x="1461546" y="2357705"/>
                  <a:pt x="1461546" y="4079318"/>
                </a:cubicBezTo>
                <a:cubicBezTo>
                  <a:pt x="1461546" y="5217633"/>
                  <a:pt x="996464" y="5903717"/>
                  <a:pt x="408763" y="654244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72FE482-C9C9-4F91-FED1-6416D8E59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220"/>
            <a:ext cx="8397987" cy="1345269"/>
          </a:xfrm>
        </p:spPr>
        <p:txBody>
          <a:bodyPr anchor="b">
            <a:normAutofit/>
          </a:bodyPr>
          <a:lstStyle/>
          <a:p>
            <a:r>
              <a:rPr lang="pl-PL" dirty="0"/>
              <a:t>USUWANIE BARIER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4C93E244-EE0D-5F53-D910-33336CB2BE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9519515"/>
              </p:ext>
            </p:extLst>
          </p:nvPr>
        </p:nvGraphicFramePr>
        <p:xfrm>
          <a:off x="2377439" y="2312988"/>
          <a:ext cx="8312785" cy="341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00132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54C89C-373F-47FC-BB73-6842E569C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18848E5-5FC1-4709-95E9-CBB1A2321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2963" y="1314450"/>
            <a:ext cx="3213279" cy="4229100"/>
          </a:xfrm>
        </p:spPr>
        <p:txBody>
          <a:bodyPr anchor="ctr">
            <a:normAutofit/>
          </a:bodyPr>
          <a:lstStyle/>
          <a:p>
            <a:r>
              <a:rPr lang="pl-PL" dirty="0"/>
              <a:t>Kodeks Etyki PMI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F100C7F-5272-46AB-9FC7-E66059915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28027" cy="6858000"/>
          </a:xfrm>
          <a:custGeom>
            <a:avLst/>
            <a:gdLst>
              <a:gd name="connsiteX0" fmla="*/ 0 w 7128027"/>
              <a:gd name="connsiteY0" fmla="*/ 0 h 6858000"/>
              <a:gd name="connsiteX1" fmla="*/ 333951 w 7128027"/>
              <a:gd name="connsiteY1" fmla="*/ 0 h 6858000"/>
              <a:gd name="connsiteX2" fmla="*/ 1220030 w 7128027"/>
              <a:gd name="connsiteY2" fmla="*/ 0 h 6858000"/>
              <a:gd name="connsiteX3" fmla="*/ 1345471 w 7128027"/>
              <a:gd name="connsiteY3" fmla="*/ 0 h 6858000"/>
              <a:gd name="connsiteX4" fmla="*/ 2838612 w 7128027"/>
              <a:gd name="connsiteY4" fmla="*/ 0 h 6858000"/>
              <a:gd name="connsiteX5" fmla="*/ 5505004 w 7128027"/>
              <a:gd name="connsiteY5" fmla="*/ 0 h 6858000"/>
              <a:gd name="connsiteX6" fmla="*/ 5527128 w 7128027"/>
              <a:gd name="connsiteY6" fmla="*/ 14997 h 6858000"/>
              <a:gd name="connsiteX7" fmla="*/ 7128027 w 7128027"/>
              <a:gd name="connsiteY7" fmla="*/ 3621656 h 6858000"/>
              <a:gd name="connsiteX8" fmla="*/ 5253677 w 7128027"/>
              <a:gd name="connsiteY8" fmla="*/ 6374814 h 6858000"/>
              <a:gd name="connsiteX9" fmla="*/ 4737029 w 7128027"/>
              <a:gd name="connsiteY9" fmla="*/ 6780599 h 6858000"/>
              <a:gd name="connsiteX10" fmla="*/ 4625273 w 7128027"/>
              <a:gd name="connsiteY10" fmla="*/ 6858000 h 6858000"/>
              <a:gd name="connsiteX11" fmla="*/ 2838612 w 7128027"/>
              <a:gd name="connsiteY11" fmla="*/ 6858000 h 6858000"/>
              <a:gd name="connsiteX12" fmla="*/ 1220030 w 7128027"/>
              <a:gd name="connsiteY12" fmla="*/ 6858000 h 6858000"/>
              <a:gd name="connsiteX13" fmla="*/ 1037077 w 7128027"/>
              <a:gd name="connsiteY13" fmla="*/ 6858000 h 6858000"/>
              <a:gd name="connsiteX14" fmla="*/ 333951 w 7128027"/>
              <a:gd name="connsiteY14" fmla="*/ 6858000 h 6858000"/>
              <a:gd name="connsiteX15" fmla="*/ 0 w 7128027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28027" h="6858000">
                <a:moveTo>
                  <a:pt x="0" y="0"/>
                </a:moveTo>
                <a:lnTo>
                  <a:pt x="333951" y="0"/>
                </a:lnTo>
                <a:lnTo>
                  <a:pt x="1220030" y="0"/>
                </a:lnTo>
                <a:lnTo>
                  <a:pt x="1345471" y="0"/>
                </a:lnTo>
                <a:lnTo>
                  <a:pt x="2838612" y="0"/>
                </a:lnTo>
                <a:lnTo>
                  <a:pt x="5505004" y="0"/>
                </a:lnTo>
                <a:lnTo>
                  <a:pt x="5527128" y="14997"/>
                </a:lnTo>
                <a:cubicBezTo>
                  <a:pt x="6554291" y="754641"/>
                  <a:pt x="7128027" y="2093192"/>
                  <a:pt x="7128027" y="3621656"/>
                </a:cubicBezTo>
                <a:cubicBezTo>
                  <a:pt x="7128027" y="4969131"/>
                  <a:pt x="6199302" y="5602839"/>
                  <a:pt x="5253677" y="6374814"/>
                </a:cubicBezTo>
                <a:cubicBezTo>
                  <a:pt x="5081474" y="6515397"/>
                  <a:pt x="4910847" y="6653108"/>
                  <a:pt x="4737029" y="6780599"/>
                </a:cubicBezTo>
                <a:lnTo>
                  <a:pt x="4625273" y="6858000"/>
                </a:lnTo>
                <a:lnTo>
                  <a:pt x="2838612" y="6858000"/>
                </a:lnTo>
                <a:lnTo>
                  <a:pt x="1220030" y="6858000"/>
                </a:lnTo>
                <a:lnTo>
                  <a:pt x="1037077" y="6858000"/>
                </a:lnTo>
                <a:lnTo>
                  <a:pt x="3339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4FEA6D5-DF59-4E15-B19F-159D0588B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57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6C8C9E5-F937-44A5-A519-EA719F03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5713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21027BC-1316-362E-1C34-7E5A2C3A60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3523126"/>
              </p:ext>
            </p:extLst>
          </p:nvPr>
        </p:nvGraphicFramePr>
        <p:xfrm>
          <a:off x="298017" y="942976"/>
          <a:ext cx="6105526" cy="4867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9259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EA74CCD-1D50-737A-DD21-EEB0ADA4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r>
              <a:rPr lang="pl-PL" sz="3000" err="1"/>
              <a:t>Stewardship</a:t>
            </a:r>
            <a:r>
              <a:rPr lang="pl-PL" sz="3000"/>
              <a:t> w zarządzaniu zasobami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114E47C4-E519-B4E7-A9F1-B7F80C02F7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977122"/>
              </p:ext>
            </p:extLst>
          </p:nvPr>
        </p:nvGraphicFramePr>
        <p:xfrm>
          <a:off x="5972174" y="819150"/>
          <a:ext cx="5031485" cy="514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72049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4A7E542-B641-55F4-595C-03AE39BDA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r>
              <a:rPr lang="pl-PL" dirty="0"/>
              <a:t>Modele motywacji w IT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6E098F-2004-E860-EFC9-6D006457D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5232"/>
            <a:ext cx="5176298" cy="4277802"/>
          </a:xfrm>
        </p:spPr>
        <p:txBody>
          <a:bodyPr anchor="ctr">
            <a:normAutofit/>
          </a:bodyPr>
          <a:lstStyle/>
          <a:p>
            <a:r>
              <a:rPr lang="pl-PL" dirty="0"/>
              <a:t>Herzberg skupia się na środowisku pracy i czynnikach wywołujących satysfakcję, podczas gdy </a:t>
            </a:r>
            <a:r>
              <a:rPr lang="pl-PL" dirty="0" err="1"/>
              <a:t>McClelland</a:t>
            </a:r>
            <a:r>
              <a:rPr lang="pl-PL" dirty="0"/>
              <a:t> koncentruje się na indywidualnych potrzebach i profilu psychologicznym pracownika</a:t>
            </a:r>
          </a:p>
        </p:txBody>
      </p:sp>
    </p:spTree>
    <p:extLst>
      <p:ext uri="{BB962C8B-B14F-4D97-AF65-F5344CB8AC3E}">
        <p14:creationId xmlns:p14="http://schemas.microsoft.com/office/powerpoint/2010/main" val="2606001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CC700D5-9809-43F4-89D5-7DBBCB0DC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02296" y="1287887"/>
            <a:ext cx="4523890" cy="418719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7163242-6303-46DC-BAC1-2A204F061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51182" y="1382922"/>
            <a:ext cx="4174735" cy="394195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05C4C40-D70E-4C4F-B228-98A0A6132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300000" flipH="1">
            <a:off x="6733248" y="1097468"/>
            <a:ext cx="4908132" cy="4613915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B854C92-380F-9E84-F942-6DFAE759A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0501" y="1847596"/>
            <a:ext cx="3459760" cy="218639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300"/>
              <a:t>ROZWIĄZYWANIE KONFLIKTÓW - Model Thomasa-Kilmanna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2F4782B-5CE3-E514-6E5B-7A9795240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9684" y="1427477"/>
            <a:ext cx="4943233" cy="400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19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2FCD237-ADEC-A58B-7E82-11D6AD39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607" y="3912041"/>
            <a:ext cx="8394306" cy="139605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5000">
                <a:solidFill>
                  <a:schemeClr val="tx1">
                    <a:lumMod val="85000"/>
                    <a:lumOff val="15000"/>
                  </a:schemeClr>
                </a:solidFill>
              </a:rPr>
              <a:t>TEORIA X vs TEORIA Y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4C5C606-35C7-E2DE-12C3-340D10D309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14160" y="1027665"/>
            <a:ext cx="6145222" cy="25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05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14302F-E955-47D0-A56B-D1D1A6953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3" y="-9274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310F6C-D8CB-4984-9F9B-BA18C1719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2079" y="1033741"/>
            <a:ext cx="4908132" cy="4613915"/>
            <a:chOff x="659679" y="950330"/>
            <a:chExt cx="4908132" cy="461391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50E550-BE93-4743-8659-1531F86CB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16216" y="1107426"/>
              <a:ext cx="4619072" cy="434218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E626DC7-F0FE-49A7-AA4C-A8DB1F7EB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64593" y="1253260"/>
              <a:ext cx="4488025" cy="4074679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BB781F-78E5-4C66-811C-9FF8B5D50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1300000" flipH="1">
              <a:off x="659679" y="950330"/>
              <a:ext cx="4908132" cy="461391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0DD8932F-3C2C-97CC-E0E0-6B897FFC0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849" y="1899904"/>
            <a:ext cx="3312116" cy="2934031"/>
          </a:xfrm>
        </p:spPr>
        <p:txBody>
          <a:bodyPr anchor="ctr">
            <a:normAutofit/>
          </a:bodyPr>
          <a:lstStyle/>
          <a:p>
            <a:r>
              <a:rPr lang="en-US" sz="2200"/>
              <a:t>PODSUMOWANIE</a:t>
            </a:r>
            <a:endParaRPr lang="pl-PL" sz="220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E09B9BF-DF3E-D65D-8BF6-8B22598A05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0309649"/>
              </p:ext>
            </p:extLst>
          </p:nvPr>
        </p:nvGraphicFramePr>
        <p:xfrm>
          <a:off x="6095999" y="940107"/>
          <a:ext cx="5076826" cy="5024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7287775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2065</Words>
  <Application>Microsoft Office PowerPoint</Application>
  <PresentationFormat>Panoramiczny</PresentationFormat>
  <Paragraphs>284</Paragraphs>
  <Slides>30</Slides>
  <Notes>29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5" baseType="lpstr">
      <vt:lpstr>Meiryo</vt:lpstr>
      <vt:lpstr>Aptos</vt:lpstr>
      <vt:lpstr>Arial</vt:lpstr>
      <vt:lpstr>Corbel</vt:lpstr>
      <vt:lpstr>SketchLinesVTI</vt:lpstr>
      <vt:lpstr>ŁAD ORGANIZACYJNY I ZARZĄDZANIE ZESPOŁEM</vt:lpstr>
      <vt:lpstr>Firma XERO</vt:lpstr>
      <vt:lpstr>Czym jest ład organizacyjny?</vt:lpstr>
      <vt:lpstr>Ład wg PMBOK (governance)</vt:lpstr>
      <vt:lpstr>STYLE ZARZĄDZANIA ZESPOŁEM</vt:lpstr>
      <vt:lpstr>Przywództwo sytuacyjne</vt:lpstr>
      <vt:lpstr>PODEJMOWANIE DECYZJI</vt:lpstr>
      <vt:lpstr>PROCESY KOMUNIKACYJNE</vt:lpstr>
      <vt:lpstr>Zasady raportowania</vt:lpstr>
      <vt:lpstr>Zasady eskalacji</vt:lpstr>
      <vt:lpstr>AUTONOMIA VS KONTROLA</vt:lpstr>
      <vt:lpstr>Autonomia zespołu oznacza</vt:lpstr>
      <vt:lpstr>Równowaga między autonomią  i kontrola na przykłądzie XERO</vt:lpstr>
      <vt:lpstr>KULTURA ODPOWIEDZIALNOŚCI</vt:lpstr>
      <vt:lpstr>MONITOROWANIE EFEKTYWNOŚCI</vt:lpstr>
      <vt:lpstr>ZARZĄDZANIE ZESPOŁEM ROZPROSZONYM</vt:lpstr>
      <vt:lpstr>Struktura w organizacji wieloprojektowej</vt:lpstr>
      <vt:lpstr>STRUKTURA ZARZĄDCZA</vt:lpstr>
      <vt:lpstr>SERVANT LEADERSHIP</vt:lpstr>
      <vt:lpstr>Prezentacja programu PowerPoint</vt:lpstr>
      <vt:lpstr>12 zasad PMBOK 7</vt:lpstr>
      <vt:lpstr>PRZYWÓDZTWO SYTUACYJNE – Model Herseya-Blancharda</vt:lpstr>
      <vt:lpstr>Prezentacja programu PowerPoint</vt:lpstr>
      <vt:lpstr>USUWANIE BARIER</vt:lpstr>
      <vt:lpstr>Kodeks Etyki PMI</vt:lpstr>
      <vt:lpstr>Stewardship w zarządzaniu zasobami</vt:lpstr>
      <vt:lpstr>Modele motywacji w IT</vt:lpstr>
      <vt:lpstr>ROZWIĄZYWANIE KONFLIKTÓW - Model Thomasa-Kilmanna</vt:lpstr>
      <vt:lpstr>TEORIA X vs TEORIA Y</vt:lpstr>
      <vt:lpstr>PODSUMOWANIE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Hałys</dc:creator>
  <cp:lastModifiedBy>Filip Hałys</cp:lastModifiedBy>
  <cp:revision>1</cp:revision>
  <dcterms:created xsi:type="dcterms:W3CDTF">2026-03-25T20:41:48Z</dcterms:created>
  <dcterms:modified xsi:type="dcterms:W3CDTF">2026-03-25T22:05:37Z</dcterms:modified>
</cp:coreProperties>
</file>