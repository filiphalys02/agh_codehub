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24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73" autoAdjust="0"/>
  </p:normalViewPr>
  <p:slideViewPr>
    <p:cSldViewPr snapToGrid="0">
      <p:cViewPr varScale="1">
        <p:scale>
          <a:sx n="57" d="100"/>
          <a:sy n="57" d="100"/>
        </p:scale>
        <p:origin x="165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image" Target="../media/image27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image" Target="../media/image27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305762-D2C3-4343-B2E6-A9B85B7602D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5B75D8-2CDE-4D59-AA75-6B7450975853}">
      <dgm:prSet/>
      <dgm:spPr/>
      <dgm:t>
        <a:bodyPr/>
        <a:lstStyle/>
        <a:p>
          <a:r>
            <a:rPr lang="pl-PL"/>
            <a:t>Filip pracuje w firmie DataCorp jako inżynier danych.</a:t>
          </a:r>
          <a:endParaRPr lang="en-US"/>
        </a:p>
      </dgm:t>
    </dgm:pt>
    <dgm:pt modelId="{3700396E-96C7-4648-A9BA-3F382700160D}" type="parTrans" cxnId="{4A0DD380-3183-426F-B544-7AD4507125DD}">
      <dgm:prSet/>
      <dgm:spPr/>
      <dgm:t>
        <a:bodyPr/>
        <a:lstStyle/>
        <a:p>
          <a:endParaRPr lang="en-US"/>
        </a:p>
      </dgm:t>
    </dgm:pt>
    <dgm:pt modelId="{EACB279F-C31E-4DDD-A466-3F63B3C71574}" type="sibTrans" cxnId="{4A0DD380-3183-426F-B544-7AD4507125DD}">
      <dgm:prSet/>
      <dgm:spPr/>
      <dgm:t>
        <a:bodyPr/>
        <a:lstStyle/>
        <a:p>
          <a:endParaRPr lang="en-US"/>
        </a:p>
      </dgm:t>
    </dgm:pt>
    <dgm:pt modelId="{AD1BC7A5-2548-491E-BB8C-90D0F385C5D7}">
      <dgm:prSet/>
      <dgm:spPr/>
      <dgm:t>
        <a:bodyPr/>
        <a:lstStyle/>
        <a:p>
          <a:r>
            <a:rPr lang="pl-PL"/>
            <a:t>Zespół ma problemy z terminowością, jakością i komunikacją.</a:t>
          </a:r>
          <a:endParaRPr lang="en-US"/>
        </a:p>
      </dgm:t>
    </dgm:pt>
    <dgm:pt modelId="{A42C7B4C-7B67-4CEE-8304-1223BD8E7DA5}" type="parTrans" cxnId="{EC704859-564B-4E34-B9E2-513936203AF5}">
      <dgm:prSet/>
      <dgm:spPr/>
      <dgm:t>
        <a:bodyPr/>
        <a:lstStyle/>
        <a:p>
          <a:endParaRPr lang="en-US"/>
        </a:p>
      </dgm:t>
    </dgm:pt>
    <dgm:pt modelId="{D5C81F61-0C03-4083-9451-6CF6E42F8E71}" type="sibTrans" cxnId="{EC704859-564B-4E34-B9E2-513936203AF5}">
      <dgm:prSet/>
      <dgm:spPr/>
      <dgm:t>
        <a:bodyPr/>
        <a:lstStyle/>
        <a:p>
          <a:endParaRPr lang="en-US"/>
        </a:p>
      </dgm:t>
    </dgm:pt>
    <dgm:pt modelId="{987C930A-2EB2-46A3-AF83-7B0E3BEA4D77}">
      <dgm:prSet/>
      <dgm:spPr/>
      <dgm:t>
        <a:bodyPr/>
        <a:lstStyle/>
        <a:p>
          <a:r>
            <a:rPr lang="pl-PL"/>
            <a:t>Firma decyduje się wdrożyć TSP, aby uporządkować pracę zespołu.</a:t>
          </a:r>
          <a:endParaRPr lang="en-US"/>
        </a:p>
      </dgm:t>
    </dgm:pt>
    <dgm:pt modelId="{00D96CCB-1D4C-42B8-9B07-5115BDEF1B3E}" type="parTrans" cxnId="{5C655EF0-BFC0-4E0D-A34D-45088CB474AD}">
      <dgm:prSet/>
      <dgm:spPr/>
      <dgm:t>
        <a:bodyPr/>
        <a:lstStyle/>
        <a:p>
          <a:endParaRPr lang="en-US"/>
        </a:p>
      </dgm:t>
    </dgm:pt>
    <dgm:pt modelId="{589D4315-2796-4B95-B2DF-F8FAF47D07F2}" type="sibTrans" cxnId="{5C655EF0-BFC0-4E0D-A34D-45088CB474AD}">
      <dgm:prSet/>
      <dgm:spPr/>
      <dgm:t>
        <a:bodyPr/>
        <a:lstStyle/>
        <a:p>
          <a:endParaRPr lang="en-US"/>
        </a:p>
      </dgm:t>
    </dgm:pt>
    <dgm:pt modelId="{89D8802D-911E-4E0E-91AC-DE1CB9E6C205}" type="pres">
      <dgm:prSet presAssocID="{B7305762-D2C3-4343-B2E6-A9B85B7602DF}" presName="linear" presStyleCnt="0">
        <dgm:presLayoutVars>
          <dgm:animLvl val="lvl"/>
          <dgm:resizeHandles val="exact"/>
        </dgm:presLayoutVars>
      </dgm:prSet>
      <dgm:spPr/>
    </dgm:pt>
    <dgm:pt modelId="{841C4BE2-4F1D-43A4-A343-6EDEB1F0FCB6}" type="pres">
      <dgm:prSet presAssocID="{575B75D8-2CDE-4D59-AA75-6B74509758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DD5DFB-4E5D-464C-A8E9-2588FC4B11C9}" type="pres">
      <dgm:prSet presAssocID="{EACB279F-C31E-4DDD-A466-3F63B3C71574}" presName="spacer" presStyleCnt="0"/>
      <dgm:spPr/>
    </dgm:pt>
    <dgm:pt modelId="{AAB5E628-6A5B-4177-9C3C-6B77D2515458}" type="pres">
      <dgm:prSet presAssocID="{AD1BC7A5-2548-491E-BB8C-90D0F385C5D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18FD4AB-A043-4FC2-98FA-499FA54183F4}" type="pres">
      <dgm:prSet presAssocID="{D5C81F61-0C03-4083-9451-6CF6E42F8E71}" presName="spacer" presStyleCnt="0"/>
      <dgm:spPr/>
    </dgm:pt>
    <dgm:pt modelId="{9EAC2E63-4160-4238-9637-F5556DDAEE33}" type="pres">
      <dgm:prSet presAssocID="{987C930A-2EB2-46A3-AF83-7B0E3BEA4D7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927B70C-A12E-4E82-8DE9-8D661F171698}" type="presOf" srcId="{B7305762-D2C3-4343-B2E6-A9B85B7602DF}" destId="{89D8802D-911E-4E0E-91AC-DE1CB9E6C205}" srcOrd="0" destOrd="0" presId="urn:microsoft.com/office/officeart/2005/8/layout/vList2"/>
    <dgm:cxn modelId="{0FF12570-3735-401C-B5D3-9E75CC6F1E94}" type="presOf" srcId="{AD1BC7A5-2548-491E-BB8C-90D0F385C5D7}" destId="{AAB5E628-6A5B-4177-9C3C-6B77D2515458}" srcOrd="0" destOrd="0" presId="urn:microsoft.com/office/officeart/2005/8/layout/vList2"/>
    <dgm:cxn modelId="{EC704859-564B-4E34-B9E2-513936203AF5}" srcId="{B7305762-D2C3-4343-B2E6-A9B85B7602DF}" destId="{AD1BC7A5-2548-491E-BB8C-90D0F385C5D7}" srcOrd="1" destOrd="0" parTransId="{A42C7B4C-7B67-4CEE-8304-1223BD8E7DA5}" sibTransId="{D5C81F61-0C03-4083-9451-6CF6E42F8E71}"/>
    <dgm:cxn modelId="{4A0DD380-3183-426F-B544-7AD4507125DD}" srcId="{B7305762-D2C3-4343-B2E6-A9B85B7602DF}" destId="{575B75D8-2CDE-4D59-AA75-6B7450975853}" srcOrd="0" destOrd="0" parTransId="{3700396E-96C7-4648-A9BA-3F382700160D}" sibTransId="{EACB279F-C31E-4DDD-A466-3F63B3C71574}"/>
    <dgm:cxn modelId="{C8D633AD-ACE3-4715-94CA-587C62C903F5}" type="presOf" srcId="{987C930A-2EB2-46A3-AF83-7B0E3BEA4D77}" destId="{9EAC2E63-4160-4238-9637-F5556DDAEE33}" srcOrd="0" destOrd="0" presId="urn:microsoft.com/office/officeart/2005/8/layout/vList2"/>
    <dgm:cxn modelId="{C8F66CBE-8E93-4C0C-B035-8DC279D8DD65}" type="presOf" srcId="{575B75D8-2CDE-4D59-AA75-6B7450975853}" destId="{841C4BE2-4F1D-43A4-A343-6EDEB1F0FCB6}" srcOrd="0" destOrd="0" presId="urn:microsoft.com/office/officeart/2005/8/layout/vList2"/>
    <dgm:cxn modelId="{5C655EF0-BFC0-4E0D-A34D-45088CB474AD}" srcId="{B7305762-D2C3-4343-B2E6-A9B85B7602DF}" destId="{987C930A-2EB2-46A3-AF83-7B0E3BEA4D77}" srcOrd="2" destOrd="0" parTransId="{00D96CCB-1D4C-42B8-9B07-5115BDEF1B3E}" sibTransId="{589D4315-2796-4B95-B2DF-F8FAF47D07F2}"/>
    <dgm:cxn modelId="{771DBAC2-325A-41A5-B7ED-70F119A94FEA}" type="presParOf" srcId="{89D8802D-911E-4E0E-91AC-DE1CB9E6C205}" destId="{841C4BE2-4F1D-43A4-A343-6EDEB1F0FCB6}" srcOrd="0" destOrd="0" presId="urn:microsoft.com/office/officeart/2005/8/layout/vList2"/>
    <dgm:cxn modelId="{108F7149-C760-48B5-99CE-4D5CE392CEFF}" type="presParOf" srcId="{89D8802D-911E-4E0E-91AC-DE1CB9E6C205}" destId="{FBDD5DFB-4E5D-464C-A8E9-2588FC4B11C9}" srcOrd="1" destOrd="0" presId="urn:microsoft.com/office/officeart/2005/8/layout/vList2"/>
    <dgm:cxn modelId="{9C43BA71-664E-46F1-9217-AA5ECFCD187F}" type="presParOf" srcId="{89D8802D-911E-4E0E-91AC-DE1CB9E6C205}" destId="{AAB5E628-6A5B-4177-9C3C-6B77D2515458}" srcOrd="2" destOrd="0" presId="urn:microsoft.com/office/officeart/2005/8/layout/vList2"/>
    <dgm:cxn modelId="{0D304A83-C1B5-47ED-AB84-5D2E730ABC46}" type="presParOf" srcId="{89D8802D-911E-4E0E-91AC-DE1CB9E6C205}" destId="{418FD4AB-A043-4FC2-98FA-499FA54183F4}" srcOrd="3" destOrd="0" presId="urn:microsoft.com/office/officeart/2005/8/layout/vList2"/>
    <dgm:cxn modelId="{03E772DD-6553-4D5A-ADE4-86B5DAA7BC49}" type="presParOf" srcId="{89D8802D-911E-4E0E-91AC-DE1CB9E6C205}" destId="{9EAC2E63-4160-4238-9637-F5556DDAEE3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CF5D19-C4BD-4447-9FDD-12D80FE8DF7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F4265C-0188-45A0-B966-44D7358C391B}">
      <dgm:prSet/>
      <dgm:spPr/>
      <dgm:t>
        <a:bodyPr/>
        <a:lstStyle/>
        <a:p>
          <a:r>
            <a:rPr lang="pl-PL"/>
            <a:t>Team Software Process to metodyka zarządzania pracą zespołu inżynierskiego, która koncentruje się na jakości, mierzalności oraz odpowiedzialności zespołowej.</a:t>
          </a:r>
          <a:endParaRPr lang="en-US"/>
        </a:p>
      </dgm:t>
    </dgm:pt>
    <dgm:pt modelId="{9AF132A0-9282-49AA-BC3F-56A549270BBD}" type="parTrans" cxnId="{8F6C6356-8823-461E-8B1F-8FBB33082DDF}">
      <dgm:prSet/>
      <dgm:spPr/>
      <dgm:t>
        <a:bodyPr/>
        <a:lstStyle/>
        <a:p>
          <a:endParaRPr lang="en-US"/>
        </a:p>
      </dgm:t>
    </dgm:pt>
    <dgm:pt modelId="{61F48210-7B30-4AEA-B80A-28F22EBB21D8}" type="sibTrans" cxnId="{8F6C6356-8823-461E-8B1F-8FBB33082DDF}">
      <dgm:prSet/>
      <dgm:spPr/>
      <dgm:t>
        <a:bodyPr/>
        <a:lstStyle/>
        <a:p>
          <a:endParaRPr lang="en-US"/>
        </a:p>
      </dgm:t>
    </dgm:pt>
    <dgm:pt modelId="{78187B66-53AC-4AF0-B9C9-951B37608940}">
      <dgm:prSet/>
      <dgm:spPr/>
      <dgm:t>
        <a:bodyPr/>
        <a:lstStyle/>
        <a:p>
          <a:r>
            <a:rPr lang="pl-PL"/>
            <a:t>TSP pomaga zespołom planować pracę, monitorować postępy i systematycznie poprawiać jakość produktu.</a:t>
          </a:r>
          <a:endParaRPr lang="en-US"/>
        </a:p>
      </dgm:t>
    </dgm:pt>
    <dgm:pt modelId="{B01A6F7F-928C-4576-A807-2B04DD1C300C}" type="parTrans" cxnId="{E10ED22C-980F-48FD-9824-CA8AE6C24A00}">
      <dgm:prSet/>
      <dgm:spPr/>
      <dgm:t>
        <a:bodyPr/>
        <a:lstStyle/>
        <a:p>
          <a:endParaRPr lang="en-US"/>
        </a:p>
      </dgm:t>
    </dgm:pt>
    <dgm:pt modelId="{004D2B8E-8336-4C49-968C-41287214768E}" type="sibTrans" cxnId="{E10ED22C-980F-48FD-9824-CA8AE6C24A00}">
      <dgm:prSet/>
      <dgm:spPr/>
      <dgm:t>
        <a:bodyPr/>
        <a:lstStyle/>
        <a:p>
          <a:endParaRPr lang="en-US"/>
        </a:p>
      </dgm:t>
    </dgm:pt>
    <dgm:pt modelId="{370BE268-95C1-4A26-B33E-C3B42AFC7604}" type="pres">
      <dgm:prSet presAssocID="{A6CF5D19-C4BD-4447-9FDD-12D80FE8DF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CEAED24-AF77-4768-BBD8-5055B2096D5F}" type="pres">
      <dgm:prSet presAssocID="{C6F4265C-0188-45A0-B966-44D7358C391B}" presName="hierRoot1" presStyleCnt="0"/>
      <dgm:spPr/>
    </dgm:pt>
    <dgm:pt modelId="{9BBEC3B2-7C27-4571-8517-FA5B3A78E5F5}" type="pres">
      <dgm:prSet presAssocID="{C6F4265C-0188-45A0-B966-44D7358C391B}" presName="composite" presStyleCnt="0"/>
      <dgm:spPr/>
    </dgm:pt>
    <dgm:pt modelId="{331145FD-C221-4CF0-A749-EE238B56EC2E}" type="pres">
      <dgm:prSet presAssocID="{C6F4265C-0188-45A0-B966-44D7358C391B}" presName="background" presStyleLbl="node0" presStyleIdx="0" presStyleCnt="2"/>
      <dgm:spPr/>
    </dgm:pt>
    <dgm:pt modelId="{2113B956-0B80-4251-A7E8-2225347E55BC}" type="pres">
      <dgm:prSet presAssocID="{C6F4265C-0188-45A0-B966-44D7358C391B}" presName="text" presStyleLbl="fgAcc0" presStyleIdx="0" presStyleCnt="2">
        <dgm:presLayoutVars>
          <dgm:chPref val="3"/>
        </dgm:presLayoutVars>
      </dgm:prSet>
      <dgm:spPr/>
    </dgm:pt>
    <dgm:pt modelId="{031A8E55-1BD0-4DB0-92A5-28D9B0902738}" type="pres">
      <dgm:prSet presAssocID="{C6F4265C-0188-45A0-B966-44D7358C391B}" presName="hierChild2" presStyleCnt="0"/>
      <dgm:spPr/>
    </dgm:pt>
    <dgm:pt modelId="{D11141CC-878F-4BAD-ABA7-4C6A8D56C6B4}" type="pres">
      <dgm:prSet presAssocID="{78187B66-53AC-4AF0-B9C9-951B37608940}" presName="hierRoot1" presStyleCnt="0"/>
      <dgm:spPr/>
    </dgm:pt>
    <dgm:pt modelId="{C127710F-AA7C-4B48-8550-433A6C4BC034}" type="pres">
      <dgm:prSet presAssocID="{78187B66-53AC-4AF0-B9C9-951B37608940}" presName="composite" presStyleCnt="0"/>
      <dgm:spPr/>
    </dgm:pt>
    <dgm:pt modelId="{63023768-25E4-4363-99E9-54F70A3647D9}" type="pres">
      <dgm:prSet presAssocID="{78187B66-53AC-4AF0-B9C9-951B37608940}" presName="background" presStyleLbl="node0" presStyleIdx="1" presStyleCnt="2"/>
      <dgm:spPr/>
    </dgm:pt>
    <dgm:pt modelId="{E6A4BBA1-4E55-4985-AC36-B9744A2503BD}" type="pres">
      <dgm:prSet presAssocID="{78187B66-53AC-4AF0-B9C9-951B37608940}" presName="text" presStyleLbl="fgAcc0" presStyleIdx="1" presStyleCnt="2">
        <dgm:presLayoutVars>
          <dgm:chPref val="3"/>
        </dgm:presLayoutVars>
      </dgm:prSet>
      <dgm:spPr/>
    </dgm:pt>
    <dgm:pt modelId="{2DA2051B-0247-4926-BAAA-66CFAAA4F594}" type="pres">
      <dgm:prSet presAssocID="{78187B66-53AC-4AF0-B9C9-951B37608940}" presName="hierChild2" presStyleCnt="0"/>
      <dgm:spPr/>
    </dgm:pt>
  </dgm:ptLst>
  <dgm:cxnLst>
    <dgm:cxn modelId="{DC2D3C0F-99EB-418D-AB75-495EDD1815AB}" type="presOf" srcId="{A6CF5D19-C4BD-4447-9FDD-12D80FE8DF7B}" destId="{370BE268-95C1-4A26-B33E-C3B42AFC7604}" srcOrd="0" destOrd="0" presId="urn:microsoft.com/office/officeart/2005/8/layout/hierarchy1"/>
    <dgm:cxn modelId="{E10ED22C-980F-48FD-9824-CA8AE6C24A00}" srcId="{A6CF5D19-C4BD-4447-9FDD-12D80FE8DF7B}" destId="{78187B66-53AC-4AF0-B9C9-951B37608940}" srcOrd="1" destOrd="0" parTransId="{B01A6F7F-928C-4576-A807-2B04DD1C300C}" sibTransId="{004D2B8E-8336-4C49-968C-41287214768E}"/>
    <dgm:cxn modelId="{8F6C6356-8823-461E-8B1F-8FBB33082DDF}" srcId="{A6CF5D19-C4BD-4447-9FDD-12D80FE8DF7B}" destId="{C6F4265C-0188-45A0-B966-44D7358C391B}" srcOrd="0" destOrd="0" parTransId="{9AF132A0-9282-49AA-BC3F-56A549270BBD}" sibTransId="{61F48210-7B30-4AEA-B80A-28F22EBB21D8}"/>
    <dgm:cxn modelId="{78B503EA-EE4F-4C09-A5DE-F6AC4FD39525}" type="presOf" srcId="{78187B66-53AC-4AF0-B9C9-951B37608940}" destId="{E6A4BBA1-4E55-4985-AC36-B9744A2503BD}" srcOrd="0" destOrd="0" presId="urn:microsoft.com/office/officeart/2005/8/layout/hierarchy1"/>
    <dgm:cxn modelId="{EA704BFB-9D4E-4C8C-9EE0-3D7BD9556685}" type="presOf" srcId="{C6F4265C-0188-45A0-B966-44D7358C391B}" destId="{2113B956-0B80-4251-A7E8-2225347E55BC}" srcOrd="0" destOrd="0" presId="urn:microsoft.com/office/officeart/2005/8/layout/hierarchy1"/>
    <dgm:cxn modelId="{32C72A02-1A91-4FDB-9669-1ECC4003390B}" type="presParOf" srcId="{370BE268-95C1-4A26-B33E-C3B42AFC7604}" destId="{ACEAED24-AF77-4768-BBD8-5055B2096D5F}" srcOrd="0" destOrd="0" presId="urn:microsoft.com/office/officeart/2005/8/layout/hierarchy1"/>
    <dgm:cxn modelId="{E3049661-43FF-45B7-8C3C-9895DBF49811}" type="presParOf" srcId="{ACEAED24-AF77-4768-BBD8-5055B2096D5F}" destId="{9BBEC3B2-7C27-4571-8517-FA5B3A78E5F5}" srcOrd="0" destOrd="0" presId="urn:microsoft.com/office/officeart/2005/8/layout/hierarchy1"/>
    <dgm:cxn modelId="{3F93030B-D0F3-4C33-8255-F09E19D198D9}" type="presParOf" srcId="{9BBEC3B2-7C27-4571-8517-FA5B3A78E5F5}" destId="{331145FD-C221-4CF0-A749-EE238B56EC2E}" srcOrd="0" destOrd="0" presId="urn:microsoft.com/office/officeart/2005/8/layout/hierarchy1"/>
    <dgm:cxn modelId="{347B0419-6BDD-47CC-A2FE-7B35FF88D9D0}" type="presParOf" srcId="{9BBEC3B2-7C27-4571-8517-FA5B3A78E5F5}" destId="{2113B956-0B80-4251-A7E8-2225347E55BC}" srcOrd="1" destOrd="0" presId="urn:microsoft.com/office/officeart/2005/8/layout/hierarchy1"/>
    <dgm:cxn modelId="{92F5FA91-D4C4-4C86-8980-6EFD3B8FCCB2}" type="presParOf" srcId="{ACEAED24-AF77-4768-BBD8-5055B2096D5F}" destId="{031A8E55-1BD0-4DB0-92A5-28D9B0902738}" srcOrd="1" destOrd="0" presId="urn:microsoft.com/office/officeart/2005/8/layout/hierarchy1"/>
    <dgm:cxn modelId="{5C505DE8-7B4A-448B-BDDF-B6DE7E5B1D9D}" type="presParOf" srcId="{370BE268-95C1-4A26-B33E-C3B42AFC7604}" destId="{D11141CC-878F-4BAD-ABA7-4C6A8D56C6B4}" srcOrd="1" destOrd="0" presId="urn:microsoft.com/office/officeart/2005/8/layout/hierarchy1"/>
    <dgm:cxn modelId="{BA3F7634-D0A7-410D-98E7-CB6F66DD4EA0}" type="presParOf" srcId="{D11141CC-878F-4BAD-ABA7-4C6A8D56C6B4}" destId="{C127710F-AA7C-4B48-8550-433A6C4BC034}" srcOrd="0" destOrd="0" presId="urn:microsoft.com/office/officeart/2005/8/layout/hierarchy1"/>
    <dgm:cxn modelId="{F58016E2-2F90-4F03-A545-71B565D2C6C5}" type="presParOf" srcId="{C127710F-AA7C-4B48-8550-433A6C4BC034}" destId="{63023768-25E4-4363-99E9-54F70A3647D9}" srcOrd="0" destOrd="0" presId="urn:microsoft.com/office/officeart/2005/8/layout/hierarchy1"/>
    <dgm:cxn modelId="{954B17AC-4C10-47E8-994F-480A61CF04A3}" type="presParOf" srcId="{C127710F-AA7C-4B48-8550-433A6C4BC034}" destId="{E6A4BBA1-4E55-4985-AC36-B9744A2503BD}" srcOrd="1" destOrd="0" presId="urn:microsoft.com/office/officeart/2005/8/layout/hierarchy1"/>
    <dgm:cxn modelId="{9544AC1C-CFF0-4BC7-94D4-D089F53A3849}" type="presParOf" srcId="{D11141CC-878F-4BAD-ABA7-4C6A8D56C6B4}" destId="{2DA2051B-0247-4926-BAAA-66CFAAA4F5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5B5C4E-CB12-4451-8765-8A9DB74948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6F44D86-8A4F-42AE-A9AD-702E2705245C}">
      <dgm:prSet/>
      <dgm:spPr/>
      <dgm:t>
        <a:bodyPr/>
        <a:lstStyle/>
        <a:p>
          <a:r>
            <a:rPr lang="pl-PL"/>
            <a:t>TSP wspiera osiąganie wysokiego poziomu dojrzałości procesowej zgodnie z modelem CMMI.</a:t>
          </a:r>
          <a:endParaRPr lang="en-US"/>
        </a:p>
      </dgm:t>
    </dgm:pt>
    <dgm:pt modelId="{46F0B89C-890C-45B5-BABD-B2C96DB0F6C6}" type="parTrans" cxnId="{0867FFFB-CF5E-4DA5-9397-8A9A661411C2}">
      <dgm:prSet/>
      <dgm:spPr/>
      <dgm:t>
        <a:bodyPr/>
        <a:lstStyle/>
        <a:p>
          <a:endParaRPr lang="en-US"/>
        </a:p>
      </dgm:t>
    </dgm:pt>
    <dgm:pt modelId="{432EAF3B-F470-4DA9-A781-EB99AD0D9735}" type="sibTrans" cxnId="{0867FFFB-CF5E-4DA5-9397-8A9A661411C2}">
      <dgm:prSet/>
      <dgm:spPr/>
      <dgm:t>
        <a:bodyPr/>
        <a:lstStyle/>
        <a:p>
          <a:endParaRPr lang="en-US"/>
        </a:p>
      </dgm:t>
    </dgm:pt>
    <dgm:pt modelId="{55E884EC-5086-4CB7-BB2C-09AD800EAF8C}">
      <dgm:prSet/>
      <dgm:spPr/>
      <dgm:t>
        <a:bodyPr/>
        <a:lstStyle/>
        <a:p>
          <a:r>
            <a:rPr lang="pl-PL"/>
            <a:t>CMMI definiuje, jakie procesy powinny istnieć, a TSP pokazuje, jak je stosować w praktyce.</a:t>
          </a:r>
          <a:endParaRPr lang="en-US"/>
        </a:p>
      </dgm:t>
    </dgm:pt>
    <dgm:pt modelId="{E5007537-0F2E-4084-B90D-1E5283DBAAA1}" type="parTrans" cxnId="{4B1930A9-2D50-4ED6-AD1E-BA36C6717A23}">
      <dgm:prSet/>
      <dgm:spPr/>
      <dgm:t>
        <a:bodyPr/>
        <a:lstStyle/>
        <a:p>
          <a:endParaRPr lang="en-US"/>
        </a:p>
      </dgm:t>
    </dgm:pt>
    <dgm:pt modelId="{38B6D3E4-EBF2-411C-B7B3-D33E1126D033}" type="sibTrans" cxnId="{4B1930A9-2D50-4ED6-AD1E-BA36C6717A23}">
      <dgm:prSet/>
      <dgm:spPr/>
      <dgm:t>
        <a:bodyPr/>
        <a:lstStyle/>
        <a:p>
          <a:endParaRPr lang="en-US"/>
        </a:p>
      </dgm:t>
    </dgm:pt>
    <dgm:pt modelId="{DEEAAFDF-C4CF-4DAB-94F8-FE2801F656EB}" type="pres">
      <dgm:prSet presAssocID="{655B5C4E-CB12-4451-8765-8A9DB74948D6}" presName="root" presStyleCnt="0">
        <dgm:presLayoutVars>
          <dgm:dir/>
          <dgm:resizeHandles val="exact"/>
        </dgm:presLayoutVars>
      </dgm:prSet>
      <dgm:spPr/>
    </dgm:pt>
    <dgm:pt modelId="{7BDF99B6-15E4-4640-BE68-FD857FA22166}" type="pres">
      <dgm:prSet presAssocID="{16F44D86-8A4F-42AE-A9AD-702E2705245C}" presName="compNode" presStyleCnt="0"/>
      <dgm:spPr/>
    </dgm:pt>
    <dgm:pt modelId="{4FACE244-AB02-48BA-9A94-0B09CEF74704}" type="pres">
      <dgm:prSet presAssocID="{16F44D86-8A4F-42AE-A9AD-702E2705245C}" presName="bgRect" presStyleLbl="bgShp" presStyleIdx="0" presStyleCnt="2"/>
      <dgm:spPr/>
    </dgm:pt>
    <dgm:pt modelId="{AAE47CAF-0049-4DAA-9639-F680206D8111}" type="pres">
      <dgm:prSet presAssocID="{16F44D86-8A4F-42AE-A9AD-702E2705245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6FD60982-0A97-46BA-9DF9-EB6AB2CEC3DA}" type="pres">
      <dgm:prSet presAssocID="{16F44D86-8A4F-42AE-A9AD-702E2705245C}" presName="spaceRect" presStyleCnt="0"/>
      <dgm:spPr/>
    </dgm:pt>
    <dgm:pt modelId="{B00F59B3-47E6-4405-9623-B4CC616E0002}" type="pres">
      <dgm:prSet presAssocID="{16F44D86-8A4F-42AE-A9AD-702E2705245C}" presName="parTx" presStyleLbl="revTx" presStyleIdx="0" presStyleCnt="2">
        <dgm:presLayoutVars>
          <dgm:chMax val="0"/>
          <dgm:chPref val="0"/>
        </dgm:presLayoutVars>
      </dgm:prSet>
      <dgm:spPr/>
    </dgm:pt>
    <dgm:pt modelId="{8B2FA2C7-D697-4011-9022-4BD78AC0BFF8}" type="pres">
      <dgm:prSet presAssocID="{432EAF3B-F470-4DA9-A781-EB99AD0D9735}" presName="sibTrans" presStyleCnt="0"/>
      <dgm:spPr/>
    </dgm:pt>
    <dgm:pt modelId="{B20CB274-740B-41DB-BC5E-1E6604138A3F}" type="pres">
      <dgm:prSet presAssocID="{55E884EC-5086-4CB7-BB2C-09AD800EAF8C}" presName="compNode" presStyleCnt="0"/>
      <dgm:spPr/>
    </dgm:pt>
    <dgm:pt modelId="{7721B7F7-76AD-4C35-9B10-312A15CD224A}" type="pres">
      <dgm:prSet presAssocID="{55E884EC-5086-4CB7-BB2C-09AD800EAF8C}" presName="bgRect" presStyleLbl="bgShp" presStyleIdx="1" presStyleCnt="2"/>
      <dgm:spPr/>
    </dgm:pt>
    <dgm:pt modelId="{14DD50E8-DC73-4612-88CB-DB789337CCA1}" type="pres">
      <dgm:prSet presAssocID="{55E884EC-5086-4CB7-BB2C-09AD800EAF8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6443649B-2388-4F86-A70B-AE91083EE615}" type="pres">
      <dgm:prSet presAssocID="{55E884EC-5086-4CB7-BB2C-09AD800EAF8C}" presName="spaceRect" presStyleCnt="0"/>
      <dgm:spPr/>
    </dgm:pt>
    <dgm:pt modelId="{386BDE66-1A1D-442F-AE46-1482F2938993}" type="pres">
      <dgm:prSet presAssocID="{55E884EC-5086-4CB7-BB2C-09AD800EAF8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B1AFD99-3559-4233-AD2D-BD3A883DE102}" type="presOf" srcId="{16F44D86-8A4F-42AE-A9AD-702E2705245C}" destId="{B00F59B3-47E6-4405-9623-B4CC616E0002}" srcOrd="0" destOrd="0" presId="urn:microsoft.com/office/officeart/2018/2/layout/IconVerticalSolidList"/>
    <dgm:cxn modelId="{4B1930A9-2D50-4ED6-AD1E-BA36C6717A23}" srcId="{655B5C4E-CB12-4451-8765-8A9DB74948D6}" destId="{55E884EC-5086-4CB7-BB2C-09AD800EAF8C}" srcOrd="1" destOrd="0" parTransId="{E5007537-0F2E-4084-B90D-1E5283DBAAA1}" sibTransId="{38B6D3E4-EBF2-411C-B7B3-D33E1126D033}"/>
    <dgm:cxn modelId="{44E56AE2-5777-4C1E-8B53-C4E0BC302B5F}" type="presOf" srcId="{655B5C4E-CB12-4451-8765-8A9DB74948D6}" destId="{DEEAAFDF-C4CF-4DAB-94F8-FE2801F656EB}" srcOrd="0" destOrd="0" presId="urn:microsoft.com/office/officeart/2018/2/layout/IconVerticalSolidList"/>
    <dgm:cxn modelId="{EF496BE4-998A-482D-BBE1-7E41F2F9CC11}" type="presOf" srcId="{55E884EC-5086-4CB7-BB2C-09AD800EAF8C}" destId="{386BDE66-1A1D-442F-AE46-1482F2938993}" srcOrd="0" destOrd="0" presId="urn:microsoft.com/office/officeart/2018/2/layout/IconVerticalSolidList"/>
    <dgm:cxn modelId="{0867FFFB-CF5E-4DA5-9397-8A9A661411C2}" srcId="{655B5C4E-CB12-4451-8765-8A9DB74948D6}" destId="{16F44D86-8A4F-42AE-A9AD-702E2705245C}" srcOrd="0" destOrd="0" parTransId="{46F0B89C-890C-45B5-BABD-B2C96DB0F6C6}" sibTransId="{432EAF3B-F470-4DA9-A781-EB99AD0D9735}"/>
    <dgm:cxn modelId="{AD49936D-911B-4349-A74F-711D798A6F0E}" type="presParOf" srcId="{DEEAAFDF-C4CF-4DAB-94F8-FE2801F656EB}" destId="{7BDF99B6-15E4-4640-BE68-FD857FA22166}" srcOrd="0" destOrd="0" presId="urn:microsoft.com/office/officeart/2018/2/layout/IconVerticalSolidList"/>
    <dgm:cxn modelId="{AA966CA7-533E-4072-AC94-0062686854BF}" type="presParOf" srcId="{7BDF99B6-15E4-4640-BE68-FD857FA22166}" destId="{4FACE244-AB02-48BA-9A94-0B09CEF74704}" srcOrd="0" destOrd="0" presId="urn:microsoft.com/office/officeart/2018/2/layout/IconVerticalSolidList"/>
    <dgm:cxn modelId="{FB53D221-6DA2-4A20-B4EF-536D6B0F77A5}" type="presParOf" srcId="{7BDF99B6-15E4-4640-BE68-FD857FA22166}" destId="{AAE47CAF-0049-4DAA-9639-F680206D8111}" srcOrd="1" destOrd="0" presId="urn:microsoft.com/office/officeart/2018/2/layout/IconVerticalSolidList"/>
    <dgm:cxn modelId="{8795A70A-78A0-463C-937A-29326645FC6A}" type="presParOf" srcId="{7BDF99B6-15E4-4640-BE68-FD857FA22166}" destId="{6FD60982-0A97-46BA-9DF9-EB6AB2CEC3DA}" srcOrd="2" destOrd="0" presId="urn:microsoft.com/office/officeart/2018/2/layout/IconVerticalSolidList"/>
    <dgm:cxn modelId="{C189EF35-8239-4E4F-A900-13E4D8E966BF}" type="presParOf" srcId="{7BDF99B6-15E4-4640-BE68-FD857FA22166}" destId="{B00F59B3-47E6-4405-9623-B4CC616E0002}" srcOrd="3" destOrd="0" presId="urn:microsoft.com/office/officeart/2018/2/layout/IconVerticalSolidList"/>
    <dgm:cxn modelId="{0721A07F-1412-4B9B-8A08-A1F5B73FFB48}" type="presParOf" srcId="{DEEAAFDF-C4CF-4DAB-94F8-FE2801F656EB}" destId="{8B2FA2C7-D697-4011-9022-4BD78AC0BFF8}" srcOrd="1" destOrd="0" presId="urn:microsoft.com/office/officeart/2018/2/layout/IconVerticalSolidList"/>
    <dgm:cxn modelId="{0D75EDC8-8BE4-45D7-88F3-C8043029B4A7}" type="presParOf" srcId="{DEEAAFDF-C4CF-4DAB-94F8-FE2801F656EB}" destId="{B20CB274-740B-41DB-BC5E-1E6604138A3F}" srcOrd="2" destOrd="0" presId="urn:microsoft.com/office/officeart/2018/2/layout/IconVerticalSolidList"/>
    <dgm:cxn modelId="{5EEEF5B5-54AC-4B93-AFCD-492442E4ED46}" type="presParOf" srcId="{B20CB274-740B-41DB-BC5E-1E6604138A3F}" destId="{7721B7F7-76AD-4C35-9B10-312A15CD224A}" srcOrd="0" destOrd="0" presId="urn:microsoft.com/office/officeart/2018/2/layout/IconVerticalSolidList"/>
    <dgm:cxn modelId="{C8D1C680-5BE9-4F15-A3B8-77EF6C4355FE}" type="presParOf" srcId="{B20CB274-740B-41DB-BC5E-1E6604138A3F}" destId="{14DD50E8-DC73-4612-88CB-DB789337CCA1}" srcOrd="1" destOrd="0" presId="urn:microsoft.com/office/officeart/2018/2/layout/IconVerticalSolidList"/>
    <dgm:cxn modelId="{B5C0D2B7-1694-4AD5-994A-9A40EDD3B60F}" type="presParOf" srcId="{B20CB274-740B-41DB-BC5E-1E6604138A3F}" destId="{6443649B-2388-4F86-A70B-AE91083EE615}" srcOrd="2" destOrd="0" presId="urn:microsoft.com/office/officeart/2018/2/layout/IconVerticalSolidList"/>
    <dgm:cxn modelId="{4BE277F2-0E87-4A5B-A688-CFFB6122ADDB}" type="presParOf" srcId="{B20CB274-740B-41DB-BC5E-1E6604138A3F}" destId="{386BDE66-1A1D-442F-AE46-1482F29389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157B56-98C4-49CF-AAEA-EBDA2B1705C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985B38-B47F-4BFD-A837-C13F40EC50C0}">
      <dgm:prSet/>
      <dgm:spPr/>
      <dgm:t>
        <a:bodyPr/>
        <a:lstStyle/>
        <a:p>
          <a:r>
            <a:rPr lang="pl-PL"/>
            <a:t>Zespół planuje pracę wspólnie, dzieląc projekt na zadania, estymując czas i określając odpowiedzialności.</a:t>
          </a:r>
          <a:endParaRPr lang="en-US"/>
        </a:p>
      </dgm:t>
    </dgm:pt>
    <dgm:pt modelId="{C82FDCE9-BD83-4F90-8FF8-0AAD79AD24B1}" type="parTrans" cxnId="{14CC8A6E-7AF0-40BF-A67E-4F5D43E9434D}">
      <dgm:prSet/>
      <dgm:spPr/>
      <dgm:t>
        <a:bodyPr/>
        <a:lstStyle/>
        <a:p>
          <a:endParaRPr lang="en-US"/>
        </a:p>
      </dgm:t>
    </dgm:pt>
    <dgm:pt modelId="{0DFABB29-4757-4523-B1E0-144A7923575C}" type="sibTrans" cxnId="{14CC8A6E-7AF0-40BF-A67E-4F5D43E9434D}">
      <dgm:prSet/>
      <dgm:spPr/>
      <dgm:t>
        <a:bodyPr/>
        <a:lstStyle/>
        <a:p>
          <a:endParaRPr lang="en-US"/>
        </a:p>
      </dgm:t>
    </dgm:pt>
    <dgm:pt modelId="{81B92212-C4A1-4154-AD5B-5A798D7B9DBA}">
      <dgm:prSet/>
      <dgm:spPr/>
      <dgm:t>
        <a:bodyPr/>
        <a:lstStyle/>
        <a:p>
          <a:r>
            <a:rPr lang="pl-PL"/>
            <a:t>Plan opiera się na danych historyczny</a:t>
          </a:r>
          <a:endParaRPr lang="en-US"/>
        </a:p>
      </dgm:t>
    </dgm:pt>
    <dgm:pt modelId="{57C3CA6D-AEC9-4341-ABCE-87B42C256B7B}" type="parTrans" cxnId="{8C079667-5A14-4C38-BCC1-703581BDC282}">
      <dgm:prSet/>
      <dgm:spPr/>
      <dgm:t>
        <a:bodyPr/>
        <a:lstStyle/>
        <a:p>
          <a:endParaRPr lang="en-US"/>
        </a:p>
      </dgm:t>
    </dgm:pt>
    <dgm:pt modelId="{D87502B0-7A56-4ED8-90E2-2CD231FCE66F}" type="sibTrans" cxnId="{8C079667-5A14-4C38-BCC1-703581BDC282}">
      <dgm:prSet/>
      <dgm:spPr/>
      <dgm:t>
        <a:bodyPr/>
        <a:lstStyle/>
        <a:p>
          <a:endParaRPr lang="en-US"/>
        </a:p>
      </dgm:t>
    </dgm:pt>
    <dgm:pt modelId="{11E41801-46B6-4B36-9949-870D8ACEA59F}">
      <dgm:prSet/>
      <dgm:spPr/>
      <dgm:t>
        <a:bodyPr/>
        <a:lstStyle/>
        <a:p>
          <a:r>
            <a:rPr lang="pl-PL"/>
            <a:t>Planowanie w TSP nie jest narzucone z góry. Zespół sam decyduje, ile pracy jest w stanie wykonać.ch i uwzględnia ryzyko.</a:t>
          </a:r>
          <a:endParaRPr lang="en-US"/>
        </a:p>
      </dgm:t>
    </dgm:pt>
    <dgm:pt modelId="{2C4B8B8D-F571-4221-AC13-57203936873F}" type="parTrans" cxnId="{43E4A236-53C2-4028-84AD-2F98F925175D}">
      <dgm:prSet/>
      <dgm:spPr/>
      <dgm:t>
        <a:bodyPr/>
        <a:lstStyle/>
        <a:p>
          <a:endParaRPr lang="en-US"/>
        </a:p>
      </dgm:t>
    </dgm:pt>
    <dgm:pt modelId="{16521D01-14ED-4AB3-8E50-170F2F346813}" type="sibTrans" cxnId="{43E4A236-53C2-4028-84AD-2F98F925175D}">
      <dgm:prSet/>
      <dgm:spPr/>
      <dgm:t>
        <a:bodyPr/>
        <a:lstStyle/>
        <a:p>
          <a:endParaRPr lang="en-US"/>
        </a:p>
      </dgm:t>
    </dgm:pt>
    <dgm:pt modelId="{FA744CEB-014F-46D5-9EBF-203E12DFBA8C}" type="pres">
      <dgm:prSet presAssocID="{A8157B56-98C4-49CF-AAEA-EBDA2B1705C8}" presName="linear" presStyleCnt="0">
        <dgm:presLayoutVars>
          <dgm:animLvl val="lvl"/>
          <dgm:resizeHandles val="exact"/>
        </dgm:presLayoutVars>
      </dgm:prSet>
      <dgm:spPr/>
    </dgm:pt>
    <dgm:pt modelId="{37E35519-8B25-41C1-AF35-F5E3EE698449}" type="pres">
      <dgm:prSet presAssocID="{A2985B38-B47F-4BFD-A837-C13F40EC50C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85BE6A-AAD6-4825-A617-150169F3888D}" type="pres">
      <dgm:prSet presAssocID="{0DFABB29-4757-4523-B1E0-144A7923575C}" presName="spacer" presStyleCnt="0"/>
      <dgm:spPr/>
    </dgm:pt>
    <dgm:pt modelId="{A75E857E-1F77-4AC0-82D3-695B05260776}" type="pres">
      <dgm:prSet presAssocID="{81B92212-C4A1-4154-AD5B-5A798D7B9DB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AAE8D4-28AB-4123-8660-60B98F1671FA}" type="pres">
      <dgm:prSet presAssocID="{D87502B0-7A56-4ED8-90E2-2CD231FCE66F}" presName="spacer" presStyleCnt="0"/>
      <dgm:spPr/>
    </dgm:pt>
    <dgm:pt modelId="{7E2E6A79-FF08-4E30-80B2-6CBD167BC058}" type="pres">
      <dgm:prSet presAssocID="{11E41801-46B6-4B36-9949-870D8ACEA5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ED94934-FB39-4AFD-B85C-067DF53B1FC9}" type="presOf" srcId="{A2985B38-B47F-4BFD-A837-C13F40EC50C0}" destId="{37E35519-8B25-41C1-AF35-F5E3EE698449}" srcOrd="0" destOrd="0" presId="urn:microsoft.com/office/officeart/2005/8/layout/vList2"/>
    <dgm:cxn modelId="{43E4A236-53C2-4028-84AD-2F98F925175D}" srcId="{A8157B56-98C4-49CF-AAEA-EBDA2B1705C8}" destId="{11E41801-46B6-4B36-9949-870D8ACEA59F}" srcOrd="2" destOrd="0" parTransId="{2C4B8B8D-F571-4221-AC13-57203936873F}" sibTransId="{16521D01-14ED-4AB3-8E50-170F2F346813}"/>
    <dgm:cxn modelId="{8C079667-5A14-4C38-BCC1-703581BDC282}" srcId="{A8157B56-98C4-49CF-AAEA-EBDA2B1705C8}" destId="{81B92212-C4A1-4154-AD5B-5A798D7B9DBA}" srcOrd="1" destOrd="0" parTransId="{57C3CA6D-AEC9-4341-ABCE-87B42C256B7B}" sibTransId="{D87502B0-7A56-4ED8-90E2-2CD231FCE66F}"/>
    <dgm:cxn modelId="{14CC8A6E-7AF0-40BF-A67E-4F5D43E9434D}" srcId="{A8157B56-98C4-49CF-AAEA-EBDA2B1705C8}" destId="{A2985B38-B47F-4BFD-A837-C13F40EC50C0}" srcOrd="0" destOrd="0" parTransId="{C82FDCE9-BD83-4F90-8FF8-0AAD79AD24B1}" sibTransId="{0DFABB29-4757-4523-B1E0-144A7923575C}"/>
    <dgm:cxn modelId="{775170C2-4F8A-4F6F-967F-15CAE4F75DFD}" type="presOf" srcId="{A8157B56-98C4-49CF-AAEA-EBDA2B1705C8}" destId="{FA744CEB-014F-46D5-9EBF-203E12DFBA8C}" srcOrd="0" destOrd="0" presId="urn:microsoft.com/office/officeart/2005/8/layout/vList2"/>
    <dgm:cxn modelId="{0898DAE0-80CB-411A-AB59-78BA0ECEDAE6}" type="presOf" srcId="{81B92212-C4A1-4154-AD5B-5A798D7B9DBA}" destId="{A75E857E-1F77-4AC0-82D3-695B05260776}" srcOrd="0" destOrd="0" presId="urn:microsoft.com/office/officeart/2005/8/layout/vList2"/>
    <dgm:cxn modelId="{FFA2ACF1-8DBB-46BA-B7D6-7C48B1C76441}" type="presOf" srcId="{11E41801-46B6-4B36-9949-870D8ACEA59F}" destId="{7E2E6A79-FF08-4E30-80B2-6CBD167BC058}" srcOrd="0" destOrd="0" presId="urn:microsoft.com/office/officeart/2005/8/layout/vList2"/>
    <dgm:cxn modelId="{2981C82F-CD9C-4C71-AECF-8D742F0E2BE2}" type="presParOf" srcId="{FA744CEB-014F-46D5-9EBF-203E12DFBA8C}" destId="{37E35519-8B25-41C1-AF35-F5E3EE698449}" srcOrd="0" destOrd="0" presId="urn:microsoft.com/office/officeart/2005/8/layout/vList2"/>
    <dgm:cxn modelId="{EC8E2E5A-2E5C-40DF-9480-168E9803326B}" type="presParOf" srcId="{FA744CEB-014F-46D5-9EBF-203E12DFBA8C}" destId="{3285BE6A-AAD6-4825-A617-150169F3888D}" srcOrd="1" destOrd="0" presId="urn:microsoft.com/office/officeart/2005/8/layout/vList2"/>
    <dgm:cxn modelId="{252EBA1F-3C2A-42B3-ADCE-8233B813EBD3}" type="presParOf" srcId="{FA744CEB-014F-46D5-9EBF-203E12DFBA8C}" destId="{A75E857E-1F77-4AC0-82D3-695B05260776}" srcOrd="2" destOrd="0" presId="urn:microsoft.com/office/officeart/2005/8/layout/vList2"/>
    <dgm:cxn modelId="{84BD2629-D69E-462A-BC29-04B86B90FDB7}" type="presParOf" srcId="{FA744CEB-014F-46D5-9EBF-203E12DFBA8C}" destId="{5DAAE8D4-28AB-4123-8660-60B98F1671FA}" srcOrd="3" destOrd="0" presId="urn:microsoft.com/office/officeart/2005/8/layout/vList2"/>
    <dgm:cxn modelId="{DF189C9F-24BC-4D03-A4AB-DD1ED34FC2AF}" type="presParOf" srcId="{FA744CEB-014F-46D5-9EBF-203E12DFBA8C}" destId="{7E2E6A79-FF08-4E30-80B2-6CBD167BC05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96BB0D-85C5-4F7C-B69D-BF7815A1FBB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D02DE7-A347-464A-9283-C15A246E25C4}">
      <dgm:prSet/>
      <dgm:spPr/>
      <dgm:t>
        <a:bodyPr/>
        <a:lstStyle/>
        <a:p>
          <a:r>
            <a:rPr lang="pl-PL"/>
            <a:t>Jakość pracy zespołu monitoruje się poprzez analizę danych takich jak liczba błędów, czas pracy, postęp projektu oraz zgodność z planem.</a:t>
          </a:r>
          <a:endParaRPr lang="en-US"/>
        </a:p>
      </dgm:t>
    </dgm:pt>
    <dgm:pt modelId="{BBD1C836-CBCB-40B5-9E7B-4E9F6C4C2157}" type="parTrans" cxnId="{923372DE-F88C-469D-96C2-4AD613F439F7}">
      <dgm:prSet/>
      <dgm:spPr/>
      <dgm:t>
        <a:bodyPr/>
        <a:lstStyle/>
        <a:p>
          <a:endParaRPr lang="en-US"/>
        </a:p>
      </dgm:t>
    </dgm:pt>
    <dgm:pt modelId="{E916EE06-4F51-4CAB-9490-DFBC975CAF57}" type="sibTrans" cxnId="{923372DE-F88C-469D-96C2-4AD613F439F7}">
      <dgm:prSet/>
      <dgm:spPr/>
      <dgm:t>
        <a:bodyPr/>
        <a:lstStyle/>
        <a:p>
          <a:endParaRPr lang="en-US"/>
        </a:p>
      </dgm:t>
    </dgm:pt>
    <dgm:pt modelId="{0807CF89-425B-4BFF-8B53-2B863A591459}">
      <dgm:prSet/>
      <dgm:spPr/>
      <dgm:t>
        <a:bodyPr/>
        <a:lstStyle/>
        <a:p>
          <a:r>
            <a:rPr lang="pl-PL"/>
            <a:t>Regularne przeglądy pozwalają szybko reagować na problemy.</a:t>
          </a:r>
          <a:endParaRPr lang="en-US"/>
        </a:p>
      </dgm:t>
    </dgm:pt>
    <dgm:pt modelId="{4741EC1A-B450-4D1C-B5FB-5AD797ECD20E}" type="parTrans" cxnId="{96348ECF-9E2F-4967-BAC4-6E100AC37DBE}">
      <dgm:prSet/>
      <dgm:spPr/>
      <dgm:t>
        <a:bodyPr/>
        <a:lstStyle/>
        <a:p>
          <a:endParaRPr lang="en-US"/>
        </a:p>
      </dgm:t>
    </dgm:pt>
    <dgm:pt modelId="{8E0FCC6B-B2FE-4E4A-BDEC-D5A5FDC8288E}" type="sibTrans" cxnId="{96348ECF-9E2F-4967-BAC4-6E100AC37DBE}">
      <dgm:prSet/>
      <dgm:spPr/>
      <dgm:t>
        <a:bodyPr/>
        <a:lstStyle/>
        <a:p>
          <a:endParaRPr lang="en-US"/>
        </a:p>
      </dgm:t>
    </dgm:pt>
    <dgm:pt modelId="{44670C5E-02B8-4BB8-B473-A818BCA61782}" type="pres">
      <dgm:prSet presAssocID="{F196BB0D-85C5-4F7C-B69D-BF7815A1FBB0}" presName="root" presStyleCnt="0">
        <dgm:presLayoutVars>
          <dgm:dir/>
          <dgm:resizeHandles val="exact"/>
        </dgm:presLayoutVars>
      </dgm:prSet>
      <dgm:spPr/>
    </dgm:pt>
    <dgm:pt modelId="{C6A7D126-A77F-4C5F-A5E0-23CD115EBF6B}" type="pres">
      <dgm:prSet presAssocID="{90D02DE7-A347-464A-9283-C15A246E25C4}" presName="compNode" presStyleCnt="0"/>
      <dgm:spPr/>
    </dgm:pt>
    <dgm:pt modelId="{8C5DB566-7621-4AFA-B9F8-EA71411FF9A3}" type="pres">
      <dgm:prSet presAssocID="{90D02DE7-A347-464A-9283-C15A246E25C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B03D4544-3F1D-4E10-8BD1-4704B0460058}" type="pres">
      <dgm:prSet presAssocID="{90D02DE7-A347-464A-9283-C15A246E25C4}" presName="spaceRect" presStyleCnt="0"/>
      <dgm:spPr/>
    </dgm:pt>
    <dgm:pt modelId="{E4C8FC77-D44B-423D-AB84-6F47ECDDBC90}" type="pres">
      <dgm:prSet presAssocID="{90D02DE7-A347-464A-9283-C15A246E25C4}" presName="textRect" presStyleLbl="revTx" presStyleIdx="0" presStyleCnt="2">
        <dgm:presLayoutVars>
          <dgm:chMax val="1"/>
          <dgm:chPref val="1"/>
        </dgm:presLayoutVars>
      </dgm:prSet>
      <dgm:spPr/>
    </dgm:pt>
    <dgm:pt modelId="{AF7F8F91-91DE-4BC9-B392-9385E547C650}" type="pres">
      <dgm:prSet presAssocID="{E916EE06-4F51-4CAB-9490-DFBC975CAF57}" presName="sibTrans" presStyleCnt="0"/>
      <dgm:spPr/>
    </dgm:pt>
    <dgm:pt modelId="{77F8B752-5C27-462E-B132-2BD167CC6F87}" type="pres">
      <dgm:prSet presAssocID="{0807CF89-425B-4BFF-8B53-2B863A591459}" presName="compNode" presStyleCnt="0"/>
      <dgm:spPr/>
    </dgm:pt>
    <dgm:pt modelId="{26A890D2-C3CE-4E79-86B2-9E9485CB2865}" type="pres">
      <dgm:prSet presAssocID="{0807CF89-425B-4BFF-8B53-2B863A59145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54AF4D5-2E10-4A78-B41B-224D24643E93}" type="pres">
      <dgm:prSet presAssocID="{0807CF89-425B-4BFF-8B53-2B863A591459}" presName="spaceRect" presStyleCnt="0"/>
      <dgm:spPr/>
    </dgm:pt>
    <dgm:pt modelId="{8468F0EA-B2FE-4892-80F1-211D85E41BFA}" type="pres">
      <dgm:prSet presAssocID="{0807CF89-425B-4BFF-8B53-2B863A59145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988610A-8A36-45A4-87A5-54241D52B2E8}" type="presOf" srcId="{F196BB0D-85C5-4F7C-B69D-BF7815A1FBB0}" destId="{44670C5E-02B8-4BB8-B473-A818BCA61782}" srcOrd="0" destOrd="0" presId="urn:microsoft.com/office/officeart/2018/2/layout/IconLabelList"/>
    <dgm:cxn modelId="{7A94E724-2FED-4290-9543-6BB4098FF614}" type="presOf" srcId="{0807CF89-425B-4BFF-8B53-2B863A591459}" destId="{8468F0EA-B2FE-4892-80F1-211D85E41BFA}" srcOrd="0" destOrd="0" presId="urn:microsoft.com/office/officeart/2018/2/layout/IconLabelList"/>
    <dgm:cxn modelId="{CA172A8E-22EA-4031-85C7-09F16C6DD4A2}" type="presOf" srcId="{90D02DE7-A347-464A-9283-C15A246E25C4}" destId="{E4C8FC77-D44B-423D-AB84-6F47ECDDBC90}" srcOrd="0" destOrd="0" presId="urn:microsoft.com/office/officeart/2018/2/layout/IconLabelList"/>
    <dgm:cxn modelId="{96348ECF-9E2F-4967-BAC4-6E100AC37DBE}" srcId="{F196BB0D-85C5-4F7C-B69D-BF7815A1FBB0}" destId="{0807CF89-425B-4BFF-8B53-2B863A591459}" srcOrd="1" destOrd="0" parTransId="{4741EC1A-B450-4D1C-B5FB-5AD797ECD20E}" sibTransId="{8E0FCC6B-B2FE-4E4A-BDEC-D5A5FDC8288E}"/>
    <dgm:cxn modelId="{923372DE-F88C-469D-96C2-4AD613F439F7}" srcId="{F196BB0D-85C5-4F7C-B69D-BF7815A1FBB0}" destId="{90D02DE7-A347-464A-9283-C15A246E25C4}" srcOrd="0" destOrd="0" parTransId="{BBD1C836-CBCB-40B5-9E7B-4E9F6C4C2157}" sibTransId="{E916EE06-4F51-4CAB-9490-DFBC975CAF57}"/>
    <dgm:cxn modelId="{7A6329AB-B70C-43CC-886E-D1E1E697FED3}" type="presParOf" srcId="{44670C5E-02B8-4BB8-B473-A818BCA61782}" destId="{C6A7D126-A77F-4C5F-A5E0-23CD115EBF6B}" srcOrd="0" destOrd="0" presId="urn:microsoft.com/office/officeart/2018/2/layout/IconLabelList"/>
    <dgm:cxn modelId="{0CFEF942-D1E9-4712-95D9-A99EDA9B6714}" type="presParOf" srcId="{C6A7D126-A77F-4C5F-A5E0-23CD115EBF6B}" destId="{8C5DB566-7621-4AFA-B9F8-EA71411FF9A3}" srcOrd="0" destOrd="0" presId="urn:microsoft.com/office/officeart/2018/2/layout/IconLabelList"/>
    <dgm:cxn modelId="{2FB55C1E-1223-431A-B9A9-56E41FDFDF64}" type="presParOf" srcId="{C6A7D126-A77F-4C5F-A5E0-23CD115EBF6B}" destId="{B03D4544-3F1D-4E10-8BD1-4704B0460058}" srcOrd="1" destOrd="0" presId="urn:microsoft.com/office/officeart/2018/2/layout/IconLabelList"/>
    <dgm:cxn modelId="{CE05A83A-63E3-4303-97E9-7BE699EC98F4}" type="presParOf" srcId="{C6A7D126-A77F-4C5F-A5E0-23CD115EBF6B}" destId="{E4C8FC77-D44B-423D-AB84-6F47ECDDBC90}" srcOrd="2" destOrd="0" presId="urn:microsoft.com/office/officeart/2018/2/layout/IconLabelList"/>
    <dgm:cxn modelId="{33C3CC35-EE6E-4D1E-9AC8-FC4472E170FB}" type="presParOf" srcId="{44670C5E-02B8-4BB8-B473-A818BCA61782}" destId="{AF7F8F91-91DE-4BC9-B392-9385E547C650}" srcOrd="1" destOrd="0" presId="urn:microsoft.com/office/officeart/2018/2/layout/IconLabelList"/>
    <dgm:cxn modelId="{7F288C92-769E-4617-B76E-76914DA8B4D3}" type="presParOf" srcId="{44670C5E-02B8-4BB8-B473-A818BCA61782}" destId="{77F8B752-5C27-462E-B132-2BD167CC6F87}" srcOrd="2" destOrd="0" presId="urn:microsoft.com/office/officeart/2018/2/layout/IconLabelList"/>
    <dgm:cxn modelId="{5409FBC0-758F-4442-902B-5C068F2B8A62}" type="presParOf" srcId="{77F8B752-5C27-462E-B132-2BD167CC6F87}" destId="{26A890D2-C3CE-4E79-86B2-9E9485CB2865}" srcOrd="0" destOrd="0" presId="urn:microsoft.com/office/officeart/2018/2/layout/IconLabelList"/>
    <dgm:cxn modelId="{410CD80F-D675-4251-81F4-CE018AEB965F}" type="presParOf" srcId="{77F8B752-5C27-462E-B132-2BD167CC6F87}" destId="{254AF4D5-2E10-4A78-B41B-224D24643E93}" srcOrd="1" destOrd="0" presId="urn:microsoft.com/office/officeart/2018/2/layout/IconLabelList"/>
    <dgm:cxn modelId="{57E7785C-C275-4BF2-A3F3-39A7A5C4AAC4}" type="presParOf" srcId="{77F8B752-5C27-462E-B132-2BD167CC6F87}" destId="{8468F0EA-B2FE-4892-80F1-211D85E41B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5A43875-2DF6-45CA-9817-49EE9CC0074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E689C4D-EE54-4FFB-912A-250DFDD74FA0}">
      <dgm:prSet/>
      <dgm:spPr/>
      <dgm:t>
        <a:bodyPr/>
        <a:lstStyle/>
        <a:p>
          <a:r>
            <a:rPr lang="pl-PL"/>
            <a:t>Zarządzanie defektami w TSP polega na systematycznym ich rejestrowaniu, analizowaniu oraz eliminowaniu przyczyn, a nie tylko skutków.</a:t>
          </a:r>
          <a:endParaRPr lang="en-US"/>
        </a:p>
      </dgm:t>
    </dgm:pt>
    <dgm:pt modelId="{398834B5-AEBF-4D5E-9797-DE0602444748}" type="parTrans" cxnId="{C4C743FC-EADE-4629-B90D-B24268AA610A}">
      <dgm:prSet/>
      <dgm:spPr/>
      <dgm:t>
        <a:bodyPr/>
        <a:lstStyle/>
        <a:p>
          <a:endParaRPr lang="en-US"/>
        </a:p>
      </dgm:t>
    </dgm:pt>
    <dgm:pt modelId="{8C5DB335-CF25-4055-AABF-212D5F77580F}" type="sibTrans" cxnId="{C4C743FC-EADE-4629-B90D-B24268AA610A}">
      <dgm:prSet/>
      <dgm:spPr/>
      <dgm:t>
        <a:bodyPr/>
        <a:lstStyle/>
        <a:p>
          <a:endParaRPr lang="en-US"/>
        </a:p>
      </dgm:t>
    </dgm:pt>
    <dgm:pt modelId="{4B5796F2-AD92-4191-B251-B2537D9E976A}">
      <dgm:prSet/>
      <dgm:spPr/>
      <dgm:t>
        <a:bodyPr/>
        <a:lstStyle/>
        <a:p>
          <a:r>
            <a:rPr lang="pl-PL"/>
            <a:t>Zespół traktuje błędy jako źródło wiedzy, a nie powód do szukania winnych.</a:t>
          </a:r>
          <a:endParaRPr lang="en-US"/>
        </a:p>
      </dgm:t>
    </dgm:pt>
    <dgm:pt modelId="{B54DCA49-84FB-4D1A-B0E2-4A40E2583933}" type="parTrans" cxnId="{3E48826F-18A4-488C-8FC6-4C05C7437CCB}">
      <dgm:prSet/>
      <dgm:spPr/>
      <dgm:t>
        <a:bodyPr/>
        <a:lstStyle/>
        <a:p>
          <a:endParaRPr lang="en-US"/>
        </a:p>
      </dgm:t>
    </dgm:pt>
    <dgm:pt modelId="{384C7D7A-E8E8-4DFD-A7C6-A17399738C33}" type="sibTrans" cxnId="{3E48826F-18A4-488C-8FC6-4C05C7437CCB}">
      <dgm:prSet/>
      <dgm:spPr/>
      <dgm:t>
        <a:bodyPr/>
        <a:lstStyle/>
        <a:p>
          <a:endParaRPr lang="en-US"/>
        </a:p>
      </dgm:t>
    </dgm:pt>
    <dgm:pt modelId="{5FFFEC19-4EDD-4BD7-982E-6CA3C9D1A60D}" type="pres">
      <dgm:prSet presAssocID="{B5A43875-2DF6-45CA-9817-49EE9CC0074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428E2C4-235C-460A-94A1-F129864DC255}" type="pres">
      <dgm:prSet presAssocID="{2E689C4D-EE54-4FFB-912A-250DFDD74FA0}" presName="hierRoot1" presStyleCnt="0"/>
      <dgm:spPr/>
    </dgm:pt>
    <dgm:pt modelId="{7CC78891-E59C-4C77-AE93-19BC37F4BC55}" type="pres">
      <dgm:prSet presAssocID="{2E689C4D-EE54-4FFB-912A-250DFDD74FA0}" presName="composite" presStyleCnt="0"/>
      <dgm:spPr/>
    </dgm:pt>
    <dgm:pt modelId="{39CC00C3-903F-487A-9B82-60668827B6FA}" type="pres">
      <dgm:prSet presAssocID="{2E689C4D-EE54-4FFB-912A-250DFDD74FA0}" presName="background" presStyleLbl="node0" presStyleIdx="0" presStyleCnt="2"/>
      <dgm:spPr/>
    </dgm:pt>
    <dgm:pt modelId="{F521AB7C-5EB3-4CC0-B621-CA3448F52BB6}" type="pres">
      <dgm:prSet presAssocID="{2E689C4D-EE54-4FFB-912A-250DFDD74FA0}" presName="text" presStyleLbl="fgAcc0" presStyleIdx="0" presStyleCnt="2">
        <dgm:presLayoutVars>
          <dgm:chPref val="3"/>
        </dgm:presLayoutVars>
      </dgm:prSet>
      <dgm:spPr/>
    </dgm:pt>
    <dgm:pt modelId="{56538BD4-1FDB-4813-9FBA-DA372B175716}" type="pres">
      <dgm:prSet presAssocID="{2E689C4D-EE54-4FFB-912A-250DFDD74FA0}" presName="hierChild2" presStyleCnt="0"/>
      <dgm:spPr/>
    </dgm:pt>
    <dgm:pt modelId="{AA589FDA-C0BE-43D4-8B7E-3077BAF9AE2A}" type="pres">
      <dgm:prSet presAssocID="{4B5796F2-AD92-4191-B251-B2537D9E976A}" presName="hierRoot1" presStyleCnt="0"/>
      <dgm:spPr/>
    </dgm:pt>
    <dgm:pt modelId="{8ED9A8FA-279A-47C5-B4A6-10E9B0AEF4FD}" type="pres">
      <dgm:prSet presAssocID="{4B5796F2-AD92-4191-B251-B2537D9E976A}" presName="composite" presStyleCnt="0"/>
      <dgm:spPr/>
    </dgm:pt>
    <dgm:pt modelId="{8E2AC462-E917-4A83-942E-AD76853469F9}" type="pres">
      <dgm:prSet presAssocID="{4B5796F2-AD92-4191-B251-B2537D9E976A}" presName="background" presStyleLbl="node0" presStyleIdx="1" presStyleCnt="2"/>
      <dgm:spPr/>
    </dgm:pt>
    <dgm:pt modelId="{6560A202-EC09-46EB-8DD5-AAD6927FDB55}" type="pres">
      <dgm:prSet presAssocID="{4B5796F2-AD92-4191-B251-B2537D9E976A}" presName="text" presStyleLbl="fgAcc0" presStyleIdx="1" presStyleCnt="2">
        <dgm:presLayoutVars>
          <dgm:chPref val="3"/>
        </dgm:presLayoutVars>
      </dgm:prSet>
      <dgm:spPr/>
    </dgm:pt>
    <dgm:pt modelId="{47F7A0E7-5199-4319-8806-3F0EC7D19015}" type="pres">
      <dgm:prSet presAssocID="{4B5796F2-AD92-4191-B251-B2537D9E976A}" presName="hierChild2" presStyleCnt="0"/>
      <dgm:spPr/>
    </dgm:pt>
  </dgm:ptLst>
  <dgm:cxnLst>
    <dgm:cxn modelId="{3E48826F-18A4-488C-8FC6-4C05C7437CCB}" srcId="{B5A43875-2DF6-45CA-9817-49EE9CC00740}" destId="{4B5796F2-AD92-4191-B251-B2537D9E976A}" srcOrd="1" destOrd="0" parTransId="{B54DCA49-84FB-4D1A-B0E2-4A40E2583933}" sibTransId="{384C7D7A-E8E8-4DFD-A7C6-A17399738C33}"/>
    <dgm:cxn modelId="{166E46C1-0A30-42BB-8430-E176EE33F4CB}" type="presOf" srcId="{2E689C4D-EE54-4FFB-912A-250DFDD74FA0}" destId="{F521AB7C-5EB3-4CC0-B621-CA3448F52BB6}" srcOrd="0" destOrd="0" presId="urn:microsoft.com/office/officeart/2005/8/layout/hierarchy1"/>
    <dgm:cxn modelId="{8FE45CCC-D699-4106-9B84-F90F57B3D764}" type="presOf" srcId="{B5A43875-2DF6-45CA-9817-49EE9CC00740}" destId="{5FFFEC19-4EDD-4BD7-982E-6CA3C9D1A60D}" srcOrd="0" destOrd="0" presId="urn:microsoft.com/office/officeart/2005/8/layout/hierarchy1"/>
    <dgm:cxn modelId="{E0A2ACE0-8649-4F29-93FD-8DA5AC6DDB1E}" type="presOf" srcId="{4B5796F2-AD92-4191-B251-B2537D9E976A}" destId="{6560A202-EC09-46EB-8DD5-AAD6927FDB55}" srcOrd="0" destOrd="0" presId="urn:microsoft.com/office/officeart/2005/8/layout/hierarchy1"/>
    <dgm:cxn modelId="{C4C743FC-EADE-4629-B90D-B24268AA610A}" srcId="{B5A43875-2DF6-45CA-9817-49EE9CC00740}" destId="{2E689C4D-EE54-4FFB-912A-250DFDD74FA0}" srcOrd="0" destOrd="0" parTransId="{398834B5-AEBF-4D5E-9797-DE0602444748}" sibTransId="{8C5DB335-CF25-4055-AABF-212D5F77580F}"/>
    <dgm:cxn modelId="{BF3DA279-DB18-4845-A639-2E8DD96115F3}" type="presParOf" srcId="{5FFFEC19-4EDD-4BD7-982E-6CA3C9D1A60D}" destId="{C428E2C4-235C-460A-94A1-F129864DC255}" srcOrd="0" destOrd="0" presId="urn:microsoft.com/office/officeart/2005/8/layout/hierarchy1"/>
    <dgm:cxn modelId="{C25B2174-4982-45B3-961E-E4AAC0F000A4}" type="presParOf" srcId="{C428E2C4-235C-460A-94A1-F129864DC255}" destId="{7CC78891-E59C-4C77-AE93-19BC37F4BC55}" srcOrd="0" destOrd="0" presId="urn:microsoft.com/office/officeart/2005/8/layout/hierarchy1"/>
    <dgm:cxn modelId="{66E1FC99-6436-440D-9CFC-44BC371534A1}" type="presParOf" srcId="{7CC78891-E59C-4C77-AE93-19BC37F4BC55}" destId="{39CC00C3-903F-487A-9B82-60668827B6FA}" srcOrd="0" destOrd="0" presId="urn:microsoft.com/office/officeart/2005/8/layout/hierarchy1"/>
    <dgm:cxn modelId="{79AD5266-F756-4EF0-AF57-2CF6B11811ED}" type="presParOf" srcId="{7CC78891-E59C-4C77-AE93-19BC37F4BC55}" destId="{F521AB7C-5EB3-4CC0-B621-CA3448F52BB6}" srcOrd="1" destOrd="0" presId="urn:microsoft.com/office/officeart/2005/8/layout/hierarchy1"/>
    <dgm:cxn modelId="{AEB56CB0-48E4-4042-BD80-645226FE286C}" type="presParOf" srcId="{C428E2C4-235C-460A-94A1-F129864DC255}" destId="{56538BD4-1FDB-4813-9FBA-DA372B175716}" srcOrd="1" destOrd="0" presId="urn:microsoft.com/office/officeart/2005/8/layout/hierarchy1"/>
    <dgm:cxn modelId="{59506E2C-F4F4-4C49-B812-EB8EA10DEB2E}" type="presParOf" srcId="{5FFFEC19-4EDD-4BD7-982E-6CA3C9D1A60D}" destId="{AA589FDA-C0BE-43D4-8B7E-3077BAF9AE2A}" srcOrd="1" destOrd="0" presId="urn:microsoft.com/office/officeart/2005/8/layout/hierarchy1"/>
    <dgm:cxn modelId="{BC8F7DA2-935B-419F-9DEE-50A9B2313E8B}" type="presParOf" srcId="{AA589FDA-C0BE-43D4-8B7E-3077BAF9AE2A}" destId="{8ED9A8FA-279A-47C5-B4A6-10E9B0AEF4FD}" srcOrd="0" destOrd="0" presId="urn:microsoft.com/office/officeart/2005/8/layout/hierarchy1"/>
    <dgm:cxn modelId="{E7E0A121-A451-487C-82AA-51CF6699C1D1}" type="presParOf" srcId="{8ED9A8FA-279A-47C5-B4A6-10E9B0AEF4FD}" destId="{8E2AC462-E917-4A83-942E-AD76853469F9}" srcOrd="0" destOrd="0" presId="urn:microsoft.com/office/officeart/2005/8/layout/hierarchy1"/>
    <dgm:cxn modelId="{283E0850-70A4-4919-BCEF-206D858E818B}" type="presParOf" srcId="{8ED9A8FA-279A-47C5-B4A6-10E9B0AEF4FD}" destId="{6560A202-EC09-46EB-8DD5-AAD6927FDB55}" srcOrd="1" destOrd="0" presId="urn:microsoft.com/office/officeart/2005/8/layout/hierarchy1"/>
    <dgm:cxn modelId="{8D9EB84F-BF11-480B-A364-B0734594380F}" type="presParOf" srcId="{AA589FDA-C0BE-43D4-8B7E-3077BAF9AE2A}" destId="{47F7A0E7-5199-4319-8806-3F0EC7D1901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D8606A-D395-4A99-9F67-3D6F67FF641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1BD74BE-2305-4A98-9CCD-49BABC083380}">
      <dgm:prSet/>
      <dgm:spPr/>
      <dgm:t>
        <a:bodyPr/>
        <a:lstStyle/>
        <a:p>
          <a:r>
            <a:rPr lang="pl-PL"/>
            <a:t>Każdy defekt jest rejestrowany wraz z informacją o jego źródle, czasie wykrycia oraz czasie naprawy.</a:t>
          </a:r>
          <a:endParaRPr lang="en-US"/>
        </a:p>
      </dgm:t>
    </dgm:pt>
    <dgm:pt modelId="{E5A68E73-2917-46FE-9F1C-3749545CDEAF}" type="parTrans" cxnId="{8255B060-FF57-4517-A310-10C390610001}">
      <dgm:prSet/>
      <dgm:spPr/>
      <dgm:t>
        <a:bodyPr/>
        <a:lstStyle/>
        <a:p>
          <a:endParaRPr lang="en-US"/>
        </a:p>
      </dgm:t>
    </dgm:pt>
    <dgm:pt modelId="{5C228FA8-B53F-4DAD-B5B3-96BE2DE556EE}" type="sibTrans" cxnId="{8255B060-FF57-4517-A310-10C390610001}">
      <dgm:prSet/>
      <dgm:spPr/>
      <dgm:t>
        <a:bodyPr/>
        <a:lstStyle/>
        <a:p>
          <a:endParaRPr lang="en-US"/>
        </a:p>
      </dgm:t>
    </dgm:pt>
    <dgm:pt modelId="{8E927AC8-9980-4787-A0BF-7B637B3DB198}">
      <dgm:prSet/>
      <dgm:spPr/>
      <dgm:t>
        <a:bodyPr/>
        <a:lstStyle/>
        <a:p>
          <a:r>
            <a:rPr lang="pl-PL"/>
            <a:t>Zespół analizuje dane, aby zidentyfikować powtarzające się problemy i ich przyczyny.</a:t>
          </a:r>
          <a:endParaRPr lang="en-US"/>
        </a:p>
      </dgm:t>
    </dgm:pt>
    <dgm:pt modelId="{5CA8C50C-A519-43EB-AAC6-3C263803CC53}" type="parTrans" cxnId="{05BC6C39-2333-4193-8EB4-7BC549C01BB7}">
      <dgm:prSet/>
      <dgm:spPr/>
      <dgm:t>
        <a:bodyPr/>
        <a:lstStyle/>
        <a:p>
          <a:endParaRPr lang="en-US"/>
        </a:p>
      </dgm:t>
    </dgm:pt>
    <dgm:pt modelId="{F66731BC-56B2-4E99-BCAA-4722E9F0FA8A}" type="sibTrans" cxnId="{05BC6C39-2333-4193-8EB4-7BC549C01BB7}">
      <dgm:prSet/>
      <dgm:spPr/>
      <dgm:t>
        <a:bodyPr/>
        <a:lstStyle/>
        <a:p>
          <a:endParaRPr lang="en-US"/>
        </a:p>
      </dgm:t>
    </dgm:pt>
    <dgm:pt modelId="{0257B6F1-0CC3-45C0-B7A8-66430B32980B}" type="pres">
      <dgm:prSet presAssocID="{60D8606A-D395-4A99-9F67-3D6F67FF6418}" presName="root" presStyleCnt="0">
        <dgm:presLayoutVars>
          <dgm:dir/>
          <dgm:resizeHandles val="exact"/>
        </dgm:presLayoutVars>
      </dgm:prSet>
      <dgm:spPr/>
    </dgm:pt>
    <dgm:pt modelId="{5D79AAE3-1ADB-44F0-86B3-7FDF0CB97FB7}" type="pres">
      <dgm:prSet presAssocID="{71BD74BE-2305-4A98-9CCD-49BABC083380}" presName="compNode" presStyleCnt="0"/>
      <dgm:spPr/>
    </dgm:pt>
    <dgm:pt modelId="{8EC4449E-ABA9-4206-8090-AC4B19C9DBEB}" type="pres">
      <dgm:prSet presAssocID="{71BD74BE-2305-4A98-9CCD-49BABC08338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wacz"/>
        </a:ext>
      </dgm:extLst>
    </dgm:pt>
    <dgm:pt modelId="{4058C582-9BE8-484E-9349-A4E94EA342F2}" type="pres">
      <dgm:prSet presAssocID="{71BD74BE-2305-4A98-9CCD-49BABC083380}" presName="spaceRect" presStyleCnt="0"/>
      <dgm:spPr/>
    </dgm:pt>
    <dgm:pt modelId="{733286F0-7897-432B-A7A3-750794CAE57D}" type="pres">
      <dgm:prSet presAssocID="{71BD74BE-2305-4A98-9CCD-49BABC083380}" presName="textRect" presStyleLbl="revTx" presStyleIdx="0" presStyleCnt="2">
        <dgm:presLayoutVars>
          <dgm:chMax val="1"/>
          <dgm:chPref val="1"/>
        </dgm:presLayoutVars>
      </dgm:prSet>
      <dgm:spPr/>
    </dgm:pt>
    <dgm:pt modelId="{F3133297-A542-4846-A000-7399275D0B9D}" type="pres">
      <dgm:prSet presAssocID="{5C228FA8-B53F-4DAD-B5B3-96BE2DE556EE}" presName="sibTrans" presStyleCnt="0"/>
      <dgm:spPr/>
    </dgm:pt>
    <dgm:pt modelId="{1F8CEA0B-1944-4EEA-B957-927851ABC8F2}" type="pres">
      <dgm:prSet presAssocID="{8E927AC8-9980-4787-A0BF-7B637B3DB198}" presName="compNode" presStyleCnt="0"/>
      <dgm:spPr/>
    </dgm:pt>
    <dgm:pt modelId="{04AE3AD5-07D2-4A7D-8BFA-E99779236D9E}" type="pres">
      <dgm:prSet presAssocID="{8E927AC8-9980-4787-A0BF-7B637B3DB19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tania"/>
        </a:ext>
      </dgm:extLst>
    </dgm:pt>
    <dgm:pt modelId="{41275C08-5F38-4A8C-8671-6768B934286D}" type="pres">
      <dgm:prSet presAssocID="{8E927AC8-9980-4787-A0BF-7B637B3DB198}" presName="spaceRect" presStyleCnt="0"/>
      <dgm:spPr/>
    </dgm:pt>
    <dgm:pt modelId="{CC8C0D13-FDD0-4E06-9E05-C3952BDAB6A8}" type="pres">
      <dgm:prSet presAssocID="{8E927AC8-9980-4787-A0BF-7B637B3DB19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5BC6C39-2333-4193-8EB4-7BC549C01BB7}" srcId="{60D8606A-D395-4A99-9F67-3D6F67FF6418}" destId="{8E927AC8-9980-4787-A0BF-7B637B3DB198}" srcOrd="1" destOrd="0" parTransId="{5CA8C50C-A519-43EB-AAC6-3C263803CC53}" sibTransId="{F66731BC-56B2-4E99-BCAA-4722E9F0FA8A}"/>
    <dgm:cxn modelId="{8255B060-FF57-4517-A310-10C390610001}" srcId="{60D8606A-D395-4A99-9F67-3D6F67FF6418}" destId="{71BD74BE-2305-4A98-9CCD-49BABC083380}" srcOrd="0" destOrd="0" parTransId="{E5A68E73-2917-46FE-9F1C-3749545CDEAF}" sibTransId="{5C228FA8-B53F-4DAD-B5B3-96BE2DE556EE}"/>
    <dgm:cxn modelId="{4CD1A2B7-9595-4000-B112-9C57F000770B}" type="presOf" srcId="{71BD74BE-2305-4A98-9CCD-49BABC083380}" destId="{733286F0-7897-432B-A7A3-750794CAE57D}" srcOrd="0" destOrd="0" presId="urn:microsoft.com/office/officeart/2018/2/layout/IconLabelList"/>
    <dgm:cxn modelId="{065491DF-A1EF-4E66-BB51-C57019FC0E52}" type="presOf" srcId="{60D8606A-D395-4A99-9F67-3D6F67FF6418}" destId="{0257B6F1-0CC3-45C0-B7A8-66430B32980B}" srcOrd="0" destOrd="0" presId="urn:microsoft.com/office/officeart/2018/2/layout/IconLabelList"/>
    <dgm:cxn modelId="{4A9AFAF5-891C-4A14-A849-A650A1720509}" type="presOf" srcId="{8E927AC8-9980-4787-A0BF-7B637B3DB198}" destId="{CC8C0D13-FDD0-4E06-9E05-C3952BDAB6A8}" srcOrd="0" destOrd="0" presId="urn:microsoft.com/office/officeart/2018/2/layout/IconLabelList"/>
    <dgm:cxn modelId="{59DB052D-9923-4FB9-9EFD-C8BB2F779023}" type="presParOf" srcId="{0257B6F1-0CC3-45C0-B7A8-66430B32980B}" destId="{5D79AAE3-1ADB-44F0-86B3-7FDF0CB97FB7}" srcOrd="0" destOrd="0" presId="urn:microsoft.com/office/officeart/2018/2/layout/IconLabelList"/>
    <dgm:cxn modelId="{B1A8E664-A60C-4DE3-BD7B-C942E1E2AC45}" type="presParOf" srcId="{5D79AAE3-1ADB-44F0-86B3-7FDF0CB97FB7}" destId="{8EC4449E-ABA9-4206-8090-AC4B19C9DBEB}" srcOrd="0" destOrd="0" presId="urn:microsoft.com/office/officeart/2018/2/layout/IconLabelList"/>
    <dgm:cxn modelId="{2100FE4F-FA2B-4DB7-9404-9A61B6A92E0C}" type="presParOf" srcId="{5D79AAE3-1ADB-44F0-86B3-7FDF0CB97FB7}" destId="{4058C582-9BE8-484E-9349-A4E94EA342F2}" srcOrd="1" destOrd="0" presId="urn:microsoft.com/office/officeart/2018/2/layout/IconLabelList"/>
    <dgm:cxn modelId="{B6845A76-D833-4CB1-BA04-38823E1986D5}" type="presParOf" srcId="{5D79AAE3-1ADB-44F0-86B3-7FDF0CB97FB7}" destId="{733286F0-7897-432B-A7A3-750794CAE57D}" srcOrd="2" destOrd="0" presId="urn:microsoft.com/office/officeart/2018/2/layout/IconLabelList"/>
    <dgm:cxn modelId="{F8FC42F8-0AD2-410B-BAD2-A9BE327A1C87}" type="presParOf" srcId="{0257B6F1-0CC3-45C0-B7A8-66430B32980B}" destId="{F3133297-A542-4846-A000-7399275D0B9D}" srcOrd="1" destOrd="0" presId="urn:microsoft.com/office/officeart/2018/2/layout/IconLabelList"/>
    <dgm:cxn modelId="{1CF21F72-BEA2-42A4-802F-F25D965B94B0}" type="presParOf" srcId="{0257B6F1-0CC3-45C0-B7A8-66430B32980B}" destId="{1F8CEA0B-1944-4EEA-B957-927851ABC8F2}" srcOrd="2" destOrd="0" presId="urn:microsoft.com/office/officeart/2018/2/layout/IconLabelList"/>
    <dgm:cxn modelId="{26A82642-7904-48CD-A243-76E68074CDAA}" type="presParOf" srcId="{1F8CEA0B-1944-4EEA-B957-927851ABC8F2}" destId="{04AE3AD5-07D2-4A7D-8BFA-E99779236D9E}" srcOrd="0" destOrd="0" presId="urn:microsoft.com/office/officeart/2018/2/layout/IconLabelList"/>
    <dgm:cxn modelId="{3060AF99-79FD-45D0-9C71-2C1DBD352430}" type="presParOf" srcId="{1F8CEA0B-1944-4EEA-B957-927851ABC8F2}" destId="{41275C08-5F38-4A8C-8671-6768B934286D}" srcOrd="1" destOrd="0" presId="urn:microsoft.com/office/officeart/2018/2/layout/IconLabelList"/>
    <dgm:cxn modelId="{9AE3D8B0-24DC-4901-A31D-43597E335CCF}" type="presParOf" srcId="{1F8CEA0B-1944-4EEA-B957-927851ABC8F2}" destId="{CC8C0D13-FDD0-4E06-9E05-C3952BDAB6A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69E2C4F-7815-4082-8929-EDDB7B54367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F05730-14B3-43B9-B108-94F56C701B4C}">
      <dgm:prSet/>
      <dgm:spPr/>
      <dgm:t>
        <a:bodyPr/>
        <a:lstStyle/>
        <a:p>
          <a:r>
            <a:rPr lang="pl-PL"/>
            <a:t>TSP wymaga dużej dyscypliny, dokładnego zbierania danych oraz zaangażowania całego zespołu.</a:t>
          </a:r>
          <a:endParaRPr lang="en-US"/>
        </a:p>
      </dgm:t>
    </dgm:pt>
    <dgm:pt modelId="{1A5ED48F-EF29-4243-878F-DFF57CC3ACCD}" type="parTrans" cxnId="{4A85D9DA-739E-4CDA-8712-80287DE198F9}">
      <dgm:prSet/>
      <dgm:spPr/>
      <dgm:t>
        <a:bodyPr/>
        <a:lstStyle/>
        <a:p>
          <a:endParaRPr lang="en-US"/>
        </a:p>
      </dgm:t>
    </dgm:pt>
    <dgm:pt modelId="{C9AB97D9-9766-469B-BF96-5330F9D07348}" type="sibTrans" cxnId="{4A85D9DA-739E-4CDA-8712-80287DE198F9}">
      <dgm:prSet/>
      <dgm:spPr/>
      <dgm:t>
        <a:bodyPr/>
        <a:lstStyle/>
        <a:p>
          <a:endParaRPr lang="en-US"/>
        </a:p>
      </dgm:t>
    </dgm:pt>
    <dgm:pt modelId="{5A81FC3B-511A-4359-A94D-7EC1729B0D03}">
      <dgm:prSet/>
      <dgm:spPr/>
      <dgm:t>
        <a:bodyPr/>
        <a:lstStyle/>
        <a:p>
          <a:r>
            <a:rPr lang="pl-PL"/>
            <a:t>Może być trudny do wdrożenia w dynamicznych środowiskach oraz małych zespołach.</a:t>
          </a:r>
          <a:endParaRPr lang="en-US"/>
        </a:p>
      </dgm:t>
    </dgm:pt>
    <dgm:pt modelId="{EBE52901-0EFC-443A-9109-5D8B87820F27}" type="parTrans" cxnId="{C4531B12-9C0B-4A30-8054-99C9CE6F2F56}">
      <dgm:prSet/>
      <dgm:spPr/>
      <dgm:t>
        <a:bodyPr/>
        <a:lstStyle/>
        <a:p>
          <a:endParaRPr lang="en-US"/>
        </a:p>
      </dgm:t>
    </dgm:pt>
    <dgm:pt modelId="{10462970-6747-4127-BFFF-FFF546F30AFB}" type="sibTrans" cxnId="{C4531B12-9C0B-4A30-8054-99C9CE6F2F56}">
      <dgm:prSet/>
      <dgm:spPr/>
      <dgm:t>
        <a:bodyPr/>
        <a:lstStyle/>
        <a:p>
          <a:endParaRPr lang="en-US"/>
        </a:p>
      </dgm:t>
    </dgm:pt>
    <dgm:pt modelId="{05EB3F51-EAC2-4938-9AEF-F4AF95D8F9C3}" type="pres">
      <dgm:prSet presAssocID="{769E2C4F-7815-4082-8929-EDDB7B54367E}" presName="vert0" presStyleCnt="0">
        <dgm:presLayoutVars>
          <dgm:dir/>
          <dgm:animOne val="branch"/>
          <dgm:animLvl val="lvl"/>
        </dgm:presLayoutVars>
      </dgm:prSet>
      <dgm:spPr/>
    </dgm:pt>
    <dgm:pt modelId="{01BD035A-D133-4050-9D0E-0E4F7E764AFF}" type="pres">
      <dgm:prSet presAssocID="{49F05730-14B3-43B9-B108-94F56C701B4C}" presName="thickLine" presStyleLbl="alignNode1" presStyleIdx="0" presStyleCnt="2"/>
      <dgm:spPr/>
    </dgm:pt>
    <dgm:pt modelId="{B5F25671-22C1-4657-8C9B-C66B5D104287}" type="pres">
      <dgm:prSet presAssocID="{49F05730-14B3-43B9-B108-94F56C701B4C}" presName="horz1" presStyleCnt="0"/>
      <dgm:spPr/>
    </dgm:pt>
    <dgm:pt modelId="{59FCAB99-2312-4B1D-957B-B954BA9F484E}" type="pres">
      <dgm:prSet presAssocID="{49F05730-14B3-43B9-B108-94F56C701B4C}" presName="tx1" presStyleLbl="revTx" presStyleIdx="0" presStyleCnt="2"/>
      <dgm:spPr/>
    </dgm:pt>
    <dgm:pt modelId="{33CECB41-D49F-4CB2-A1FD-9CD9A3C927F2}" type="pres">
      <dgm:prSet presAssocID="{49F05730-14B3-43B9-B108-94F56C701B4C}" presName="vert1" presStyleCnt="0"/>
      <dgm:spPr/>
    </dgm:pt>
    <dgm:pt modelId="{0C5B4D7F-72F0-4454-A908-0395C61026D2}" type="pres">
      <dgm:prSet presAssocID="{5A81FC3B-511A-4359-A94D-7EC1729B0D03}" presName="thickLine" presStyleLbl="alignNode1" presStyleIdx="1" presStyleCnt="2"/>
      <dgm:spPr/>
    </dgm:pt>
    <dgm:pt modelId="{B6AA862F-0EBF-42B0-83FF-98D3D10EF5B8}" type="pres">
      <dgm:prSet presAssocID="{5A81FC3B-511A-4359-A94D-7EC1729B0D03}" presName="horz1" presStyleCnt="0"/>
      <dgm:spPr/>
    </dgm:pt>
    <dgm:pt modelId="{1FE70D54-6293-40C9-8DFA-2D4BA842E17D}" type="pres">
      <dgm:prSet presAssocID="{5A81FC3B-511A-4359-A94D-7EC1729B0D03}" presName="tx1" presStyleLbl="revTx" presStyleIdx="1" presStyleCnt="2"/>
      <dgm:spPr/>
    </dgm:pt>
    <dgm:pt modelId="{C33BBEBD-6B62-420B-A6D8-2072D8BA578A}" type="pres">
      <dgm:prSet presAssocID="{5A81FC3B-511A-4359-A94D-7EC1729B0D03}" presName="vert1" presStyleCnt="0"/>
      <dgm:spPr/>
    </dgm:pt>
  </dgm:ptLst>
  <dgm:cxnLst>
    <dgm:cxn modelId="{C4531B12-9C0B-4A30-8054-99C9CE6F2F56}" srcId="{769E2C4F-7815-4082-8929-EDDB7B54367E}" destId="{5A81FC3B-511A-4359-A94D-7EC1729B0D03}" srcOrd="1" destOrd="0" parTransId="{EBE52901-0EFC-443A-9109-5D8B87820F27}" sibTransId="{10462970-6747-4127-BFFF-FFF546F30AFB}"/>
    <dgm:cxn modelId="{4BD49F36-ACEF-4A9C-9A64-9A63698C3C8C}" type="presOf" srcId="{5A81FC3B-511A-4359-A94D-7EC1729B0D03}" destId="{1FE70D54-6293-40C9-8DFA-2D4BA842E17D}" srcOrd="0" destOrd="0" presId="urn:microsoft.com/office/officeart/2008/layout/LinedList"/>
    <dgm:cxn modelId="{37F04D88-0AD3-40D5-A478-F28D991D28C5}" type="presOf" srcId="{769E2C4F-7815-4082-8929-EDDB7B54367E}" destId="{05EB3F51-EAC2-4938-9AEF-F4AF95D8F9C3}" srcOrd="0" destOrd="0" presId="urn:microsoft.com/office/officeart/2008/layout/LinedList"/>
    <dgm:cxn modelId="{4A85D9DA-739E-4CDA-8712-80287DE198F9}" srcId="{769E2C4F-7815-4082-8929-EDDB7B54367E}" destId="{49F05730-14B3-43B9-B108-94F56C701B4C}" srcOrd="0" destOrd="0" parTransId="{1A5ED48F-EF29-4243-878F-DFF57CC3ACCD}" sibTransId="{C9AB97D9-9766-469B-BF96-5330F9D07348}"/>
    <dgm:cxn modelId="{D03F63F5-5A7E-4A31-A145-DD7E20A1F2EA}" type="presOf" srcId="{49F05730-14B3-43B9-B108-94F56C701B4C}" destId="{59FCAB99-2312-4B1D-957B-B954BA9F484E}" srcOrd="0" destOrd="0" presId="urn:microsoft.com/office/officeart/2008/layout/LinedList"/>
    <dgm:cxn modelId="{B206EE7A-C8FC-4117-9204-0798F068B6F6}" type="presParOf" srcId="{05EB3F51-EAC2-4938-9AEF-F4AF95D8F9C3}" destId="{01BD035A-D133-4050-9D0E-0E4F7E764AFF}" srcOrd="0" destOrd="0" presId="urn:microsoft.com/office/officeart/2008/layout/LinedList"/>
    <dgm:cxn modelId="{A83DFE1D-A40D-4383-AD05-71B090839B29}" type="presParOf" srcId="{05EB3F51-EAC2-4938-9AEF-F4AF95D8F9C3}" destId="{B5F25671-22C1-4657-8C9B-C66B5D104287}" srcOrd="1" destOrd="0" presId="urn:microsoft.com/office/officeart/2008/layout/LinedList"/>
    <dgm:cxn modelId="{55954973-F8EC-4A45-8287-70B0E0A35BAC}" type="presParOf" srcId="{B5F25671-22C1-4657-8C9B-C66B5D104287}" destId="{59FCAB99-2312-4B1D-957B-B954BA9F484E}" srcOrd="0" destOrd="0" presId="urn:microsoft.com/office/officeart/2008/layout/LinedList"/>
    <dgm:cxn modelId="{DFF76357-F622-49E2-B099-78B1FC739EF5}" type="presParOf" srcId="{B5F25671-22C1-4657-8C9B-C66B5D104287}" destId="{33CECB41-D49F-4CB2-A1FD-9CD9A3C927F2}" srcOrd="1" destOrd="0" presId="urn:microsoft.com/office/officeart/2008/layout/LinedList"/>
    <dgm:cxn modelId="{F29C23D3-BA60-4DD9-B257-A6AF2BA0FD09}" type="presParOf" srcId="{05EB3F51-EAC2-4938-9AEF-F4AF95D8F9C3}" destId="{0C5B4D7F-72F0-4454-A908-0395C61026D2}" srcOrd="2" destOrd="0" presId="urn:microsoft.com/office/officeart/2008/layout/LinedList"/>
    <dgm:cxn modelId="{4DABE946-64F5-4F0B-9620-17BF5D931F18}" type="presParOf" srcId="{05EB3F51-EAC2-4938-9AEF-F4AF95D8F9C3}" destId="{B6AA862F-0EBF-42B0-83FF-98D3D10EF5B8}" srcOrd="3" destOrd="0" presId="urn:microsoft.com/office/officeart/2008/layout/LinedList"/>
    <dgm:cxn modelId="{59B29FB1-D38D-4F36-AC6A-27634454673A}" type="presParOf" srcId="{B6AA862F-0EBF-42B0-83FF-98D3D10EF5B8}" destId="{1FE70D54-6293-40C9-8DFA-2D4BA842E17D}" srcOrd="0" destOrd="0" presId="urn:microsoft.com/office/officeart/2008/layout/LinedList"/>
    <dgm:cxn modelId="{9BCBE721-B496-4B88-A964-CE549390AA1D}" type="presParOf" srcId="{B6AA862F-0EBF-42B0-83FF-98D3D10EF5B8}" destId="{C33BBEBD-6B62-420B-A6D8-2072D8BA57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5066692-5E15-4317-A2FC-492E9CFD3C8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382EF1-AD1A-4A00-835D-06E08CB9E81C}">
      <dgm:prSet/>
      <dgm:spPr/>
      <dgm:t>
        <a:bodyPr/>
        <a:lstStyle/>
        <a:p>
          <a:r>
            <a:rPr lang="pl-PL"/>
            <a:t>Zespół Filipa pracuje już w modelu TSP.</a:t>
          </a:r>
          <a:endParaRPr lang="en-US"/>
        </a:p>
      </dgm:t>
    </dgm:pt>
    <dgm:pt modelId="{773C5F41-7793-49EB-BD44-EE8A6B9F6188}" type="parTrans" cxnId="{CF9D62C1-1D65-4629-8706-5DE5F9BE8083}">
      <dgm:prSet/>
      <dgm:spPr/>
      <dgm:t>
        <a:bodyPr/>
        <a:lstStyle/>
        <a:p>
          <a:endParaRPr lang="en-US"/>
        </a:p>
      </dgm:t>
    </dgm:pt>
    <dgm:pt modelId="{A1A67409-3B68-4199-AC6E-022E0225A6FA}" type="sibTrans" cxnId="{CF9D62C1-1D65-4629-8706-5DE5F9BE8083}">
      <dgm:prSet/>
      <dgm:spPr/>
      <dgm:t>
        <a:bodyPr/>
        <a:lstStyle/>
        <a:p>
          <a:endParaRPr lang="en-US"/>
        </a:p>
      </dgm:t>
    </dgm:pt>
    <dgm:pt modelId="{CED7A431-2F67-4F5A-8C14-2ADE618A8234}">
      <dgm:prSet/>
      <dgm:spPr/>
      <dgm:t>
        <a:bodyPr/>
        <a:lstStyle/>
        <a:p>
          <a:r>
            <a:rPr lang="pl-PL"/>
            <a:t>Dane są zbierane, proces działa, jakość rośnie.</a:t>
          </a:r>
          <a:endParaRPr lang="en-US"/>
        </a:p>
      </dgm:t>
    </dgm:pt>
    <dgm:pt modelId="{BDCA9B3D-15DD-45EA-A319-AE27BE436296}" type="parTrans" cxnId="{D098B244-17BA-4104-8E35-4CFC2BE98578}">
      <dgm:prSet/>
      <dgm:spPr/>
      <dgm:t>
        <a:bodyPr/>
        <a:lstStyle/>
        <a:p>
          <a:endParaRPr lang="en-US"/>
        </a:p>
      </dgm:t>
    </dgm:pt>
    <dgm:pt modelId="{C80B7577-42F5-4643-AE29-ECAB26489A2F}" type="sibTrans" cxnId="{D098B244-17BA-4104-8E35-4CFC2BE98578}">
      <dgm:prSet/>
      <dgm:spPr/>
      <dgm:t>
        <a:bodyPr/>
        <a:lstStyle/>
        <a:p>
          <a:endParaRPr lang="en-US"/>
        </a:p>
      </dgm:t>
    </dgm:pt>
    <dgm:pt modelId="{24708252-ADD2-4A78-90C9-BC296E97976C}">
      <dgm:prSet/>
      <dgm:spPr/>
      <dgm:t>
        <a:bodyPr/>
        <a:lstStyle/>
        <a:p>
          <a:r>
            <a:rPr lang="pl-PL"/>
            <a:t>Teraz kluczowe staje się ciągłe doskonalenie i autonomia zespołu.</a:t>
          </a:r>
          <a:endParaRPr lang="en-US"/>
        </a:p>
      </dgm:t>
    </dgm:pt>
    <dgm:pt modelId="{85DA1466-7E61-4F2C-9565-531895F70D12}" type="parTrans" cxnId="{CFD7EFDF-346C-4FEA-AF53-5172A5C7DB81}">
      <dgm:prSet/>
      <dgm:spPr/>
      <dgm:t>
        <a:bodyPr/>
        <a:lstStyle/>
        <a:p>
          <a:endParaRPr lang="en-US"/>
        </a:p>
      </dgm:t>
    </dgm:pt>
    <dgm:pt modelId="{DE376EE0-DD70-4497-9550-E2B9B41025FA}" type="sibTrans" cxnId="{CFD7EFDF-346C-4FEA-AF53-5172A5C7DB81}">
      <dgm:prSet/>
      <dgm:spPr/>
      <dgm:t>
        <a:bodyPr/>
        <a:lstStyle/>
        <a:p>
          <a:endParaRPr lang="en-US"/>
        </a:p>
      </dgm:t>
    </dgm:pt>
    <dgm:pt modelId="{452AFF21-CB43-4D08-B039-03D5BAE90702}" type="pres">
      <dgm:prSet presAssocID="{C5066692-5E15-4317-A2FC-492E9CFD3C86}" presName="root" presStyleCnt="0">
        <dgm:presLayoutVars>
          <dgm:dir/>
          <dgm:resizeHandles val="exact"/>
        </dgm:presLayoutVars>
      </dgm:prSet>
      <dgm:spPr/>
    </dgm:pt>
    <dgm:pt modelId="{1145A8CF-1EC1-4FD3-BE3A-6FA03A2DBF0D}" type="pres">
      <dgm:prSet presAssocID="{E5382EF1-AD1A-4A00-835D-06E08CB9E81C}" presName="compNode" presStyleCnt="0"/>
      <dgm:spPr/>
    </dgm:pt>
    <dgm:pt modelId="{9BA4A29E-2E9F-41AF-AD84-86A319ACDC87}" type="pres">
      <dgm:prSet presAssocID="{E5382EF1-AD1A-4A00-835D-06E08CB9E81C}" presName="bgRect" presStyleLbl="bgShp" presStyleIdx="0" presStyleCnt="3"/>
      <dgm:spPr/>
    </dgm:pt>
    <dgm:pt modelId="{E7BA258B-904A-4534-BC42-6E0D1C6CC56D}" type="pres">
      <dgm:prSet presAssocID="{E5382EF1-AD1A-4A00-835D-06E08CB9E81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zyka"/>
        </a:ext>
      </dgm:extLst>
    </dgm:pt>
    <dgm:pt modelId="{9E41ED51-235F-4B32-9CBE-DB3A55949101}" type="pres">
      <dgm:prSet presAssocID="{E5382EF1-AD1A-4A00-835D-06E08CB9E81C}" presName="spaceRect" presStyleCnt="0"/>
      <dgm:spPr/>
    </dgm:pt>
    <dgm:pt modelId="{92BCB880-DAB4-426B-8122-33064E9A34F8}" type="pres">
      <dgm:prSet presAssocID="{E5382EF1-AD1A-4A00-835D-06E08CB9E81C}" presName="parTx" presStyleLbl="revTx" presStyleIdx="0" presStyleCnt="3">
        <dgm:presLayoutVars>
          <dgm:chMax val="0"/>
          <dgm:chPref val="0"/>
        </dgm:presLayoutVars>
      </dgm:prSet>
      <dgm:spPr/>
    </dgm:pt>
    <dgm:pt modelId="{F8519F23-010D-4149-9B0B-6409EFD3CE63}" type="pres">
      <dgm:prSet presAssocID="{A1A67409-3B68-4199-AC6E-022E0225A6FA}" presName="sibTrans" presStyleCnt="0"/>
      <dgm:spPr/>
    </dgm:pt>
    <dgm:pt modelId="{ED168BCB-6A7B-4CA7-BD40-D672B0731A6B}" type="pres">
      <dgm:prSet presAssocID="{CED7A431-2F67-4F5A-8C14-2ADE618A8234}" presName="compNode" presStyleCnt="0"/>
      <dgm:spPr/>
    </dgm:pt>
    <dgm:pt modelId="{0A7A2817-8EE9-4CA0-BF36-F66DC52638C8}" type="pres">
      <dgm:prSet presAssocID="{CED7A431-2F67-4F5A-8C14-2ADE618A8234}" presName="bgRect" presStyleLbl="bgShp" presStyleIdx="1" presStyleCnt="3"/>
      <dgm:spPr/>
    </dgm:pt>
    <dgm:pt modelId="{4D032A2A-2C0B-4079-A195-0B842CB5EF61}" type="pres">
      <dgm:prSet presAssocID="{CED7A431-2F67-4F5A-8C14-2ADE618A823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6D86D7A8-771B-4B60-B13C-D2E117659883}" type="pres">
      <dgm:prSet presAssocID="{CED7A431-2F67-4F5A-8C14-2ADE618A8234}" presName="spaceRect" presStyleCnt="0"/>
      <dgm:spPr/>
    </dgm:pt>
    <dgm:pt modelId="{C7EDE09F-6B4F-426D-A5CF-DBB33F8414B6}" type="pres">
      <dgm:prSet presAssocID="{CED7A431-2F67-4F5A-8C14-2ADE618A8234}" presName="parTx" presStyleLbl="revTx" presStyleIdx="1" presStyleCnt="3">
        <dgm:presLayoutVars>
          <dgm:chMax val="0"/>
          <dgm:chPref val="0"/>
        </dgm:presLayoutVars>
      </dgm:prSet>
      <dgm:spPr/>
    </dgm:pt>
    <dgm:pt modelId="{7052BB26-39EE-4742-AAA3-9E3E152A72C1}" type="pres">
      <dgm:prSet presAssocID="{C80B7577-42F5-4643-AE29-ECAB26489A2F}" presName="sibTrans" presStyleCnt="0"/>
      <dgm:spPr/>
    </dgm:pt>
    <dgm:pt modelId="{F0910EE9-2D56-4509-A005-62EA5A5AE021}" type="pres">
      <dgm:prSet presAssocID="{24708252-ADD2-4A78-90C9-BC296E97976C}" presName="compNode" presStyleCnt="0"/>
      <dgm:spPr/>
    </dgm:pt>
    <dgm:pt modelId="{15F8BB74-D52F-44FC-B59D-5D33577010C0}" type="pres">
      <dgm:prSet presAssocID="{24708252-ADD2-4A78-90C9-BC296E97976C}" presName="bgRect" presStyleLbl="bgShp" presStyleIdx="2" presStyleCnt="3"/>
      <dgm:spPr/>
    </dgm:pt>
    <dgm:pt modelId="{C2547083-A787-4005-BEC7-5634F5927AC6}" type="pres">
      <dgm:prSet presAssocID="{24708252-ADD2-4A78-90C9-BC296E97976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F92632D8-4CD5-423C-8C70-A251C70BBC75}" type="pres">
      <dgm:prSet presAssocID="{24708252-ADD2-4A78-90C9-BC296E97976C}" presName="spaceRect" presStyleCnt="0"/>
      <dgm:spPr/>
    </dgm:pt>
    <dgm:pt modelId="{7ABDDD70-A4E6-41FA-9AD9-D1BA2A8B5C9B}" type="pres">
      <dgm:prSet presAssocID="{24708252-ADD2-4A78-90C9-BC296E97976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3390B1B-31AC-480E-9A5A-DAFD3F024EE5}" type="presOf" srcId="{E5382EF1-AD1A-4A00-835D-06E08CB9E81C}" destId="{92BCB880-DAB4-426B-8122-33064E9A34F8}" srcOrd="0" destOrd="0" presId="urn:microsoft.com/office/officeart/2018/2/layout/IconVerticalSolidList"/>
    <dgm:cxn modelId="{8DAE3F23-101C-4F6A-8C50-A7A4248A0C62}" type="presOf" srcId="{24708252-ADD2-4A78-90C9-BC296E97976C}" destId="{7ABDDD70-A4E6-41FA-9AD9-D1BA2A8B5C9B}" srcOrd="0" destOrd="0" presId="urn:microsoft.com/office/officeart/2018/2/layout/IconVerticalSolidList"/>
    <dgm:cxn modelId="{D098B244-17BA-4104-8E35-4CFC2BE98578}" srcId="{C5066692-5E15-4317-A2FC-492E9CFD3C86}" destId="{CED7A431-2F67-4F5A-8C14-2ADE618A8234}" srcOrd="1" destOrd="0" parTransId="{BDCA9B3D-15DD-45EA-A319-AE27BE436296}" sibTransId="{C80B7577-42F5-4643-AE29-ECAB26489A2F}"/>
    <dgm:cxn modelId="{CF9D62C1-1D65-4629-8706-5DE5F9BE8083}" srcId="{C5066692-5E15-4317-A2FC-492E9CFD3C86}" destId="{E5382EF1-AD1A-4A00-835D-06E08CB9E81C}" srcOrd="0" destOrd="0" parTransId="{773C5F41-7793-49EB-BD44-EE8A6B9F6188}" sibTransId="{A1A67409-3B68-4199-AC6E-022E0225A6FA}"/>
    <dgm:cxn modelId="{79A51BCB-630B-4046-A679-0BE4A184D7F7}" type="presOf" srcId="{CED7A431-2F67-4F5A-8C14-2ADE618A8234}" destId="{C7EDE09F-6B4F-426D-A5CF-DBB33F8414B6}" srcOrd="0" destOrd="0" presId="urn:microsoft.com/office/officeart/2018/2/layout/IconVerticalSolidList"/>
    <dgm:cxn modelId="{75E327D3-8D1C-47BA-9B5E-FD4628E303A1}" type="presOf" srcId="{C5066692-5E15-4317-A2FC-492E9CFD3C86}" destId="{452AFF21-CB43-4D08-B039-03D5BAE90702}" srcOrd="0" destOrd="0" presId="urn:microsoft.com/office/officeart/2018/2/layout/IconVerticalSolidList"/>
    <dgm:cxn modelId="{CFD7EFDF-346C-4FEA-AF53-5172A5C7DB81}" srcId="{C5066692-5E15-4317-A2FC-492E9CFD3C86}" destId="{24708252-ADD2-4A78-90C9-BC296E97976C}" srcOrd="2" destOrd="0" parTransId="{85DA1466-7E61-4F2C-9565-531895F70D12}" sibTransId="{DE376EE0-DD70-4497-9550-E2B9B41025FA}"/>
    <dgm:cxn modelId="{41A7DB8B-19CD-4E07-A645-55A400E0D60E}" type="presParOf" srcId="{452AFF21-CB43-4D08-B039-03D5BAE90702}" destId="{1145A8CF-1EC1-4FD3-BE3A-6FA03A2DBF0D}" srcOrd="0" destOrd="0" presId="urn:microsoft.com/office/officeart/2018/2/layout/IconVerticalSolidList"/>
    <dgm:cxn modelId="{F29800DE-2DE9-45F9-9B62-BFAA047F9F8F}" type="presParOf" srcId="{1145A8CF-1EC1-4FD3-BE3A-6FA03A2DBF0D}" destId="{9BA4A29E-2E9F-41AF-AD84-86A319ACDC87}" srcOrd="0" destOrd="0" presId="urn:microsoft.com/office/officeart/2018/2/layout/IconVerticalSolidList"/>
    <dgm:cxn modelId="{89D0B484-CD05-4AC4-84D0-9F7BDFDB2039}" type="presParOf" srcId="{1145A8CF-1EC1-4FD3-BE3A-6FA03A2DBF0D}" destId="{E7BA258B-904A-4534-BC42-6E0D1C6CC56D}" srcOrd="1" destOrd="0" presId="urn:microsoft.com/office/officeart/2018/2/layout/IconVerticalSolidList"/>
    <dgm:cxn modelId="{6E77E0C1-8B58-40DA-8056-089D0382D70D}" type="presParOf" srcId="{1145A8CF-1EC1-4FD3-BE3A-6FA03A2DBF0D}" destId="{9E41ED51-235F-4B32-9CBE-DB3A55949101}" srcOrd="2" destOrd="0" presId="urn:microsoft.com/office/officeart/2018/2/layout/IconVerticalSolidList"/>
    <dgm:cxn modelId="{1B19D355-FE0F-4FB0-9E1B-1D2464471940}" type="presParOf" srcId="{1145A8CF-1EC1-4FD3-BE3A-6FA03A2DBF0D}" destId="{92BCB880-DAB4-426B-8122-33064E9A34F8}" srcOrd="3" destOrd="0" presId="urn:microsoft.com/office/officeart/2018/2/layout/IconVerticalSolidList"/>
    <dgm:cxn modelId="{19790A19-DF42-4318-9485-CA957E5D5259}" type="presParOf" srcId="{452AFF21-CB43-4D08-B039-03D5BAE90702}" destId="{F8519F23-010D-4149-9B0B-6409EFD3CE63}" srcOrd="1" destOrd="0" presId="urn:microsoft.com/office/officeart/2018/2/layout/IconVerticalSolidList"/>
    <dgm:cxn modelId="{B0F93904-ED76-4F51-88ED-A07242577ED2}" type="presParOf" srcId="{452AFF21-CB43-4D08-B039-03D5BAE90702}" destId="{ED168BCB-6A7B-4CA7-BD40-D672B0731A6B}" srcOrd="2" destOrd="0" presId="urn:microsoft.com/office/officeart/2018/2/layout/IconVerticalSolidList"/>
    <dgm:cxn modelId="{8AD94063-454D-4E46-85EF-01B28C33EAE2}" type="presParOf" srcId="{ED168BCB-6A7B-4CA7-BD40-D672B0731A6B}" destId="{0A7A2817-8EE9-4CA0-BF36-F66DC52638C8}" srcOrd="0" destOrd="0" presId="urn:microsoft.com/office/officeart/2018/2/layout/IconVerticalSolidList"/>
    <dgm:cxn modelId="{219F2EA4-C503-41D1-A069-AA9AC11725B1}" type="presParOf" srcId="{ED168BCB-6A7B-4CA7-BD40-D672B0731A6B}" destId="{4D032A2A-2C0B-4079-A195-0B842CB5EF61}" srcOrd="1" destOrd="0" presId="urn:microsoft.com/office/officeart/2018/2/layout/IconVerticalSolidList"/>
    <dgm:cxn modelId="{E86E4A64-0A4C-47DB-A57F-20001CAFB960}" type="presParOf" srcId="{ED168BCB-6A7B-4CA7-BD40-D672B0731A6B}" destId="{6D86D7A8-771B-4B60-B13C-D2E117659883}" srcOrd="2" destOrd="0" presId="urn:microsoft.com/office/officeart/2018/2/layout/IconVerticalSolidList"/>
    <dgm:cxn modelId="{F3F72B8F-1A2A-4E18-BC3D-F962EE7DABB5}" type="presParOf" srcId="{ED168BCB-6A7B-4CA7-BD40-D672B0731A6B}" destId="{C7EDE09F-6B4F-426D-A5CF-DBB33F8414B6}" srcOrd="3" destOrd="0" presId="urn:microsoft.com/office/officeart/2018/2/layout/IconVerticalSolidList"/>
    <dgm:cxn modelId="{BE9DDA8C-F3CA-42F7-96D9-F778B40D88EA}" type="presParOf" srcId="{452AFF21-CB43-4D08-B039-03D5BAE90702}" destId="{7052BB26-39EE-4742-AAA3-9E3E152A72C1}" srcOrd="3" destOrd="0" presId="urn:microsoft.com/office/officeart/2018/2/layout/IconVerticalSolidList"/>
    <dgm:cxn modelId="{54718420-C1DF-400C-8C9B-21AFCD26A3D2}" type="presParOf" srcId="{452AFF21-CB43-4D08-B039-03D5BAE90702}" destId="{F0910EE9-2D56-4509-A005-62EA5A5AE021}" srcOrd="4" destOrd="0" presId="urn:microsoft.com/office/officeart/2018/2/layout/IconVerticalSolidList"/>
    <dgm:cxn modelId="{EE912630-F6F0-4BBB-B25E-0ED676FBFBA0}" type="presParOf" srcId="{F0910EE9-2D56-4509-A005-62EA5A5AE021}" destId="{15F8BB74-D52F-44FC-B59D-5D33577010C0}" srcOrd="0" destOrd="0" presId="urn:microsoft.com/office/officeart/2018/2/layout/IconVerticalSolidList"/>
    <dgm:cxn modelId="{4CBDE558-1A46-4F6D-86F4-16C9D216FD56}" type="presParOf" srcId="{F0910EE9-2D56-4509-A005-62EA5A5AE021}" destId="{C2547083-A787-4005-BEC7-5634F5927AC6}" srcOrd="1" destOrd="0" presId="urn:microsoft.com/office/officeart/2018/2/layout/IconVerticalSolidList"/>
    <dgm:cxn modelId="{06AC17FA-B167-4452-A499-3ECE2ABE2CA1}" type="presParOf" srcId="{F0910EE9-2D56-4509-A005-62EA5A5AE021}" destId="{F92632D8-4CD5-423C-8C70-A251C70BBC75}" srcOrd="2" destOrd="0" presId="urn:microsoft.com/office/officeart/2018/2/layout/IconVerticalSolidList"/>
    <dgm:cxn modelId="{97D473DA-6075-4767-A873-7581351C0683}" type="presParOf" srcId="{F0910EE9-2D56-4509-A005-62EA5A5AE021}" destId="{7ABDDD70-A4E6-41FA-9AD9-D1BA2A8B5C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4CBAF13-BBB6-4443-9A6E-8E32381F1C0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888ECED-4764-4021-9C54-ABC9C7B10B4E}">
      <dgm:prSet/>
      <dgm:spPr/>
      <dgm:t>
        <a:bodyPr/>
        <a:lstStyle/>
        <a:p>
          <a:pPr>
            <a:defRPr cap="all"/>
          </a:pPr>
          <a:r>
            <a:rPr lang="pl-PL"/>
            <a:t>Ciągłe doskonalenie oznacza regularne analizowanie pracy zespołu, identyfikowanie problemów oraz wprowadzanie usprawnień w sposób systematyczny.</a:t>
          </a:r>
          <a:endParaRPr lang="en-US"/>
        </a:p>
      </dgm:t>
    </dgm:pt>
    <dgm:pt modelId="{B6430126-E9CC-4707-8FAF-330D071F50BE}" type="parTrans" cxnId="{46BD838D-1D23-4B0D-95E3-6053A523F4BB}">
      <dgm:prSet/>
      <dgm:spPr/>
      <dgm:t>
        <a:bodyPr/>
        <a:lstStyle/>
        <a:p>
          <a:endParaRPr lang="en-US"/>
        </a:p>
      </dgm:t>
    </dgm:pt>
    <dgm:pt modelId="{05C75CBF-6F85-46E5-8899-7FD155DD7391}" type="sibTrans" cxnId="{46BD838D-1D23-4B0D-95E3-6053A523F4BB}">
      <dgm:prSet/>
      <dgm:spPr/>
      <dgm:t>
        <a:bodyPr/>
        <a:lstStyle/>
        <a:p>
          <a:endParaRPr lang="en-US"/>
        </a:p>
      </dgm:t>
    </dgm:pt>
    <dgm:pt modelId="{95B0108B-FA78-4ED4-89CD-8669D7E09615}">
      <dgm:prSet/>
      <dgm:spPr/>
      <dgm:t>
        <a:bodyPr/>
        <a:lstStyle/>
        <a:p>
          <a:pPr>
            <a:defRPr cap="all"/>
          </a:pPr>
          <a:r>
            <a:rPr lang="pl-PL"/>
            <a:t>Zespół uczy się na własnych doświadczeniach i stale poprawia swoje procesy.</a:t>
          </a:r>
          <a:endParaRPr lang="en-US"/>
        </a:p>
      </dgm:t>
    </dgm:pt>
    <dgm:pt modelId="{15CF4888-D70C-4EE8-8C51-0F2F70F42307}" type="parTrans" cxnId="{862BECD0-60F3-4B6C-8087-B76382F7D753}">
      <dgm:prSet/>
      <dgm:spPr/>
      <dgm:t>
        <a:bodyPr/>
        <a:lstStyle/>
        <a:p>
          <a:endParaRPr lang="en-US"/>
        </a:p>
      </dgm:t>
    </dgm:pt>
    <dgm:pt modelId="{9215DB21-4A61-4672-B36D-5B10FA127E56}" type="sibTrans" cxnId="{862BECD0-60F3-4B6C-8087-B76382F7D753}">
      <dgm:prSet/>
      <dgm:spPr/>
      <dgm:t>
        <a:bodyPr/>
        <a:lstStyle/>
        <a:p>
          <a:endParaRPr lang="en-US"/>
        </a:p>
      </dgm:t>
    </dgm:pt>
    <dgm:pt modelId="{E97BE83A-FFC1-4120-9F56-8C61E1450C27}">
      <dgm:prSet/>
      <dgm:spPr/>
      <dgm:t>
        <a:bodyPr/>
        <a:lstStyle/>
        <a:p>
          <a:pPr>
            <a:defRPr cap="all"/>
          </a:pPr>
          <a:r>
            <a:rPr lang="pl-PL"/>
            <a:t>To nie jednorazowa zmiana. To sposób myślenia, w którym zespół stale zadaje sobie pytanie: co możemy zrobić lepiej?</a:t>
          </a:r>
          <a:endParaRPr lang="en-US"/>
        </a:p>
      </dgm:t>
    </dgm:pt>
    <dgm:pt modelId="{995846C3-8C0B-4D1D-9DEB-CD2926D14AFD}" type="parTrans" cxnId="{781F4DCC-FB52-4D6B-B994-2CF5DC0C9C5A}">
      <dgm:prSet/>
      <dgm:spPr/>
      <dgm:t>
        <a:bodyPr/>
        <a:lstStyle/>
        <a:p>
          <a:endParaRPr lang="en-US"/>
        </a:p>
      </dgm:t>
    </dgm:pt>
    <dgm:pt modelId="{CF857B93-69C3-4C40-BF65-A58801282E0E}" type="sibTrans" cxnId="{781F4DCC-FB52-4D6B-B994-2CF5DC0C9C5A}">
      <dgm:prSet/>
      <dgm:spPr/>
      <dgm:t>
        <a:bodyPr/>
        <a:lstStyle/>
        <a:p>
          <a:endParaRPr lang="en-US"/>
        </a:p>
      </dgm:t>
    </dgm:pt>
    <dgm:pt modelId="{666DC9C3-1CF7-4DF3-B777-DD39015A7865}" type="pres">
      <dgm:prSet presAssocID="{A4CBAF13-BBB6-4443-9A6E-8E32381F1C0F}" presName="root" presStyleCnt="0">
        <dgm:presLayoutVars>
          <dgm:dir/>
          <dgm:resizeHandles val="exact"/>
        </dgm:presLayoutVars>
      </dgm:prSet>
      <dgm:spPr/>
    </dgm:pt>
    <dgm:pt modelId="{07054852-C99D-40FC-8C33-13CE88DBFD92}" type="pres">
      <dgm:prSet presAssocID="{E888ECED-4764-4021-9C54-ABC9C7B10B4E}" presName="compNode" presStyleCnt="0"/>
      <dgm:spPr/>
    </dgm:pt>
    <dgm:pt modelId="{D5E18282-CA83-4CF1-A7FF-3E49ABA27F40}" type="pres">
      <dgm:prSet presAssocID="{E888ECED-4764-4021-9C54-ABC9C7B10B4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BA7A6F8-EFF3-48F8-9959-83C60BD0967B}" type="pres">
      <dgm:prSet presAssocID="{E888ECED-4764-4021-9C54-ABC9C7B10B4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B537A98-A148-4078-ABD8-FE6399C2FCA5}" type="pres">
      <dgm:prSet presAssocID="{E888ECED-4764-4021-9C54-ABC9C7B10B4E}" presName="spaceRect" presStyleCnt="0"/>
      <dgm:spPr/>
    </dgm:pt>
    <dgm:pt modelId="{82B15ECA-608C-4CDF-8707-695651F9FF68}" type="pres">
      <dgm:prSet presAssocID="{E888ECED-4764-4021-9C54-ABC9C7B10B4E}" presName="textRect" presStyleLbl="revTx" presStyleIdx="0" presStyleCnt="3">
        <dgm:presLayoutVars>
          <dgm:chMax val="1"/>
          <dgm:chPref val="1"/>
        </dgm:presLayoutVars>
      </dgm:prSet>
      <dgm:spPr/>
    </dgm:pt>
    <dgm:pt modelId="{A29BFCF0-7387-4753-A2B0-EFC0F57EA813}" type="pres">
      <dgm:prSet presAssocID="{05C75CBF-6F85-46E5-8899-7FD155DD7391}" presName="sibTrans" presStyleCnt="0"/>
      <dgm:spPr/>
    </dgm:pt>
    <dgm:pt modelId="{916D342D-16BF-4D92-855B-79E16BF0B3B6}" type="pres">
      <dgm:prSet presAssocID="{95B0108B-FA78-4ED4-89CD-8669D7E09615}" presName="compNode" presStyleCnt="0"/>
      <dgm:spPr/>
    </dgm:pt>
    <dgm:pt modelId="{8D5C1B0A-5257-4502-B4D2-A301BC0E561B}" type="pres">
      <dgm:prSet presAssocID="{95B0108B-FA78-4ED4-89CD-8669D7E09615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91BE53A-99F0-46BE-91DE-16FC443A48F1}" type="pres">
      <dgm:prSet presAssocID="{95B0108B-FA78-4ED4-89CD-8669D7E0961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wacz"/>
        </a:ext>
      </dgm:extLst>
    </dgm:pt>
    <dgm:pt modelId="{3513CE09-C308-43C9-8063-609912E6B107}" type="pres">
      <dgm:prSet presAssocID="{95B0108B-FA78-4ED4-89CD-8669D7E09615}" presName="spaceRect" presStyleCnt="0"/>
      <dgm:spPr/>
    </dgm:pt>
    <dgm:pt modelId="{53AFD23D-CD38-46AF-A89E-92ED9BC26A38}" type="pres">
      <dgm:prSet presAssocID="{95B0108B-FA78-4ED4-89CD-8669D7E09615}" presName="textRect" presStyleLbl="revTx" presStyleIdx="1" presStyleCnt="3">
        <dgm:presLayoutVars>
          <dgm:chMax val="1"/>
          <dgm:chPref val="1"/>
        </dgm:presLayoutVars>
      </dgm:prSet>
      <dgm:spPr/>
    </dgm:pt>
    <dgm:pt modelId="{D34C5DDB-8BAE-46DD-A3EF-3AF8AFED1961}" type="pres">
      <dgm:prSet presAssocID="{9215DB21-4A61-4672-B36D-5B10FA127E56}" presName="sibTrans" presStyleCnt="0"/>
      <dgm:spPr/>
    </dgm:pt>
    <dgm:pt modelId="{52AA216F-1270-484D-9474-F83123C98B8B}" type="pres">
      <dgm:prSet presAssocID="{E97BE83A-FFC1-4120-9F56-8C61E1450C27}" presName="compNode" presStyleCnt="0"/>
      <dgm:spPr/>
    </dgm:pt>
    <dgm:pt modelId="{D4922ABD-F338-422E-BCEC-94EFCA55D5CE}" type="pres">
      <dgm:prSet presAssocID="{E97BE83A-FFC1-4120-9F56-8C61E1450C27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0F04FA7-EBA4-4157-B531-B2B2E07B5F87}" type="pres">
      <dgm:prSet presAssocID="{E97BE83A-FFC1-4120-9F56-8C61E1450C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69A5EAFC-515A-43BA-81FD-86CB4BA41DC0}" type="pres">
      <dgm:prSet presAssocID="{E97BE83A-FFC1-4120-9F56-8C61E1450C27}" presName="spaceRect" presStyleCnt="0"/>
      <dgm:spPr/>
    </dgm:pt>
    <dgm:pt modelId="{0D3CE5B8-BDE2-4B2B-8302-F11DF9C8A537}" type="pres">
      <dgm:prSet presAssocID="{E97BE83A-FFC1-4120-9F56-8C61E1450C2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7025406-2259-4738-99ED-DDE8D91DF00E}" type="presOf" srcId="{A4CBAF13-BBB6-4443-9A6E-8E32381F1C0F}" destId="{666DC9C3-1CF7-4DF3-B777-DD39015A7865}" srcOrd="0" destOrd="0" presId="urn:microsoft.com/office/officeart/2018/5/layout/IconLeafLabelList"/>
    <dgm:cxn modelId="{46BD838D-1D23-4B0D-95E3-6053A523F4BB}" srcId="{A4CBAF13-BBB6-4443-9A6E-8E32381F1C0F}" destId="{E888ECED-4764-4021-9C54-ABC9C7B10B4E}" srcOrd="0" destOrd="0" parTransId="{B6430126-E9CC-4707-8FAF-330D071F50BE}" sibTransId="{05C75CBF-6F85-46E5-8899-7FD155DD7391}"/>
    <dgm:cxn modelId="{DB5D1A8E-FBE5-4530-8CB7-FD7DC5816F18}" type="presOf" srcId="{95B0108B-FA78-4ED4-89CD-8669D7E09615}" destId="{53AFD23D-CD38-46AF-A89E-92ED9BC26A38}" srcOrd="0" destOrd="0" presId="urn:microsoft.com/office/officeart/2018/5/layout/IconLeafLabelList"/>
    <dgm:cxn modelId="{826E74A4-2891-461E-AA4B-043210F01863}" type="presOf" srcId="{E888ECED-4764-4021-9C54-ABC9C7B10B4E}" destId="{82B15ECA-608C-4CDF-8707-695651F9FF68}" srcOrd="0" destOrd="0" presId="urn:microsoft.com/office/officeart/2018/5/layout/IconLeafLabelList"/>
    <dgm:cxn modelId="{772067BA-3CB7-432B-BD71-1B2AE4867414}" type="presOf" srcId="{E97BE83A-FFC1-4120-9F56-8C61E1450C27}" destId="{0D3CE5B8-BDE2-4B2B-8302-F11DF9C8A537}" srcOrd="0" destOrd="0" presId="urn:microsoft.com/office/officeart/2018/5/layout/IconLeafLabelList"/>
    <dgm:cxn modelId="{781F4DCC-FB52-4D6B-B994-2CF5DC0C9C5A}" srcId="{A4CBAF13-BBB6-4443-9A6E-8E32381F1C0F}" destId="{E97BE83A-FFC1-4120-9F56-8C61E1450C27}" srcOrd="2" destOrd="0" parTransId="{995846C3-8C0B-4D1D-9DEB-CD2926D14AFD}" sibTransId="{CF857B93-69C3-4C40-BF65-A58801282E0E}"/>
    <dgm:cxn modelId="{862BECD0-60F3-4B6C-8087-B76382F7D753}" srcId="{A4CBAF13-BBB6-4443-9A6E-8E32381F1C0F}" destId="{95B0108B-FA78-4ED4-89CD-8669D7E09615}" srcOrd="1" destOrd="0" parTransId="{15CF4888-D70C-4EE8-8C51-0F2F70F42307}" sibTransId="{9215DB21-4A61-4672-B36D-5B10FA127E56}"/>
    <dgm:cxn modelId="{25E9E6D8-513E-44DE-8E11-355F0293447A}" type="presParOf" srcId="{666DC9C3-1CF7-4DF3-B777-DD39015A7865}" destId="{07054852-C99D-40FC-8C33-13CE88DBFD92}" srcOrd="0" destOrd="0" presId="urn:microsoft.com/office/officeart/2018/5/layout/IconLeafLabelList"/>
    <dgm:cxn modelId="{B37C1B4E-427D-46D3-BBDC-9C2A8033FC66}" type="presParOf" srcId="{07054852-C99D-40FC-8C33-13CE88DBFD92}" destId="{D5E18282-CA83-4CF1-A7FF-3E49ABA27F40}" srcOrd="0" destOrd="0" presId="urn:microsoft.com/office/officeart/2018/5/layout/IconLeafLabelList"/>
    <dgm:cxn modelId="{67178AD0-470C-44F8-B6F6-FD4FB9BF748C}" type="presParOf" srcId="{07054852-C99D-40FC-8C33-13CE88DBFD92}" destId="{0BA7A6F8-EFF3-48F8-9959-83C60BD0967B}" srcOrd="1" destOrd="0" presId="urn:microsoft.com/office/officeart/2018/5/layout/IconLeafLabelList"/>
    <dgm:cxn modelId="{6B1568FB-D242-48AC-A212-D14E9F2E2E96}" type="presParOf" srcId="{07054852-C99D-40FC-8C33-13CE88DBFD92}" destId="{7B537A98-A148-4078-ABD8-FE6399C2FCA5}" srcOrd="2" destOrd="0" presId="urn:microsoft.com/office/officeart/2018/5/layout/IconLeafLabelList"/>
    <dgm:cxn modelId="{8CBA857E-B8EE-430C-A010-9CE0B5B28F24}" type="presParOf" srcId="{07054852-C99D-40FC-8C33-13CE88DBFD92}" destId="{82B15ECA-608C-4CDF-8707-695651F9FF68}" srcOrd="3" destOrd="0" presId="urn:microsoft.com/office/officeart/2018/5/layout/IconLeafLabelList"/>
    <dgm:cxn modelId="{CF36C5D3-7D9F-4731-AB32-3373B9BAE26F}" type="presParOf" srcId="{666DC9C3-1CF7-4DF3-B777-DD39015A7865}" destId="{A29BFCF0-7387-4753-A2B0-EFC0F57EA813}" srcOrd="1" destOrd="0" presId="urn:microsoft.com/office/officeart/2018/5/layout/IconLeafLabelList"/>
    <dgm:cxn modelId="{94D8DED5-CB98-4DC0-9823-D5CA81A8686C}" type="presParOf" srcId="{666DC9C3-1CF7-4DF3-B777-DD39015A7865}" destId="{916D342D-16BF-4D92-855B-79E16BF0B3B6}" srcOrd="2" destOrd="0" presId="urn:microsoft.com/office/officeart/2018/5/layout/IconLeafLabelList"/>
    <dgm:cxn modelId="{B2F08431-CF98-4D28-85B5-E5C44DD30607}" type="presParOf" srcId="{916D342D-16BF-4D92-855B-79E16BF0B3B6}" destId="{8D5C1B0A-5257-4502-B4D2-A301BC0E561B}" srcOrd="0" destOrd="0" presId="urn:microsoft.com/office/officeart/2018/5/layout/IconLeafLabelList"/>
    <dgm:cxn modelId="{4BB6AF3A-9EE3-4DE8-BA42-010A6E3D8881}" type="presParOf" srcId="{916D342D-16BF-4D92-855B-79E16BF0B3B6}" destId="{591BE53A-99F0-46BE-91DE-16FC443A48F1}" srcOrd="1" destOrd="0" presId="urn:microsoft.com/office/officeart/2018/5/layout/IconLeafLabelList"/>
    <dgm:cxn modelId="{7447A73B-FB9F-4668-886E-56B20B761445}" type="presParOf" srcId="{916D342D-16BF-4D92-855B-79E16BF0B3B6}" destId="{3513CE09-C308-43C9-8063-609912E6B107}" srcOrd="2" destOrd="0" presId="urn:microsoft.com/office/officeart/2018/5/layout/IconLeafLabelList"/>
    <dgm:cxn modelId="{1B453698-D3CD-420E-8530-21279029A779}" type="presParOf" srcId="{916D342D-16BF-4D92-855B-79E16BF0B3B6}" destId="{53AFD23D-CD38-46AF-A89E-92ED9BC26A38}" srcOrd="3" destOrd="0" presId="urn:microsoft.com/office/officeart/2018/5/layout/IconLeafLabelList"/>
    <dgm:cxn modelId="{668A0228-A21C-4795-A094-90EB8E23A431}" type="presParOf" srcId="{666DC9C3-1CF7-4DF3-B777-DD39015A7865}" destId="{D34C5DDB-8BAE-46DD-A3EF-3AF8AFED1961}" srcOrd="3" destOrd="0" presId="urn:microsoft.com/office/officeart/2018/5/layout/IconLeafLabelList"/>
    <dgm:cxn modelId="{C24E867B-7EEB-4D55-A5B6-E5B74BD9F589}" type="presParOf" srcId="{666DC9C3-1CF7-4DF3-B777-DD39015A7865}" destId="{52AA216F-1270-484D-9474-F83123C98B8B}" srcOrd="4" destOrd="0" presId="urn:microsoft.com/office/officeart/2018/5/layout/IconLeafLabelList"/>
    <dgm:cxn modelId="{38779568-AE78-486E-B883-04A46E341B17}" type="presParOf" srcId="{52AA216F-1270-484D-9474-F83123C98B8B}" destId="{D4922ABD-F338-422E-BCEC-94EFCA55D5CE}" srcOrd="0" destOrd="0" presId="urn:microsoft.com/office/officeart/2018/5/layout/IconLeafLabelList"/>
    <dgm:cxn modelId="{8639BB64-01EC-43DD-866A-D19AD2252B4A}" type="presParOf" srcId="{52AA216F-1270-484D-9474-F83123C98B8B}" destId="{80F04FA7-EBA4-4157-B531-B2B2E07B5F87}" srcOrd="1" destOrd="0" presId="urn:microsoft.com/office/officeart/2018/5/layout/IconLeafLabelList"/>
    <dgm:cxn modelId="{FEF1EB92-D509-4E9E-8858-F4E508C7A793}" type="presParOf" srcId="{52AA216F-1270-484D-9474-F83123C98B8B}" destId="{69A5EAFC-515A-43BA-81FD-86CB4BA41DC0}" srcOrd="2" destOrd="0" presId="urn:microsoft.com/office/officeart/2018/5/layout/IconLeafLabelList"/>
    <dgm:cxn modelId="{7B63E50C-E5A6-443F-A215-CF3F291071D0}" type="presParOf" srcId="{52AA216F-1270-484D-9474-F83123C98B8B}" destId="{0D3CE5B8-BDE2-4B2B-8302-F11DF9C8A53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5E93BDC-8890-4659-8533-9C191BC0BEB4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716B39-FFDA-43FB-9EB1-DF1A0E7A5605}">
      <dgm:prSet/>
      <dgm:spPr/>
      <dgm:t>
        <a:bodyPr/>
        <a:lstStyle/>
        <a:p>
          <a:r>
            <a:rPr lang="pl-PL"/>
            <a:t>Efektywna praca zespołowa w TSP wymaga zaufania, otwartej komunikacji, jasno określonych ról oraz dostępu do danych.</a:t>
          </a:r>
          <a:endParaRPr lang="en-US"/>
        </a:p>
      </dgm:t>
    </dgm:pt>
    <dgm:pt modelId="{18C110EB-4361-408F-ABB3-619DB1B6E8FF}" type="parTrans" cxnId="{6659DFCB-301E-4F56-90D2-81E3396EE622}">
      <dgm:prSet/>
      <dgm:spPr/>
      <dgm:t>
        <a:bodyPr/>
        <a:lstStyle/>
        <a:p>
          <a:endParaRPr lang="en-US"/>
        </a:p>
      </dgm:t>
    </dgm:pt>
    <dgm:pt modelId="{F69762E2-1994-4C83-84A7-596B5B19A5C8}" type="sibTrans" cxnId="{6659DFCB-301E-4F56-90D2-81E3396EE622}">
      <dgm:prSet/>
      <dgm:spPr/>
      <dgm:t>
        <a:bodyPr/>
        <a:lstStyle/>
        <a:p>
          <a:endParaRPr lang="en-US"/>
        </a:p>
      </dgm:t>
    </dgm:pt>
    <dgm:pt modelId="{2F83E67C-B9F5-4868-9CB8-E48F4BE3B304}">
      <dgm:prSet/>
      <dgm:spPr/>
      <dgm:t>
        <a:bodyPr/>
        <a:lstStyle/>
        <a:p>
          <a:r>
            <a:rPr lang="pl-PL"/>
            <a:t>Każdy członek zespołu musi rozumieć swoją rolę i wpływ na wynik końcowy.</a:t>
          </a:r>
          <a:endParaRPr lang="en-US"/>
        </a:p>
      </dgm:t>
    </dgm:pt>
    <dgm:pt modelId="{943483DF-D4D9-44AC-A581-C813525588C6}" type="parTrans" cxnId="{AA3F1D82-1944-4F7D-A988-FAB4999EE229}">
      <dgm:prSet/>
      <dgm:spPr/>
      <dgm:t>
        <a:bodyPr/>
        <a:lstStyle/>
        <a:p>
          <a:endParaRPr lang="en-US"/>
        </a:p>
      </dgm:t>
    </dgm:pt>
    <dgm:pt modelId="{7D05E026-9B5F-42E4-8014-E370604A97E3}" type="sibTrans" cxnId="{AA3F1D82-1944-4F7D-A988-FAB4999EE229}">
      <dgm:prSet/>
      <dgm:spPr/>
      <dgm:t>
        <a:bodyPr/>
        <a:lstStyle/>
        <a:p>
          <a:endParaRPr lang="en-US"/>
        </a:p>
      </dgm:t>
    </dgm:pt>
    <dgm:pt modelId="{60C02378-DF9E-4ECE-A120-5155609E6F3B}">
      <dgm:prSet/>
      <dgm:spPr/>
      <dgm:t>
        <a:bodyPr/>
        <a:lstStyle/>
        <a:p>
          <a:r>
            <a:rPr lang="pl-PL"/>
            <a:t>Bez zaufania i komunikacji nawet najlepszy proces nie zadziała</a:t>
          </a:r>
          <a:endParaRPr lang="en-US"/>
        </a:p>
      </dgm:t>
    </dgm:pt>
    <dgm:pt modelId="{94816765-E2C5-473C-9A12-839F9681F386}" type="parTrans" cxnId="{57683FBA-1461-429B-B545-584ECF943C45}">
      <dgm:prSet/>
      <dgm:spPr/>
      <dgm:t>
        <a:bodyPr/>
        <a:lstStyle/>
        <a:p>
          <a:endParaRPr lang="en-US"/>
        </a:p>
      </dgm:t>
    </dgm:pt>
    <dgm:pt modelId="{8CCD78BA-DEC7-46F4-B8DE-79F653D264C3}" type="sibTrans" cxnId="{57683FBA-1461-429B-B545-584ECF943C45}">
      <dgm:prSet/>
      <dgm:spPr/>
      <dgm:t>
        <a:bodyPr/>
        <a:lstStyle/>
        <a:p>
          <a:endParaRPr lang="en-US"/>
        </a:p>
      </dgm:t>
    </dgm:pt>
    <dgm:pt modelId="{540084E7-FEA1-4BE8-8DF7-8AB71A592DB9}" type="pres">
      <dgm:prSet presAssocID="{45E93BDC-8890-4659-8533-9C191BC0BE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79FD24-33CB-4D45-834F-8A6F3BF568AD}" type="pres">
      <dgm:prSet presAssocID="{AF716B39-FFDA-43FB-9EB1-DF1A0E7A5605}" presName="hierRoot1" presStyleCnt="0"/>
      <dgm:spPr/>
    </dgm:pt>
    <dgm:pt modelId="{53A4AA09-B47C-4C70-862E-67FCDEB9BB0F}" type="pres">
      <dgm:prSet presAssocID="{AF716B39-FFDA-43FB-9EB1-DF1A0E7A5605}" presName="composite" presStyleCnt="0"/>
      <dgm:spPr/>
    </dgm:pt>
    <dgm:pt modelId="{350E1C02-E859-465A-B228-6377D155DE3E}" type="pres">
      <dgm:prSet presAssocID="{AF716B39-FFDA-43FB-9EB1-DF1A0E7A5605}" presName="background" presStyleLbl="node0" presStyleIdx="0" presStyleCnt="3"/>
      <dgm:spPr/>
    </dgm:pt>
    <dgm:pt modelId="{92764269-BFAB-47AA-9B43-E01EB3CAD5B4}" type="pres">
      <dgm:prSet presAssocID="{AF716B39-FFDA-43FB-9EB1-DF1A0E7A5605}" presName="text" presStyleLbl="fgAcc0" presStyleIdx="0" presStyleCnt="3">
        <dgm:presLayoutVars>
          <dgm:chPref val="3"/>
        </dgm:presLayoutVars>
      </dgm:prSet>
      <dgm:spPr/>
    </dgm:pt>
    <dgm:pt modelId="{5A15F44C-1F7B-4097-9A42-C95D544F7928}" type="pres">
      <dgm:prSet presAssocID="{AF716B39-FFDA-43FB-9EB1-DF1A0E7A5605}" presName="hierChild2" presStyleCnt="0"/>
      <dgm:spPr/>
    </dgm:pt>
    <dgm:pt modelId="{AFA0F643-28A5-4845-9D23-F5B473353198}" type="pres">
      <dgm:prSet presAssocID="{2F83E67C-B9F5-4868-9CB8-E48F4BE3B304}" presName="hierRoot1" presStyleCnt="0"/>
      <dgm:spPr/>
    </dgm:pt>
    <dgm:pt modelId="{ED4332B8-E351-481C-A68B-4BECDB8038EF}" type="pres">
      <dgm:prSet presAssocID="{2F83E67C-B9F5-4868-9CB8-E48F4BE3B304}" presName="composite" presStyleCnt="0"/>
      <dgm:spPr/>
    </dgm:pt>
    <dgm:pt modelId="{970AEA6B-DEC4-47CD-BAD2-E02F83A7419C}" type="pres">
      <dgm:prSet presAssocID="{2F83E67C-B9F5-4868-9CB8-E48F4BE3B304}" presName="background" presStyleLbl="node0" presStyleIdx="1" presStyleCnt="3"/>
      <dgm:spPr/>
    </dgm:pt>
    <dgm:pt modelId="{6E2DCD7B-153E-405E-A0F1-4768DFB9E69C}" type="pres">
      <dgm:prSet presAssocID="{2F83E67C-B9F5-4868-9CB8-E48F4BE3B304}" presName="text" presStyleLbl="fgAcc0" presStyleIdx="1" presStyleCnt="3">
        <dgm:presLayoutVars>
          <dgm:chPref val="3"/>
        </dgm:presLayoutVars>
      </dgm:prSet>
      <dgm:spPr/>
    </dgm:pt>
    <dgm:pt modelId="{49308D44-9E1A-49C9-B20E-A2923FC699EE}" type="pres">
      <dgm:prSet presAssocID="{2F83E67C-B9F5-4868-9CB8-E48F4BE3B304}" presName="hierChild2" presStyleCnt="0"/>
      <dgm:spPr/>
    </dgm:pt>
    <dgm:pt modelId="{34D37361-410D-49DE-AD94-D00F29720AEC}" type="pres">
      <dgm:prSet presAssocID="{60C02378-DF9E-4ECE-A120-5155609E6F3B}" presName="hierRoot1" presStyleCnt="0"/>
      <dgm:spPr/>
    </dgm:pt>
    <dgm:pt modelId="{8D1DFE70-C2BC-4C8A-96FC-C1CA9D7022D4}" type="pres">
      <dgm:prSet presAssocID="{60C02378-DF9E-4ECE-A120-5155609E6F3B}" presName="composite" presStyleCnt="0"/>
      <dgm:spPr/>
    </dgm:pt>
    <dgm:pt modelId="{BADA6C4E-7C90-467D-9136-9156FD674BDF}" type="pres">
      <dgm:prSet presAssocID="{60C02378-DF9E-4ECE-A120-5155609E6F3B}" presName="background" presStyleLbl="node0" presStyleIdx="2" presStyleCnt="3"/>
      <dgm:spPr/>
    </dgm:pt>
    <dgm:pt modelId="{CC75C0A0-9510-4B89-A068-44F59DCE7A5E}" type="pres">
      <dgm:prSet presAssocID="{60C02378-DF9E-4ECE-A120-5155609E6F3B}" presName="text" presStyleLbl="fgAcc0" presStyleIdx="2" presStyleCnt="3">
        <dgm:presLayoutVars>
          <dgm:chPref val="3"/>
        </dgm:presLayoutVars>
      </dgm:prSet>
      <dgm:spPr/>
    </dgm:pt>
    <dgm:pt modelId="{1355FE38-7A6A-44F8-8CB8-176AB0B1AAF3}" type="pres">
      <dgm:prSet presAssocID="{60C02378-DF9E-4ECE-A120-5155609E6F3B}" presName="hierChild2" presStyleCnt="0"/>
      <dgm:spPr/>
    </dgm:pt>
  </dgm:ptLst>
  <dgm:cxnLst>
    <dgm:cxn modelId="{0CE98E1A-F354-4F08-B51B-274F912FCD8E}" type="presOf" srcId="{AF716B39-FFDA-43FB-9EB1-DF1A0E7A5605}" destId="{92764269-BFAB-47AA-9B43-E01EB3CAD5B4}" srcOrd="0" destOrd="0" presId="urn:microsoft.com/office/officeart/2005/8/layout/hierarchy1"/>
    <dgm:cxn modelId="{2186A027-C403-4790-B4AE-B785235EE329}" type="presOf" srcId="{45E93BDC-8890-4659-8533-9C191BC0BEB4}" destId="{540084E7-FEA1-4BE8-8DF7-8AB71A592DB9}" srcOrd="0" destOrd="0" presId="urn:microsoft.com/office/officeart/2005/8/layout/hierarchy1"/>
    <dgm:cxn modelId="{ED486036-278F-4C1A-9777-95AD399C37D2}" type="presOf" srcId="{2F83E67C-B9F5-4868-9CB8-E48F4BE3B304}" destId="{6E2DCD7B-153E-405E-A0F1-4768DFB9E69C}" srcOrd="0" destOrd="0" presId="urn:microsoft.com/office/officeart/2005/8/layout/hierarchy1"/>
    <dgm:cxn modelId="{AA3F1D82-1944-4F7D-A988-FAB4999EE229}" srcId="{45E93BDC-8890-4659-8533-9C191BC0BEB4}" destId="{2F83E67C-B9F5-4868-9CB8-E48F4BE3B304}" srcOrd="1" destOrd="0" parTransId="{943483DF-D4D9-44AC-A581-C813525588C6}" sibTransId="{7D05E026-9B5F-42E4-8014-E370604A97E3}"/>
    <dgm:cxn modelId="{57683FBA-1461-429B-B545-584ECF943C45}" srcId="{45E93BDC-8890-4659-8533-9C191BC0BEB4}" destId="{60C02378-DF9E-4ECE-A120-5155609E6F3B}" srcOrd="2" destOrd="0" parTransId="{94816765-E2C5-473C-9A12-839F9681F386}" sibTransId="{8CCD78BA-DEC7-46F4-B8DE-79F653D264C3}"/>
    <dgm:cxn modelId="{6659DFCB-301E-4F56-90D2-81E3396EE622}" srcId="{45E93BDC-8890-4659-8533-9C191BC0BEB4}" destId="{AF716B39-FFDA-43FB-9EB1-DF1A0E7A5605}" srcOrd="0" destOrd="0" parTransId="{18C110EB-4361-408F-ABB3-619DB1B6E8FF}" sibTransId="{F69762E2-1994-4C83-84A7-596B5B19A5C8}"/>
    <dgm:cxn modelId="{E42256D1-7D74-4D53-AB23-545EBFB80A86}" type="presOf" srcId="{60C02378-DF9E-4ECE-A120-5155609E6F3B}" destId="{CC75C0A0-9510-4B89-A068-44F59DCE7A5E}" srcOrd="0" destOrd="0" presId="urn:microsoft.com/office/officeart/2005/8/layout/hierarchy1"/>
    <dgm:cxn modelId="{24B7E773-8F5A-4BE6-A370-D3DF40B0C291}" type="presParOf" srcId="{540084E7-FEA1-4BE8-8DF7-8AB71A592DB9}" destId="{0979FD24-33CB-4D45-834F-8A6F3BF568AD}" srcOrd="0" destOrd="0" presId="urn:microsoft.com/office/officeart/2005/8/layout/hierarchy1"/>
    <dgm:cxn modelId="{ECEEC852-6B0A-43E1-8A91-7131FB587D7B}" type="presParOf" srcId="{0979FD24-33CB-4D45-834F-8A6F3BF568AD}" destId="{53A4AA09-B47C-4C70-862E-67FCDEB9BB0F}" srcOrd="0" destOrd="0" presId="urn:microsoft.com/office/officeart/2005/8/layout/hierarchy1"/>
    <dgm:cxn modelId="{A7F6B523-1D96-48D1-9E77-4BB8AD3DEAEF}" type="presParOf" srcId="{53A4AA09-B47C-4C70-862E-67FCDEB9BB0F}" destId="{350E1C02-E859-465A-B228-6377D155DE3E}" srcOrd="0" destOrd="0" presId="urn:microsoft.com/office/officeart/2005/8/layout/hierarchy1"/>
    <dgm:cxn modelId="{245686B8-EBF3-4C3B-A34A-BC5B8A522F2C}" type="presParOf" srcId="{53A4AA09-B47C-4C70-862E-67FCDEB9BB0F}" destId="{92764269-BFAB-47AA-9B43-E01EB3CAD5B4}" srcOrd="1" destOrd="0" presId="urn:microsoft.com/office/officeart/2005/8/layout/hierarchy1"/>
    <dgm:cxn modelId="{2CCF8ED7-99C3-4E97-BFD1-1653B7B8417A}" type="presParOf" srcId="{0979FD24-33CB-4D45-834F-8A6F3BF568AD}" destId="{5A15F44C-1F7B-4097-9A42-C95D544F7928}" srcOrd="1" destOrd="0" presId="urn:microsoft.com/office/officeart/2005/8/layout/hierarchy1"/>
    <dgm:cxn modelId="{E2017D54-A542-4F5A-BEAD-BFA386A95430}" type="presParOf" srcId="{540084E7-FEA1-4BE8-8DF7-8AB71A592DB9}" destId="{AFA0F643-28A5-4845-9D23-F5B473353198}" srcOrd="1" destOrd="0" presId="urn:microsoft.com/office/officeart/2005/8/layout/hierarchy1"/>
    <dgm:cxn modelId="{98F68369-8889-4B09-8EB2-026FCCAF2546}" type="presParOf" srcId="{AFA0F643-28A5-4845-9D23-F5B473353198}" destId="{ED4332B8-E351-481C-A68B-4BECDB8038EF}" srcOrd="0" destOrd="0" presId="urn:microsoft.com/office/officeart/2005/8/layout/hierarchy1"/>
    <dgm:cxn modelId="{8F76A298-D1D2-40C4-BDF6-2DF08B8C2865}" type="presParOf" srcId="{ED4332B8-E351-481C-A68B-4BECDB8038EF}" destId="{970AEA6B-DEC4-47CD-BAD2-E02F83A7419C}" srcOrd="0" destOrd="0" presId="urn:microsoft.com/office/officeart/2005/8/layout/hierarchy1"/>
    <dgm:cxn modelId="{1338FD1D-F888-4C7B-B7DD-DA5DA719E01A}" type="presParOf" srcId="{ED4332B8-E351-481C-A68B-4BECDB8038EF}" destId="{6E2DCD7B-153E-405E-A0F1-4768DFB9E69C}" srcOrd="1" destOrd="0" presId="urn:microsoft.com/office/officeart/2005/8/layout/hierarchy1"/>
    <dgm:cxn modelId="{79897A41-5444-4EB7-98A3-1E289AAEBC6F}" type="presParOf" srcId="{AFA0F643-28A5-4845-9D23-F5B473353198}" destId="{49308D44-9E1A-49C9-B20E-A2923FC699EE}" srcOrd="1" destOrd="0" presId="urn:microsoft.com/office/officeart/2005/8/layout/hierarchy1"/>
    <dgm:cxn modelId="{8F7D82BD-DA0B-43E7-9455-FE6F2F0BCCE0}" type="presParOf" srcId="{540084E7-FEA1-4BE8-8DF7-8AB71A592DB9}" destId="{34D37361-410D-49DE-AD94-D00F29720AEC}" srcOrd="2" destOrd="0" presId="urn:microsoft.com/office/officeart/2005/8/layout/hierarchy1"/>
    <dgm:cxn modelId="{DFA47A3F-2F68-4346-8CFD-2EBBEFCEB501}" type="presParOf" srcId="{34D37361-410D-49DE-AD94-D00F29720AEC}" destId="{8D1DFE70-C2BC-4C8A-96FC-C1CA9D7022D4}" srcOrd="0" destOrd="0" presId="urn:microsoft.com/office/officeart/2005/8/layout/hierarchy1"/>
    <dgm:cxn modelId="{504A656F-14A6-456C-B2FA-8461F74BE705}" type="presParOf" srcId="{8D1DFE70-C2BC-4C8A-96FC-C1CA9D7022D4}" destId="{BADA6C4E-7C90-467D-9136-9156FD674BDF}" srcOrd="0" destOrd="0" presId="urn:microsoft.com/office/officeart/2005/8/layout/hierarchy1"/>
    <dgm:cxn modelId="{6F1AF792-3996-4FFF-AEA2-20CDC8A597C9}" type="presParOf" srcId="{8D1DFE70-C2BC-4C8A-96FC-C1CA9D7022D4}" destId="{CC75C0A0-9510-4B89-A068-44F59DCE7A5E}" srcOrd="1" destOrd="0" presId="urn:microsoft.com/office/officeart/2005/8/layout/hierarchy1"/>
    <dgm:cxn modelId="{9F32CFC7-AE58-4D83-8BE2-B3A260314228}" type="presParOf" srcId="{34D37361-410D-49DE-AD94-D00F29720AEC}" destId="{1355FE38-7A6A-44F8-8CB8-176AB0B1AAF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7F6063C-AD01-48CD-9A6D-76C052AE98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9421155-0444-47B9-B468-362EF7C0119A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Defect Removal Profile pokazuje, w których fazach projektu błędy są wykrywane i usuwane.</a:t>
          </a:r>
          <a:br>
            <a:rPr lang="pl-PL"/>
          </a:br>
          <a:endParaRPr lang="en-US"/>
        </a:p>
      </dgm:t>
    </dgm:pt>
    <dgm:pt modelId="{D41A38B6-75B7-4DAA-89B2-C9C5B71E325D}" type="parTrans" cxnId="{5D615F2B-1155-4099-B534-8F7ABD1668B9}">
      <dgm:prSet/>
      <dgm:spPr/>
      <dgm:t>
        <a:bodyPr/>
        <a:lstStyle/>
        <a:p>
          <a:endParaRPr lang="en-US"/>
        </a:p>
      </dgm:t>
    </dgm:pt>
    <dgm:pt modelId="{238E47A9-A243-4C8E-9F4C-D36E4AA3CC8F}" type="sibTrans" cxnId="{5D615F2B-1155-4099-B534-8F7ABD1668B9}">
      <dgm:prSet/>
      <dgm:spPr/>
      <dgm:t>
        <a:bodyPr/>
        <a:lstStyle/>
        <a:p>
          <a:endParaRPr lang="en-US"/>
        </a:p>
      </dgm:t>
    </dgm:pt>
    <dgm:pt modelId="{F457206E-46E6-41F3-B089-A75B2319D395}">
      <dgm:prSet/>
      <dgm:spPr/>
      <dgm:t>
        <a:bodyPr/>
        <a:lstStyle/>
        <a:p>
          <a:pPr>
            <a:lnSpc>
              <a:spcPct val="100000"/>
            </a:lnSpc>
          </a:pPr>
          <a:r>
            <a:rPr lang="pl-PL"/>
            <a:t>Pozwala ocenić skuteczność procesu jakości.</a:t>
          </a:r>
          <a:endParaRPr lang="en-US"/>
        </a:p>
      </dgm:t>
    </dgm:pt>
    <dgm:pt modelId="{5156213B-D328-4F5E-8D23-EA3E5AF452A6}" type="parTrans" cxnId="{8EAA4851-FF7E-47C0-AEB4-89B955B42B12}">
      <dgm:prSet/>
      <dgm:spPr/>
      <dgm:t>
        <a:bodyPr/>
        <a:lstStyle/>
        <a:p>
          <a:endParaRPr lang="en-US"/>
        </a:p>
      </dgm:t>
    </dgm:pt>
    <dgm:pt modelId="{A477718A-9743-4177-BB15-80B259BCD7BB}" type="sibTrans" cxnId="{8EAA4851-FF7E-47C0-AEB4-89B955B42B12}">
      <dgm:prSet/>
      <dgm:spPr/>
      <dgm:t>
        <a:bodyPr/>
        <a:lstStyle/>
        <a:p>
          <a:endParaRPr lang="en-US"/>
        </a:p>
      </dgm:t>
    </dgm:pt>
    <dgm:pt modelId="{A15B3DDD-925B-47F5-98F1-88ED7C71D85E}" type="pres">
      <dgm:prSet presAssocID="{07F6063C-AD01-48CD-9A6D-76C052AE9823}" presName="root" presStyleCnt="0">
        <dgm:presLayoutVars>
          <dgm:dir/>
          <dgm:resizeHandles val="exact"/>
        </dgm:presLayoutVars>
      </dgm:prSet>
      <dgm:spPr/>
    </dgm:pt>
    <dgm:pt modelId="{59359605-5343-4B44-BC2F-0734F01442F4}" type="pres">
      <dgm:prSet presAssocID="{69421155-0444-47B9-B468-362EF7C0119A}" presName="compNode" presStyleCnt="0"/>
      <dgm:spPr/>
    </dgm:pt>
    <dgm:pt modelId="{CBBBD21B-1E79-459D-A746-972455CDB548}" type="pres">
      <dgm:prSet presAssocID="{69421155-0444-47B9-B468-362EF7C0119A}" presName="bgRect" presStyleLbl="bgShp" presStyleIdx="0" presStyleCnt="2"/>
      <dgm:spPr/>
    </dgm:pt>
    <dgm:pt modelId="{39952B70-F8C9-451F-AA6C-E1C78124054E}" type="pres">
      <dgm:prSet presAssocID="{69421155-0444-47B9-B468-362EF7C0119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kt"/>
        </a:ext>
      </dgm:extLst>
    </dgm:pt>
    <dgm:pt modelId="{E95EE9F9-9C80-4022-882B-8690D8856E3C}" type="pres">
      <dgm:prSet presAssocID="{69421155-0444-47B9-B468-362EF7C0119A}" presName="spaceRect" presStyleCnt="0"/>
      <dgm:spPr/>
    </dgm:pt>
    <dgm:pt modelId="{E750B940-BB83-4699-A5C6-1BD73694372D}" type="pres">
      <dgm:prSet presAssocID="{69421155-0444-47B9-B468-362EF7C0119A}" presName="parTx" presStyleLbl="revTx" presStyleIdx="0" presStyleCnt="2">
        <dgm:presLayoutVars>
          <dgm:chMax val="0"/>
          <dgm:chPref val="0"/>
        </dgm:presLayoutVars>
      </dgm:prSet>
      <dgm:spPr/>
    </dgm:pt>
    <dgm:pt modelId="{F21D0D89-83FD-426E-B05A-06BCA6C8F5C3}" type="pres">
      <dgm:prSet presAssocID="{238E47A9-A243-4C8E-9F4C-D36E4AA3CC8F}" presName="sibTrans" presStyleCnt="0"/>
      <dgm:spPr/>
    </dgm:pt>
    <dgm:pt modelId="{6D1A61D5-5963-4B0A-8BAA-86CBE1CEE0E6}" type="pres">
      <dgm:prSet presAssocID="{F457206E-46E6-41F3-B089-A75B2319D395}" presName="compNode" presStyleCnt="0"/>
      <dgm:spPr/>
    </dgm:pt>
    <dgm:pt modelId="{451D260A-10A1-4B65-A80B-C29534E3E16B}" type="pres">
      <dgm:prSet presAssocID="{F457206E-46E6-41F3-B089-A75B2319D395}" presName="bgRect" presStyleLbl="bgShp" presStyleIdx="1" presStyleCnt="2"/>
      <dgm:spPr/>
    </dgm:pt>
    <dgm:pt modelId="{ED9E3B02-5631-453E-A2C6-7EC765A75ED7}" type="pres">
      <dgm:prSet presAssocID="{F457206E-46E6-41F3-B089-A75B2319D39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ernik"/>
        </a:ext>
      </dgm:extLst>
    </dgm:pt>
    <dgm:pt modelId="{D99EBD25-F260-4085-99CF-076663D4AF36}" type="pres">
      <dgm:prSet presAssocID="{F457206E-46E6-41F3-B089-A75B2319D395}" presName="spaceRect" presStyleCnt="0"/>
      <dgm:spPr/>
    </dgm:pt>
    <dgm:pt modelId="{90900A2C-6FDA-4AD6-9CC2-08CF2ED25F8D}" type="pres">
      <dgm:prSet presAssocID="{F457206E-46E6-41F3-B089-A75B2319D3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D615F2B-1155-4099-B534-8F7ABD1668B9}" srcId="{07F6063C-AD01-48CD-9A6D-76C052AE9823}" destId="{69421155-0444-47B9-B468-362EF7C0119A}" srcOrd="0" destOrd="0" parTransId="{D41A38B6-75B7-4DAA-89B2-C9C5B71E325D}" sibTransId="{238E47A9-A243-4C8E-9F4C-D36E4AA3CC8F}"/>
    <dgm:cxn modelId="{3F27A95C-C599-42DE-8FA5-09D4C5CF43EC}" type="presOf" srcId="{07F6063C-AD01-48CD-9A6D-76C052AE9823}" destId="{A15B3DDD-925B-47F5-98F1-88ED7C71D85E}" srcOrd="0" destOrd="0" presId="urn:microsoft.com/office/officeart/2018/2/layout/IconVerticalSolidList"/>
    <dgm:cxn modelId="{98133D6D-276B-4699-902B-2E5183EA3E1C}" type="presOf" srcId="{F457206E-46E6-41F3-B089-A75B2319D395}" destId="{90900A2C-6FDA-4AD6-9CC2-08CF2ED25F8D}" srcOrd="0" destOrd="0" presId="urn:microsoft.com/office/officeart/2018/2/layout/IconVerticalSolidList"/>
    <dgm:cxn modelId="{8EAA4851-FF7E-47C0-AEB4-89B955B42B12}" srcId="{07F6063C-AD01-48CD-9A6D-76C052AE9823}" destId="{F457206E-46E6-41F3-B089-A75B2319D395}" srcOrd="1" destOrd="0" parTransId="{5156213B-D328-4F5E-8D23-EA3E5AF452A6}" sibTransId="{A477718A-9743-4177-BB15-80B259BCD7BB}"/>
    <dgm:cxn modelId="{13B0DEB2-43A0-480D-8186-8CD2430A9808}" type="presOf" srcId="{69421155-0444-47B9-B468-362EF7C0119A}" destId="{E750B940-BB83-4699-A5C6-1BD73694372D}" srcOrd="0" destOrd="0" presId="urn:microsoft.com/office/officeart/2018/2/layout/IconVerticalSolidList"/>
    <dgm:cxn modelId="{35BB9DF3-F6A0-4701-AEC6-7FE8BDC7F584}" type="presParOf" srcId="{A15B3DDD-925B-47F5-98F1-88ED7C71D85E}" destId="{59359605-5343-4B44-BC2F-0734F01442F4}" srcOrd="0" destOrd="0" presId="urn:microsoft.com/office/officeart/2018/2/layout/IconVerticalSolidList"/>
    <dgm:cxn modelId="{19021ECA-AE9C-4E4B-A3F5-1BE050E27F23}" type="presParOf" srcId="{59359605-5343-4B44-BC2F-0734F01442F4}" destId="{CBBBD21B-1E79-459D-A746-972455CDB548}" srcOrd="0" destOrd="0" presId="urn:microsoft.com/office/officeart/2018/2/layout/IconVerticalSolidList"/>
    <dgm:cxn modelId="{E11C6F10-1224-47D3-AE9C-EBD25BF5DC1B}" type="presParOf" srcId="{59359605-5343-4B44-BC2F-0734F01442F4}" destId="{39952B70-F8C9-451F-AA6C-E1C78124054E}" srcOrd="1" destOrd="0" presId="urn:microsoft.com/office/officeart/2018/2/layout/IconVerticalSolidList"/>
    <dgm:cxn modelId="{CB2E1CE5-F945-4A20-A662-775A5211243C}" type="presParOf" srcId="{59359605-5343-4B44-BC2F-0734F01442F4}" destId="{E95EE9F9-9C80-4022-882B-8690D8856E3C}" srcOrd="2" destOrd="0" presId="urn:microsoft.com/office/officeart/2018/2/layout/IconVerticalSolidList"/>
    <dgm:cxn modelId="{898C7489-067B-4971-980A-A493C754556D}" type="presParOf" srcId="{59359605-5343-4B44-BC2F-0734F01442F4}" destId="{E750B940-BB83-4699-A5C6-1BD73694372D}" srcOrd="3" destOrd="0" presId="urn:microsoft.com/office/officeart/2018/2/layout/IconVerticalSolidList"/>
    <dgm:cxn modelId="{24D5E391-51C6-4D32-BF95-B23C22705C96}" type="presParOf" srcId="{A15B3DDD-925B-47F5-98F1-88ED7C71D85E}" destId="{F21D0D89-83FD-426E-B05A-06BCA6C8F5C3}" srcOrd="1" destOrd="0" presId="urn:microsoft.com/office/officeart/2018/2/layout/IconVerticalSolidList"/>
    <dgm:cxn modelId="{DC860A09-D09A-42CD-A194-300C919D5764}" type="presParOf" srcId="{A15B3DDD-925B-47F5-98F1-88ED7C71D85E}" destId="{6D1A61D5-5963-4B0A-8BAA-86CBE1CEE0E6}" srcOrd="2" destOrd="0" presId="urn:microsoft.com/office/officeart/2018/2/layout/IconVerticalSolidList"/>
    <dgm:cxn modelId="{95F6C9B3-35F8-4C4E-A070-1E641722175F}" type="presParOf" srcId="{6D1A61D5-5963-4B0A-8BAA-86CBE1CEE0E6}" destId="{451D260A-10A1-4B65-A80B-C29534E3E16B}" srcOrd="0" destOrd="0" presId="urn:microsoft.com/office/officeart/2018/2/layout/IconVerticalSolidList"/>
    <dgm:cxn modelId="{03AE28E6-D4D9-45A8-9C85-09F8831246FF}" type="presParOf" srcId="{6D1A61D5-5963-4B0A-8BAA-86CBE1CEE0E6}" destId="{ED9E3B02-5631-453E-A2C6-7EC765A75ED7}" srcOrd="1" destOrd="0" presId="urn:microsoft.com/office/officeart/2018/2/layout/IconVerticalSolidList"/>
    <dgm:cxn modelId="{F484EAA6-B122-4EBB-B5D8-C61C35A2932B}" type="presParOf" srcId="{6D1A61D5-5963-4B0A-8BAA-86CBE1CEE0E6}" destId="{D99EBD25-F260-4085-99CF-076663D4AF36}" srcOrd="2" destOrd="0" presId="urn:microsoft.com/office/officeart/2018/2/layout/IconVerticalSolidList"/>
    <dgm:cxn modelId="{CB199E36-542C-4D47-A6C8-9E867CBC2695}" type="presParOf" srcId="{6D1A61D5-5963-4B0A-8BAA-86CBE1CEE0E6}" destId="{90900A2C-6FDA-4AD6-9CC2-08CF2ED25F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A83096F-F605-4D8E-8876-C4AAB2FA521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618B70-B3ED-419D-B2A4-396DC1FD2C6C}">
      <dgm:prSet/>
      <dgm:spPr/>
      <dgm:t>
        <a:bodyPr/>
        <a:lstStyle/>
        <a:p>
          <a:r>
            <a:rPr lang="pl-PL"/>
            <a:t>Zespół Filipa pracuje już stabilnie i efektywnie.</a:t>
          </a:r>
          <a:endParaRPr lang="en-US"/>
        </a:p>
      </dgm:t>
    </dgm:pt>
    <dgm:pt modelId="{37930268-6AA4-4753-9B11-842D9BC2F591}" type="parTrans" cxnId="{D0D418D0-1739-4236-B1CD-7289DDEC37C1}">
      <dgm:prSet/>
      <dgm:spPr/>
      <dgm:t>
        <a:bodyPr/>
        <a:lstStyle/>
        <a:p>
          <a:endParaRPr lang="en-US"/>
        </a:p>
      </dgm:t>
    </dgm:pt>
    <dgm:pt modelId="{7128E374-6DD3-4260-910E-64CFBD39E31D}" type="sibTrans" cxnId="{D0D418D0-1739-4236-B1CD-7289DDEC37C1}">
      <dgm:prSet/>
      <dgm:spPr/>
      <dgm:t>
        <a:bodyPr/>
        <a:lstStyle/>
        <a:p>
          <a:endParaRPr lang="en-US"/>
        </a:p>
      </dgm:t>
    </dgm:pt>
    <dgm:pt modelId="{037B98E8-4ECA-4A56-BB90-506AAE998374}">
      <dgm:prSet/>
      <dgm:spPr/>
      <dgm:t>
        <a:bodyPr/>
        <a:lstStyle/>
        <a:p>
          <a:r>
            <a:rPr lang="pl-PL"/>
            <a:t>Proces działa, jakość rośnie, dane są wykorzystywane.</a:t>
          </a:r>
          <a:endParaRPr lang="en-US"/>
        </a:p>
      </dgm:t>
    </dgm:pt>
    <dgm:pt modelId="{5B692914-2FB6-4790-B350-9FF8D4980989}" type="parTrans" cxnId="{6187534E-12EA-4CA8-B1BF-418AA8DBC5D1}">
      <dgm:prSet/>
      <dgm:spPr/>
      <dgm:t>
        <a:bodyPr/>
        <a:lstStyle/>
        <a:p>
          <a:endParaRPr lang="en-US"/>
        </a:p>
      </dgm:t>
    </dgm:pt>
    <dgm:pt modelId="{7BCEEE57-756B-4F77-BE5B-F1FDBDE48433}" type="sibTrans" cxnId="{6187534E-12EA-4CA8-B1BF-418AA8DBC5D1}">
      <dgm:prSet/>
      <dgm:spPr/>
      <dgm:t>
        <a:bodyPr/>
        <a:lstStyle/>
        <a:p>
          <a:endParaRPr lang="en-US"/>
        </a:p>
      </dgm:t>
    </dgm:pt>
    <dgm:pt modelId="{02F89B62-1DED-437B-870F-B976BF79765D}">
      <dgm:prSet/>
      <dgm:spPr/>
      <dgm:t>
        <a:bodyPr/>
        <a:lstStyle/>
        <a:p>
          <a:r>
            <a:rPr lang="pl-PL"/>
            <a:t>Teraz zespół zaczyna mierzyć jakość jeszcze bardziej precyzyjnie.</a:t>
          </a:r>
          <a:endParaRPr lang="en-US"/>
        </a:p>
      </dgm:t>
    </dgm:pt>
    <dgm:pt modelId="{F30AE36C-8010-47EB-9BCA-12709C4E0700}" type="parTrans" cxnId="{D9F36BFC-3B1E-4DB7-9693-BCEFD949D776}">
      <dgm:prSet/>
      <dgm:spPr/>
      <dgm:t>
        <a:bodyPr/>
        <a:lstStyle/>
        <a:p>
          <a:endParaRPr lang="en-US"/>
        </a:p>
      </dgm:t>
    </dgm:pt>
    <dgm:pt modelId="{8B0F5508-5E04-4C9B-9579-BB5CE071C45B}" type="sibTrans" cxnId="{D9F36BFC-3B1E-4DB7-9693-BCEFD949D776}">
      <dgm:prSet/>
      <dgm:spPr/>
      <dgm:t>
        <a:bodyPr/>
        <a:lstStyle/>
        <a:p>
          <a:endParaRPr lang="en-US"/>
        </a:p>
      </dgm:t>
    </dgm:pt>
    <dgm:pt modelId="{7A18E55F-A2B4-4087-8720-DA49838F6652}" type="pres">
      <dgm:prSet presAssocID="{8A83096F-F605-4D8E-8876-C4AAB2FA521F}" presName="linear" presStyleCnt="0">
        <dgm:presLayoutVars>
          <dgm:animLvl val="lvl"/>
          <dgm:resizeHandles val="exact"/>
        </dgm:presLayoutVars>
      </dgm:prSet>
      <dgm:spPr/>
    </dgm:pt>
    <dgm:pt modelId="{25922BAB-9FA9-4C68-AF35-16BE76C612D0}" type="pres">
      <dgm:prSet presAssocID="{FE618B70-B3ED-419D-B2A4-396DC1FD2C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496469B-47BA-44D8-9834-66F505A85437}" type="pres">
      <dgm:prSet presAssocID="{7128E374-6DD3-4260-910E-64CFBD39E31D}" presName="spacer" presStyleCnt="0"/>
      <dgm:spPr/>
    </dgm:pt>
    <dgm:pt modelId="{FAC9BDB4-F326-4AFB-A2E7-6727083FC940}" type="pres">
      <dgm:prSet presAssocID="{037B98E8-4ECA-4A56-BB90-506AAE9983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73F82C-44DB-41E0-9BFC-47E3CD17CD77}" type="pres">
      <dgm:prSet presAssocID="{7BCEEE57-756B-4F77-BE5B-F1FDBDE48433}" presName="spacer" presStyleCnt="0"/>
      <dgm:spPr/>
    </dgm:pt>
    <dgm:pt modelId="{3DA74AD4-D9D6-4393-B0B1-1789FCD83164}" type="pres">
      <dgm:prSet presAssocID="{02F89B62-1DED-437B-870F-B976BF79765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9B4C314-7D11-4865-8CF7-F994AC3DEE24}" type="presOf" srcId="{FE618B70-B3ED-419D-B2A4-396DC1FD2C6C}" destId="{25922BAB-9FA9-4C68-AF35-16BE76C612D0}" srcOrd="0" destOrd="0" presId="urn:microsoft.com/office/officeart/2005/8/layout/vList2"/>
    <dgm:cxn modelId="{C8F3204C-826E-4513-A72A-6E08F66BFE6F}" type="presOf" srcId="{037B98E8-4ECA-4A56-BB90-506AAE998374}" destId="{FAC9BDB4-F326-4AFB-A2E7-6727083FC940}" srcOrd="0" destOrd="0" presId="urn:microsoft.com/office/officeart/2005/8/layout/vList2"/>
    <dgm:cxn modelId="{6187534E-12EA-4CA8-B1BF-418AA8DBC5D1}" srcId="{8A83096F-F605-4D8E-8876-C4AAB2FA521F}" destId="{037B98E8-4ECA-4A56-BB90-506AAE998374}" srcOrd="1" destOrd="0" parTransId="{5B692914-2FB6-4790-B350-9FF8D4980989}" sibTransId="{7BCEEE57-756B-4F77-BE5B-F1FDBDE48433}"/>
    <dgm:cxn modelId="{4FE0CAA8-58DF-4275-84EF-9EAE07B07CEE}" type="presOf" srcId="{8A83096F-F605-4D8E-8876-C4AAB2FA521F}" destId="{7A18E55F-A2B4-4087-8720-DA49838F6652}" srcOrd="0" destOrd="0" presId="urn:microsoft.com/office/officeart/2005/8/layout/vList2"/>
    <dgm:cxn modelId="{D0D418D0-1739-4236-B1CD-7289DDEC37C1}" srcId="{8A83096F-F605-4D8E-8876-C4AAB2FA521F}" destId="{FE618B70-B3ED-419D-B2A4-396DC1FD2C6C}" srcOrd="0" destOrd="0" parTransId="{37930268-6AA4-4753-9B11-842D9BC2F591}" sibTransId="{7128E374-6DD3-4260-910E-64CFBD39E31D}"/>
    <dgm:cxn modelId="{D2E32EEA-D94A-4774-AA73-4BF5741521FE}" type="presOf" srcId="{02F89B62-1DED-437B-870F-B976BF79765D}" destId="{3DA74AD4-D9D6-4393-B0B1-1789FCD83164}" srcOrd="0" destOrd="0" presId="urn:microsoft.com/office/officeart/2005/8/layout/vList2"/>
    <dgm:cxn modelId="{D9F36BFC-3B1E-4DB7-9693-BCEFD949D776}" srcId="{8A83096F-F605-4D8E-8876-C4AAB2FA521F}" destId="{02F89B62-1DED-437B-870F-B976BF79765D}" srcOrd="2" destOrd="0" parTransId="{F30AE36C-8010-47EB-9BCA-12709C4E0700}" sibTransId="{8B0F5508-5E04-4C9B-9579-BB5CE071C45B}"/>
    <dgm:cxn modelId="{5C362A07-85B6-4093-A0C9-9C51D7376423}" type="presParOf" srcId="{7A18E55F-A2B4-4087-8720-DA49838F6652}" destId="{25922BAB-9FA9-4C68-AF35-16BE76C612D0}" srcOrd="0" destOrd="0" presId="urn:microsoft.com/office/officeart/2005/8/layout/vList2"/>
    <dgm:cxn modelId="{6274E475-09F1-41F3-B541-EB5351E9C16C}" type="presParOf" srcId="{7A18E55F-A2B4-4087-8720-DA49838F6652}" destId="{7496469B-47BA-44D8-9834-66F505A85437}" srcOrd="1" destOrd="0" presId="urn:microsoft.com/office/officeart/2005/8/layout/vList2"/>
    <dgm:cxn modelId="{155AB3C4-F0DA-4108-8950-053CF2ACDE35}" type="presParOf" srcId="{7A18E55F-A2B4-4087-8720-DA49838F6652}" destId="{FAC9BDB4-F326-4AFB-A2E7-6727083FC940}" srcOrd="2" destOrd="0" presId="urn:microsoft.com/office/officeart/2005/8/layout/vList2"/>
    <dgm:cxn modelId="{243C0F37-E475-4162-872C-F8D926E3F85C}" type="presParOf" srcId="{7A18E55F-A2B4-4087-8720-DA49838F6652}" destId="{A873F82C-44DB-41E0-9BFC-47E3CD17CD77}" srcOrd="3" destOrd="0" presId="urn:microsoft.com/office/officeart/2005/8/layout/vList2"/>
    <dgm:cxn modelId="{047F6C42-DD09-411D-A232-0984F85D3E84}" type="presParOf" srcId="{7A18E55F-A2B4-4087-8720-DA49838F6652}" destId="{3DA74AD4-D9D6-4393-B0B1-1789FCD8316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31BEA4F-6A7A-4391-BB5D-053E628D5B87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83020F-ED5D-4F99-9B59-A68EB715B166}">
      <dgm:prSet/>
      <dgm:spPr/>
      <dgm:t>
        <a:bodyPr/>
        <a:lstStyle/>
        <a:p>
          <a:r>
            <a:rPr lang="pl-PL"/>
            <a:t>TSP umożliwia analizę obciążenia pracą każdego członka zespołu na podstawie danych o czasie i zadaniach</a:t>
          </a:r>
          <a:endParaRPr lang="en-US"/>
        </a:p>
      </dgm:t>
    </dgm:pt>
    <dgm:pt modelId="{4911E75F-66DD-4C9F-BDF5-F9517B428C71}" type="parTrans" cxnId="{0A0C7779-B9D1-40EA-99EB-FE529FBF4B7A}">
      <dgm:prSet/>
      <dgm:spPr/>
      <dgm:t>
        <a:bodyPr/>
        <a:lstStyle/>
        <a:p>
          <a:endParaRPr lang="en-US"/>
        </a:p>
      </dgm:t>
    </dgm:pt>
    <dgm:pt modelId="{3DFE1F7D-5584-4FB8-9ED6-617A06D1A750}" type="sibTrans" cxnId="{0A0C7779-B9D1-40EA-99EB-FE529FBF4B7A}">
      <dgm:prSet/>
      <dgm:spPr/>
      <dgm:t>
        <a:bodyPr/>
        <a:lstStyle/>
        <a:p>
          <a:endParaRPr lang="en-US"/>
        </a:p>
      </dgm:t>
    </dgm:pt>
    <dgm:pt modelId="{7356D446-280C-49B3-8A27-E300E5E4CD2B}">
      <dgm:prSet/>
      <dgm:spPr/>
      <dgm:t>
        <a:bodyPr/>
        <a:lstStyle/>
        <a:p>
          <a:r>
            <a:rPr lang="pl-PL"/>
            <a:t>Pozwala to równomiernie rozdzielać pracę</a:t>
          </a:r>
          <a:endParaRPr lang="en-US"/>
        </a:p>
      </dgm:t>
    </dgm:pt>
    <dgm:pt modelId="{C12508DA-8150-4FB0-B47A-20B56355EF07}" type="parTrans" cxnId="{AD3D7A8E-1763-4594-B2DC-2CD981FC6E2B}">
      <dgm:prSet/>
      <dgm:spPr/>
      <dgm:t>
        <a:bodyPr/>
        <a:lstStyle/>
        <a:p>
          <a:endParaRPr lang="en-US"/>
        </a:p>
      </dgm:t>
    </dgm:pt>
    <dgm:pt modelId="{1EBB30C7-AE65-4056-A84E-DDD0694FE8A2}" type="sibTrans" cxnId="{AD3D7A8E-1763-4594-B2DC-2CD981FC6E2B}">
      <dgm:prSet/>
      <dgm:spPr/>
      <dgm:t>
        <a:bodyPr/>
        <a:lstStyle/>
        <a:p>
          <a:endParaRPr lang="en-US"/>
        </a:p>
      </dgm:t>
    </dgm:pt>
    <dgm:pt modelId="{4BDEFE0C-EA87-4FCB-A53D-83E17C3D2A1C}">
      <dgm:prSet/>
      <dgm:spPr/>
      <dgm:t>
        <a:bodyPr/>
        <a:lstStyle/>
        <a:p>
          <a:r>
            <a:rPr lang="pl-PL"/>
            <a:t>Dzięki danym zespół widzi, kto jest przeciążony, a kto ma wolne zasoby</a:t>
          </a:r>
          <a:endParaRPr lang="en-US"/>
        </a:p>
      </dgm:t>
    </dgm:pt>
    <dgm:pt modelId="{3CE06B58-2418-4BBE-804D-7E18888C603B}" type="parTrans" cxnId="{0C9D4961-F50F-410B-A919-A49D5C5FC4BF}">
      <dgm:prSet/>
      <dgm:spPr/>
      <dgm:t>
        <a:bodyPr/>
        <a:lstStyle/>
        <a:p>
          <a:endParaRPr lang="en-US"/>
        </a:p>
      </dgm:t>
    </dgm:pt>
    <dgm:pt modelId="{0B6E7CF6-F900-44AC-8B61-59953B8B0732}" type="sibTrans" cxnId="{0C9D4961-F50F-410B-A919-A49D5C5FC4BF}">
      <dgm:prSet/>
      <dgm:spPr/>
      <dgm:t>
        <a:bodyPr/>
        <a:lstStyle/>
        <a:p>
          <a:endParaRPr lang="en-US"/>
        </a:p>
      </dgm:t>
    </dgm:pt>
    <dgm:pt modelId="{BFD818FC-E264-4393-BF73-115E68D18C9C}" type="pres">
      <dgm:prSet presAssocID="{A31BEA4F-6A7A-4391-BB5D-053E628D5B87}" presName="diagram" presStyleCnt="0">
        <dgm:presLayoutVars>
          <dgm:dir/>
          <dgm:resizeHandles val="exact"/>
        </dgm:presLayoutVars>
      </dgm:prSet>
      <dgm:spPr/>
    </dgm:pt>
    <dgm:pt modelId="{704E1C07-786F-42A5-A934-36AA60F857C4}" type="pres">
      <dgm:prSet presAssocID="{D083020F-ED5D-4F99-9B59-A68EB715B166}" presName="node" presStyleLbl="node1" presStyleIdx="0" presStyleCnt="3">
        <dgm:presLayoutVars>
          <dgm:bulletEnabled val="1"/>
        </dgm:presLayoutVars>
      </dgm:prSet>
      <dgm:spPr/>
    </dgm:pt>
    <dgm:pt modelId="{0800E577-1C2A-49F8-A8FB-293385991E20}" type="pres">
      <dgm:prSet presAssocID="{3DFE1F7D-5584-4FB8-9ED6-617A06D1A750}" presName="sibTrans" presStyleLbl="sibTrans2D1" presStyleIdx="0" presStyleCnt="2"/>
      <dgm:spPr/>
    </dgm:pt>
    <dgm:pt modelId="{EE2ED736-07C0-49AD-B8F8-1AFA5D39D23A}" type="pres">
      <dgm:prSet presAssocID="{3DFE1F7D-5584-4FB8-9ED6-617A06D1A750}" presName="connectorText" presStyleLbl="sibTrans2D1" presStyleIdx="0" presStyleCnt="2"/>
      <dgm:spPr/>
    </dgm:pt>
    <dgm:pt modelId="{217AE13E-5340-4BC2-886F-734DCB81DC88}" type="pres">
      <dgm:prSet presAssocID="{7356D446-280C-49B3-8A27-E300E5E4CD2B}" presName="node" presStyleLbl="node1" presStyleIdx="1" presStyleCnt="3">
        <dgm:presLayoutVars>
          <dgm:bulletEnabled val="1"/>
        </dgm:presLayoutVars>
      </dgm:prSet>
      <dgm:spPr/>
    </dgm:pt>
    <dgm:pt modelId="{194A53B5-C9E9-40DC-A7E3-DF5E2DCE8C82}" type="pres">
      <dgm:prSet presAssocID="{1EBB30C7-AE65-4056-A84E-DDD0694FE8A2}" presName="sibTrans" presStyleLbl="sibTrans2D1" presStyleIdx="1" presStyleCnt="2"/>
      <dgm:spPr/>
    </dgm:pt>
    <dgm:pt modelId="{42C4CC8B-F1F4-400F-99BD-8E6DC034AAF2}" type="pres">
      <dgm:prSet presAssocID="{1EBB30C7-AE65-4056-A84E-DDD0694FE8A2}" presName="connectorText" presStyleLbl="sibTrans2D1" presStyleIdx="1" presStyleCnt="2"/>
      <dgm:spPr/>
    </dgm:pt>
    <dgm:pt modelId="{8102D1ED-B378-4DCB-A18D-FCD1E4788EDC}" type="pres">
      <dgm:prSet presAssocID="{4BDEFE0C-EA87-4FCB-A53D-83E17C3D2A1C}" presName="node" presStyleLbl="node1" presStyleIdx="2" presStyleCnt="3">
        <dgm:presLayoutVars>
          <dgm:bulletEnabled val="1"/>
        </dgm:presLayoutVars>
      </dgm:prSet>
      <dgm:spPr/>
    </dgm:pt>
  </dgm:ptLst>
  <dgm:cxnLst>
    <dgm:cxn modelId="{5F8BA93A-EBEC-41EA-8459-DEE759155778}" type="presOf" srcId="{1EBB30C7-AE65-4056-A84E-DDD0694FE8A2}" destId="{194A53B5-C9E9-40DC-A7E3-DF5E2DCE8C82}" srcOrd="0" destOrd="0" presId="urn:microsoft.com/office/officeart/2005/8/layout/process5"/>
    <dgm:cxn modelId="{0C9D4961-F50F-410B-A919-A49D5C5FC4BF}" srcId="{A31BEA4F-6A7A-4391-BB5D-053E628D5B87}" destId="{4BDEFE0C-EA87-4FCB-A53D-83E17C3D2A1C}" srcOrd="2" destOrd="0" parTransId="{3CE06B58-2418-4BBE-804D-7E18888C603B}" sibTransId="{0B6E7CF6-F900-44AC-8B61-59953B8B0732}"/>
    <dgm:cxn modelId="{5941444C-3D52-4DB2-8EA9-89DCFFB6F1DB}" type="presOf" srcId="{3DFE1F7D-5584-4FB8-9ED6-617A06D1A750}" destId="{EE2ED736-07C0-49AD-B8F8-1AFA5D39D23A}" srcOrd="1" destOrd="0" presId="urn:microsoft.com/office/officeart/2005/8/layout/process5"/>
    <dgm:cxn modelId="{F9C4864D-97C7-42B7-A484-4B897F01FF65}" type="presOf" srcId="{3DFE1F7D-5584-4FB8-9ED6-617A06D1A750}" destId="{0800E577-1C2A-49F8-A8FB-293385991E20}" srcOrd="0" destOrd="0" presId="urn:microsoft.com/office/officeart/2005/8/layout/process5"/>
    <dgm:cxn modelId="{0CAAFB58-D927-476A-B641-9CAFDB9352A2}" type="presOf" srcId="{D083020F-ED5D-4F99-9B59-A68EB715B166}" destId="{704E1C07-786F-42A5-A934-36AA60F857C4}" srcOrd="0" destOrd="0" presId="urn:microsoft.com/office/officeart/2005/8/layout/process5"/>
    <dgm:cxn modelId="{0A0C7779-B9D1-40EA-99EB-FE529FBF4B7A}" srcId="{A31BEA4F-6A7A-4391-BB5D-053E628D5B87}" destId="{D083020F-ED5D-4F99-9B59-A68EB715B166}" srcOrd="0" destOrd="0" parTransId="{4911E75F-66DD-4C9F-BDF5-F9517B428C71}" sibTransId="{3DFE1F7D-5584-4FB8-9ED6-617A06D1A750}"/>
    <dgm:cxn modelId="{AD3D7A8E-1763-4594-B2DC-2CD981FC6E2B}" srcId="{A31BEA4F-6A7A-4391-BB5D-053E628D5B87}" destId="{7356D446-280C-49B3-8A27-E300E5E4CD2B}" srcOrd="1" destOrd="0" parTransId="{C12508DA-8150-4FB0-B47A-20B56355EF07}" sibTransId="{1EBB30C7-AE65-4056-A84E-DDD0694FE8A2}"/>
    <dgm:cxn modelId="{FFB10292-12F0-4FB2-8614-33DF1726ACBC}" type="presOf" srcId="{4BDEFE0C-EA87-4FCB-A53D-83E17C3D2A1C}" destId="{8102D1ED-B378-4DCB-A18D-FCD1E4788EDC}" srcOrd="0" destOrd="0" presId="urn:microsoft.com/office/officeart/2005/8/layout/process5"/>
    <dgm:cxn modelId="{E36244AD-E538-43CB-A837-E7E7FB844F2A}" type="presOf" srcId="{1EBB30C7-AE65-4056-A84E-DDD0694FE8A2}" destId="{42C4CC8B-F1F4-400F-99BD-8E6DC034AAF2}" srcOrd="1" destOrd="0" presId="urn:microsoft.com/office/officeart/2005/8/layout/process5"/>
    <dgm:cxn modelId="{E29EE1B6-E2C1-4CD2-A322-0F623C73FB0A}" type="presOf" srcId="{A31BEA4F-6A7A-4391-BB5D-053E628D5B87}" destId="{BFD818FC-E264-4393-BF73-115E68D18C9C}" srcOrd="0" destOrd="0" presId="urn:microsoft.com/office/officeart/2005/8/layout/process5"/>
    <dgm:cxn modelId="{EC0295DF-DC98-4DD8-AAAB-ECA983D10A20}" type="presOf" srcId="{7356D446-280C-49B3-8A27-E300E5E4CD2B}" destId="{217AE13E-5340-4BC2-886F-734DCB81DC88}" srcOrd="0" destOrd="0" presId="urn:microsoft.com/office/officeart/2005/8/layout/process5"/>
    <dgm:cxn modelId="{449D8F87-4DC7-401E-A533-B5936BF47750}" type="presParOf" srcId="{BFD818FC-E264-4393-BF73-115E68D18C9C}" destId="{704E1C07-786F-42A5-A934-36AA60F857C4}" srcOrd="0" destOrd="0" presId="urn:microsoft.com/office/officeart/2005/8/layout/process5"/>
    <dgm:cxn modelId="{B03653AB-A947-4BB5-92AA-8527C90E380D}" type="presParOf" srcId="{BFD818FC-E264-4393-BF73-115E68D18C9C}" destId="{0800E577-1C2A-49F8-A8FB-293385991E20}" srcOrd="1" destOrd="0" presId="urn:microsoft.com/office/officeart/2005/8/layout/process5"/>
    <dgm:cxn modelId="{6FF33CFA-A0EC-4093-94B4-D7D95295B76D}" type="presParOf" srcId="{0800E577-1C2A-49F8-A8FB-293385991E20}" destId="{EE2ED736-07C0-49AD-B8F8-1AFA5D39D23A}" srcOrd="0" destOrd="0" presId="urn:microsoft.com/office/officeart/2005/8/layout/process5"/>
    <dgm:cxn modelId="{86741035-CA3E-4156-B52A-40D64B435C58}" type="presParOf" srcId="{BFD818FC-E264-4393-BF73-115E68D18C9C}" destId="{217AE13E-5340-4BC2-886F-734DCB81DC88}" srcOrd="2" destOrd="0" presId="urn:microsoft.com/office/officeart/2005/8/layout/process5"/>
    <dgm:cxn modelId="{3F806B65-3647-4DBD-8FAB-A4B0A016D705}" type="presParOf" srcId="{BFD818FC-E264-4393-BF73-115E68D18C9C}" destId="{194A53B5-C9E9-40DC-A7E3-DF5E2DCE8C82}" srcOrd="3" destOrd="0" presId="urn:microsoft.com/office/officeart/2005/8/layout/process5"/>
    <dgm:cxn modelId="{64FFD38D-2357-4BD2-9865-761F79CC8BAC}" type="presParOf" srcId="{194A53B5-C9E9-40DC-A7E3-DF5E2DCE8C82}" destId="{42C4CC8B-F1F4-400F-99BD-8E6DC034AAF2}" srcOrd="0" destOrd="0" presId="urn:microsoft.com/office/officeart/2005/8/layout/process5"/>
    <dgm:cxn modelId="{642DBC47-8A99-4CF6-94B4-4D1750CDCE7C}" type="presParOf" srcId="{BFD818FC-E264-4393-BF73-115E68D18C9C}" destId="{8102D1ED-B378-4DCB-A18D-FCD1E4788EDC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D3F6C69-6F6C-40BD-8647-55C949278B0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7A2AC0-5056-4143-925E-CBEF3E61860F}">
      <dgm:prSet/>
      <dgm:spPr/>
      <dgm:t>
        <a:bodyPr/>
        <a:lstStyle/>
        <a:p>
          <a:r>
            <a:rPr lang="pl-PL"/>
            <a:t>PSP koncentruje się na jakości pracy indywidualnej.</a:t>
          </a:r>
          <a:endParaRPr lang="en-US"/>
        </a:p>
      </dgm:t>
    </dgm:pt>
    <dgm:pt modelId="{E7466920-D09B-4828-9A1B-E594B1A640A8}" type="parTrans" cxnId="{692E1AC7-EE88-470F-BDA2-FE14BB8636FA}">
      <dgm:prSet/>
      <dgm:spPr/>
      <dgm:t>
        <a:bodyPr/>
        <a:lstStyle/>
        <a:p>
          <a:endParaRPr lang="en-US"/>
        </a:p>
      </dgm:t>
    </dgm:pt>
    <dgm:pt modelId="{D7344910-9237-4B36-8D16-D110D5B30EAD}" type="sibTrans" cxnId="{692E1AC7-EE88-470F-BDA2-FE14BB8636FA}">
      <dgm:prSet/>
      <dgm:spPr/>
      <dgm:t>
        <a:bodyPr/>
        <a:lstStyle/>
        <a:p>
          <a:endParaRPr lang="en-US"/>
        </a:p>
      </dgm:t>
    </dgm:pt>
    <dgm:pt modelId="{D32A664C-2F2D-4845-A1D0-09545BBDD4C9}">
      <dgm:prSet/>
      <dgm:spPr/>
      <dgm:t>
        <a:bodyPr/>
        <a:lstStyle/>
        <a:p>
          <a:r>
            <a:rPr lang="pl-PL"/>
            <a:t>TSP koncentruje się na jakości pracy zespołu.</a:t>
          </a:r>
          <a:endParaRPr lang="en-US"/>
        </a:p>
      </dgm:t>
    </dgm:pt>
    <dgm:pt modelId="{9417CDD4-1184-4E2C-A525-C66F9FA8FF7D}" type="parTrans" cxnId="{5209E8C1-5C1E-4D71-AA27-4EE9E75076A5}">
      <dgm:prSet/>
      <dgm:spPr/>
      <dgm:t>
        <a:bodyPr/>
        <a:lstStyle/>
        <a:p>
          <a:endParaRPr lang="en-US"/>
        </a:p>
      </dgm:t>
    </dgm:pt>
    <dgm:pt modelId="{285FB124-C78A-416A-AC4B-E5ADF4B4321C}" type="sibTrans" cxnId="{5209E8C1-5C1E-4D71-AA27-4EE9E75076A5}">
      <dgm:prSet/>
      <dgm:spPr/>
      <dgm:t>
        <a:bodyPr/>
        <a:lstStyle/>
        <a:p>
          <a:endParaRPr lang="en-US"/>
        </a:p>
      </dgm:t>
    </dgm:pt>
    <dgm:pt modelId="{52CD2C80-5D0E-4EC9-8E01-40B62162A75F}">
      <dgm:prSet/>
      <dgm:spPr/>
      <dgm:t>
        <a:bodyPr/>
        <a:lstStyle/>
        <a:p>
          <a:r>
            <a:rPr lang="pl-PL"/>
            <a:t>W PSP odpowiada jednostka, w TSP odpowiada cały zespół.</a:t>
          </a:r>
          <a:endParaRPr lang="en-US"/>
        </a:p>
      </dgm:t>
    </dgm:pt>
    <dgm:pt modelId="{E443E3CA-8E09-44DB-B6DC-72B88C3D543A}" type="parTrans" cxnId="{3E51BB5E-1059-41E5-A147-41EF0753E0D1}">
      <dgm:prSet/>
      <dgm:spPr/>
      <dgm:t>
        <a:bodyPr/>
        <a:lstStyle/>
        <a:p>
          <a:endParaRPr lang="en-US"/>
        </a:p>
      </dgm:t>
    </dgm:pt>
    <dgm:pt modelId="{C78A24DC-DC90-4588-80A5-218988F84C19}" type="sibTrans" cxnId="{3E51BB5E-1059-41E5-A147-41EF0753E0D1}">
      <dgm:prSet/>
      <dgm:spPr/>
      <dgm:t>
        <a:bodyPr/>
        <a:lstStyle/>
        <a:p>
          <a:endParaRPr lang="en-US"/>
        </a:p>
      </dgm:t>
    </dgm:pt>
    <dgm:pt modelId="{9F826DE5-2DAB-47C1-B853-5851B11A772E}" type="pres">
      <dgm:prSet presAssocID="{1D3F6C69-6F6C-40BD-8647-55C949278B0D}" presName="root" presStyleCnt="0">
        <dgm:presLayoutVars>
          <dgm:dir/>
          <dgm:resizeHandles val="exact"/>
        </dgm:presLayoutVars>
      </dgm:prSet>
      <dgm:spPr/>
    </dgm:pt>
    <dgm:pt modelId="{FC96C563-57C9-436C-9B27-50FBE5328E3E}" type="pres">
      <dgm:prSet presAssocID="{3A7A2AC0-5056-4143-925E-CBEF3E61860F}" presName="compNode" presStyleCnt="0"/>
      <dgm:spPr/>
    </dgm:pt>
    <dgm:pt modelId="{8F9509A2-0BA2-4646-8FED-436B49B7A833}" type="pres">
      <dgm:prSet presAssocID="{3A7A2AC0-5056-4143-925E-CBEF3E61860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k"/>
        </a:ext>
      </dgm:extLst>
    </dgm:pt>
    <dgm:pt modelId="{587B0C75-9F3D-4181-A37D-0774CDD65DAB}" type="pres">
      <dgm:prSet presAssocID="{3A7A2AC0-5056-4143-925E-CBEF3E61860F}" presName="spaceRect" presStyleCnt="0"/>
      <dgm:spPr/>
    </dgm:pt>
    <dgm:pt modelId="{DA1F76F6-FACC-424F-AD6E-5C10CD9409FD}" type="pres">
      <dgm:prSet presAssocID="{3A7A2AC0-5056-4143-925E-CBEF3E61860F}" presName="textRect" presStyleLbl="revTx" presStyleIdx="0" presStyleCnt="3">
        <dgm:presLayoutVars>
          <dgm:chMax val="1"/>
          <dgm:chPref val="1"/>
        </dgm:presLayoutVars>
      </dgm:prSet>
      <dgm:spPr/>
    </dgm:pt>
    <dgm:pt modelId="{388042FB-1A89-4C54-8D7D-20A1BF2A574E}" type="pres">
      <dgm:prSet presAssocID="{D7344910-9237-4B36-8D16-D110D5B30EAD}" presName="sibTrans" presStyleCnt="0"/>
      <dgm:spPr/>
    </dgm:pt>
    <dgm:pt modelId="{7884B796-5F64-4DE8-A120-6DA2AE660DB0}" type="pres">
      <dgm:prSet presAssocID="{D32A664C-2F2D-4845-A1D0-09545BBDD4C9}" presName="compNode" presStyleCnt="0"/>
      <dgm:spPr/>
    </dgm:pt>
    <dgm:pt modelId="{EC667E32-1BCE-477B-B036-B4CD6331E84B}" type="pres">
      <dgm:prSet presAssocID="{D32A664C-2F2D-4845-A1D0-09545BBDD4C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D99A73DE-5B18-412F-9093-BCECD017A335}" type="pres">
      <dgm:prSet presAssocID="{D32A664C-2F2D-4845-A1D0-09545BBDD4C9}" presName="spaceRect" presStyleCnt="0"/>
      <dgm:spPr/>
    </dgm:pt>
    <dgm:pt modelId="{0E341002-10DC-4231-AB9B-5CA3D1EE4F82}" type="pres">
      <dgm:prSet presAssocID="{D32A664C-2F2D-4845-A1D0-09545BBDD4C9}" presName="textRect" presStyleLbl="revTx" presStyleIdx="1" presStyleCnt="3">
        <dgm:presLayoutVars>
          <dgm:chMax val="1"/>
          <dgm:chPref val="1"/>
        </dgm:presLayoutVars>
      </dgm:prSet>
      <dgm:spPr/>
    </dgm:pt>
    <dgm:pt modelId="{9581DBAE-79C9-4A88-AB22-CA1BC6D26E07}" type="pres">
      <dgm:prSet presAssocID="{285FB124-C78A-416A-AC4B-E5ADF4B4321C}" presName="sibTrans" presStyleCnt="0"/>
      <dgm:spPr/>
    </dgm:pt>
    <dgm:pt modelId="{F6C4F81A-D0BD-4C15-A7AF-E3C8477A89A0}" type="pres">
      <dgm:prSet presAssocID="{52CD2C80-5D0E-4EC9-8E01-40B62162A75F}" presName="compNode" presStyleCnt="0"/>
      <dgm:spPr/>
    </dgm:pt>
    <dgm:pt modelId="{06FC925A-7050-448C-894F-F9BE0F8B781B}" type="pres">
      <dgm:prSet presAssocID="{52CD2C80-5D0E-4EC9-8E01-40B62162A75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89100054-11AD-44C6-A4BA-88EF48170800}" type="pres">
      <dgm:prSet presAssocID="{52CD2C80-5D0E-4EC9-8E01-40B62162A75F}" presName="spaceRect" presStyleCnt="0"/>
      <dgm:spPr/>
    </dgm:pt>
    <dgm:pt modelId="{E1592116-51A7-460E-983E-FC868E16E024}" type="pres">
      <dgm:prSet presAssocID="{52CD2C80-5D0E-4EC9-8E01-40B62162A75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3C6561B-582F-4968-BA91-145C96E292C7}" type="presOf" srcId="{52CD2C80-5D0E-4EC9-8E01-40B62162A75F}" destId="{E1592116-51A7-460E-983E-FC868E16E024}" srcOrd="0" destOrd="0" presId="urn:microsoft.com/office/officeart/2018/2/layout/IconLabelList"/>
    <dgm:cxn modelId="{FD51C528-05CC-4A4D-91BD-365C5F734BEB}" type="presOf" srcId="{D32A664C-2F2D-4845-A1D0-09545BBDD4C9}" destId="{0E341002-10DC-4231-AB9B-5CA3D1EE4F82}" srcOrd="0" destOrd="0" presId="urn:microsoft.com/office/officeart/2018/2/layout/IconLabelList"/>
    <dgm:cxn modelId="{3E51BB5E-1059-41E5-A147-41EF0753E0D1}" srcId="{1D3F6C69-6F6C-40BD-8647-55C949278B0D}" destId="{52CD2C80-5D0E-4EC9-8E01-40B62162A75F}" srcOrd="2" destOrd="0" parTransId="{E443E3CA-8E09-44DB-B6DC-72B88C3D543A}" sibTransId="{C78A24DC-DC90-4588-80A5-218988F84C19}"/>
    <dgm:cxn modelId="{E768B39D-F8A8-431D-8286-95E1D126FE24}" type="presOf" srcId="{3A7A2AC0-5056-4143-925E-CBEF3E61860F}" destId="{DA1F76F6-FACC-424F-AD6E-5C10CD9409FD}" srcOrd="0" destOrd="0" presId="urn:microsoft.com/office/officeart/2018/2/layout/IconLabelList"/>
    <dgm:cxn modelId="{1E8FF19D-0D48-461B-BC57-98A7272C36F1}" type="presOf" srcId="{1D3F6C69-6F6C-40BD-8647-55C949278B0D}" destId="{9F826DE5-2DAB-47C1-B853-5851B11A772E}" srcOrd="0" destOrd="0" presId="urn:microsoft.com/office/officeart/2018/2/layout/IconLabelList"/>
    <dgm:cxn modelId="{5209E8C1-5C1E-4D71-AA27-4EE9E75076A5}" srcId="{1D3F6C69-6F6C-40BD-8647-55C949278B0D}" destId="{D32A664C-2F2D-4845-A1D0-09545BBDD4C9}" srcOrd="1" destOrd="0" parTransId="{9417CDD4-1184-4E2C-A525-C66F9FA8FF7D}" sibTransId="{285FB124-C78A-416A-AC4B-E5ADF4B4321C}"/>
    <dgm:cxn modelId="{692E1AC7-EE88-470F-BDA2-FE14BB8636FA}" srcId="{1D3F6C69-6F6C-40BD-8647-55C949278B0D}" destId="{3A7A2AC0-5056-4143-925E-CBEF3E61860F}" srcOrd="0" destOrd="0" parTransId="{E7466920-D09B-4828-9A1B-E594B1A640A8}" sibTransId="{D7344910-9237-4B36-8D16-D110D5B30EAD}"/>
    <dgm:cxn modelId="{6CD90E64-8CDB-4CF7-B301-AA6B851BD4F4}" type="presParOf" srcId="{9F826DE5-2DAB-47C1-B853-5851B11A772E}" destId="{FC96C563-57C9-436C-9B27-50FBE5328E3E}" srcOrd="0" destOrd="0" presId="urn:microsoft.com/office/officeart/2018/2/layout/IconLabelList"/>
    <dgm:cxn modelId="{6F162F4E-B75A-4810-A0B8-9CE2F38C82AC}" type="presParOf" srcId="{FC96C563-57C9-436C-9B27-50FBE5328E3E}" destId="{8F9509A2-0BA2-4646-8FED-436B49B7A833}" srcOrd="0" destOrd="0" presId="urn:microsoft.com/office/officeart/2018/2/layout/IconLabelList"/>
    <dgm:cxn modelId="{B96EBD9B-2B8E-44CF-BC21-3B5BD20DD858}" type="presParOf" srcId="{FC96C563-57C9-436C-9B27-50FBE5328E3E}" destId="{587B0C75-9F3D-4181-A37D-0774CDD65DAB}" srcOrd="1" destOrd="0" presId="urn:microsoft.com/office/officeart/2018/2/layout/IconLabelList"/>
    <dgm:cxn modelId="{45EE36CA-D498-46E8-9080-45DE3EF6B9AA}" type="presParOf" srcId="{FC96C563-57C9-436C-9B27-50FBE5328E3E}" destId="{DA1F76F6-FACC-424F-AD6E-5C10CD9409FD}" srcOrd="2" destOrd="0" presId="urn:microsoft.com/office/officeart/2018/2/layout/IconLabelList"/>
    <dgm:cxn modelId="{16DE3ECC-1104-4C0C-BA13-6D562A4856E0}" type="presParOf" srcId="{9F826DE5-2DAB-47C1-B853-5851B11A772E}" destId="{388042FB-1A89-4C54-8D7D-20A1BF2A574E}" srcOrd="1" destOrd="0" presId="urn:microsoft.com/office/officeart/2018/2/layout/IconLabelList"/>
    <dgm:cxn modelId="{54496B8D-7CFC-4B99-AECB-DE4420B7CEB3}" type="presParOf" srcId="{9F826DE5-2DAB-47C1-B853-5851B11A772E}" destId="{7884B796-5F64-4DE8-A120-6DA2AE660DB0}" srcOrd="2" destOrd="0" presId="urn:microsoft.com/office/officeart/2018/2/layout/IconLabelList"/>
    <dgm:cxn modelId="{A0EA6C10-A8FA-4188-AF0C-CC7176A0D95A}" type="presParOf" srcId="{7884B796-5F64-4DE8-A120-6DA2AE660DB0}" destId="{EC667E32-1BCE-477B-B036-B4CD6331E84B}" srcOrd="0" destOrd="0" presId="urn:microsoft.com/office/officeart/2018/2/layout/IconLabelList"/>
    <dgm:cxn modelId="{CC56136F-423F-47AC-A867-83DCF8413466}" type="presParOf" srcId="{7884B796-5F64-4DE8-A120-6DA2AE660DB0}" destId="{D99A73DE-5B18-412F-9093-BCECD017A335}" srcOrd="1" destOrd="0" presId="urn:microsoft.com/office/officeart/2018/2/layout/IconLabelList"/>
    <dgm:cxn modelId="{8F22F115-0996-4B20-8232-733CEA627D3A}" type="presParOf" srcId="{7884B796-5F64-4DE8-A120-6DA2AE660DB0}" destId="{0E341002-10DC-4231-AB9B-5CA3D1EE4F82}" srcOrd="2" destOrd="0" presId="urn:microsoft.com/office/officeart/2018/2/layout/IconLabelList"/>
    <dgm:cxn modelId="{6AFB00EA-E7DE-4E66-9791-8CFCB28C9678}" type="presParOf" srcId="{9F826DE5-2DAB-47C1-B853-5851B11A772E}" destId="{9581DBAE-79C9-4A88-AB22-CA1BC6D26E07}" srcOrd="3" destOrd="0" presId="urn:microsoft.com/office/officeart/2018/2/layout/IconLabelList"/>
    <dgm:cxn modelId="{42CECEDE-6F1F-400D-A3B5-82545D39932C}" type="presParOf" srcId="{9F826DE5-2DAB-47C1-B853-5851B11A772E}" destId="{F6C4F81A-D0BD-4C15-A7AF-E3C8477A89A0}" srcOrd="4" destOrd="0" presId="urn:microsoft.com/office/officeart/2018/2/layout/IconLabelList"/>
    <dgm:cxn modelId="{D0672611-7DA8-4B1C-8574-0ECA90871ABC}" type="presParOf" srcId="{F6C4F81A-D0BD-4C15-A7AF-E3C8477A89A0}" destId="{06FC925A-7050-448C-894F-F9BE0F8B781B}" srcOrd="0" destOrd="0" presId="urn:microsoft.com/office/officeart/2018/2/layout/IconLabelList"/>
    <dgm:cxn modelId="{63706973-1AA1-44FD-A7F8-A74FEF07CF6D}" type="presParOf" srcId="{F6C4F81A-D0BD-4C15-A7AF-E3C8477A89A0}" destId="{89100054-11AD-44C6-A4BA-88EF48170800}" srcOrd="1" destOrd="0" presId="urn:microsoft.com/office/officeart/2018/2/layout/IconLabelList"/>
    <dgm:cxn modelId="{75BA1EB9-129B-49F8-8176-167DA0CDD9BE}" type="presParOf" srcId="{F6C4F81A-D0BD-4C15-A7AF-E3C8477A89A0}" destId="{E1592116-51A7-460E-983E-FC868E16E02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C4BE2-4F1D-43A4-A343-6EDEB1F0FCB6}">
      <dsp:nvSpPr>
        <dsp:cNvPr id="0" name=""/>
        <dsp:cNvSpPr/>
      </dsp:nvSpPr>
      <dsp:spPr>
        <a:xfrm>
          <a:off x="0" y="34309"/>
          <a:ext cx="7003777" cy="1859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Filip pracuje w firmie DataCorp jako inżynier danych.</a:t>
          </a:r>
          <a:endParaRPr lang="en-US" sz="3400" kern="1200"/>
        </a:p>
      </dsp:txBody>
      <dsp:txXfrm>
        <a:off x="90784" y="125093"/>
        <a:ext cx="6822209" cy="1678147"/>
      </dsp:txXfrm>
    </dsp:sp>
    <dsp:sp modelId="{AAB5E628-6A5B-4177-9C3C-6B77D2515458}">
      <dsp:nvSpPr>
        <dsp:cNvPr id="0" name=""/>
        <dsp:cNvSpPr/>
      </dsp:nvSpPr>
      <dsp:spPr>
        <a:xfrm>
          <a:off x="0" y="1991945"/>
          <a:ext cx="7003777" cy="1859715"/>
        </a:xfrm>
        <a:prstGeom prst="roundRect">
          <a:avLst/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Zespół ma problemy z terminowością, jakością i komunikacją.</a:t>
          </a:r>
          <a:endParaRPr lang="en-US" sz="3400" kern="1200"/>
        </a:p>
      </dsp:txBody>
      <dsp:txXfrm>
        <a:off x="90784" y="2082729"/>
        <a:ext cx="6822209" cy="1678147"/>
      </dsp:txXfrm>
    </dsp:sp>
    <dsp:sp modelId="{9EAC2E63-4160-4238-9637-F5556DDAEE33}">
      <dsp:nvSpPr>
        <dsp:cNvPr id="0" name=""/>
        <dsp:cNvSpPr/>
      </dsp:nvSpPr>
      <dsp:spPr>
        <a:xfrm>
          <a:off x="0" y="3949580"/>
          <a:ext cx="7003777" cy="1859715"/>
        </a:xfrm>
        <a:prstGeom prst="roundRect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Firma decyduje się wdrożyć TSP, aby uporządkować pracę zespołu.</a:t>
          </a:r>
          <a:endParaRPr lang="en-US" sz="3400" kern="1200"/>
        </a:p>
      </dsp:txBody>
      <dsp:txXfrm>
        <a:off x="90784" y="4040364"/>
        <a:ext cx="6822209" cy="16781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1145FD-C221-4CF0-A749-EE238B56EC2E}">
      <dsp:nvSpPr>
        <dsp:cNvPr id="0" name=""/>
        <dsp:cNvSpPr/>
      </dsp:nvSpPr>
      <dsp:spPr>
        <a:xfrm>
          <a:off x="1283" y="16286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13B956-0B80-4251-A7E8-2225347E55BC}">
      <dsp:nvSpPr>
        <dsp:cNvPr id="0" name=""/>
        <dsp:cNvSpPr/>
      </dsp:nvSpPr>
      <dsp:spPr>
        <a:xfrm>
          <a:off x="501904" y="638452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Team Software Process to metodyka zarządzania pracą zespołu inżynierskiego, która koncentruje się na jakości, mierzalności oraz odpowiedzialności zespołowej.</a:t>
          </a:r>
          <a:endParaRPr lang="en-US" sz="2500" kern="1200"/>
        </a:p>
      </dsp:txBody>
      <dsp:txXfrm>
        <a:off x="585701" y="722249"/>
        <a:ext cx="4337991" cy="2693452"/>
      </dsp:txXfrm>
    </dsp:sp>
    <dsp:sp modelId="{63023768-25E4-4363-99E9-54F70A3647D9}">
      <dsp:nvSpPr>
        <dsp:cNvPr id="0" name=""/>
        <dsp:cNvSpPr/>
      </dsp:nvSpPr>
      <dsp:spPr>
        <a:xfrm>
          <a:off x="5508110" y="162863"/>
          <a:ext cx="4505585" cy="2861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A4BBA1-4E55-4985-AC36-B9744A2503BD}">
      <dsp:nvSpPr>
        <dsp:cNvPr id="0" name=""/>
        <dsp:cNvSpPr/>
      </dsp:nvSpPr>
      <dsp:spPr>
        <a:xfrm>
          <a:off x="6008730" y="638452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TSP pomaga zespołom planować pracę, monitorować postępy i systematycznie poprawiać jakość produktu.</a:t>
          </a:r>
          <a:endParaRPr lang="en-US" sz="2500" kern="1200"/>
        </a:p>
      </dsp:txBody>
      <dsp:txXfrm>
        <a:off x="6092527" y="722249"/>
        <a:ext cx="4337991" cy="2693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CE244-AB02-48BA-9A94-0B09CEF74704}">
      <dsp:nvSpPr>
        <dsp:cNvPr id="0" name=""/>
        <dsp:cNvSpPr/>
      </dsp:nvSpPr>
      <dsp:spPr>
        <a:xfrm>
          <a:off x="0" y="595133"/>
          <a:ext cx="10515600" cy="1098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47CAF-0049-4DAA-9639-F680206D8111}">
      <dsp:nvSpPr>
        <dsp:cNvPr id="0" name=""/>
        <dsp:cNvSpPr/>
      </dsp:nvSpPr>
      <dsp:spPr>
        <a:xfrm>
          <a:off x="332359" y="842343"/>
          <a:ext cx="604289" cy="6042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F59B3-47E6-4405-9623-B4CC616E0002}">
      <dsp:nvSpPr>
        <dsp:cNvPr id="0" name=""/>
        <dsp:cNvSpPr/>
      </dsp:nvSpPr>
      <dsp:spPr>
        <a:xfrm>
          <a:off x="1269008" y="595133"/>
          <a:ext cx="9246591" cy="1098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280" tIns="116280" rIns="116280" bIns="1162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TSP wspiera osiąganie wysokiego poziomu dojrzałości procesowej zgodnie z modelem CMMI.</a:t>
          </a:r>
          <a:endParaRPr lang="en-US" sz="2500" kern="1200"/>
        </a:p>
      </dsp:txBody>
      <dsp:txXfrm>
        <a:off x="1269008" y="595133"/>
        <a:ext cx="9246591" cy="1098708"/>
      </dsp:txXfrm>
    </dsp:sp>
    <dsp:sp modelId="{7721B7F7-76AD-4C35-9B10-312A15CD224A}">
      <dsp:nvSpPr>
        <dsp:cNvPr id="0" name=""/>
        <dsp:cNvSpPr/>
      </dsp:nvSpPr>
      <dsp:spPr>
        <a:xfrm>
          <a:off x="0" y="1968520"/>
          <a:ext cx="10515600" cy="1098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DD50E8-DC73-4612-88CB-DB789337CCA1}">
      <dsp:nvSpPr>
        <dsp:cNvPr id="0" name=""/>
        <dsp:cNvSpPr/>
      </dsp:nvSpPr>
      <dsp:spPr>
        <a:xfrm>
          <a:off x="332359" y="2215729"/>
          <a:ext cx="604289" cy="6042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6BDE66-1A1D-442F-AE46-1482F2938993}">
      <dsp:nvSpPr>
        <dsp:cNvPr id="0" name=""/>
        <dsp:cNvSpPr/>
      </dsp:nvSpPr>
      <dsp:spPr>
        <a:xfrm>
          <a:off x="1269008" y="1968520"/>
          <a:ext cx="9246591" cy="1098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280" tIns="116280" rIns="116280" bIns="1162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CMMI definiuje, jakie procesy powinny istnieć, a TSP pokazuje, jak je stosować w praktyce.</a:t>
          </a:r>
          <a:endParaRPr lang="en-US" sz="2500" kern="1200"/>
        </a:p>
      </dsp:txBody>
      <dsp:txXfrm>
        <a:off x="1269008" y="1968520"/>
        <a:ext cx="9246591" cy="10987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35519-8B25-41C1-AF35-F5E3EE698449}">
      <dsp:nvSpPr>
        <dsp:cNvPr id="0" name=""/>
        <dsp:cNvSpPr/>
      </dsp:nvSpPr>
      <dsp:spPr>
        <a:xfrm>
          <a:off x="0" y="80149"/>
          <a:ext cx="5626542" cy="182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Zespół planuje pracę wspólnie, dzieląc projekt na zadania, estymując czas i określając odpowiedzialności.</a:t>
          </a:r>
          <a:endParaRPr lang="en-US" sz="2600" kern="1200"/>
        </a:p>
      </dsp:txBody>
      <dsp:txXfrm>
        <a:off x="89099" y="169248"/>
        <a:ext cx="5448344" cy="1647002"/>
      </dsp:txXfrm>
    </dsp:sp>
    <dsp:sp modelId="{A75E857E-1F77-4AC0-82D3-695B05260776}">
      <dsp:nvSpPr>
        <dsp:cNvPr id="0" name=""/>
        <dsp:cNvSpPr/>
      </dsp:nvSpPr>
      <dsp:spPr>
        <a:xfrm>
          <a:off x="0" y="1980229"/>
          <a:ext cx="5626542" cy="1825200"/>
        </a:xfrm>
        <a:prstGeom prst="roundRect">
          <a:avLst/>
        </a:prstGeom>
        <a:solidFill>
          <a:schemeClr val="accent5">
            <a:hueOff val="-5019982"/>
            <a:satOff val="18057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Plan opiera się na danych historyczny</a:t>
          </a:r>
          <a:endParaRPr lang="en-US" sz="2600" kern="1200"/>
        </a:p>
      </dsp:txBody>
      <dsp:txXfrm>
        <a:off x="89099" y="2069328"/>
        <a:ext cx="5448344" cy="1647002"/>
      </dsp:txXfrm>
    </dsp:sp>
    <dsp:sp modelId="{7E2E6A79-FF08-4E30-80B2-6CBD167BC058}">
      <dsp:nvSpPr>
        <dsp:cNvPr id="0" name=""/>
        <dsp:cNvSpPr/>
      </dsp:nvSpPr>
      <dsp:spPr>
        <a:xfrm>
          <a:off x="0" y="3880309"/>
          <a:ext cx="5626542" cy="1825200"/>
        </a:xfrm>
        <a:prstGeom prst="roundRect">
          <a:avLst/>
        </a:prstGeom>
        <a:solidFill>
          <a:schemeClr val="accent5">
            <a:hueOff val="-10039964"/>
            <a:satOff val="36115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600" kern="1200"/>
            <a:t>Planowanie w TSP nie jest narzucone z góry. Zespół sam decyduje, ile pracy jest w stanie wykonać.ch i uwzględnia ryzyko.</a:t>
          </a:r>
          <a:endParaRPr lang="en-US" sz="2600" kern="1200"/>
        </a:p>
      </dsp:txBody>
      <dsp:txXfrm>
        <a:off x="89099" y="3969408"/>
        <a:ext cx="5448344" cy="1647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DB566-7621-4AFA-B9F8-EA71411FF9A3}">
      <dsp:nvSpPr>
        <dsp:cNvPr id="0" name=""/>
        <dsp:cNvSpPr/>
      </dsp:nvSpPr>
      <dsp:spPr>
        <a:xfrm>
          <a:off x="1747800" y="263989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C8FC77-D44B-423D-AB84-6F47ECDDBC90}">
      <dsp:nvSpPr>
        <dsp:cNvPr id="0" name=""/>
        <dsp:cNvSpPr/>
      </dsp:nvSpPr>
      <dsp:spPr>
        <a:xfrm>
          <a:off x="559800" y="267837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Jakość pracy zespołu monitoruje się poprzez analizę danych takich jak liczba błędów, czas pracy, postęp projektu oraz zgodność z planem.</a:t>
          </a:r>
          <a:endParaRPr lang="en-US" sz="1500" kern="1200"/>
        </a:p>
      </dsp:txBody>
      <dsp:txXfrm>
        <a:off x="559800" y="2678373"/>
        <a:ext cx="4320000" cy="720000"/>
      </dsp:txXfrm>
    </dsp:sp>
    <dsp:sp modelId="{26A890D2-C3CE-4E79-86B2-9E9485CB2865}">
      <dsp:nvSpPr>
        <dsp:cNvPr id="0" name=""/>
        <dsp:cNvSpPr/>
      </dsp:nvSpPr>
      <dsp:spPr>
        <a:xfrm>
          <a:off x="6823800" y="263989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68F0EA-B2FE-4892-80F1-211D85E41BFA}">
      <dsp:nvSpPr>
        <dsp:cNvPr id="0" name=""/>
        <dsp:cNvSpPr/>
      </dsp:nvSpPr>
      <dsp:spPr>
        <a:xfrm>
          <a:off x="5635800" y="267837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kern="1200"/>
            <a:t>Regularne przeglądy pozwalają szybko reagować na problemy.</a:t>
          </a:r>
          <a:endParaRPr lang="en-US" sz="1500" kern="1200"/>
        </a:p>
      </dsp:txBody>
      <dsp:txXfrm>
        <a:off x="5635800" y="2678373"/>
        <a:ext cx="432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C00C3-903F-487A-9B82-60668827B6FA}">
      <dsp:nvSpPr>
        <dsp:cNvPr id="0" name=""/>
        <dsp:cNvSpPr/>
      </dsp:nvSpPr>
      <dsp:spPr>
        <a:xfrm>
          <a:off x="1239" y="555488"/>
          <a:ext cx="4351736" cy="2763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1AB7C-5EB3-4CC0-B621-CA3448F52BB6}">
      <dsp:nvSpPr>
        <dsp:cNvPr id="0" name=""/>
        <dsp:cNvSpPr/>
      </dsp:nvSpPr>
      <dsp:spPr>
        <a:xfrm>
          <a:off x="484766" y="1014838"/>
          <a:ext cx="4351736" cy="2763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Zarządzanie defektami w TSP polega na systematycznym ich rejestrowaniu, analizowaniu oraz eliminowaniu przyczyn, a nie tylko skutków.</a:t>
          </a:r>
          <a:endParaRPr lang="en-US" sz="2400" kern="1200"/>
        </a:p>
      </dsp:txBody>
      <dsp:txXfrm>
        <a:off x="565702" y="1095774"/>
        <a:ext cx="4189864" cy="2601480"/>
      </dsp:txXfrm>
    </dsp:sp>
    <dsp:sp modelId="{8E2AC462-E917-4A83-942E-AD76853469F9}">
      <dsp:nvSpPr>
        <dsp:cNvPr id="0" name=""/>
        <dsp:cNvSpPr/>
      </dsp:nvSpPr>
      <dsp:spPr>
        <a:xfrm>
          <a:off x="5320028" y="555488"/>
          <a:ext cx="4351736" cy="27633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60A202-EC09-46EB-8DD5-AAD6927FDB55}">
      <dsp:nvSpPr>
        <dsp:cNvPr id="0" name=""/>
        <dsp:cNvSpPr/>
      </dsp:nvSpPr>
      <dsp:spPr>
        <a:xfrm>
          <a:off x="5803554" y="1014838"/>
          <a:ext cx="4351736" cy="27633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400" kern="1200"/>
            <a:t>Zespół traktuje błędy jako źródło wiedzy, a nie powód do szukania winnych.</a:t>
          </a:r>
          <a:endParaRPr lang="en-US" sz="2400" kern="1200"/>
        </a:p>
      </dsp:txBody>
      <dsp:txXfrm>
        <a:off x="5884490" y="1095774"/>
        <a:ext cx="4189864" cy="26014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C4449E-ABA9-4206-8090-AC4B19C9DBEB}">
      <dsp:nvSpPr>
        <dsp:cNvPr id="0" name=""/>
        <dsp:cNvSpPr/>
      </dsp:nvSpPr>
      <dsp:spPr>
        <a:xfrm>
          <a:off x="1568265" y="59970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286F0-7897-432B-A7A3-750794CAE57D}">
      <dsp:nvSpPr>
        <dsp:cNvPr id="0" name=""/>
        <dsp:cNvSpPr/>
      </dsp:nvSpPr>
      <dsp:spPr>
        <a:xfrm>
          <a:off x="380265" y="301397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Każdy defekt jest rejestrowany wraz z informacją o jego źródle, czasie wykrycia oraz czasie naprawy.</a:t>
          </a:r>
          <a:endParaRPr lang="en-US" sz="1700" kern="1200"/>
        </a:p>
      </dsp:txBody>
      <dsp:txXfrm>
        <a:off x="380265" y="3013975"/>
        <a:ext cx="4320000" cy="720000"/>
      </dsp:txXfrm>
    </dsp:sp>
    <dsp:sp modelId="{04AE3AD5-07D2-4A7D-8BFA-E99779236D9E}">
      <dsp:nvSpPr>
        <dsp:cNvPr id="0" name=""/>
        <dsp:cNvSpPr/>
      </dsp:nvSpPr>
      <dsp:spPr>
        <a:xfrm>
          <a:off x="6644265" y="599703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C0D13-FDD0-4E06-9E05-C3952BDAB6A8}">
      <dsp:nvSpPr>
        <dsp:cNvPr id="0" name=""/>
        <dsp:cNvSpPr/>
      </dsp:nvSpPr>
      <dsp:spPr>
        <a:xfrm>
          <a:off x="5456265" y="301397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Zespół analizuje dane, aby zidentyfikować powtarzające się problemy i ich przyczyny.</a:t>
          </a:r>
          <a:endParaRPr lang="en-US" sz="1700" kern="1200"/>
        </a:p>
      </dsp:txBody>
      <dsp:txXfrm>
        <a:off x="5456265" y="3013975"/>
        <a:ext cx="432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D035A-D133-4050-9D0E-0E4F7E764AFF}">
      <dsp:nvSpPr>
        <dsp:cNvPr id="0" name=""/>
        <dsp:cNvSpPr/>
      </dsp:nvSpPr>
      <dsp:spPr>
        <a:xfrm>
          <a:off x="0" y="0"/>
          <a:ext cx="700377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FCAB99-2312-4B1D-957B-B954BA9F484E}">
      <dsp:nvSpPr>
        <dsp:cNvPr id="0" name=""/>
        <dsp:cNvSpPr/>
      </dsp:nvSpPr>
      <dsp:spPr>
        <a:xfrm>
          <a:off x="0" y="0"/>
          <a:ext cx="7003777" cy="2921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TSP wymaga dużej dyscypliny, dokładnego zbierania danych oraz zaangażowania całego zespołu.</a:t>
          </a:r>
          <a:endParaRPr lang="en-US" sz="3800" kern="1200"/>
        </a:p>
      </dsp:txBody>
      <dsp:txXfrm>
        <a:off x="0" y="0"/>
        <a:ext cx="7003777" cy="2921802"/>
      </dsp:txXfrm>
    </dsp:sp>
    <dsp:sp modelId="{0C5B4D7F-72F0-4454-A908-0395C61026D2}">
      <dsp:nvSpPr>
        <dsp:cNvPr id="0" name=""/>
        <dsp:cNvSpPr/>
      </dsp:nvSpPr>
      <dsp:spPr>
        <a:xfrm>
          <a:off x="0" y="2921802"/>
          <a:ext cx="7003777" cy="0"/>
        </a:xfrm>
        <a:prstGeom prst="line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accent2">
              <a:hueOff val="9586696"/>
              <a:satOff val="31313"/>
              <a:lumOff val="-266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70D54-6293-40C9-8DFA-2D4BA842E17D}">
      <dsp:nvSpPr>
        <dsp:cNvPr id="0" name=""/>
        <dsp:cNvSpPr/>
      </dsp:nvSpPr>
      <dsp:spPr>
        <a:xfrm>
          <a:off x="0" y="2921802"/>
          <a:ext cx="7003777" cy="29218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800" kern="1200"/>
            <a:t>Może być trudny do wdrożenia w dynamicznych środowiskach oraz małych zespołach.</a:t>
          </a:r>
          <a:endParaRPr lang="en-US" sz="3800" kern="1200"/>
        </a:p>
      </dsp:txBody>
      <dsp:txXfrm>
        <a:off x="0" y="2921802"/>
        <a:ext cx="7003777" cy="29218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4A29E-2E9F-41AF-AD84-86A319ACDC87}">
      <dsp:nvSpPr>
        <dsp:cNvPr id="0" name=""/>
        <dsp:cNvSpPr/>
      </dsp:nvSpPr>
      <dsp:spPr>
        <a:xfrm>
          <a:off x="0" y="713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BA258B-904A-4534-BC42-6E0D1C6CC56D}">
      <dsp:nvSpPr>
        <dsp:cNvPr id="0" name=""/>
        <dsp:cNvSpPr/>
      </dsp:nvSpPr>
      <dsp:spPr>
        <a:xfrm>
          <a:off x="504931" y="376281"/>
          <a:ext cx="918056" cy="918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CB880-DAB4-426B-8122-33064E9A34F8}">
      <dsp:nvSpPr>
        <dsp:cNvPr id="0" name=""/>
        <dsp:cNvSpPr/>
      </dsp:nvSpPr>
      <dsp:spPr>
        <a:xfrm>
          <a:off x="1927918" y="713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Zespół Filipa pracuje już w modelu TSP.</a:t>
          </a:r>
          <a:endParaRPr lang="en-US" sz="2500" kern="1200"/>
        </a:p>
      </dsp:txBody>
      <dsp:txXfrm>
        <a:off x="1927918" y="713"/>
        <a:ext cx="5075858" cy="1669193"/>
      </dsp:txXfrm>
    </dsp:sp>
    <dsp:sp modelId="{0A7A2817-8EE9-4CA0-BF36-F66DC52638C8}">
      <dsp:nvSpPr>
        <dsp:cNvPr id="0" name=""/>
        <dsp:cNvSpPr/>
      </dsp:nvSpPr>
      <dsp:spPr>
        <a:xfrm>
          <a:off x="0" y="2087205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32A2A-2C0B-4079-A195-0B842CB5EF61}">
      <dsp:nvSpPr>
        <dsp:cNvPr id="0" name=""/>
        <dsp:cNvSpPr/>
      </dsp:nvSpPr>
      <dsp:spPr>
        <a:xfrm>
          <a:off x="504931" y="2462774"/>
          <a:ext cx="918056" cy="918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EDE09F-6B4F-426D-A5CF-DBB33F8414B6}">
      <dsp:nvSpPr>
        <dsp:cNvPr id="0" name=""/>
        <dsp:cNvSpPr/>
      </dsp:nvSpPr>
      <dsp:spPr>
        <a:xfrm>
          <a:off x="1927918" y="2087205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Dane są zbierane, proces działa, jakość rośnie.</a:t>
          </a:r>
          <a:endParaRPr lang="en-US" sz="2500" kern="1200"/>
        </a:p>
      </dsp:txBody>
      <dsp:txXfrm>
        <a:off x="1927918" y="2087205"/>
        <a:ext cx="5075858" cy="1669193"/>
      </dsp:txXfrm>
    </dsp:sp>
    <dsp:sp modelId="{15F8BB74-D52F-44FC-B59D-5D33577010C0}">
      <dsp:nvSpPr>
        <dsp:cNvPr id="0" name=""/>
        <dsp:cNvSpPr/>
      </dsp:nvSpPr>
      <dsp:spPr>
        <a:xfrm>
          <a:off x="0" y="4173697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47083-A787-4005-BEC7-5634F5927AC6}">
      <dsp:nvSpPr>
        <dsp:cNvPr id="0" name=""/>
        <dsp:cNvSpPr/>
      </dsp:nvSpPr>
      <dsp:spPr>
        <a:xfrm>
          <a:off x="504931" y="4549266"/>
          <a:ext cx="918056" cy="918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DDD70-A4E6-41FA-9AD9-D1BA2A8B5C9B}">
      <dsp:nvSpPr>
        <dsp:cNvPr id="0" name=""/>
        <dsp:cNvSpPr/>
      </dsp:nvSpPr>
      <dsp:spPr>
        <a:xfrm>
          <a:off x="1927918" y="4173697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/>
            <a:t>Teraz kluczowe staje się ciągłe doskonalenie i autonomia zespołu.</a:t>
          </a:r>
          <a:endParaRPr lang="en-US" sz="2500" kern="1200"/>
        </a:p>
      </dsp:txBody>
      <dsp:txXfrm>
        <a:off x="1927918" y="4173697"/>
        <a:ext cx="5075858" cy="16691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E18282-CA83-4CF1-A7FF-3E49ABA27F40}">
      <dsp:nvSpPr>
        <dsp:cNvPr id="0" name=""/>
        <dsp:cNvSpPr/>
      </dsp:nvSpPr>
      <dsp:spPr>
        <a:xfrm>
          <a:off x="762300" y="7619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7A6F8-EFF3-48F8-9959-83C60BD0967B}">
      <dsp:nvSpPr>
        <dsp:cNvPr id="0" name=""/>
        <dsp:cNvSpPr/>
      </dsp:nvSpPr>
      <dsp:spPr>
        <a:xfrm>
          <a:off x="1157175" y="402494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15ECA-608C-4CDF-8707-695651F9FF68}">
      <dsp:nvSpPr>
        <dsp:cNvPr id="0" name=""/>
        <dsp:cNvSpPr/>
      </dsp:nvSpPr>
      <dsp:spPr>
        <a:xfrm>
          <a:off x="169987" y="2437619"/>
          <a:ext cx="30375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100" kern="1200"/>
            <a:t>Ciągłe doskonalenie oznacza regularne analizowanie pracy zespołu, identyfikowanie problemów oraz wprowadzanie usprawnień w sposób systematyczny.</a:t>
          </a:r>
          <a:endParaRPr lang="en-US" sz="1100" kern="1200"/>
        </a:p>
      </dsp:txBody>
      <dsp:txXfrm>
        <a:off x="169987" y="2437619"/>
        <a:ext cx="3037500" cy="765000"/>
      </dsp:txXfrm>
    </dsp:sp>
    <dsp:sp modelId="{8D5C1B0A-5257-4502-B4D2-A301BC0E561B}">
      <dsp:nvSpPr>
        <dsp:cNvPr id="0" name=""/>
        <dsp:cNvSpPr/>
      </dsp:nvSpPr>
      <dsp:spPr>
        <a:xfrm>
          <a:off x="4331362" y="7619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BE53A-99F0-46BE-91DE-16FC443A48F1}">
      <dsp:nvSpPr>
        <dsp:cNvPr id="0" name=""/>
        <dsp:cNvSpPr/>
      </dsp:nvSpPr>
      <dsp:spPr>
        <a:xfrm>
          <a:off x="4726237" y="402494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FD23D-CD38-46AF-A89E-92ED9BC26A38}">
      <dsp:nvSpPr>
        <dsp:cNvPr id="0" name=""/>
        <dsp:cNvSpPr/>
      </dsp:nvSpPr>
      <dsp:spPr>
        <a:xfrm>
          <a:off x="3739050" y="2437619"/>
          <a:ext cx="30375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100" kern="1200"/>
            <a:t>Zespół uczy się na własnych doświadczeniach i stale poprawia swoje procesy.</a:t>
          </a:r>
          <a:endParaRPr lang="en-US" sz="1100" kern="1200"/>
        </a:p>
      </dsp:txBody>
      <dsp:txXfrm>
        <a:off x="3739050" y="2437619"/>
        <a:ext cx="3037500" cy="765000"/>
      </dsp:txXfrm>
    </dsp:sp>
    <dsp:sp modelId="{D4922ABD-F338-422E-BCEC-94EFCA55D5CE}">
      <dsp:nvSpPr>
        <dsp:cNvPr id="0" name=""/>
        <dsp:cNvSpPr/>
      </dsp:nvSpPr>
      <dsp:spPr>
        <a:xfrm>
          <a:off x="7900425" y="7619"/>
          <a:ext cx="1852875" cy="1852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F04FA7-EBA4-4157-B531-B2B2E07B5F87}">
      <dsp:nvSpPr>
        <dsp:cNvPr id="0" name=""/>
        <dsp:cNvSpPr/>
      </dsp:nvSpPr>
      <dsp:spPr>
        <a:xfrm>
          <a:off x="8295300" y="402494"/>
          <a:ext cx="1063125" cy="1063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3CE5B8-BDE2-4B2B-8302-F11DF9C8A537}">
      <dsp:nvSpPr>
        <dsp:cNvPr id="0" name=""/>
        <dsp:cNvSpPr/>
      </dsp:nvSpPr>
      <dsp:spPr>
        <a:xfrm>
          <a:off x="7308112" y="2437619"/>
          <a:ext cx="30375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l-PL" sz="1100" kern="1200"/>
            <a:t>To nie jednorazowa zmiana. To sposób myślenia, w którym zespół stale zadaje sobie pytanie: co możemy zrobić lepiej?</a:t>
          </a:r>
          <a:endParaRPr lang="en-US" sz="1100" kern="1200"/>
        </a:p>
      </dsp:txBody>
      <dsp:txXfrm>
        <a:off x="7308112" y="2437619"/>
        <a:ext cx="3037500" cy="765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E1C02-E859-465A-B228-6377D155DE3E}">
      <dsp:nvSpPr>
        <dsp:cNvPr id="0" name=""/>
        <dsp:cNvSpPr/>
      </dsp:nvSpPr>
      <dsp:spPr>
        <a:xfrm>
          <a:off x="0" y="1109132"/>
          <a:ext cx="2856524" cy="18138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64269-BFAB-47AA-9B43-E01EB3CAD5B4}">
      <dsp:nvSpPr>
        <dsp:cNvPr id="0" name=""/>
        <dsp:cNvSpPr/>
      </dsp:nvSpPr>
      <dsp:spPr>
        <a:xfrm>
          <a:off x="317391" y="1410654"/>
          <a:ext cx="2856524" cy="18138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Efektywna praca zespołowa w TSP wymaga zaufania, otwartej komunikacji, jasno określonych ról oraz dostępu do danych.</a:t>
          </a:r>
          <a:endParaRPr lang="en-US" sz="1800" kern="1200"/>
        </a:p>
      </dsp:txBody>
      <dsp:txXfrm>
        <a:off x="370518" y="1463781"/>
        <a:ext cx="2750270" cy="1707638"/>
      </dsp:txXfrm>
    </dsp:sp>
    <dsp:sp modelId="{970AEA6B-DEC4-47CD-BAD2-E02F83A7419C}">
      <dsp:nvSpPr>
        <dsp:cNvPr id="0" name=""/>
        <dsp:cNvSpPr/>
      </dsp:nvSpPr>
      <dsp:spPr>
        <a:xfrm>
          <a:off x="3491307" y="1109132"/>
          <a:ext cx="2856524" cy="18138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DCD7B-153E-405E-A0F1-4768DFB9E69C}">
      <dsp:nvSpPr>
        <dsp:cNvPr id="0" name=""/>
        <dsp:cNvSpPr/>
      </dsp:nvSpPr>
      <dsp:spPr>
        <a:xfrm>
          <a:off x="3808699" y="1410654"/>
          <a:ext cx="2856524" cy="18138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Każdy członek zespołu musi rozumieć swoją rolę i wpływ na wynik końcowy.</a:t>
          </a:r>
          <a:endParaRPr lang="en-US" sz="1800" kern="1200"/>
        </a:p>
      </dsp:txBody>
      <dsp:txXfrm>
        <a:off x="3861826" y="1463781"/>
        <a:ext cx="2750270" cy="1707638"/>
      </dsp:txXfrm>
    </dsp:sp>
    <dsp:sp modelId="{BADA6C4E-7C90-467D-9136-9156FD674BDF}">
      <dsp:nvSpPr>
        <dsp:cNvPr id="0" name=""/>
        <dsp:cNvSpPr/>
      </dsp:nvSpPr>
      <dsp:spPr>
        <a:xfrm>
          <a:off x="6982615" y="1109132"/>
          <a:ext cx="2856524" cy="18138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75C0A0-9510-4B89-A068-44F59DCE7A5E}">
      <dsp:nvSpPr>
        <dsp:cNvPr id="0" name=""/>
        <dsp:cNvSpPr/>
      </dsp:nvSpPr>
      <dsp:spPr>
        <a:xfrm>
          <a:off x="7300006" y="1410654"/>
          <a:ext cx="2856524" cy="18138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800" kern="1200"/>
            <a:t>Bez zaufania i komunikacji nawet najlepszy proces nie zadziała</a:t>
          </a:r>
          <a:endParaRPr lang="en-US" sz="1800" kern="1200"/>
        </a:p>
      </dsp:txBody>
      <dsp:txXfrm>
        <a:off x="7353133" y="1463781"/>
        <a:ext cx="2750270" cy="170763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BD21B-1E79-459D-A746-972455CDB548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52B70-F8C9-451F-AA6C-E1C78124054E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0B940-BB83-4699-A5C6-1BD73694372D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Defect Removal Profile pokazuje, w których fazach projektu błędy są wykrywane i usuwane.</a:t>
          </a:r>
          <a:br>
            <a:rPr lang="pl-PL" sz="2200" kern="1200"/>
          </a:br>
          <a:endParaRPr lang="en-US" sz="2200" kern="1200"/>
        </a:p>
      </dsp:txBody>
      <dsp:txXfrm>
        <a:off x="2024809" y="949585"/>
        <a:ext cx="4978967" cy="1753081"/>
      </dsp:txXfrm>
    </dsp:sp>
    <dsp:sp modelId="{451D260A-10A1-4B65-A80B-C29534E3E16B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E3B02-5631-453E-A2C6-7EC765A75ED7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900A2C-6FDA-4AD6-9CC2-08CF2ED25F8D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Pozwala ocenić skuteczność procesu jakości.</a:t>
          </a:r>
          <a:endParaRPr lang="en-US" sz="2200" kern="1200"/>
        </a:p>
      </dsp:txBody>
      <dsp:txXfrm>
        <a:off x="2024809" y="3140937"/>
        <a:ext cx="4978967" cy="17530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22BAB-9FA9-4C68-AF35-16BE76C612D0}">
      <dsp:nvSpPr>
        <dsp:cNvPr id="0" name=""/>
        <dsp:cNvSpPr/>
      </dsp:nvSpPr>
      <dsp:spPr>
        <a:xfrm>
          <a:off x="0" y="34309"/>
          <a:ext cx="7003777" cy="1859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Zespół Filipa pracuje już stabilnie i efektywnie.</a:t>
          </a:r>
          <a:endParaRPr lang="en-US" sz="3400" kern="1200"/>
        </a:p>
      </dsp:txBody>
      <dsp:txXfrm>
        <a:off x="90784" y="125093"/>
        <a:ext cx="6822209" cy="1678147"/>
      </dsp:txXfrm>
    </dsp:sp>
    <dsp:sp modelId="{FAC9BDB4-F326-4AFB-A2E7-6727083FC940}">
      <dsp:nvSpPr>
        <dsp:cNvPr id="0" name=""/>
        <dsp:cNvSpPr/>
      </dsp:nvSpPr>
      <dsp:spPr>
        <a:xfrm>
          <a:off x="0" y="1991945"/>
          <a:ext cx="7003777" cy="1859715"/>
        </a:xfrm>
        <a:prstGeom prst="roundRect">
          <a:avLst/>
        </a:prstGeom>
        <a:solidFill>
          <a:schemeClr val="accent2">
            <a:hueOff val="4793348"/>
            <a:satOff val="15656"/>
            <a:lumOff val="-1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Proces działa, jakość rośnie, dane są wykorzystywane.</a:t>
          </a:r>
          <a:endParaRPr lang="en-US" sz="3400" kern="1200"/>
        </a:p>
      </dsp:txBody>
      <dsp:txXfrm>
        <a:off x="90784" y="2082729"/>
        <a:ext cx="6822209" cy="1678147"/>
      </dsp:txXfrm>
    </dsp:sp>
    <dsp:sp modelId="{3DA74AD4-D9D6-4393-B0B1-1789FCD83164}">
      <dsp:nvSpPr>
        <dsp:cNvPr id="0" name=""/>
        <dsp:cNvSpPr/>
      </dsp:nvSpPr>
      <dsp:spPr>
        <a:xfrm>
          <a:off x="0" y="3949580"/>
          <a:ext cx="7003777" cy="1859715"/>
        </a:xfrm>
        <a:prstGeom prst="roundRect">
          <a:avLst/>
        </a:prstGeom>
        <a:solidFill>
          <a:schemeClr val="accent2">
            <a:hueOff val="9586696"/>
            <a:satOff val="31313"/>
            <a:lumOff val="-2666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400" kern="1200"/>
            <a:t>Teraz zespół zaczyna mierzyć jakość jeszcze bardziej precyzyjnie.</a:t>
          </a:r>
          <a:endParaRPr lang="en-US" sz="3400" kern="1200"/>
        </a:p>
      </dsp:txBody>
      <dsp:txXfrm>
        <a:off x="90784" y="4040364"/>
        <a:ext cx="6822209" cy="167814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E1C07-786F-42A5-A934-36AA60F857C4}">
      <dsp:nvSpPr>
        <dsp:cNvPr id="0" name=""/>
        <dsp:cNvSpPr/>
      </dsp:nvSpPr>
      <dsp:spPr>
        <a:xfrm>
          <a:off x="9242" y="77639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TSP umożliwia analizę obciążenia pracą każdego członka zespołu na podstawie danych o czasie i zadaniach</a:t>
          </a:r>
          <a:endParaRPr lang="en-US" sz="1700" kern="1200"/>
        </a:p>
      </dsp:txBody>
      <dsp:txXfrm>
        <a:off x="57787" y="824944"/>
        <a:ext cx="2665308" cy="1560349"/>
      </dsp:txXfrm>
    </dsp:sp>
    <dsp:sp modelId="{0800E577-1C2A-49F8-A8FB-293385991E20}">
      <dsp:nvSpPr>
        <dsp:cNvPr id="0" name=""/>
        <dsp:cNvSpPr/>
      </dsp:nvSpPr>
      <dsp:spPr>
        <a:xfrm>
          <a:off x="3014732" y="1262582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014732" y="1399597"/>
        <a:ext cx="409940" cy="411044"/>
      </dsp:txXfrm>
    </dsp:sp>
    <dsp:sp modelId="{217AE13E-5340-4BC2-886F-734DCB81DC88}">
      <dsp:nvSpPr>
        <dsp:cNvPr id="0" name=""/>
        <dsp:cNvSpPr/>
      </dsp:nvSpPr>
      <dsp:spPr>
        <a:xfrm>
          <a:off x="3876600" y="77639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Pozwala to równomiernie rozdzielać pracę</a:t>
          </a:r>
          <a:endParaRPr lang="en-US" sz="1700" kern="1200"/>
        </a:p>
      </dsp:txBody>
      <dsp:txXfrm>
        <a:off x="3925145" y="824944"/>
        <a:ext cx="2665308" cy="1560349"/>
      </dsp:txXfrm>
    </dsp:sp>
    <dsp:sp modelId="{194A53B5-C9E9-40DC-A7E3-DF5E2DCE8C82}">
      <dsp:nvSpPr>
        <dsp:cNvPr id="0" name=""/>
        <dsp:cNvSpPr/>
      </dsp:nvSpPr>
      <dsp:spPr>
        <a:xfrm>
          <a:off x="6882090" y="1262582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882090" y="1399597"/>
        <a:ext cx="409940" cy="411044"/>
      </dsp:txXfrm>
    </dsp:sp>
    <dsp:sp modelId="{8102D1ED-B378-4DCB-A18D-FCD1E4788EDC}">
      <dsp:nvSpPr>
        <dsp:cNvPr id="0" name=""/>
        <dsp:cNvSpPr/>
      </dsp:nvSpPr>
      <dsp:spPr>
        <a:xfrm>
          <a:off x="7743958" y="77639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Dzięki danym zespół widzi, kto jest przeciążony, a kto ma wolne zasoby</a:t>
          </a:r>
          <a:endParaRPr lang="en-US" sz="1700" kern="1200"/>
        </a:p>
      </dsp:txBody>
      <dsp:txXfrm>
        <a:off x="7792503" y="824944"/>
        <a:ext cx="2665308" cy="1560349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509A2-0BA2-4646-8FED-436B49B7A833}">
      <dsp:nvSpPr>
        <dsp:cNvPr id="0" name=""/>
        <dsp:cNvSpPr/>
      </dsp:nvSpPr>
      <dsp:spPr>
        <a:xfrm>
          <a:off x="798574" y="406665"/>
          <a:ext cx="1140328" cy="114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1F76F6-FACC-424F-AD6E-5C10CD9409FD}">
      <dsp:nvSpPr>
        <dsp:cNvPr id="0" name=""/>
        <dsp:cNvSpPr/>
      </dsp:nvSpPr>
      <dsp:spPr>
        <a:xfrm>
          <a:off x="101707" y="1899323"/>
          <a:ext cx="2534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PSP koncentruje się na jakości pracy indywidualnej.</a:t>
          </a:r>
          <a:endParaRPr lang="en-US" sz="1700" kern="1200"/>
        </a:p>
      </dsp:txBody>
      <dsp:txXfrm>
        <a:off x="101707" y="1899323"/>
        <a:ext cx="2534062" cy="720000"/>
      </dsp:txXfrm>
    </dsp:sp>
    <dsp:sp modelId="{EC667E32-1BCE-477B-B036-B4CD6331E84B}">
      <dsp:nvSpPr>
        <dsp:cNvPr id="0" name=""/>
        <dsp:cNvSpPr/>
      </dsp:nvSpPr>
      <dsp:spPr>
        <a:xfrm>
          <a:off x="3776097" y="406665"/>
          <a:ext cx="1140328" cy="114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41002-10DC-4231-AB9B-5CA3D1EE4F82}">
      <dsp:nvSpPr>
        <dsp:cNvPr id="0" name=""/>
        <dsp:cNvSpPr/>
      </dsp:nvSpPr>
      <dsp:spPr>
        <a:xfrm>
          <a:off x="3079230" y="1899323"/>
          <a:ext cx="2534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TSP koncentruje się na jakości pracy zespołu.</a:t>
          </a:r>
          <a:endParaRPr lang="en-US" sz="1700" kern="1200"/>
        </a:p>
      </dsp:txBody>
      <dsp:txXfrm>
        <a:off x="3079230" y="1899323"/>
        <a:ext cx="2534062" cy="720000"/>
      </dsp:txXfrm>
    </dsp:sp>
    <dsp:sp modelId="{06FC925A-7050-448C-894F-F9BE0F8B781B}">
      <dsp:nvSpPr>
        <dsp:cNvPr id="0" name=""/>
        <dsp:cNvSpPr/>
      </dsp:nvSpPr>
      <dsp:spPr>
        <a:xfrm>
          <a:off x="2287335" y="3252839"/>
          <a:ext cx="1140328" cy="114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92116-51A7-460E-983E-FC868E16E024}">
      <dsp:nvSpPr>
        <dsp:cNvPr id="0" name=""/>
        <dsp:cNvSpPr/>
      </dsp:nvSpPr>
      <dsp:spPr>
        <a:xfrm>
          <a:off x="1590468" y="4745497"/>
          <a:ext cx="25340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W PSP odpowiada jednostka, w TSP odpowiada cały zespół.</a:t>
          </a:r>
          <a:endParaRPr lang="en-US" sz="1700" kern="1200"/>
        </a:p>
      </dsp:txBody>
      <dsp:txXfrm>
        <a:off x="1590468" y="4745497"/>
        <a:ext cx="25340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8D35-A6D9-47A6-A251-5953DFF41F05}" type="datetimeFigureOut">
              <a:rPr lang="pl-PL" smtClean="0"/>
              <a:t>29.03.2026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DA1CB-7CB9-4E1E-A768-D09AD66AFA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886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Po omówieniu jakości pracy indywidualnej</a:t>
            </a:r>
            <a:r>
              <a:rPr lang="en-US" dirty="0"/>
              <a:t> na </a:t>
            </a:r>
            <a:r>
              <a:rPr lang="en-US" dirty="0" err="1"/>
              <a:t>poprzedniej</a:t>
            </a:r>
            <a:r>
              <a:rPr lang="en-US" dirty="0"/>
              <a:t> </a:t>
            </a:r>
            <a:r>
              <a:rPr lang="en-US" dirty="0" err="1"/>
              <a:t>prezentacji</a:t>
            </a:r>
            <a:r>
              <a:rPr lang="pl-PL" dirty="0"/>
              <a:t> przechodzimy na poziom zespołu. Pokażę, jak zespoły mogą pracować w sposób uporządkowany i przewidywalny dzięki Team Software Process</a:t>
            </a:r>
            <a:r>
              <a:rPr lang="en-US" dirty="0"/>
              <a:t> (tsp)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1801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Mimo że Filip pracuje bardzo dobrze indywidualnie, jego zespół ma problemy. To pokazuje, że jakość jednostki nie zawsze przekłada się automatycznie na jakość zespołu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4247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TSP można traktować jako rozszerzenie PSP na poziom zespołu. Każdy członek zespołu pracuje świadomie, ale dodatkowo zespół działa jako spójny system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https://eduindex.org/2021/07/16/team-software-process-tsp-in-short/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0665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TSP zakłada, że zespół sam planuje swoją pracę, bierze odpowiedzialność za jakość produktu i opiera decyzje na danych.</a:t>
            </a:r>
            <a:r>
              <a:rPr lang="en-US" dirty="0"/>
              <a:t> </a:t>
            </a:r>
            <a:r>
              <a:rPr lang="pl-PL" dirty="0"/>
              <a:t>Proces jest jawny, mierzalny i powtarzalny, a poprawa jakości jest ciągła.</a:t>
            </a:r>
            <a:endParaRPr lang="en-US" dirty="0"/>
          </a:p>
          <a:p>
            <a:endParaRPr lang="en-US" dirty="0"/>
          </a:p>
          <a:p>
            <a:r>
              <a:rPr lang="en-US" dirty="0"/>
              <a:t>Punkt </a:t>
            </a:r>
            <a:r>
              <a:rPr lang="en-US" dirty="0" err="1"/>
              <a:t>startowy</a:t>
            </a:r>
            <a:r>
              <a:rPr lang="en-US" dirty="0"/>
              <a:t> w </a:t>
            </a:r>
            <a:r>
              <a:rPr lang="en-US" dirty="0" err="1"/>
              <a:t>zespole</a:t>
            </a:r>
            <a:r>
              <a:rPr lang="en-US" dirty="0"/>
              <a:t> Filipa: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nie dotrzymuje terminów,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popełnia wiele błędów,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ma problemy z organizacją pracy.</a:t>
            </a:r>
            <a:endParaRPr lang="en-US" dirty="0"/>
          </a:p>
          <a:p>
            <a:r>
              <a:rPr lang="pl-PL" dirty="0"/>
              <a:t>Na początku zespół działa chaotycznie. Brakuje struktury i odpowiedzialności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https://eduindex.org/2021/07/16/team-software-process-tsp-in-short/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16536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CMMI mówi, co organizacja powinna robić. TSP pokazuje, jak robić to na poziomie zespołu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https://pl.wikipedia.org/wiki/Kompleksowy_model_dojrza%C5%82o%C5%9Bci_organizacyjnej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8146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lang="en-US" dirty="0" err="1"/>
              <a:t>poziomów</a:t>
            </a:r>
            <a:r>
              <a:rPr lang="en-US" dirty="0"/>
              <a:t> w CMMI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https://pl.wikipedia.org/wiki/Kompleksowy_model_dojrza%C5%82o%C5%9Bci_organizacyjnej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57848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TSP każdy ma swoją rolę. Dzięki temu unika się chaosu i niejasności.</a:t>
            </a:r>
            <a:endParaRPr lang="en-US" dirty="0"/>
          </a:p>
          <a:p>
            <a:r>
              <a:rPr lang="en-US" dirty="0" err="1"/>
              <a:t>Przykładowo</a:t>
            </a:r>
            <a:r>
              <a:rPr lang="en-US" dirty="0"/>
              <a:t>: </a:t>
            </a:r>
            <a:r>
              <a:rPr lang="pl-PL" dirty="0"/>
              <a:t>Filip odpowiada za jakość danych i analizę błędów.</a:t>
            </a:r>
            <a:r>
              <a:rPr lang="en-US" dirty="0"/>
              <a:t> </a:t>
            </a:r>
            <a:r>
              <a:rPr lang="pl-PL" dirty="0"/>
              <a:t>Inni członkowie zespołu pełnią role </a:t>
            </a:r>
            <a:r>
              <a:rPr lang="en-US" dirty="0"/>
              <a:t>np. </a:t>
            </a:r>
            <a:r>
              <a:rPr lang="pl-PL" dirty="0"/>
              <a:t>planistów, testerów i liderów.</a:t>
            </a:r>
            <a:r>
              <a:rPr lang="en-US" dirty="0"/>
              <a:t> </a:t>
            </a:r>
            <a:r>
              <a:rPr lang="pl-PL" dirty="0"/>
              <a:t>Dzięki jasnym rolom zespół zaczyna działać bardziej uporządkowanie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https://en.wikipedia.org/wiki/Team_software_process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9880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firmie</a:t>
            </a:r>
            <a:r>
              <a:rPr lang="en-US" dirty="0"/>
              <a:t> Filipa: </a:t>
            </a:r>
            <a:r>
              <a:rPr lang="pl-PL" dirty="0"/>
              <a:t>Zespół zaczyna realistycznie planować pracę.</a:t>
            </a:r>
            <a:r>
              <a:rPr lang="en-US" dirty="0"/>
              <a:t> </a:t>
            </a:r>
            <a:r>
              <a:rPr lang="pl-PL" dirty="0"/>
              <a:t>Estymacje są oparte na danych, a nie intuicji.</a:t>
            </a:r>
            <a:r>
              <a:rPr lang="en-US" dirty="0"/>
              <a:t> </a:t>
            </a:r>
            <a:r>
              <a:rPr lang="pl-PL" dirty="0"/>
              <a:t>Po wdrożeniu TSP zespół przestaje obiecywać nierealne terminy.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https://en.wikipedia.org/wiki/Team_software_process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5517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Efekty </a:t>
            </a:r>
            <a:r>
              <a:rPr lang="en-US" dirty="0" err="1"/>
              <a:t>monitorowania</a:t>
            </a:r>
            <a:r>
              <a:rPr lang="en-US" dirty="0"/>
              <a:t> </a:t>
            </a:r>
            <a:r>
              <a:rPr lang="en-US" dirty="0" err="1"/>
              <a:t>jakości</a:t>
            </a:r>
            <a:r>
              <a:rPr lang="en-US" dirty="0"/>
              <a:t> TSP w </a:t>
            </a:r>
            <a:r>
              <a:rPr lang="en-US" dirty="0" err="1"/>
              <a:t>firmie</a:t>
            </a:r>
            <a:r>
              <a:rPr lang="en-US" dirty="0"/>
              <a:t> Filipa: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pl-PL" dirty="0"/>
              <a:t>mniej błędów 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pl-PL" dirty="0"/>
              <a:t>lepsza kontrola projektu </a:t>
            </a:r>
            <a:endParaRPr lang="en-US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pl-PL" dirty="0"/>
              <a:t>większa przewidywalność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Z</a:t>
            </a:r>
            <a:r>
              <a:rPr lang="pl-PL" dirty="0" err="1"/>
              <a:t>espół</a:t>
            </a:r>
            <a:r>
              <a:rPr lang="pl-PL" dirty="0"/>
              <a:t> Filipa zaczyna działać bardziej profesjonalnie. Problemy są wykrywane wcześniej</a:t>
            </a:r>
            <a:r>
              <a:rPr lang="en-US" dirty="0"/>
              <a:t> = </a:t>
            </a:r>
            <a:r>
              <a:rPr lang="pl-PL" dirty="0"/>
              <a:t>jakość rośnie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https://en.wikipedia.org/wiki/Team_software_process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0875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Najważniejsze w TSP jest to, że błędy nie są problemem same w sobie. Problemem jest brak ich analizy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https://www.atlassian.com/pl/incident-management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0997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podejście pozwala zespołowi nie tylko naprawiać błędy, ale przede wszystkim zapobiegać ich powstawaniu</a:t>
            </a:r>
            <a:endParaRPr lang="en-US" dirty="0"/>
          </a:p>
          <a:p>
            <a:endParaRPr lang="en-US" dirty="0"/>
          </a:p>
          <a:p>
            <a:r>
              <a:rPr lang="pl-PL" dirty="0"/>
              <a:t>Zespół Filipa zauważa, że większość błędów powstaje na etapie projektowania, a nie kodowania</a:t>
            </a:r>
            <a:r>
              <a:rPr lang="en-US" dirty="0"/>
              <a:t>, d</a:t>
            </a:r>
            <a:r>
              <a:rPr lang="pl-PL" dirty="0" err="1"/>
              <a:t>zięki</a:t>
            </a:r>
            <a:r>
              <a:rPr lang="pl-PL" dirty="0"/>
              <a:t> temu zaczyna inwestować więcej czasu w analizę i projekt.</a:t>
            </a:r>
            <a:r>
              <a:rPr lang="en-US" dirty="0"/>
              <a:t> </a:t>
            </a:r>
            <a:r>
              <a:rPr lang="pl-PL" dirty="0"/>
              <a:t>To był przełomowy moment. Zespół przestał gasić pożary i zaczął eliminować ich przyczyny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https://www.atlassian.com/pl/incident-management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8604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https://mfiles.pl/pl/index.php/Efektywno%C5%9B%C4%87_zespo%C5%82u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914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Dane te pozwalają ocenić rzeczywistą wydajność zespołu.</a:t>
            </a:r>
            <a:endParaRPr lang="en-US" dirty="0"/>
          </a:p>
          <a:p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zespole</a:t>
            </a:r>
            <a:r>
              <a:rPr lang="en-US" dirty="0"/>
              <a:t> Filipa p</a:t>
            </a:r>
            <a:r>
              <a:rPr lang="pl-PL" dirty="0" err="1"/>
              <a:t>roduktywność</a:t>
            </a:r>
            <a:r>
              <a:rPr lang="pl-PL" dirty="0"/>
              <a:t> zespołu rośnie, ponieważ zmniejsza się liczba błędów i czas ich naprawy.</a:t>
            </a:r>
            <a:r>
              <a:rPr lang="en-US" dirty="0"/>
              <a:t> </a:t>
            </a:r>
            <a:r>
              <a:rPr lang="pl-PL" dirty="0"/>
              <a:t>Zespół zaczyna dostarczać więcej wartości w tym samym czasie.</a:t>
            </a:r>
            <a:r>
              <a:rPr lang="en-US" dirty="0"/>
              <a:t> Co </a:t>
            </a:r>
            <a:r>
              <a:rPr lang="en-US" dirty="0" err="1"/>
              <a:t>ciekawe</a:t>
            </a:r>
            <a:r>
              <a:rPr lang="en-US" dirty="0"/>
              <a:t>, n</a:t>
            </a:r>
            <a:r>
              <a:rPr lang="pl-PL" dirty="0" err="1"/>
              <a:t>ajwiększy</a:t>
            </a:r>
            <a:r>
              <a:rPr lang="pl-PL" dirty="0"/>
              <a:t> wzrost produktywności nie wynikał z szybszej pracy, ale z mniejszej liczby błędów</a:t>
            </a:r>
            <a:endParaRPr lang="en-US" dirty="0"/>
          </a:p>
          <a:p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https://mfiles.pl/pl/index.php/Efektywno%C5%9B%C4%87_zespo%C5%82u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0507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ma sytuacji, w której ktoś mówi </a:t>
            </a:r>
            <a:r>
              <a:rPr lang="en-US" dirty="0"/>
              <a:t>“</a:t>
            </a:r>
            <a:r>
              <a:rPr lang="pl-PL" dirty="0"/>
              <a:t>to nie mój problem</a:t>
            </a:r>
            <a:r>
              <a:rPr lang="en-US" dirty="0"/>
              <a:t>”</a:t>
            </a:r>
            <a:r>
              <a:rPr lang="pl-PL" dirty="0"/>
              <a:t>. W TSP problem zespołu jest problemem każdego</a:t>
            </a:r>
            <a:endParaRPr lang="en-US" dirty="0"/>
          </a:p>
          <a:p>
            <a:endParaRPr lang="en-US" dirty="0"/>
          </a:p>
          <a:p>
            <a:r>
              <a:rPr lang="pl-PL" dirty="0"/>
              <a:t>Zespół </a:t>
            </a:r>
            <a:r>
              <a:rPr lang="en-US" dirty="0"/>
              <a:t>Filipa </a:t>
            </a:r>
            <a:r>
              <a:rPr lang="pl-PL" dirty="0"/>
              <a:t>przestaje koncentrować się na indywidualnych zadaniach i zaczyna działać jako całość.</a:t>
            </a:r>
            <a:r>
              <a:rPr lang="en-US" dirty="0"/>
              <a:t> </a:t>
            </a:r>
            <a:r>
              <a:rPr lang="pl-PL" dirty="0"/>
              <a:t>Członkowie zespołu pomagają sobie nawzajem.</a:t>
            </a:r>
            <a:endParaRPr lang="en-US" dirty="0"/>
          </a:p>
          <a:p>
            <a:r>
              <a:rPr lang="pl-PL" dirty="0"/>
              <a:t>To moment, w którym zespół przestaje być grupą jednostek, a zaczyna być prawdziwym zespołem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https://finture.com/o-rolach-i-odpowiedzialnosciach-w-projektach-it/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7451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 </a:t>
            </a:r>
            <a:r>
              <a:rPr lang="en-US" dirty="0" err="1"/>
              <a:t>firmie</a:t>
            </a:r>
            <a:r>
              <a:rPr lang="en-US" dirty="0"/>
              <a:t> Filipa, </a:t>
            </a:r>
            <a:r>
              <a:rPr lang="en-US" dirty="0" err="1"/>
              <a:t>jego</a:t>
            </a:r>
            <a:r>
              <a:rPr lang="en-US" dirty="0"/>
              <a:t> z</a:t>
            </a:r>
            <a:r>
              <a:rPr lang="pl-PL" dirty="0" err="1"/>
              <a:t>espół</a:t>
            </a:r>
            <a:r>
              <a:rPr lang="pl-PL" dirty="0"/>
              <a:t> pracuje w sprintach, ale wykorzystuje dane TSP do planowania i analizy.</a:t>
            </a:r>
            <a:r>
              <a:rPr lang="en-US" dirty="0"/>
              <a:t> </a:t>
            </a:r>
            <a:r>
              <a:rPr lang="pl-PL" dirty="0"/>
              <a:t>Decyzje są podejmowane na podstawie rzeczywistych danych.</a:t>
            </a:r>
            <a:r>
              <a:rPr lang="en-US" dirty="0"/>
              <a:t> </a:t>
            </a:r>
            <a:r>
              <a:rPr lang="pl-PL" dirty="0"/>
              <a:t>Dzięki temu połączeniu zespół jest jednocześnie elastyczny i przewidywalny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https://www.sei.cmu.edu/documents/4063/2016_017_001_493912.pdf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8204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TSP nie jest łatwe. Wymaga zmiany sposobu myślenia i pracy</a:t>
            </a:r>
            <a:endParaRPr lang="en-US" dirty="0"/>
          </a:p>
          <a:p>
            <a:endParaRPr lang="en-US" dirty="0"/>
          </a:p>
          <a:p>
            <a:r>
              <a:rPr lang="en-US" dirty="0"/>
              <a:t>Nie </a:t>
            </a:r>
            <a:r>
              <a:rPr lang="en-US" dirty="0" err="1"/>
              <a:t>inaczej</a:t>
            </a:r>
            <a:r>
              <a:rPr lang="en-US" dirty="0"/>
              <a:t> </a:t>
            </a:r>
            <a:r>
              <a:rPr lang="en-US" dirty="0" err="1"/>
              <a:t>było</a:t>
            </a:r>
            <a:r>
              <a:rPr lang="en-US" dirty="0"/>
              <a:t> w </a:t>
            </a:r>
            <a:r>
              <a:rPr lang="en-US" dirty="0" err="1"/>
              <a:t>firmie</a:t>
            </a:r>
            <a:r>
              <a:rPr lang="en-US" dirty="0"/>
              <a:t> Filipa: </a:t>
            </a:r>
            <a:r>
              <a:rPr lang="pl-PL" dirty="0"/>
              <a:t>Na początku zespół m</a:t>
            </a:r>
            <a:r>
              <a:rPr lang="en-US" dirty="0"/>
              <a:t>i</a:t>
            </a:r>
            <a:r>
              <a:rPr lang="pl-PL" dirty="0"/>
              <a:t>a</a:t>
            </a:r>
            <a:r>
              <a:rPr lang="en-US" dirty="0"/>
              <a:t>ł</a:t>
            </a:r>
            <a:r>
              <a:rPr lang="pl-PL" dirty="0"/>
              <a:t> opór przed rejestrowaniem danych i przestrzeganiem procesu.</a:t>
            </a:r>
            <a:r>
              <a:rPr lang="en-US" dirty="0"/>
              <a:t> </a:t>
            </a:r>
            <a:r>
              <a:rPr lang="pl-PL" dirty="0"/>
              <a:t>Część członków uważa</a:t>
            </a:r>
            <a:r>
              <a:rPr lang="en-US" dirty="0" err="1"/>
              <a:t>ło</a:t>
            </a:r>
            <a:r>
              <a:rPr lang="pl-PL" dirty="0"/>
              <a:t> to za zbędną biurokrację.</a:t>
            </a:r>
            <a:r>
              <a:rPr lang="en-US" dirty="0"/>
              <a:t> </a:t>
            </a:r>
            <a:r>
              <a:rPr lang="en-US" dirty="0" err="1"/>
              <a:t>Było</a:t>
            </a:r>
            <a:r>
              <a:rPr lang="en-US" dirty="0"/>
              <a:t> to </a:t>
            </a:r>
            <a:r>
              <a:rPr lang="en-US" dirty="0" err="1"/>
              <a:t>oczywiście</a:t>
            </a:r>
            <a:r>
              <a:rPr lang="en-US" dirty="0"/>
              <a:t> </a:t>
            </a:r>
            <a:r>
              <a:rPr lang="en-US" dirty="0" err="1"/>
              <a:t>dosyć</a:t>
            </a:r>
            <a:r>
              <a:rPr lang="en-US" dirty="0"/>
              <a:t> </a:t>
            </a:r>
            <a:r>
              <a:rPr lang="en-US" dirty="0" err="1"/>
              <a:t>naturalne</a:t>
            </a:r>
            <a:r>
              <a:rPr lang="en-US" dirty="0"/>
              <a:t> I </a:t>
            </a:r>
            <a:r>
              <a:rPr lang="en-US" dirty="0" err="1"/>
              <a:t>ludzkie</a:t>
            </a:r>
            <a:r>
              <a:rPr lang="en-US" dirty="0"/>
              <a:t> Podejście.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5172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Na tym etapie zespół nie tylko działa dobrze, ale zaczyna się systematycznie rozwijać i optymalizować swoją pracę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4317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Kultura doskonalenia opiera się na regularnych analizach danych, otwartej komunikacji oraz gotowości do zmiany.</a:t>
            </a:r>
            <a:br>
              <a:rPr lang="pl-PL" dirty="0"/>
            </a:br>
            <a:r>
              <a:rPr lang="pl-PL" dirty="0"/>
              <a:t>Zespół musi mieć przestrzeń na refleksję i wyciąganie wniosków.</a:t>
            </a:r>
            <a:endParaRPr lang="en-US" dirty="0"/>
          </a:p>
          <a:p>
            <a:endParaRPr lang="en-US" dirty="0"/>
          </a:p>
          <a:p>
            <a:r>
              <a:rPr lang="pl-PL" dirty="0"/>
              <a:t>Zespół Filipa regularnie analizuje swoje wyniki i wprowadza drobne usprawnienia.</a:t>
            </a:r>
            <a:br>
              <a:rPr lang="pl-PL" dirty="0"/>
            </a:br>
            <a:r>
              <a:rPr lang="pl-PL" dirty="0"/>
              <a:t>Z czasem prowadzi to do znaczącej poprawy jakości i efektywności.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https://entra-group.eu/oferta/model-by-entra/kultura-ciaglego-doskonalenia/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30317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Ciągłe</a:t>
            </a:r>
            <a:r>
              <a:rPr lang="en-US" dirty="0"/>
              <a:t> </a:t>
            </a:r>
            <a:r>
              <a:rPr lang="en-US" dirty="0" err="1"/>
              <a:t>doskonalenie</a:t>
            </a:r>
            <a:r>
              <a:rPr lang="en-US" dirty="0"/>
              <a:t> na </a:t>
            </a:r>
            <a:r>
              <a:rPr lang="en-US" dirty="0" err="1"/>
              <a:t>poziomie</a:t>
            </a:r>
            <a:r>
              <a:rPr lang="en-US" dirty="0"/>
              <a:t> </a:t>
            </a:r>
            <a:r>
              <a:rPr lang="en-US" dirty="0" err="1"/>
              <a:t>kierownictwa</a:t>
            </a:r>
            <a:r>
              <a:rPr lang="en-US" dirty="0"/>
              <a:t> różnicę się (</a:t>
            </a:r>
            <a:r>
              <a:rPr lang="en-US" dirty="0" err="1"/>
              <a:t>nieznacznie</a:t>
            </a:r>
            <a:r>
              <a:rPr lang="en-US" dirty="0"/>
              <a:t>) od </a:t>
            </a:r>
            <a:r>
              <a:rPr lang="en-US" dirty="0" err="1"/>
              <a:t>ciągłego</a:t>
            </a:r>
            <a:r>
              <a:rPr lang="en-US" dirty="0"/>
              <a:t> </a:t>
            </a:r>
            <a:r>
              <a:rPr lang="en-US" dirty="0" err="1"/>
              <a:t>doskonalenia</a:t>
            </a:r>
            <a:r>
              <a:rPr lang="en-US" dirty="0"/>
              <a:t> na </a:t>
            </a:r>
            <a:r>
              <a:rPr lang="en-US" dirty="0" err="1"/>
              <a:t>innych</a:t>
            </a:r>
            <a:r>
              <a:rPr lang="en-US" dirty="0"/>
              <a:t> </a:t>
            </a:r>
            <a:r>
              <a:rPr lang="en-US" dirty="0" err="1"/>
              <a:t>poziomach</a:t>
            </a:r>
            <a:r>
              <a:rPr lang="en-US" dirty="0"/>
              <a:t>, co </a:t>
            </a:r>
            <a:r>
              <a:rPr lang="en-US" dirty="0" err="1"/>
              <a:t>prezentuje</a:t>
            </a:r>
            <a:r>
              <a:rPr lang="en-US" dirty="0"/>
              <a:t> </a:t>
            </a:r>
            <a:r>
              <a:rPr lang="en-US" dirty="0" err="1"/>
              <a:t>powyższa</a:t>
            </a:r>
            <a:r>
              <a:rPr lang="en-US" dirty="0"/>
              <a:t> </a:t>
            </a:r>
            <a:r>
              <a:rPr lang="en-US" dirty="0" err="1"/>
              <a:t>ilustracja</a:t>
            </a:r>
            <a:endParaRPr lang="en-US" dirty="0"/>
          </a:p>
          <a:p>
            <a:r>
              <a:rPr lang="pl-PL" dirty="0"/>
              <a:t>https://entra-group.eu/oferta/model-by-entra/kultura-ciaglego-doskonalenia/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0070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Zwykle trwa od 3 do 5 dni intensywnej pracy.</a:t>
            </a:r>
            <a:r>
              <a:rPr lang="en-US" dirty="0"/>
              <a:t> </a:t>
            </a:r>
            <a:r>
              <a:rPr lang="pl-PL" dirty="0"/>
              <a:t>To moment, w którym zespół ustala fundamenty swojej pracy</a:t>
            </a:r>
            <a:endParaRPr lang="en-US" dirty="0"/>
          </a:p>
          <a:p>
            <a:endParaRPr lang="en-US" dirty="0"/>
          </a:p>
          <a:p>
            <a:r>
              <a:rPr lang="en-US" dirty="0"/>
              <a:t>Przykład: </a:t>
            </a:r>
            <a:r>
              <a:rPr lang="pl-PL" dirty="0"/>
              <a:t>Zespół Filipa bierze udział w warsztatach podczas których definiuje plan, role oraz sposób współpracy.</a:t>
            </a:r>
            <a:r>
              <a:rPr lang="en-US" dirty="0"/>
              <a:t> </a:t>
            </a:r>
            <a:r>
              <a:rPr lang="pl-PL" dirty="0"/>
              <a:t>Każdy członek zespołu aktywnie uczestniczy w procesie.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https://www.scrum.org/resources/blog/team-launch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7848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przestaje przyjmować narzucone terminy i zaczyna samodzielnie planować pracę</a:t>
            </a:r>
            <a:r>
              <a:rPr lang="en-US" dirty="0"/>
              <a:t> = </a:t>
            </a:r>
            <a:r>
              <a:rPr lang="pl-PL" dirty="0"/>
              <a:t>Plan staje się bardziej realistyczny i wykonalny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75723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Filipa buduje zaufanie poprzez transparentność i współpracę.</a:t>
            </a:r>
            <a:r>
              <a:rPr lang="en-US" dirty="0"/>
              <a:t> </a:t>
            </a:r>
            <a:r>
              <a:rPr lang="pl-PL" dirty="0"/>
              <a:t>Problemy są omawiane otwarcie, a nie ukrywane.</a:t>
            </a:r>
            <a:r>
              <a:rPr lang="en-US" dirty="0"/>
              <a:t> </a:t>
            </a:r>
            <a:r>
              <a:rPr lang="pl-PL" dirty="0"/>
              <a:t>To zmienia atmosferę pracy. Problemy przestają być zagrożeniem, a stają się szansą na poprawę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https://www.bitrix24.pl/articles/zasady-efektywnej-pracy-jak-zorganizowac-czas-i-osiagnac-cele-zawodowe.php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50397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bardzo ważne narzędzie, które pokazuje, czy wykrywamy błędy wcześnie, czy dopiero na końcu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https://www.software.com/engineering-metrics/defect-removal-efficiency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8275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</a:t>
            </a:r>
            <a:r>
              <a:rPr lang="en-US" dirty="0"/>
              <a:t>Filipa </a:t>
            </a:r>
            <a:r>
              <a:rPr lang="pl-PL" dirty="0"/>
              <a:t>zauważa, że większość błędów była wykrywana dopiero w </a:t>
            </a:r>
            <a:r>
              <a:rPr lang="en-US" dirty="0" err="1"/>
              <a:t>fazie</a:t>
            </a:r>
            <a:r>
              <a:rPr lang="en-US" dirty="0"/>
              <a:t> Compile, a nie w Code Review, co </a:t>
            </a:r>
            <a:r>
              <a:rPr lang="en-US" dirty="0" err="1"/>
              <a:t>było</a:t>
            </a:r>
            <a:r>
              <a:rPr lang="en-US" dirty="0"/>
              <a:t> </a:t>
            </a:r>
            <a:r>
              <a:rPr lang="en-US" dirty="0" err="1"/>
              <a:t>planowane</a:t>
            </a:r>
            <a:r>
              <a:rPr lang="en-US" dirty="0"/>
              <a:t> I </a:t>
            </a:r>
            <a:r>
              <a:rPr lang="en-US" dirty="0" err="1"/>
              <a:t>oczekiwane</a:t>
            </a:r>
            <a:r>
              <a:rPr lang="pl-PL" dirty="0"/>
              <a:t>.</a:t>
            </a:r>
            <a:r>
              <a:rPr lang="en-US" dirty="0"/>
              <a:t> </a:t>
            </a:r>
            <a:r>
              <a:rPr lang="en-US" dirty="0" err="1"/>
              <a:t>Dobrze</a:t>
            </a:r>
            <a:r>
              <a:rPr lang="en-US" dirty="0"/>
              <a:t> </a:t>
            </a:r>
            <a:r>
              <a:rPr lang="en-US" dirty="0" err="1"/>
              <a:t>ilustruje</a:t>
            </a:r>
            <a:r>
              <a:rPr lang="en-US" dirty="0"/>
              <a:t> to </a:t>
            </a:r>
            <a:r>
              <a:rPr lang="en-US" dirty="0" err="1"/>
              <a:t>powyższy</a:t>
            </a:r>
            <a:r>
              <a:rPr lang="en-US" dirty="0"/>
              <a:t> wykres.</a:t>
            </a:r>
          </a:p>
          <a:p>
            <a:endParaRPr lang="en-US" dirty="0"/>
          </a:p>
          <a:p>
            <a:r>
              <a:rPr lang="pl-PL" dirty="0"/>
              <a:t>https://www.software.com/engineering-metrics/defect-removal-efficiency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343720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PQI pozwala ocenić, czy proces wytwarzania oprogramowania działa dobrze, a nie tylko czy produkt działa</a:t>
            </a:r>
            <a:endParaRPr lang="en-US" dirty="0"/>
          </a:p>
          <a:p>
            <a:endParaRPr lang="en-US" dirty="0"/>
          </a:p>
          <a:p>
            <a:r>
              <a:rPr lang="pl-PL" dirty="0"/>
              <a:t>Zespół Filipa analizuje PQI dla poszczególnych modułów i identyfikuje te, które wymagają poprawy.</a:t>
            </a:r>
            <a:r>
              <a:rPr lang="en-US" dirty="0"/>
              <a:t> </a:t>
            </a:r>
            <a:r>
              <a:rPr lang="pl-PL" dirty="0"/>
              <a:t>Dzięki temu może skupić się na konkretnych obszarach.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https://www.linkedin.com/posts/muhammad-zohaib-4a064753_project-material-compliance-activity-7218656927273123845-Pnki/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0143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</a:t>
            </a:r>
            <a:r>
              <a:rPr lang="en-US" dirty="0"/>
              <a:t>Filipa </a:t>
            </a:r>
            <a:r>
              <a:rPr lang="pl-PL" dirty="0"/>
              <a:t>zauważa, że niektóre osoby są przeciążone.</a:t>
            </a:r>
            <a:r>
              <a:rPr lang="en-US" dirty="0"/>
              <a:t> </a:t>
            </a:r>
            <a:r>
              <a:rPr lang="pl-PL" dirty="0"/>
              <a:t>Następuje </a:t>
            </a:r>
            <a:r>
              <a:rPr lang="pl-PL" b="1" dirty="0"/>
              <a:t>redystrybucja</a:t>
            </a:r>
            <a:r>
              <a:rPr lang="pl-PL" dirty="0"/>
              <a:t> zadań, co poprawia efektywność całego zespołu.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545676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To nie jest menedżer</a:t>
            </a:r>
            <a:r>
              <a:rPr lang="en-US" dirty="0"/>
              <a:t>! </a:t>
            </a:r>
            <a:r>
              <a:rPr lang="pl-PL" dirty="0"/>
              <a:t>To mentor i trener, który pomaga zespołowi nauczyć się pracy w TSP</a:t>
            </a:r>
            <a:endParaRPr lang="en-US" dirty="0"/>
          </a:p>
          <a:p>
            <a:endParaRPr lang="en-US" dirty="0"/>
          </a:p>
          <a:p>
            <a:r>
              <a:rPr lang="pl-PL" dirty="0" err="1"/>
              <a:t>Coach</a:t>
            </a:r>
            <a:r>
              <a:rPr lang="pl-PL" dirty="0"/>
              <a:t> pomaga zespołowi Filipa przejść przez początkowe trudności i wdrożyć process</a:t>
            </a:r>
            <a:r>
              <a:rPr lang="en-US" dirty="0"/>
              <a:t>… z</a:t>
            </a:r>
            <a:r>
              <a:rPr lang="pl-PL" dirty="0"/>
              <a:t> czasem zespół staje się samodzielny.</a:t>
            </a:r>
            <a:endParaRPr lang="en-US" dirty="0"/>
          </a:p>
          <a:p>
            <a:endParaRPr lang="en-US" dirty="0"/>
          </a:p>
          <a:p>
            <a:r>
              <a:rPr lang="pl-PL" dirty="0"/>
              <a:t>Najważniejsze jest to, że </a:t>
            </a:r>
            <a:r>
              <a:rPr lang="pl-PL" dirty="0" err="1"/>
              <a:t>coach</a:t>
            </a:r>
            <a:r>
              <a:rPr lang="pl-PL" dirty="0"/>
              <a:t> nie zostaje na zawsze. Zespół ma nauczyć się działać sam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22174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Zespół Filipa nie stał się lepszy dlatego, że pracował więcej. Stał się lepszy, bo zaczął pracować świadomie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https://www.geeksforgeeks.org/software-engineering/difference-between-psp-and-tsp/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704263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TSP pokazuje, że jakość zespołu nie jest przypadkiem, tylko efektem dobrze zaprojektowanego procesu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https://www.geeksforgeeks.org/software-engineering/difference-between-psp-and-tsp/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DA1CB-7CB9-4E1E-A768-D09AD66AFA24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5185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23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7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78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5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64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3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6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7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5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3" r:id="rId8"/>
    <p:sldLayoutId id="2147483730" r:id="rId9"/>
    <p:sldLayoutId id="2147483731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1.pn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12.png"/><Relationship Id="rId9" Type="http://schemas.microsoft.com/office/2007/relationships/diagramDrawing" Target="../diagrams/drawing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1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12.png"/><Relationship Id="rId9" Type="http://schemas.microsoft.com/office/2007/relationships/diagramDrawing" Target="../diagrams/drawin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11.png"/><Relationship Id="rId7" Type="http://schemas.openxmlformats.org/officeDocument/2006/relationships/diagramQuickStyle" Target="../diagrams/quickStyle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12.png"/><Relationship Id="rId9" Type="http://schemas.microsoft.com/office/2007/relationships/diagramDrawing" Target="../diagrams/drawing11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image" Target="../media/image12.png"/><Relationship Id="rId7" Type="http://schemas.openxmlformats.org/officeDocument/2006/relationships/diagramQuickStyle" Target="../diagrams/quickStyle1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11.png"/><Relationship Id="rId9" Type="http://schemas.microsoft.com/office/2007/relationships/diagramDrawing" Target="../diagrams/drawing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056FD6-9767-4B1A-ACC2-9883F6A5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79928" cy="6858000"/>
          </a:xfrm>
          <a:prstGeom prst="rect">
            <a:avLst/>
          </a:prstGeom>
          <a:blipFill dpi="0" rotWithShape="1">
            <a:blip r:embed="rId3">
              <a:alphaModFix amt="20000"/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552B2-F974-120D-B0CE-096FC06B26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t="6128" r="-1" b="37619"/>
          <a:stretch>
            <a:fillRect/>
          </a:stretch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B6D5B7F-D4FB-F4E7-502D-FED69863D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pl-PL" sz="5200" dirty="0">
                <a:solidFill>
                  <a:srgbClr val="FFFFFF"/>
                </a:solidFill>
              </a:rPr>
              <a:t>JAKOŚĆ PRACY ZESPOŁOWEJ TSP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C38063B-A355-3DF5-F71B-3EFE1E18E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anchor="t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Filip Hałys</a:t>
            </a:r>
          </a:p>
          <a:p>
            <a:r>
              <a:rPr lang="en-US" sz="2200">
                <a:solidFill>
                  <a:srgbClr val="FFFFFF"/>
                </a:solidFill>
              </a:rPr>
              <a:t>Geoinformatyka V rok</a:t>
            </a:r>
          </a:p>
          <a:p>
            <a:r>
              <a:rPr lang="en-US" sz="2200">
                <a:solidFill>
                  <a:srgbClr val="FFFFFF"/>
                </a:solidFill>
              </a:rPr>
              <a:t>Prezentacja X</a:t>
            </a:r>
            <a:endParaRPr lang="pl-PL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913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266921A-93D6-9355-DE20-5AF5D304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pl-PL" sz="2800"/>
              <a:t>Wprowadzenie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0C17F3F-4B79-79AC-E299-DAF2042BD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098827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38042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E1B8175-2A93-B482-B6EB-A73DCD07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163351"/>
            <a:ext cx="5996619" cy="1979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CZYM JEST TSP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8716"/>
            <a:ext cx="12192000" cy="459491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58716"/>
            <a:ext cx="12191999" cy="4608809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6D60ABB-C95C-E072-2A07-C065848EE8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630847" y="2667000"/>
            <a:ext cx="6930305" cy="36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83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1AF8C2B-EA7F-2802-91C6-A4793B89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/>
              <a:t>CZYM JEST TSP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AEDE1D7-198C-F670-8954-CAA064BCC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587718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7385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B0D0791-5993-2F80-5F6B-498DD1ED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pl-PL" dirty="0"/>
              <a:t>TSP A CMMI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93E409A4-FA4F-575A-10AA-D04C9B9D73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18806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58440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97F7562-DBE2-4729-835D-1486BBB43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2627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E0245F-7D4D-413E-940B-1D9D9A171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627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B97BE4-8A98-49F3-8669-EAAF6D433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3900328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090277-9074-44AA-8A49-453BF2C45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1"/>
            <a:ext cx="12191999" cy="3909853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421B924-6624-CD96-839C-D7F1AAF4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9930" y="744909"/>
            <a:ext cx="3776416" cy="29126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Poziomy</a:t>
            </a:r>
            <a:r>
              <a:rPr lang="en-US" dirty="0"/>
              <a:t> w CMMI</a:t>
            </a:r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3C57027-EE58-7675-DE07-A4DB4DF0C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03229" y="1289634"/>
            <a:ext cx="6402214" cy="427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031F35-7247-9BCF-8FDB-1B810051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ROLE W TSP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E8D7D7-51EE-104A-32C0-469E42B6C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 TSP zespół pełni różne role, takie jak lider zespołu, odpowiedzialny za jakość, planowanie, testowanie czy zarządzanie konfiguracją.</a:t>
            </a:r>
            <a:endParaRPr lang="en-US" dirty="0"/>
          </a:p>
          <a:p>
            <a:r>
              <a:rPr lang="pl-PL" dirty="0"/>
              <a:t>Role są jasno określone i przypisane członkom zespołu.</a:t>
            </a:r>
          </a:p>
        </p:txBody>
      </p:sp>
    </p:spTree>
    <p:extLst>
      <p:ext uri="{BB962C8B-B14F-4D97-AF65-F5344CB8AC3E}">
        <p14:creationId xmlns:p14="http://schemas.microsoft.com/office/powerpoint/2010/main" val="2339774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998281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D8F1BDC-CE3A-23D1-2289-6026AE937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4876800" cy="5577934"/>
          </a:xfrm>
        </p:spPr>
        <p:txBody>
          <a:bodyPr>
            <a:normAutofit/>
          </a:bodyPr>
          <a:lstStyle/>
          <a:p>
            <a:r>
              <a:rPr lang="pl-PL" dirty="0"/>
              <a:t>Planowanie w TSP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2F45F2FB-AA7E-BE78-0939-8998D43136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7597447"/>
              </p:ext>
            </p:extLst>
          </p:nvPr>
        </p:nvGraphicFramePr>
        <p:xfrm>
          <a:off x="6184458" y="343433"/>
          <a:ext cx="5626542" cy="57856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28319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5676A4A-04C5-4541-BA05-A0C7885F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pl-PL" dirty="0"/>
              <a:t>MONITOROWANIE JAKOŚCI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61A6154-45B6-53C8-E5A1-459519D438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88430"/>
              </p:ext>
            </p:extLst>
          </p:nvPr>
        </p:nvGraphicFramePr>
        <p:xfrm>
          <a:off x="838200" y="2514600"/>
          <a:ext cx="10515600" cy="3662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3346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AB1CC709-9921-245A-84FC-E50470223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pl-PL" sz="4100">
                <a:solidFill>
                  <a:schemeClr val="tx2"/>
                </a:solidFill>
              </a:rPr>
              <a:t>ZARZĄDZANIE DEFEKTAMI</a:t>
            </a:r>
            <a:r>
              <a:rPr lang="en-US" sz="4100">
                <a:solidFill>
                  <a:schemeClr val="tx2"/>
                </a:solidFill>
              </a:rPr>
              <a:t> ZESPOŁOWO</a:t>
            </a:r>
            <a:endParaRPr lang="pl-PL" sz="4100">
              <a:solidFill>
                <a:schemeClr val="tx2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0018CAF-BEB2-CDC9-7DAA-A5DEABFA2C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035338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653028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9399C34E-809C-A206-3892-4EECA9B9E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pl-PL">
                <a:solidFill>
                  <a:schemeClr val="tx2"/>
                </a:solidFill>
              </a:rPr>
              <a:t>Proces pracy z defektami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EDB05F5-21C9-E038-87DB-56BBF047EE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367947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05292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9769135-2855-D14C-16D3-3C984A7A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pl-PL" dirty="0"/>
              <a:t>Jak mierzyć produktywność?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F55E65-399F-0877-1398-18A17B652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5362"/>
            <a:ext cx="4800600" cy="3552824"/>
          </a:xfrm>
        </p:spPr>
        <p:txBody>
          <a:bodyPr anchor="ctr">
            <a:normAutofit/>
          </a:bodyPr>
          <a:lstStyle/>
          <a:p>
            <a:r>
              <a:rPr lang="pl-PL" sz="1800" dirty="0">
                <a:solidFill>
                  <a:schemeClr val="tx1"/>
                </a:solidFill>
              </a:rPr>
              <a:t>Produktywność zespołu mierzy się jako relację między dostarczoną wartością a nakładem pracy.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pl-PL" sz="1800" dirty="0">
                <a:solidFill>
                  <a:schemeClr val="tx1"/>
                </a:solidFill>
              </a:rPr>
              <a:t>Uwzględnia się zarówno ilość wykonanej pracy, jak i jej jakość.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pl-PL" sz="1800" dirty="0">
                <a:solidFill>
                  <a:schemeClr val="tx1"/>
                </a:solidFill>
              </a:rPr>
              <a:t>Produktywność zespołu to nie tylko szybkość. To także jakość i brak konieczności poprawek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pl-PL" sz="1800" dirty="0">
              <a:solidFill>
                <a:schemeClr val="tx1"/>
              </a:solidFill>
            </a:endParaRPr>
          </a:p>
        </p:txBody>
      </p:sp>
      <p:pic>
        <p:nvPicPr>
          <p:cNvPr id="7" name="Graphic 6" descr="Błąd">
            <a:extLst>
              <a:ext uri="{FF2B5EF4-FFF2-40B4-BE49-F238E27FC236}">
                <a16:creationId xmlns:a16="http://schemas.microsoft.com/office/drawing/2014/main" id="{983D25F3-86EB-49FA-67A7-03BFE030A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3102" y="2745362"/>
            <a:ext cx="3552824" cy="3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89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B447823-0404-FB36-FFBC-775D2743A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pl-PL" dirty="0"/>
              <a:t>Metryki zespołowe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B849982-5D0B-71C4-E511-CF7E826D3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5362"/>
            <a:ext cx="4800600" cy="3552824"/>
          </a:xfrm>
        </p:spPr>
        <p:txBody>
          <a:bodyPr anchor="ctr">
            <a:normAutofit/>
          </a:bodyPr>
          <a:lstStyle/>
          <a:p>
            <a:r>
              <a:rPr lang="pl-PL" sz="1800">
                <a:solidFill>
                  <a:schemeClr val="tx1"/>
                </a:solidFill>
              </a:rPr>
              <a:t>Zespół mierzy między innymi liczbę defektów, czas realizacji zadań, zgodność z planem oraz efektywność pracy w poszczególnych fazach projektu</a:t>
            </a:r>
          </a:p>
        </p:txBody>
      </p:sp>
      <p:pic>
        <p:nvPicPr>
          <p:cNvPr id="7" name="Graphic 6" descr="Rozpoczynanie pracy">
            <a:extLst>
              <a:ext uri="{FF2B5EF4-FFF2-40B4-BE49-F238E27FC236}">
                <a16:creationId xmlns:a16="http://schemas.microsoft.com/office/drawing/2014/main" id="{9C813EB1-6014-8DF8-6F97-9A3D6032D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3102" y="2745362"/>
            <a:ext cx="3552824" cy="3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067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049AADC-EAE5-2843-18BF-03D875B9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r>
              <a:rPr lang="pl-PL" sz="3400">
                <a:solidFill>
                  <a:schemeClr val="tx2"/>
                </a:solidFill>
              </a:rPr>
              <a:t>ODPOWIEDZIALNOŚĆ ZBIOROWA</a:t>
            </a:r>
          </a:p>
        </p:txBody>
      </p:sp>
      <p:pic>
        <p:nvPicPr>
          <p:cNvPr id="7" name="Graphic 6" descr="Użytkownik">
            <a:extLst>
              <a:ext uri="{FF2B5EF4-FFF2-40B4-BE49-F238E27FC236}">
                <a16:creationId xmlns:a16="http://schemas.microsoft.com/office/drawing/2014/main" id="{3BA7BB92-4B0D-DEE8-6217-D012898AF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17" name="Symbol zastępczy zawartości 2">
            <a:extLst>
              <a:ext uri="{FF2B5EF4-FFF2-40B4-BE49-F238E27FC236}">
                <a16:creationId xmlns:a16="http://schemas.microsoft.com/office/drawing/2014/main" id="{3CA956D3-4F38-00C1-A56A-1DBEAF75B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pl-PL" sz="1800">
                <a:solidFill>
                  <a:schemeClr val="tx2"/>
                </a:solidFill>
              </a:rPr>
              <a:t>TSP zakłada, że cały zespół odpowiada za wynik projektu, a nie tylko poszczególni członkowie za swoje zadania.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pl-PL" sz="1800">
                <a:solidFill>
                  <a:schemeClr val="tx2"/>
                </a:solidFill>
              </a:rPr>
              <a:t>Odpowiedzialność jest współdzielona i transparentna.</a:t>
            </a:r>
          </a:p>
        </p:txBody>
      </p:sp>
    </p:spTree>
    <p:extLst>
      <p:ext uri="{BB962C8B-B14F-4D97-AF65-F5344CB8AC3E}">
        <p14:creationId xmlns:p14="http://schemas.microsoft.com/office/powerpoint/2010/main" val="4108481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72F02FF2-EFC8-C25E-2FA9-F99BAF45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675009"/>
          </a:xfrm>
        </p:spPr>
        <p:txBody>
          <a:bodyPr anchor="t">
            <a:normAutofit/>
          </a:bodyPr>
          <a:lstStyle/>
          <a:p>
            <a:r>
              <a:rPr lang="pl-PL">
                <a:solidFill>
                  <a:schemeClr val="tx2"/>
                </a:solidFill>
              </a:rPr>
              <a:t>Integracja </a:t>
            </a:r>
            <a:r>
              <a:rPr lang="en-US">
                <a:solidFill>
                  <a:schemeClr val="tx2"/>
                </a:solidFill>
              </a:rPr>
              <a:t>TSP </a:t>
            </a:r>
            <a:r>
              <a:rPr lang="pl-PL">
                <a:solidFill>
                  <a:schemeClr val="tx2"/>
                </a:solidFill>
              </a:rPr>
              <a:t>z Agile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675AFE-C818-AAB2-0C0E-810E4AB8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87" y="2403097"/>
            <a:ext cx="7178691" cy="370999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800" dirty="0">
                <a:solidFill>
                  <a:schemeClr val="tx2"/>
                </a:solidFill>
              </a:rPr>
              <a:t>TSP można integrować z metodykami zwinnymi poprzez wykorzystanie iteracyjnego podejścia, regularnych przeglądów oraz pracy w sprintach.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pl-PL" sz="1800" dirty="0">
                <a:solidFill>
                  <a:schemeClr val="tx2"/>
                </a:solidFill>
              </a:rPr>
              <a:t>TSP wnosi do Agile większą dyscyplinę i dokładność pomiarów.</a:t>
            </a:r>
          </a:p>
        </p:txBody>
      </p:sp>
    </p:spTree>
    <p:extLst>
      <p:ext uri="{BB962C8B-B14F-4D97-AF65-F5344CB8AC3E}">
        <p14:creationId xmlns:p14="http://schemas.microsoft.com/office/powerpoint/2010/main" val="3206719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6BE71F-C861-61AB-8290-A1DE6D8D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pPr algn="ctr"/>
            <a:r>
              <a:rPr lang="pl-PL" sz="2400" dirty="0"/>
              <a:t>OGRANICZENIA TSP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E9D20B0-D849-077D-1FA5-A1B79E8BF6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652336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7963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D0FF90-4D3E-B152-57C1-0C398AE3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/>
              <a:t>Kontekst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CCE5A02-421E-F4CA-23B4-0F7F8D2449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445286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31143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61424BB-1914-FEF5-5949-8FCDDC6B3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381000"/>
            <a:ext cx="9988166" cy="2404941"/>
          </a:xfrm>
        </p:spPr>
        <p:txBody>
          <a:bodyPr anchor="b">
            <a:normAutofit/>
          </a:bodyPr>
          <a:lstStyle/>
          <a:p>
            <a:pPr algn="ctr"/>
            <a:r>
              <a:rPr lang="pl-PL">
                <a:solidFill>
                  <a:schemeClr val="tx2"/>
                </a:solidFill>
              </a:rPr>
              <a:t>KULTURA CIĄGŁEGO DOSKONALENIA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DAA1866B-7AE3-6C0B-95ED-6F9C9101BB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30473"/>
              </p:ext>
            </p:extLst>
          </p:nvPr>
        </p:nvGraphicFramePr>
        <p:xfrm>
          <a:off x="838200" y="2918850"/>
          <a:ext cx="10515600" cy="3210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71320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9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20" name="Rectangle 13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CAF376AC-F11C-BEB6-A195-100266C035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alphaModFix/>
          </a:blip>
          <a:srcRect t="5059" r="-1" b="-1"/>
          <a:stretch>
            <a:fillRect/>
          </a:stretch>
        </p:blipFill>
        <p:spPr>
          <a:xfrm>
            <a:off x="357811" y="201971"/>
            <a:ext cx="11473329" cy="64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67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5CB21-D054-F24E-BA4D-59057CCC62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71" r="9968" b="-2"/>
          <a:stretch>
            <a:fillRect/>
          </a:stretch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6F722BC-500D-7194-2CF4-E29741EC0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76800"/>
            <a:ext cx="10003218" cy="1219200"/>
          </a:xfrm>
        </p:spPr>
        <p:txBody>
          <a:bodyPr>
            <a:normAutofit/>
          </a:bodyPr>
          <a:lstStyle/>
          <a:p>
            <a:r>
              <a:rPr lang="pl-PL" dirty="0"/>
              <a:t>TEAM LAUNCH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04080FD-B01A-8782-1990-6CDDB557B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399684"/>
            <a:ext cx="4800600" cy="393598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1800" dirty="0">
                <a:solidFill>
                  <a:schemeClr val="tx2"/>
                </a:solidFill>
              </a:rPr>
              <a:t>Team </a:t>
            </a:r>
            <a:r>
              <a:rPr lang="pl-PL" sz="1800" dirty="0" err="1">
                <a:solidFill>
                  <a:schemeClr val="tx2"/>
                </a:solidFill>
              </a:rPr>
              <a:t>Launch</a:t>
            </a:r>
            <a:r>
              <a:rPr lang="pl-PL" sz="1800" dirty="0">
                <a:solidFill>
                  <a:schemeClr val="tx2"/>
                </a:solidFill>
              </a:rPr>
              <a:t> to proces uruchomienia zespołu w TSP, podczas którego definiowane są cele, role, plan pracy oraz sposób działania zespołu.</a:t>
            </a:r>
          </a:p>
        </p:txBody>
      </p:sp>
    </p:spTree>
    <p:extLst>
      <p:ext uri="{BB962C8B-B14F-4D97-AF65-F5344CB8AC3E}">
        <p14:creationId xmlns:p14="http://schemas.microsoft.com/office/powerpoint/2010/main" val="715708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8BBE5-981E-4B0B-9654-32B5668BF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2DB257-3E16-4A3C-9E28-468282812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8" y="0"/>
            <a:ext cx="598902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85E6-1160-459B-8C70-301404C06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48" y="0"/>
            <a:ext cx="5989019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4C9708-F6A4-4956-B261-A4A2C4DFE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83F6FC3-AD3E-5570-E9E4-F6FF75008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0" y="586992"/>
            <a:ext cx="4953000" cy="1664573"/>
          </a:xfrm>
        </p:spPr>
        <p:txBody>
          <a:bodyPr>
            <a:normAutofit/>
          </a:bodyPr>
          <a:lstStyle/>
          <a:p>
            <a:r>
              <a:rPr lang="pl-PL">
                <a:solidFill>
                  <a:schemeClr val="tx2"/>
                </a:solidFill>
              </a:rPr>
              <a:t>Dlaczego zespół planuje?</a:t>
            </a:r>
          </a:p>
        </p:txBody>
      </p:sp>
      <p:pic>
        <p:nvPicPr>
          <p:cNvPr id="7" name="Graphic 6" descr="Lista prac">
            <a:extLst>
              <a:ext uri="{FF2B5EF4-FFF2-40B4-BE49-F238E27FC236}">
                <a16:creationId xmlns:a16="http://schemas.microsoft.com/office/drawing/2014/main" id="{D65F466E-4357-4E53-4A32-F2E44B4D8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552" y="1109972"/>
            <a:ext cx="4724400" cy="4724400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2FA458-DF8D-351C-DB07-B7F6A7F89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2411653"/>
            <a:ext cx="4952681" cy="3728613"/>
          </a:xfrm>
        </p:spPr>
        <p:txBody>
          <a:bodyPr>
            <a:normAutofit/>
          </a:bodyPr>
          <a:lstStyle/>
          <a:p>
            <a:r>
              <a:rPr lang="pl-PL" sz="1800" dirty="0">
                <a:solidFill>
                  <a:schemeClr val="tx2"/>
                </a:solidFill>
              </a:rPr>
              <a:t>W TSP to zespół tworzy szczegółowy plan, ponieważ najlepiej rozumie zakres pracy, swoje możliwości oraz ograniczenia.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pl-PL" sz="1800" dirty="0">
                <a:solidFill>
                  <a:schemeClr val="tx2"/>
                </a:solidFill>
              </a:rPr>
              <a:t>Planowanie przez zespół zwiększa realizm planów i zaangażowanie.</a:t>
            </a:r>
          </a:p>
        </p:txBody>
      </p:sp>
    </p:spTree>
    <p:extLst>
      <p:ext uri="{BB962C8B-B14F-4D97-AF65-F5344CB8AC3E}">
        <p14:creationId xmlns:p14="http://schemas.microsoft.com/office/powerpoint/2010/main" val="1487650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4C88F1E6-1ED4-37F2-A50D-BC9BCB44E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10348146" cy="1283471"/>
          </a:xfrm>
        </p:spPr>
        <p:txBody>
          <a:bodyPr anchor="t">
            <a:normAutofit/>
          </a:bodyPr>
          <a:lstStyle/>
          <a:p>
            <a:r>
              <a:rPr lang="pl-PL">
                <a:solidFill>
                  <a:schemeClr val="tx2"/>
                </a:solidFill>
              </a:rPr>
              <a:t>WARUNKI EFEKTYWNEJ PRACY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42"/>
          <a:stretch/>
        </p:blipFill>
        <p:spPr>
          <a:xfrm rot="10800000">
            <a:off x="-1" y="2719661"/>
            <a:ext cx="830249" cy="2548349"/>
          </a:xfrm>
          <a:prstGeom prst="rect">
            <a:avLst/>
          </a:prstGeom>
        </p:spPr>
      </p:pic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C55D7DBD-78B2-7250-AF85-9F6D927E3B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427855"/>
              </p:ext>
            </p:extLst>
          </p:nvPr>
        </p:nvGraphicFramePr>
        <p:xfrm>
          <a:off x="1197268" y="1843284"/>
          <a:ext cx="10156531" cy="4333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588649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05E1F2B-1148-5A32-0F72-2D198447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sz="4100" dirty="0"/>
              <a:t>DEFECT REMOVAL PROFILE</a:t>
            </a:r>
            <a:endParaRPr lang="pl-PL" sz="4100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8ACE2CC9-6E71-86C1-4985-ACCC5EBB24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4186846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13962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ADB362-9771-4A3C-B9E5-6777F34C5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A678A5F-ACEC-C46E-776D-7A4FFFF6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275" y="163351"/>
            <a:ext cx="5996619" cy="19798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DEFECT REMOVAL PROFILE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0EF321-8351-49AB-BA30-A90615C80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8716"/>
            <a:ext cx="12192000" cy="459491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729D3C-986A-4A27-A9FF-0A07A095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6" y="2258716"/>
            <a:ext cx="12191999" cy="4608809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1370D0DE-1591-A851-D75B-28A0C0019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420838" y="2667000"/>
            <a:ext cx="7350324" cy="363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15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5304795-8EE1-8141-4B97-3BDB16F43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/>
              <a:t>Kontekst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BFA6E6C7-7844-EA23-9EC2-85356D1A73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446311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65805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3D53012-0B06-6885-524D-F6F583DE9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pl-PL" dirty="0"/>
              <a:t>PROCESS QUALITY INDEX (PQI)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6C0A04-759B-483B-73BE-4947A993A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45362"/>
            <a:ext cx="4800600" cy="3552824"/>
          </a:xfrm>
        </p:spPr>
        <p:txBody>
          <a:bodyPr anchor="ctr">
            <a:normAutofit/>
          </a:bodyPr>
          <a:lstStyle/>
          <a:p>
            <a:r>
              <a:rPr lang="pl-PL" sz="1800">
                <a:solidFill>
                  <a:schemeClr val="tx1"/>
                </a:solidFill>
              </a:rPr>
              <a:t>Process Quality Index to wskaźnik jakości procesu dla konkretnego modułu oprogramowania.</a:t>
            </a:r>
            <a:endParaRPr lang="en-US" sz="1800">
              <a:solidFill>
                <a:schemeClr val="tx1"/>
              </a:solidFill>
            </a:endParaRPr>
          </a:p>
          <a:p>
            <a:r>
              <a:rPr lang="pl-PL" sz="1800">
                <a:solidFill>
                  <a:schemeClr val="tx1"/>
                </a:solidFill>
              </a:rPr>
              <a:t>Uwzględnia między innymi liczbę błędów, jakość planowania oraz skuteczność ich usuwania.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F1E26F2-64E7-85A7-7C39-622F70D9E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6628" y="2853025"/>
            <a:ext cx="5585772" cy="333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00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9FD9A8-FF4E-8E41-DCBA-41DAC75D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381000"/>
            <a:ext cx="9988166" cy="2404941"/>
          </a:xfrm>
        </p:spPr>
        <p:txBody>
          <a:bodyPr anchor="b">
            <a:normAutofit/>
          </a:bodyPr>
          <a:lstStyle/>
          <a:p>
            <a:pPr algn="ctr"/>
            <a:r>
              <a:rPr lang="pl-PL">
                <a:solidFill>
                  <a:schemeClr val="tx2"/>
                </a:solidFill>
              </a:rPr>
              <a:t>REBALANSOWANIE PRACY</a:t>
            </a:r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472E8A1E-14A1-3F21-2647-9B28E98B68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513749"/>
              </p:ext>
            </p:extLst>
          </p:nvPr>
        </p:nvGraphicFramePr>
        <p:xfrm>
          <a:off x="838200" y="2918850"/>
          <a:ext cx="10515600" cy="3210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51411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72E6D7B-8B04-98FB-DD5A-F4EA0612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ROLA LAUNCH COACHA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9435A7-5424-05E5-CEE4-3913C32BD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Launch</a:t>
            </a:r>
            <a:r>
              <a:rPr lang="pl-PL" dirty="0"/>
              <a:t> </a:t>
            </a:r>
            <a:r>
              <a:rPr lang="pl-PL" dirty="0" err="1"/>
              <a:t>coach</a:t>
            </a:r>
            <a:r>
              <a:rPr lang="pl-PL" dirty="0"/>
              <a:t> to osoba wspierająca zespół we wdrożeniu TSP.</a:t>
            </a:r>
            <a:endParaRPr lang="en-US" dirty="0"/>
          </a:p>
          <a:p>
            <a:r>
              <a:rPr lang="pl-PL" dirty="0"/>
              <a:t>Pomaga w planowaniu, prowadzeniu procesu oraz budowaniu dyscypliny pracy.</a:t>
            </a:r>
          </a:p>
        </p:txBody>
      </p:sp>
    </p:spTree>
    <p:extLst>
      <p:ext uri="{BB962C8B-B14F-4D97-AF65-F5344CB8AC3E}">
        <p14:creationId xmlns:p14="http://schemas.microsoft.com/office/powerpoint/2010/main" val="3126686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44AB40B-E92C-B044-5ADB-AA624B43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91"/>
            <a:ext cx="4388405" cy="5580556"/>
          </a:xfrm>
        </p:spPr>
        <p:txBody>
          <a:bodyPr anchor="ctr">
            <a:normAutofit/>
          </a:bodyPr>
          <a:lstStyle/>
          <a:p>
            <a:r>
              <a:rPr lang="pl-PL" sz="3600">
                <a:solidFill>
                  <a:schemeClr val="tx2"/>
                </a:solidFill>
              </a:rPr>
              <a:t>TSP VS PSP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897B96-3039-4268-8B57-3076C0ED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03"/>
          <a:stretch/>
        </p:blipFill>
        <p:spPr>
          <a:xfrm rot="10800000">
            <a:off x="-3049" y="2719660"/>
            <a:ext cx="650748" cy="25483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EA387F-FE32-404D-B9E2-0DB5D1F50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graphicFrame>
        <p:nvGraphicFramePr>
          <p:cNvPr id="7" name="Symbol zastępczy zawartości 2">
            <a:extLst>
              <a:ext uri="{FF2B5EF4-FFF2-40B4-BE49-F238E27FC236}">
                <a16:creationId xmlns:a16="http://schemas.microsoft.com/office/drawing/2014/main" id="{3BEE34D3-D698-E1DB-387A-C6ED7EEA3E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8030841"/>
              </p:ext>
            </p:extLst>
          </p:nvPr>
        </p:nvGraphicFramePr>
        <p:xfrm>
          <a:off x="5638800" y="304800"/>
          <a:ext cx="5715000" cy="5872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748196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CBEC9D-9F9B-4383-B986-DE5B184A9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44401"/>
          <a:stretch/>
        </p:blipFill>
        <p:spPr>
          <a:xfrm>
            <a:off x="-3048" y="-1"/>
            <a:ext cx="1146048" cy="107090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F37EEFB4-367D-2256-4867-F5A1CEFFB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339"/>
            <a:ext cx="4648200" cy="2831136"/>
          </a:xfrm>
        </p:spPr>
        <p:txBody>
          <a:bodyPr>
            <a:normAutofit/>
          </a:bodyPr>
          <a:lstStyle/>
          <a:p>
            <a:r>
              <a:rPr lang="pl-PL" sz="3700">
                <a:solidFill>
                  <a:schemeClr val="tx2"/>
                </a:solidFill>
              </a:rPr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9C42C1-DC7B-9200-0CAF-8130DB400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4647901" cy="25856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l-PL" sz="1500" dirty="0">
                <a:solidFill>
                  <a:schemeClr val="tx2"/>
                </a:solidFill>
              </a:rPr>
              <a:t>TSP pozwala zespołowi osiągnąć wysoką jakość poprzez:</a:t>
            </a:r>
            <a:endParaRPr lang="en-US" sz="15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</a:pPr>
            <a:r>
              <a:rPr lang="pl-PL" sz="1500" dirty="0">
                <a:solidFill>
                  <a:schemeClr val="tx2"/>
                </a:solidFill>
              </a:rPr>
              <a:t>świadome planowanie, </a:t>
            </a:r>
            <a:endParaRPr lang="en-US" sz="15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</a:pPr>
            <a:r>
              <a:rPr lang="pl-PL" sz="1500" dirty="0">
                <a:solidFill>
                  <a:schemeClr val="tx2"/>
                </a:solidFill>
              </a:rPr>
              <a:t>analizę danych, </a:t>
            </a:r>
            <a:endParaRPr lang="en-US" sz="15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</a:pPr>
            <a:r>
              <a:rPr lang="pl-PL" sz="1500" dirty="0">
                <a:solidFill>
                  <a:schemeClr val="tx2"/>
                </a:solidFill>
              </a:rPr>
              <a:t>współdzieloną odpowiedzialność</a:t>
            </a:r>
            <a:r>
              <a:rPr lang="en-US" sz="1500" dirty="0">
                <a:solidFill>
                  <a:schemeClr val="tx2"/>
                </a:solidFill>
              </a:rPr>
              <a:t>,</a:t>
            </a:r>
          </a:p>
          <a:p>
            <a:pPr>
              <a:lnSpc>
                <a:spcPct val="100000"/>
              </a:lnSpc>
            </a:pPr>
            <a:r>
              <a:rPr lang="pl-PL" sz="1500" dirty="0">
                <a:solidFill>
                  <a:schemeClr val="tx2"/>
                </a:solidFill>
              </a:rPr>
              <a:t>ciągłe doskonalenie.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l-PL" sz="1500" dirty="0">
                <a:solidFill>
                  <a:schemeClr val="tx2"/>
                </a:solidFill>
              </a:rPr>
              <a:t>Zespół staje się przewidywalny, efektywny i odporny na problemy.</a:t>
            </a:r>
          </a:p>
          <a:p>
            <a:pPr>
              <a:lnSpc>
                <a:spcPct val="100000"/>
              </a:lnSpc>
            </a:pPr>
            <a:endParaRPr lang="pl-PL" sz="1500" dirty="0">
              <a:solidFill>
                <a:schemeClr val="tx2"/>
              </a:solidFill>
            </a:endParaRPr>
          </a:p>
        </p:txBody>
      </p:sp>
      <p:pic>
        <p:nvPicPr>
          <p:cNvPr id="7" name="Graphic 6" descr="Znacznik wyboru">
            <a:extLst>
              <a:ext uri="{FF2B5EF4-FFF2-40B4-BE49-F238E27FC236}">
                <a16:creationId xmlns:a16="http://schemas.microsoft.com/office/drawing/2014/main" id="{4EBF4234-E748-E322-C186-8E527B058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6806" y="1020267"/>
            <a:ext cx="4817466" cy="48174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E52FC7-B3EF-46A4-B8CE-292164EC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03973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Custom 69">
      <a:dk1>
        <a:sysClr val="windowText" lastClr="000000"/>
      </a:dk1>
      <a:lt1>
        <a:sysClr val="window" lastClr="FFFFFF"/>
      </a:lt1>
      <a:dk2>
        <a:srgbClr val="44131A"/>
      </a:dk2>
      <a:lt2>
        <a:srgbClr val="F2ECEA"/>
      </a:lt2>
      <a:accent1>
        <a:srgbClr val="A62C52"/>
      </a:accent1>
      <a:accent2>
        <a:srgbClr val="A7928D"/>
      </a:accent2>
      <a:accent3>
        <a:srgbClr val="307C71"/>
      </a:accent3>
      <a:accent4>
        <a:srgbClr val="41575D"/>
      </a:accent4>
      <a:accent5>
        <a:srgbClr val="8FA3A3"/>
      </a:accent5>
      <a:accent6>
        <a:srgbClr val="CA8370"/>
      </a:accent6>
      <a:hlink>
        <a:srgbClr val="D13D6E"/>
      </a:hlink>
      <a:folHlink>
        <a:srgbClr val="6C9D92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2132</Words>
  <Application>Microsoft Office PowerPoint</Application>
  <PresentationFormat>Panoramiczny</PresentationFormat>
  <Paragraphs>218</Paragraphs>
  <Slides>30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5" baseType="lpstr">
      <vt:lpstr>Aptos</vt:lpstr>
      <vt:lpstr>Arial</vt:lpstr>
      <vt:lpstr>Avenir Next LT Pro</vt:lpstr>
      <vt:lpstr>AvenirNext LT Pro Medium</vt:lpstr>
      <vt:lpstr>BlockprintVTI</vt:lpstr>
      <vt:lpstr>JAKOŚĆ PRACY ZESPOŁOWEJ TSP</vt:lpstr>
      <vt:lpstr>Wprowadzenie</vt:lpstr>
      <vt:lpstr>CZYM JEST TSP</vt:lpstr>
      <vt:lpstr>CZYM JEST TSP</vt:lpstr>
      <vt:lpstr>TSP A CMMI</vt:lpstr>
      <vt:lpstr>Poziomy w CMMI</vt:lpstr>
      <vt:lpstr>ROLE W TSP</vt:lpstr>
      <vt:lpstr>Planowanie w TSP</vt:lpstr>
      <vt:lpstr>MONITOROWANIE JAKOŚCI</vt:lpstr>
      <vt:lpstr>ZARZĄDZANIE DEFEKTAMI ZESPOŁOWO</vt:lpstr>
      <vt:lpstr>Proces pracy z defektami</vt:lpstr>
      <vt:lpstr>Jak mierzyć produktywność?</vt:lpstr>
      <vt:lpstr>Metryki zespołowe</vt:lpstr>
      <vt:lpstr>ODPOWIEDZIALNOŚĆ ZBIOROWA</vt:lpstr>
      <vt:lpstr>Integracja TSP z Agile</vt:lpstr>
      <vt:lpstr>OGRANICZENIA TSP</vt:lpstr>
      <vt:lpstr>Kontekst</vt:lpstr>
      <vt:lpstr>KULTURA CIĄGŁEGO DOSKONALENIA</vt:lpstr>
      <vt:lpstr>Prezentacja programu PowerPoint</vt:lpstr>
      <vt:lpstr>TEAM LAUNCH</vt:lpstr>
      <vt:lpstr>Dlaczego zespół planuje?</vt:lpstr>
      <vt:lpstr>WARUNKI EFEKTYWNEJ PRACY</vt:lpstr>
      <vt:lpstr>DEFECT REMOVAL PROFILE</vt:lpstr>
      <vt:lpstr>DEFECT REMOVAL PROFILE</vt:lpstr>
      <vt:lpstr>Kontekst</vt:lpstr>
      <vt:lpstr>PROCESS QUALITY INDEX (PQI)</vt:lpstr>
      <vt:lpstr>REBALANSOWANIE PRACY</vt:lpstr>
      <vt:lpstr>ROLA LAUNCH COACHA</vt:lpstr>
      <vt:lpstr>TSP VS PSP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4</cp:revision>
  <dcterms:created xsi:type="dcterms:W3CDTF">2026-03-29T09:27:38Z</dcterms:created>
  <dcterms:modified xsi:type="dcterms:W3CDTF">2026-03-29T12:57:16Z</dcterms:modified>
</cp:coreProperties>
</file>