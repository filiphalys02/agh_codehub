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5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6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2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3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9346" autoAdjust="0"/>
  </p:normalViewPr>
  <p:slideViewPr>
    <p:cSldViewPr snapToGrid="0">
      <p:cViewPr varScale="1">
        <p:scale>
          <a:sx n="65" d="100"/>
          <a:sy n="65" d="100"/>
        </p:scale>
        <p:origin x="13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4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2.png"/><Relationship Id="rId7" Type="http://schemas.openxmlformats.org/officeDocument/2006/relationships/image" Target="../media/image53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4" Type="http://schemas.openxmlformats.org/officeDocument/2006/relationships/image" Target="../media/image58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72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6.svg"/><Relationship Id="rId1" Type="http://schemas.openxmlformats.org/officeDocument/2006/relationships/image" Target="../media/image75.png"/><Relationship Id="rId4" Type="http://schemas.openxmlformats.org/officeDocument/2006/relationships/image" Target="../media/image7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4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2.png"/><Relationship Id="rId7" Type="http://schemas.openxmlformats.org/officeDocument/2006/relationships/image" Target="../media/image53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4" Type="http://schemas.openxmlformats.org/officeDocument/2006/relationships/image" Target="../media/image58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72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6.svg"/><Relationship Id="rId1" Type="http://schemas.openxmlformats.org/officeDocument/2006/relationships/image" Target="../media/image75.png"/><Relationship Id="rId4" Type="http://schemas.openxmlformats.org/officeDocument/2006/relationships/image" Target="../media/image7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005C42-34B2-4273-89F5-98A4497124AF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77D8B53-ADCA-4DF4-B9C6-DDC87EE4556C}">
      <dgm:prSet/>
      <dgm:spPr/>
      <dgm:t>
        <a:bodyPr/>
        <a:lstStyle/>
        <a:p>
          <a:r>
            <a:rPr lang="pl-PL" b="0" i="0" baseline="0"/>
            <a:t>tworzy system zarządzania sprzedażą samochodów i flotą </a:t>
          </a:r>
          <a:endParaRPr lang="en-US"/>
        </a:p>
      </dgm:t>
    </dgm:pt>
    <dgm:pt modelId="{7A4F7C58-6A4E-4834-B346-16537864C83C}" type="parTrans" cxnId="{9D854C60-A3D5-4B5A-894D-21F506AD26E5}">
      <dgm:prSet/>
      <dgm:spPr/>
      <dgm:t>
        <a:bodyPr/>
        <a:lstStyle/>
        <a:p>
          <a:endParaRPr lang="en-US"/>
        </a:p>
      </dgm:t>
    </dgm:pt>
    <dgm:pt modelId="{344BFF50-4562-4553-96C6-0304E0461799}" type="sibTrans" cxnId="{9D854C60-A3D5-4B5A-894D-21F506AD26E5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0588C888-0D59-4840-A331-1469B7AAE30A}">
      <dgm:prSet/>
      <dgm:spPr/>
      <dgm:t>
        <a:bodyPr/>
        <a:lstStyle/>
        <a:p>
          <a:r>
            <a:rPr lang="pl-PL" b="0" i="0" baseline="0"/>
            <a:t>nowy projekt: platforma dla dealerów aut </a:t>
          </a:r>
          <a:endParaRPr lang="en-US"/>
        </a:p>
      </dgm:t>
    </dgm:pt>
    <dgm:pt modelId="{522DE664-D791-4A5A-B839-F3859A725AB8}" type="parTrans" cxnId="{0F76D3FC-3641-466D-8B7E-2CA86046A03B}">
      <dgm:prSet/>
      <dgm:spPr/>
      <dgm:t>
        <a:bodyPr/>
        <a:lstStyle/>
        <a:p>
          <a:endParaRPr lang="en-US"/>
        </a:p>
      </dgm:t>
    </dgm:pt>
    <dgm:pt modelId="{79E47F41-5E9A-4D3E-8ADE-D9838B2F6401}" type="sibTrans" cxnId="{0F76D3FC-3641-466D-8B7E-2CA86046A03B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8B12F36E-5512-4F8D-8C74-45430AB80CD4}">
      <dgm:prSet/>
      <dgm:spPr/>
      <dgm:t>
        <a:bodyPr/>
        <a:lstStyle/>
        <a:p>
          <a:r>
            <a:rPr lang="pl-PL" b="0" i="0" baseline="0"/>
            <a:t>cel: zwiększenie sprzedaży i automatyzacja procesów </a:t>
          </a:r>
          <a:endParaRPr lang="en-US"/>
        </a:p>
      </dgm:t>
    </dgm:pt>
    <dgm:pt modelId="{FA9EEA7D-E2E7-4098-8F04-0689D861F6A0}" type="parTrans" cxnId="{08301184-E318-4E84-93B5-9B867C82E72D}">
      <dgm:prSet/>
      <dgm:spPr/>
      <dgm:t>
        <a:bodyPr/>
        <a:lstStyle/>
        <a:p>
          <a:endParaRPr lang="en-US"/>
        </a:p>
      </dgm:t>
    </dgm:pt>
    <dgm:pt modelId="{7DE643F0-8BB6-42AB-9214-29FED0C8875F}" type="sibTrans" cxnId="{08301184-E318-4E84-93B5-9B867C82E72D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02ABDFAA-0291-4491-886D-7F1E8D7DD15B}" type="pres">
      <dgm:prSet presAssocID="{27005C42-34B2-4273-89F5-98A4497124AF}" presName="Name0" presStyleCnt="0">
        <dgm:presLayoutVars>
          <dgm:animLvl val="lvl"/>
          <dgm:resizeHandles val="exact"/>
        </dgm:presLayoutVars>
      </dgm:prSet>
      <dgm:spPr/>
    </dgm:pt>
    <dgm:pt modelId="{10154480-4AF4-43CF-AAD9-AE452596D1AE}" type="pres">
      <dgm:prSet presAssocID="{277D8B53-ADCA-4DF4-B9C6-DDC87EE4556C}" presName="compositeNode" presStyleCnt="0">
        <dgm:presLayoutVars>
          <dgm:bulletEnabled val="1"/>
        </dgm:presLayoutVars>
      </dgm:prSet>
      <dgm:spPr/>
    </dgm:pt>
    <dgm:pt modelId="{7D73EEAC-D35D-4D64-B220-200713A86511}" type="pres">
      <dgm:prSet presAssocID="{277D8B53-ADCA-4DF4-B9C6-DDC87EE4556C}" presName="bgRect" presStyleLbl="alignNode1" presStyleIdx="0" presStyleCnt="3"/>
      <dgm:spPr/>
    </dgm:pt>
    <dgm:pt modelId="{F78AA0C9-5875-495A-A749-A68D351F37DC}" type="pres">
      <dgm:prSet presAssocID="{344BFF50-4562-4553-96C6-0304E0461799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17619D84-85C2-4E7E-BD1F-7CE163111B0D}" type="pres">
      <dgm:prSet presAssocID="{277D8B53-ADCA-4DF4-B9C6-DDC87EE4556C}" presName="nodeRect" presStyleLbl="alignNode1" presStyleIdx="0" presStyleCnt="3">
        <dgm:presLayoutVars>
          <dgm:bulletEnabled val="1"/>
        </dgm:presLayoutVars>
      </dgm:prSet>
      <dgm:spPr/>
    </dgm:pt>
    <dgm:pt modelId="{A23C2B94-286F-43B5-BF55-45C5579E3978}" type="pres">
      <dgm:prSet presAssocID="{344BFF50-4562-4553-96C6-0304E0461799}" presName="sibTrans" presStyleCnt="0"/>
      <dgm:spPr/>
    </dgm:pt>
    <dgm:pt modelId="{CDA5ECBE-C2D9-440E-959C-C6267B935427}" type="pres">
      <dgm:prSet presAssocID="{0588C888-0D59-4840-A331-1469B7AAE30A}" presName="compositeNode" presStyleCnt="0">
        <dgm:presLayoutVars>
          <dgm:bulletEnabled val="1"/>
        </dgm:presLayoutVars>
      </dgm:prSet>
      <dgm:spPr/>
    </dgm:pt>
    <dgm:pt modelId="{C769616C-C909-498F-A165-3BAD3C7DC940}" type="pres">
      <dgm:prSet presAssocID="{0588C888-0D59-4840-A331-1469B7AAE30A}" presName="bgRect" presStyleLbl="alignNode1" presStyleIdx="1" presStyleCnt="3"/>
      <dgm:spPr/>
    </dgm:pt>
    <dgm:pt modelId="{2A8DB3BE-8BDC-4E97-95B7-F6EAAA1759F7}" type="pres">
      <dgm:prSet presAssocID="{79E47F41-5E9A-4D3E-8ADE-D9838B2F6401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AC7E3E98-F7B1-4518-8454-95E6BB0A2AB0}" type="pres">
      <dgm:prSet presAssocID="{0588C888-0D59-4840-A331-1469B7AAE30A}" presName="nodeRect" presStyleLbl="alignNode1" presStyleIdx="1" presStyleCnt="3">
        <dgm:presLayoutVars>
          <dgm:bulletEnabled val="1"/>
        </dgm:presLayoutVars>
      </dgm:prSet>
      <dgm:spPr/>
    </dgm:pt>
    <dgm:pt modelId="{58358F33-4654-49B8-96F7-4F779DDEF587}" type="pres">
      <dgm:prSet presAssocID="{79E47F41-5E9A-4D3E-8ADE-D9838B2F6401}" presName="sibTrans" presStyleCnt="0"/>
      <dgm:spPr/>
    </dgm:pt>
    <dgm:pt modelId="{134BB5B4-93D1-4917-BD2D-8D12E1994BD6}" type="pres">
      <dgm:prSet presAssocID="{8B12F36E-5512-4F8D-8C74-45430AB80CD4}" presName="compositeNode" presStyleCnt="0">
        <dgm:presLayoutVars>
          <dgm:bulletEnabled val="1"/>
        </dgm:presLayoutVars>
      </dgm:prSet>
      <dgm:spPr/>
    </dgm:pt>
    <dgm:pt modelId="{78990E7D-054B-482E-8412-254C21D118F0}" type="pres">
      <dgm:prSet presAssocID="{8B12F36E-5512-4F8D-8C74-45430AB80CD4}" presName="bgRect" presStyleLbl="alignNode1" presStyleIdx="2" presStyleCnt="3"/>
      <dgm:spPr/>
    </dgm:pt>
    <dgm:pt modelId="{94E2C322-4C52-4254-AF3D-5EA65AC69476}" type="pres">
      <dgm:prSet presAssocID="{7DE643F0-8BB6-42AB-9214-29FED0C8875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9D8C7A8A-E7C7-4626-BEDC-841CD08CA41B}" type="pres">
      <dgm:prSet presAssocID="{8B12F36E-5512-4F8D-8C74-45430AB80CD4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1E144C0C-6DD2-438F-B072-B5CD64C5C62A}" type="presOf" srcId="{8B12F36E-5512-4F8D-8C74-45430AB80CD4}" destId="{9D8C7A8A-E7C7-4626-BEDC-841CD08CA41B}" srcOrd="1" destOrd="0" presId="urn:microsoft.com/office/officeart/2016/7/layout/LinearBlockProcessNumbered"/>
    <dgm:cxn modelId="{3F7BC220-27F9-42FE-B60A-861F2AB13022}" type="presOf" srcId="{79E47F41-5E9A-4D3E-8ADE-D9838B2F6401}" destId="{2A8DB3BE-8BDC-4E97-95B7-F6EAAA1759F7}" srcOrd="0" destOrd="0" presId="urn:microsoft.com/office/officeart/2016/7/layout/LinearBlockProcessNumbered"/>
    <dgm:cxn modelId="{9D854C60-A3D5-4B5A-894D-21F506AD26E5}" srcId="{27005C42-34B2-4273-89F5-98A4497124AF}" destId="{277D8B53-ADCA-4DF4-B9C6-DDC87EE4556C}" srcOrd="0" destOrd="0" parTransId="{7A4F7C58-6A4E-4834-B346-16537864C83C}" sibTransId="{344BFF50-4562-4553-96C6-0304E0461799}"/>
    <dgm:cxn modelId="{7EAFC641-CE0A-45D3-A20F-79BEF5AD3FDC}" type="presOf" srcId="{277D8B53-ADCA-4DF4-B9C6-DDC87EE4556C}" destId="{7D73EEAC-D35D-4D64-B220-200713A86511}" srcOrd="0" destOrd="0" presId="urn:microsoft.com/office/officeart/2016/7/layout/LinearBlockProcessNumbered"/>
    <dgm:cxn modelId="{BA46D841-717E-41E1-A1FA-C68D592D2614}" type="presOf" srcId="{0588C888-0D59-4840-A331-1469B7AAE30A}" destId="{C769616C-C909-498F-A165-3BAD3C7DC940}" srcOrd="0" destOrd="0" presId="urn:microsoft.com/office/officeart/2016/7/layout/LinearBlockProcessNumbered"/>
    <dgm:cxn modelId="{F1E92B70-1AA1-42D4-91BC-6DFD4AED5499}" type="presOf" srcId="{0588C888-0D59-4840-A331-1469B7AAE30A}" destId="{AC7E3E98-F7B1-4518-8454-95E6BB0A2AB0}" srcOrd="1" destOrd="0" presId="urn:microsoft.com/office/officeart/2016/7/layout/LinearBlockProcessNumbered"/>
    <dgm:cxn modelId="{5AA13C50-42C2-431F-AB0C-0F07DA0FB74C}" type="presOf" srcId="{344BFF50-4562-4553-96C6-0304E0461799}" destId="{F78AA0C9-5875-495A-A749-A68D351F37DC}" srcOrd="0" destOrd="0" presId="urn:microsoft.com/office/officeart/2016/7/layout/LinearBlockProcessNumbered"/>
    <dgm:cxn modelId="{D746FF52-A3E8-47FE-99C0-399EAE0AEC92}" type="presOf" srcId="{27005C42-34B2-4273-89F5-98A4497124AF}" destId="{02ABDFAA-0291-4491-886D-7F1E8D7DD15B}" srcOrd="0" destOrd="0" presId="urn:microsoft.com/office/officeart/2016/7/layout/LinearBlockProcessNumbered"/>
    <dgm:cxn modelId="{08301184-E318-4E84-93B5-9B867C82E72D}" srcId="{27005C42-34B2-4273-89F5-98A4497124AF}" destId="{8B12F36E-5512-4F8D-8C74-45430AB80CD4}" srcOrd="2" destOrd="0" parTransId="{FA9EEA7D-E2E7-4098-8F04-0689D861F6A0}" sibTransId="{7DE643F0-8BB6-42AB-9214-29FED0C8875F}"/>
    <dgm:cxn modelId="{DCC9A28C-CBC6-4EBC-8C59-11A29AD310AB}" type="presOf" srcId="{277D8B53-ADCA-4DF4-B9C6-DDC87EE4556C}" destId="{17619D84-85C2-4E7E-BD1F-7CE163111B0D}" srcOrd="1" destOrd="0" presId="urn:microsoft.com/office/officeart/2016/7/layout/LinearBlockProcessNumbered"/>
    <dgm:cxn modelId="{9A1940D9-7C7F-4AF4-9876-0534C4DA7F29}" type="presOf" srcId="{8B12F36E-5512-4F8D-8C74-45430AB80CD4}" destId="{78990E7D-054B-482E-8412-254C21D118F0}" srcOrd="0" destOrd="0" presId="urn:microsoft.com/office/officeart/2016/7/layout/LinearBlockProcessNumbered"/>
    <dgm:cxn modelId="{F8007FE0-CFC1-4558-98F1-5FEAEB618C01}" type="presOf" srcId="{7DE643F0-8BB6-42AB-9214-29FED0C8875F}" destId="{94E2C322-4C52-4254-AF3D-5EA65AC69476}" srcOrd="0" destOrd="0" presId="urn:microsoft.com/office/officeart/2016/7/layout/LinearBlockProcessNumbered"/>
    <dgm:cxn modelId="{0F76D3FC-3641-466D-8B7E-2CA86046A03B}" srcId="{27005C42-34B2-4273-89F5-98A4497124AF}" destId="{0588C888-0D59-4840-A331-1469B7AAE30A}" srcOrd="1" destOrd="0" parTransId="{522DE664-D791-4A5A-B839-F3859A725AB8}" sibTransId="{79E47F41-5E9A-4D3E-8ADE-D9838B2F6401}"/>
    <dgm:cxn modelId="{E0ACC92F-BF6C-45D2-B1BB-3D00468BEDE4}" type="presParOf" srcId="{02ABDFAA-0291-4491-886D-7F1E8D7DD15B}" destId="{10154480-4AF4-43CF-AAD9-AE452596D1AE}" srcOrd="0" destOrd="0" presId="urn:microsoft.com/office/officeart/2016/7/layout/LinearBlockProcessNumbered"/>
    <dgm:cxn modelId="{C53D7B61-F928-4B3F-8E63-946FD74C4BF6}" type="presParOf" srcId="{10154480-4AF4-43CF-AAD9-AE452596D1AE}" destId="{7D73EEAC-D35D-4D64-B220-200713A86511}" srcOrd="0" destOrd="0" presId="urn:microsoft.com/office/officeart/2016/7/layout/LinearBlockProcessNumbered"/>
    <dgm:cxn modelId="{9D820A08-01CF-4E82-860A-6BC8C4B22A8C}" type="presParOf" srcId="{10154480-4AF4-43CF-AAD9-AE452596D1AE}" destId="{F78AA0C9-5875-495A-A749-A68D351F37DC}" srcOrd="1" destOrd="0" presId="urn:microsoft.com/office/officeart/2016/7/layout/LinearBlockProcessNumbered"/>
    <dgm:cxn modelId="{5C8EF9B5-1290-4F58-846C-6551CFDA69D2}" type="presParOf" srcId="{10154480-4AF4-43CF-AAD9-AE452596D1AE}" destId="{17619D84-85C2-4E7E-BD1F-7CE163111B0D}" srcOrd="2" destOrd="0" presId="urn:microsoft.com/office/officeart/2016/7/layout/LinearBlockProcessNumbered"/>
    <dgm:cxn modelId="{E71DCC6B-5B17-41DD-B532-35476AF9317D}" type="presParOf" srcId="{02ABDFAA-0291-4491-886D-7F1E8D7DD15B}" destId="{A23C2B94-286F-43B5-BF55-45C5579E3978}" srcOrd="1" destOrd="0" presId="urn:microsoft.com/office/officeart/2016/7/layout/LinearBlockProcessNumbered"/>
    <dgm:cxn modelId="{30FD40A7-4797-4D68-B5B7-540667635C8F}" type="presParOf" srcId="{02ABDFAA-0291-4491-886D-7F1E8D7DD15B}" destId="{CDA5ECBE-C2D9-440E-959C-C6267B935427}" srcOrd="2" destOrd="0" presId="urn:microsoft.com/office/officeart/2016/7/layout/LinearBlockProcessNumbered"/>
    <dgm:cxn modelId="{F57ACEC2-9894-41B9-AFBD-688FA55F5E65}" type="presParOf" srcId="{CDA5ECBE-C2D9-440E-959C-C6267B935427}" destId="{C769616C-C909-498F-A165-3BAD3C7DC940}" srcOrd="0" destOrd="0" presId="urn:microsoft.com/office/officeart/2016/7/layout/LinearBlockProcessNumbered"/>
    <dgm:cxn modelId="{F725A6A1-34EA-4A39-98D9-8A04F427814A}" type="presParOf" srcId="{CDA5ECBE-C2D9-440E-959C-C6267B935427}" destId="{2A8DB3BE-8BDC-4E97-95B7-F6EAAA1759F7}" srcOrd="1" destOrd="0" presId="urn:microsoft.com/office/officeart/2016/7/layout/LinearBlockProcessNumbered"/>
    <dgm:cxn modelId="{FD5C7022-59BB-4AE6-B99D-1321176DBBEB}" type="presParOf" srcId="{CDA5ECBE-C2D9-440E-959C-C6267B935427}" destId="{AC7E3E98-F7B1-4518-8454-95E6BB0A2AB0}" srcOrd="2" destOrd="0" presId="urn:microsoft.com/office/officeart/2016/7/layout/LinearBlockProcessNumbered"/>
    <dgm:cxn modelId="{851795B5-8065-499E-BC78-413BC5EC53ED}" type="presParOf" srcId="{02ABDFAA-0291-4491-886D-7F1E8D7DD15B}" destId="{58358F33-4654-49B8-96F7-4F779DDEF587}" srcOrd="3" destOrd="0" presId="urn:microsoft.com/office/officeart/2016/7/layout/LinearBlockProcessNumbered"/>
    <dgm:cxn modelId="{4F4D3FB6-0EFA-4E48-B9BF-BA0F677983F1}" type="presParOf" srcId="{02ABDFAA-0291-4491-886D-7F1E8D7DD15B}" destId="{134BB5B4-93D1-4917-BD2D-8D12E1994BD6}" srcOrd="4" destOrd="0" presId="urn:microsoft.com/office/officeart/2016/7/layout/LinearBlockProcessNumbered"/>
    <dgm:cxn modelId="{061746B7-E029-4801-95BE-7C8F42DCFCB2}" type="presParOf" srcId="{134BB5B4-93D1-4917-BD2D-8D12E1994BD6}" destId="{78990E7D-054B-482E-8412-254C21D118F0}" srcOrd="0" destOrd="0" presId="urn:microsoft.com/office/officeart/2016/7/layout/LinearBlockProcessNumbered"/>
    <dgm:cxn modelId="{D0C38B96-D96B-42F4-ADCD-47BCB733A223}" type="presParOf" srcId="{134BB5B4-93D1-4917-BD2D-8D12E1994BD6}" destId="{94E2C322-4C52-4254-AF3D-5EA65AC69476}" srcOrd="1" destOrd="0" presId="urn:microsoft.com/office/officeart/2016/7/layout/LinearBlockProcessNumbered"/>
    <dgm:cxn modelId="{6D2F5CAC-61CE-4E9E-A36F-AE5BD4F92D85}" type="presParOf" srcId="{134BB5B4-93D1-4917-BD2D-8D12E1994BD6}" destId="{9D8C7A8A-E7C7-4626-BEDC-841CD08CA41B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4607F4-3CDA-41B7-B80C-B8C283A28F7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649C04B-21A7-4E20-8AD0-4CC1F85DA01C}">
      <dgm:prSet/>
      <dgm:spPr/>
      <dgm:t>
        <a:bodyPr/>
        <a:lstStyle/>
        <a:p>
          <a:r>
            <a:rPr lang="pl-PL" b="0" i="0" baseline="0"/>
            <a:t>wynagrodzenia zespołu </a:t>
          </a:r>
          <a:endParaRPr lang="en-US"/>
        </a:p>
      </dgm:t>
    </dgm:pt>
    <dgm:pt modelId="{3EEAC435-D8C5-42C2-98DB-F20E3F314ADC}" type="parTrans" cxnId="{8D862432-7196-41CF-B98B-F6D4FE6237AD}">
      <dgm:prSet/>
      <dgm:spPr/>
      <dgm:t>
        <a:bodyPr/>
        <a:lstStyle/>
        <a:p>
          <a:endParaRPr lang="en-US"/>
        </a:p>
      </dgm:t>
    </dgm:pt>
    <dgm:pt modelId="{25A76047-7334-49E4-9750-278AB1496FF9}" type="sibTrans" cxnId="{8D862432-7196-41CF-B98B-F6D4FE6237AD}">
      <dgm:prSet/>
      <dgm:spPr/>
      <dgm:t>
        <a:bodyPr/>
        <a:lstStyle/>
        <a:p>
          <a:endParaRPr lang="en-US"/>
        </a:p>
      </dgm:t>
    </dgm:pt>
    <dgm:pt modelId="{E2A3EAD5-895E-4DA9-9B1A-0C3F16953D12}">
      <dgm:prSet/>
      <dgm:spPr/>
      <dgm:t>
        <a:bodyPr/>
        <a:lstStyle/>
        <a:p>
          <a:r>
            <a:rPr lang="pl-PL" b="0" i="0" baseline="0"/>
            <a:t>sprzęt i infrastrukturę </a:t>
          </a:r>
          <a:endParaRPr lang="en-US"/>
        </a:p>
      </dgm:t>
    </dgm:pt>
    <dgm:pt modelId="{CE070124-2C3C-4996-9904-6D1FCE082BAC}" type="parTrans" cxnId="{50826EBD-1F3B-4DBA-A8F7-4BCDFD233E54}">
      <dgm:prSet/>
      <dgm:spPr/>
      <dgm:t>
        <a:bodyPr/>
        <a:lstStyle/>
        <a:p>
          <a:endParaRPr lang="en-US"/>
        </a:p>
      </dgm:t>
    </dgm:pt>
    <dgm:pt modelId="{90698AF6-E37E-4766-8413-5954CA8C7E93}" type="sibTrans" cxnId="{50826EBD-1F3B-4DBA-A8F7-4BCDFD233E54}">
      <dgm:prSet/>
      <dgm:spPr/>
      <dgm:t>
        <a:bodyPr/>
        <a:lstStyle/>
        <a:p>
          <a:endParaRPr lang="en-US"/>
        </a:p>
      </dgm:t>
    </dgm:pt>
    <dgm:pt modelId="{31B339AF-95F3-4865-B41B-C6578F8DF9EC}">
      <dgm:prSet/>
      <dgm:spPr/>
      <dgm:t>
        <a:bodyPr/>
        <a:lstStyle/>
        <a:p>
          <a:r>
            <a:rPr lang="pl-PL" b="0" i="0" baseline="0"/>
            <a:t>licencje i narzędzia </a:t>
          </a:r>
          <a:endParaRPr lang="en-US"/>
        </a:p>
      </dgm:t>
    </dgm:pt>
    <dgm:pt modelId="{82C4EC62-B581-446B-8510-9C8E47745614}" type="parTrans" cxnId="{5533E032-6D50-429E-80E2-265B0096E735}">
      <dgm:prSet/>
      <dgm:spPr/>
      <dgm:t>
        <a:bodyPr/>
        <a:lstStyle/>
        <a:p>
          <a:endParaRPr lang="en-US"/>
        </a:p>
      </dgm:t>
    </dgm:pt>
    <dgm:pt modelId="{91E325C2-1055-4549-8304-D6AEF80DFF44}" type="sibTrans" cxnId="{5533E032-6D50-429E-80E2-265B0096E735}">
      <dgm:prSet/>
      <dgm:spPr/>
      <dgm:t>
        <a:bodyPr/>
        <a:lstStyle/>
        <a:p>
          <a:endParaRPr lang="en-US"/>
        </a:p>
      </dgm:t>
    </dgm:pt>
    <dgm:pt modelId="{3446AE2C-61D3-4F84-ADFD-807A663D019C}">
      <dgm:prSet/>
      <dgm:spPr/>
      <dgm:t>
        <a:bodyPr/>
        <a:lstStyle/>
        <a:p>
          <a:r>
            <a:rPr lang="pl-PL" b="0" i="0" baseline="0"/>
            <a:t>szkolenia </a:t>
          </a:r>
          <a:endParaRPr lang="en-US"/>
        </a:p>
      </dgm:t>
    </dgm:pt>
    <dgm:pt modelId="{816A6156-DD7C-41EC-822E-335830E33D83}" type="parTrans" cxnId="{FA9C3FF3-D9A6-4B8E-99D0-43713E6256A7}">
      <dgm:prSet/>
      <dgm:spPr/>
      <dgm:t>
        <a:bodyPr/>
        <a:lstStyle/>
        <a:p>
          <a:endParaRPr lang="en-US"/>
        </a:p>
      </dgm:t>
    </dgm:pt>
    <dgm:pt modelId="{610ABDB3-309A-4409-8CA1-D939EC757376}" type="sibTrans" cxnId="{FA9C3FF3-D9A6-4B8E-99D0-43713E6256A7}">
      <dgm:prSet/>
      <dgm:spPr/>
      <dgm:t>
        <a:bodyPr/>
        <a:lstStyle/>
        <a:p>
          <a:endParaRPr lang="en-US"/>
        </a:p>
      </dgm:t>
    </dgm:pt>
    <dgm:pt modelId="{DF4A96DC-CDF8-463B-9BAD-429143413CE4}">
      <dgm:prSet/>
      <dgm:spPr/>
      <dgm:t>
        <a:bodyPr/>
        <a:lstStyle/>
        <a:p>
          <a:r>
            <a:rPr lang="pl-PL" b="0" i="0" baseline="0"/>
            <a:t>testy i wdrożenie </a:t>
          </a:r>
          <a:endParaRPr lang="en-US"/>
        </a:p>
      </dgm:t>
    </dgm:pt>
    <dgm:pt modelId="{09C47700-0C62-4915-8ACF-206B7BE9A3F3}" type="parTrans" cxnId="{A2D22D4E-F268-4988-95CA-D44EDC47B004}">
      <dgm:prSet/>
      <dgm:spPr/>
      <dgm:t>
        <a:bodyPr/>
        <a:lstStyle/>
        <a:p>
          <a:endParaRPr lang="en-US"/>
        </a:p>
      </dgm:t>
    </dgm:pt>
    <dgm:pt modelId="{80F615C9-5F5B-4A8F-A5DA-E802F4FA398B}" type="sibTrans" cxnId="{A2D22D4E-F268-4988-95CA-D44EDC47B004}">
      <dgm:prSet/>
      <dgm:spPr/>
      <dgm:t>
        <a:bodyPr/>
        <a:lstStyle/>
        <a:p>
          <a:endParaRPr lang="en-US"/>
        </a:p>
      </dgm:t>
    </dgm:pt>
    <dgm:pt modelId="{3D8ED99E-E47E-497C-AA4F-069118825DE7}">
      <dgm:prSet/>
      <dgm:spPr/>
      <dgm:t>
        <a:bodyPr/>
        <a:lstStyle/>
        <a:p>
          <a:r>
            <a:rPr lang="pl-PL" b="0" i="0" baseline="0"/>
            <a:t>utrzymanie systemu </a:t>
          </a:r>
          <a:endParaRPr lang="en-US"/>
        </a:p>
      </dgm:t>
    </dgm:pt>
    <dgm:pt modelId="{B2B06E6F-9561-4B96-8236-767790F70150}" type="parTrans" cxnId="{D017204B-8160-4CB4-B180-79E10AF42488}">
      <dgm:prSet/>
      <dgm:spPr/>
      <dgm:t>
        <a:bodyPr/>
        <a:lstStyle/>
        <a:p>
          <a:endParaRPr lang="en-US"/>
        </a:p>
      </dgm:t>
    </dgm:pt>
    <dgm:pt modelId="{A4FE1E53-430C-4576-A484-0FDD9260880D}" type="sibTrans" cxnId="{D017204B-8160-4CB4-B180-79E10AF42488}">
      <dgm:prSet/>
      <dgm:spPr/>
      <dgm:t>
        <a:bodyPr/>
        <a:lstStyle/>
        <a:p>
          <a:endParaRPr lang="en-US"/>
        </a:p>
      </dgm:t>
    </dgm:pt>
    <dgm:pt modelId="{4D4A30B4-44AC-423D-A759-F551819504E7}" type="pres">
      <dgm:prSet presAssocID="{E94607F4-3CDA-41B7-B80C-B8C283A28F77}" presName="root" presStyleCnt="0">
        <dgm:presLayoutVars>
          <dgm:dir/>
          <dgm:resizeHandles val="exact"/>
        </dgm:presLayoutVars>
      </dgm:prSet>
      <dgm:spPr/>
    </dgm:pt>
    <dgm:pt modelId="{67A8D02E-C0EE-4D9E-A58D-381DBF5DBFC2}" type="pres">
      <dgm:prSet presAssocID="{4649C04B-21A7-4E20-8AD0-4CC1F85DA01C}" presName="compNode" presStyleCnt="0"/>
      <dgm:spPr/>
    </dgm:pt>
    <dgm:pt modelId="{3FA925CA-CC70-4C1A-8DA2-49E249795EC4}" type="pres">
      <dgm:prSet presAssocID="{4649C04B-21A7-4E20-8AD0-4CC1F85DA01C}" presName="bgRect" presStyleLbl="bgShp" presStyleIdx="0" presStyleCnt="6"/>
      <dgm:spPr/>
    </dgm:pt>
    <dgm:pt modelId="{93D2D6A9-4E3C-4777-96B6-BB2F0A79D366}" type="pres">
      <dgm:prSet presAssocID="{4649C04B-21A7-4E20-8AD0-4CC1F85DA01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niądze"/>
        </a:ext>
      </dgm:extLst>
    </dgm:pt>
    <dgm:pt modelId="{D032D7D3-6086-42E1-ACFD-C4E8D2D4A6B0}" type="pres">
      <dgm:prSet presAssocID="{4649C04B-21A7-4E20-8AD0-4CC1F85DA01C}" presName="spaceRect" presStyleCnt="0"/>
      <dgm:spPr/>
    </dgm:pt>
    <dgm:pt modelId="{FBC1C585-3041-48C8-A7CB-D4B2B28D5CD5}" type="pres">
      <dgm:prSet presAssocID="{4649C04B-21A7-4E20-8AD0-4CC1F85DA01C}" presName="parTx" presStyleLbl="revTx" presStyleIdx="0" presStyleCnt="6">
        <dgm:presLayoutVars>
          <dgm:chMax val="0"/>
          <dgm:chPref val="0"/>
        </dgm:presLayoutVars>
      </dgm:prSet>
      <dgm:spPr/>
    </dgm:pt>
    <dgm:pt modelId="{6887AA4A-6DDC-40AC-BF6A-58C12BF63F1B}" type="pres">
      <dgm:prSet presAssocID="{25A76047-7334-49E4-9750-278AB1496FF9}" presName="sibTrans" presStyleCnt="0"/>
      <dgm:spPr/>
    </dgm:pt>
    <dgm:pt modelId="{E174B5AF-FF0E-431C-A128-844A3DD9FBAF}" type="pres">
      <dgm:prSet presAssocID="{E2A3EAD5-895E-4DA9-9B1A-0C3F16953D12}" presName="compNode" presStyleCnt="0"/>
      <dgm:spPr/>
    </dgm:pt>
    <dgm:pt modelId="{0E61F6C2-7440-4208-A8AC-BAAD05688F85}" type="pres">
      <dgm:prSet presAssocID="{E2A3EAD5-895E-4DA9-9B1A-0C3F16953D12}" presName="bgRect" presStyleLbl="bgShp" presStyleIdx="1" presStyleCnt="6"/>
      <dgm:spPr/>
    </dgm:pt>
    <dgm:pt modelId="{3589F475-7F10-4A90-918B-C7977B56078B}" type="pres">
      <dgm:prSet presAssocID="{E2A3EAD5-895E-4DA9-9B1A-0C3F16953D1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mputer"/>
        </a:ext>
      </dgm:extLst>
    </dgm:pt>
    <dgm:pt modelId="{983A0163-0C76-4291-9B17-08CF9C3848CB}" type="pres">
      <dgm:prSet presAssocID="{E2A3EAD5-895E-4DA9-9B1A-0C3F16953D12}" presName="spaceRect" presStyleCnt="0"/>
      <dgm:spPr/>
    </dgm:pt>
    <dgm:pt modelId="{42717689-DB53-4145-93BE-E6405913252F}" type="pres">
      <dgm:prSet presAssocID="{E2A3EAD5-895E-4DA9-9B1A-0C3F16953D12}" presName="parTx" presStyleLbl="revTx" presStyleIdx="1" presStyleCnt="6">
        <dgm:presLayoutVars>
          <dgm:chMax val="0"/>
          <dgm:chPref val="0"/>
        </dgm:presLayoutVars>
      </dgm:prSet>
      <dgm:spPr/>
    </dgm:pt>
    <dgm:pt modelId="{AE7E27D0-2046-4324-9151-4362548ED25C}" type="pres">
      <dgm:prSet presAssocID="{90698AF6-E37E-4766-8413-5954CA8C7E93}" presName="sibTrans" presStyleCnt="0"/>
      <dgm:spPr/>
    </dgm:pt>
    <dgm:pt modelId="{4B5ED60A-ABD9-4DDD-8C5D-2ECCDFDE0EA1}" type="pres">
      <dgm:prSet presAssocID="{31B339AF-95F3-4865-B41B-C6578F8DF9EC}" presName="compNode" presStyleCnt="0"/>
      <dgm:spPr/>
    </dgm:pt>
    <dgm:pt modelId="{9F585FE8-6292-485B-9192-E1CC6D096B1C}" type="pres">
      <dgm:prSet presAssocID="{31B339AF-95F3-4865-B41B-C6578F8DF9EC}" presName="bgRect" presStyleLbl="bgShp" presStyleIdx="2" presStyleCnt="6"/>
      <dgm:spPr/>
    </dgm:pt>
    <dgm:pt modelId="{ABF65274-9423-40B4-AB1A-5B644597A472}" type="pres">
      <dgm:prSet presAssocID="{31B339AF-95F3-4865-B41B-C6578F8DF9E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rzędzia"/>
        </a:ext>
      </dgm:extLst>
    </dgm:pt>
    <dgm:pt modelId="{B3FC2EF3-5B69-47D7-AFD9-B85E4B3C8F83}" type="pres">
      <dgm:prSet presAssocID="{31B339AF-95F3-4865-B41B-C6578F8DF9EC}" presName="spaceRect" presStyleCnt="0"/>
      <dgm:spPr/>
    </dgm:pt>
    <dgm:pt modelId="{15896E3F-0047-4413-BB4E-CFD5497EC4CE}" type="pres">
      <dgm:prSet presAssocID="{31B339AF-95F3-4865-B41B-C6578F8DF9EC}" presName="parTx" presStyleLbl="revTx" presStyleIdx="2" presStyleCnt="6">
        <dgm:presLayoutVars>
          <dgm:chMax val="0"/>
          <dgm:chPref val="0"/>
        </dgm:presLayoutVars>
      </dgm:prSet>
      <dgm:spPr/>
    </dgm:pt>
    <dgm:pt modelId="{442C4C50-5158-4017-8FB4-EE1F33718E31}" type="pres">
      <dgm:prSet presAssocID="{91E325C2-1055-4549-8304-D6AEF80DFF44}" presName="sibTrans" presStyleCnt="0"/>
      <dgm:spPr/>
    </dgm:pt>
    <dgm:pt modelId="{A739197A-6A77-4B06-944B-0CFEA0BC7CE4}" type="pres">
      <dgm:prSet presAssocID="{3446AE2C-61D3-4F84-ADFD-807A663D019C}" presName="compNode" presStyleCnt="0"/>
      <dgm:spPr/>
    </dgm:pt>
    <dgm:pt modelId="{380ED442-25B3-4EAC-8EC2-C63BEEB7FBB2}" type="pres">
      <dgm:prSet presAssocID="{3446AE2C-61D3-4F84-ADFD-807A663D019C}" presName="bgRect" presStyleLbl="bgShp" presStyleIdx="3" presStyleCnt="6"/>
      <dgm:spPr/>
    </dgm:pt>
    <dgm:pt modelId="{55C61F96-99BB-483B-B64D-8058E5A333C3}" type="pres">
      <dgm:prSet presAssocID="{3446AE2C-61D3-4F84-ADFD-807A663D019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uczyciel"/>
        </a:ext>
      </dgm:extLst>
    </dgm:pt>
    <dgm:pt modelId="{F2B52A6F-3E96-4CC0-B6DF-2577BD6D5742}" type="pres">
      <dgm:prSet presAssocID="{3446AE2C-61D3-4F84-ADFD-807A663D019C}" presName="spaceRect" presStyleCnt="0"/>
      <dgm:spPr/>
    </dgm:pt>
    <dgm:pt modelId="{870C7735-17AA-41D2-B476-CCD6882D731D}" type="pres">
      <dgm:prSet presAssocID="{3446AE2C-61D3-4F84-ADFD-807A663D019C}" presName="parTx" presStyleLbl="revTx" presStyleIdx="3" presStyleCnt="6">
        <dgm:presLayoutVars>
          <dgm:chMax val="0"/>
          <dgm:chPref val="0"/>
        </dgm:presLayoutVars>
      </dgm:prSet>
      <dgm:spPr/>
    </dgm:pt>
    <dgm:pt modelId="{2E2DA70D-1F69-4F55-A469-A0C05C251F59}" type="pres">
      <dgm:prSet presAssocID="{610ABDB3-309A-4409-8CA1-D939EC757376}" presName="sibTrans" presStyleCnt="0"/>
      <dgm:spPr/>
    </dgm:pt>
    <dgm:pt modelId="{F9B7A4F0-B514-462B-A8B0-24B85A63651C}" type="pres">
      <dgm:prSet presAssocID="{DF4A96DC-CDF8-463B-9BAD-429143413CE4}" presName="compNode" presStyleCnt="0"/>
      <dgm:spPr/>
    </dgm:pt>
    <dgm:pt modelId="{CC4A006F-0BBA-4775-AB59-91D9D5C5F3B5}" type="pres">
      <dgm:prSet presAssocID="{DF4A96DC-CDF8-463B-9BAD-429143413CE4}" presName="bgRect" presStyleLbl="bgShp" presStyleIdx="4" presStyleCnt="6"/>
      <dgm:spPr/>
    </dgm:pt>
    <dgm:pt modelId="{7EBEA2ED-B8E9-4C3C-A3F3-482E95EB7CF1}" type="pres">
      <dgm:prSet presAssocID="{DF4A96DC-CDF8-463B-9BAD-429143413CE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kontrolna"/>
        </a:ext>
      </dgm:extLst>
    </dgm:pt>
    <dgm:pt modelId="{B89B8B27-4CBA-4A8A-A085-C64654715635}" type="pres">
      <dgm:prSet presAssocID="{DF4A96DC-CDF8-463B-9BAD-429143413CE4}" presName="spaceRect" presStyleCnt="0"/>
      <dgm:spPr/>
    </dgm:pt>
    <dgm:pt modelId="{0324F678-925B-450C-8EEF-FC86DDE0ECF8}" type="pres">
      <dgm:prSet presAssocID="{DF4A96DC-CDF8-463B-9BAD-429143413CE4}" presName="parTx" presStyleLbl="revTx" presStyleIdx="4" presStyleCnt="6">
        <dgm:presLayoutVars>
          <dgm:chMax val="0"/>
          <dgm:chPref val="0"/>
        </dgm:presLayoutVars>
      </dgm:prSet>
      <dgm:spPr/>
    </dgm:pt>
    <dgm:pt modelId="{FA554A2F-2467-435B-A802-51F0072B3887}" type="pres">
      <dgm:prSet presAssocID="{80F615C9-5F5B-4A8F-A5DA-E802F4FA398B}" presName="sibTrans" presStyleCnt="0"/>
      <dgm:spPr/>
    </dgm:pt>
    <dgm:pt modelId="{CCC38FB6-6D73-4296-95A8-F99F691EF8CA}" type="pres">
      <dgm:prSet presAssocID="{3D8ED99E-E47E-497C-AA4F-069118825DE7}" presName="compNode" presStyleCnt="0"/>
      <dgm:spPr/>
    </dgm:pt>
    <dgm:pt modelId="{A2F1538A-8FB1-4BDB-B2D8-2FB941B0A5B2}" type="pres">
      <dgm:prSet presAssocID="{3D8ED99E-E47E-497C-AA4F-069118825DE7}" presName="bgRect" presStyleLbl="bgShp" presStyleIdx="5" presStyleCnt="6"/>
      <dgm:spPr/>
    </dgm:pt>
    <dgm:pt modelId="{ED7403C4-1CC6-4AA0-9C51-0C074A14F0DD}" type="pres">
      <dgm:prSet presAssocID="{3D8ED99E-E47E-497C-AA4F-069118825DE7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3D09E07A-9D45-42FB-AF1B-4C9FB33A6E89}" type="pres">
      <dgm:prSet presAssocID="{3D8ED99E-E47E-497C-AA4F-069118825DE7}" presName="spaceRect" presStyleCnt="0"/>
      <dgm:spPr/>
    </dgm:pt>
    <dgm:pt modelId="{742AF958-04A8-4D76-AF5A-321860908FE9}" type="pres">
      <dgm:prSet presAssocID="{3D8ED99E-E47E-497C-AA4F-069118825DE7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8D862432-7196-41CF-B98B-F6D4FE6237AD}" srcId="{E94607F4-3CDA-41B7-B80C-B8C283A28F77}" destId="{4649C04B-21A7-4E20-8AD0-4CC1F85DA01C}" srcOrd="0" destOrd="0" parTransId="{3EEAC435-D8C5-42C2-98DB-F20E3F314ADC}" sibTransId="{25A76047-7334-49E4-9750-278AB1496FF9}"/>
    <dgm:cxn modelId="{5533E032-6D50-429E-80E2-265B0096E735}" srcId="{E94607F4-3CDA-41B7-B80C-B8C283A28F77}" destId="{31B339AF-95F3-4865-B41B-C6578F8DF9EC}" srcOrd="2" destOrd="0" parTransId="{82C4EC62-B581-446B-8510-9C8E47745614}" sibTransId="{91E325C2-1055-4549-8304-D6AEF80DFF44}"/>
    <dgm:cxn modelId="{D017204B-8160-4CB4-B180-79E10AF42488}" srcId="{E94607F4-3CDA-41B7-B80C-B8C283A28F77}" destId="{3D8ED99E-E47E-497C-AA4F-069118825DE7}" srcOrd="5" destOrd="0" parTransId="{B2B06E6F-9561-4B96-8236-767790F70150}" sibTransId="{A4FE1E53-430C-4576-A484-0FDD9260880D}"/>
    <dgm:cxn modelId="{A2D22D4E-F268-4988-95CA-D44EDC47B004}" srcId="{E94607F4-3CDA-41B7-B80C-B8C283A28F77}" destId="{DF4A96DC-CDF8-463B-9BAD-429143413CE4}" srcOrd="4" destOrd="0" parTransId="{09C47700-0C62-4915-8ACF-206B7BE9A3F3}" sibTransId="{80F615C9-5F5B-4A8F-A5DA-E802F4FA398B}"/>
    <dgm:cxn modelId="{8EAEED7A-18FA-4B18-B910-12A627DE0566}" type="presOf" srcId="{3446AE2C-61D3-4F84-ADFD-807A663D019C}" destId="{870C7735-17AA-41D2-B476-CCD6882D731D}" srcOrd="0" destOrd="0" presId="urn:microsoft.com/office/officeart/2018/2/layout/IconVerticalSolidList"/>
    <dgm:cxn modelId="{51A87EB4-EE59-479F-B4CB-5D5FD4399BB9}" type="presOf" srcId="{E94607F4-3CDA-41B7-B80C-B8C283A28F77}" destId="{4D4A30B4-44AC-423D-A759-F551819504E7}" srcOrd="0" destOrd="0" presId="urn:microsoft.com/office/officeart/2018/2/layout/IconVerticalSolidList"/>
    <dgm:cxn modelId="{50826EBD-1F3B-4DBA-A8F7-4BCDFD233E54}" srcId="{E94607F4-3CDA-41B7-B80C-B8C283A28F77}" destId="{E2A3EAD5-895E-4DA9-9B1A-0C3F16953D12}" srcOrd="1" destOrd="0" parTransId="{CE070124-2C3C-4996-9904-6D1FCE082BAC}" sibTransId="{90698AF6-E37E-4766-8413-5954CA8C7E93}"/>
    <dgm:cxn modelId="{7FC60AC4-72CC-4AEA-B973-0418F9E2AE97}" type="presOf" srcId="{E2A3EAD5-895E-4DA9-9B1A-0C3F16953D12}" destId="{42717689-DB53-4145-93BE-E6405913252F}" srcOrd="0" destOrd="0" presId="urn:microsoft.com/office/officeart/2018/2/layout/IconVerticalSolidList"/>
    <dgm:cxn modelId="{EEFF98C7-BC79-44AC-9DD5-977C70011606}" type="presOf" srcId="{4649C04B-21A7-4E20-8AD0-4CC1F85DA01C}" destId="{FBC1C585-3041-48C8-A7CB-D4B2B28D5CD5}" srcOrd="0" destOrd="0" presId="urn:microsoft.com/office/officeart/2018/2/layout/IconVerticalSolidList"/>
    <dgm:cxn modelId="{BC65D7CC-430E-4F58-AD28-C00B88C008A9}" type="presOf" srcId="{31B339AF-95F3-4865-B41B-C6578F8DF9EC}" destId="{15896E3F-0047-4413-BB4E-CFD5497EC4CE}" srcOrd="0" destOrd="0" presId="urn:microsoft.com/office/officeart/2018/2/layout/IconVerticalSolidList"/>
    <dgm:cxn modelId="{162AD4EA-8FC1-437D-9089-13A336E3A49D}" type="presOf" srcId="{3D8ED99E-E47E-497C-AA4F-069118825DE7}" destId="{742AF958-04A8-4D76-AF5A-321860908FE9}" srcOrd="0" destOrd="0" presId="urn:microsoft.com/office/officeart/2018/2/layout/IconVerticalSolidList"/>
    <dgm:cxn modelId="{FA9C3FF3-D9A6-4B8E-99D0-43713E6256A7}" srcId="{E94607F4-3CDA-41B7-B80C-B8C283A28F77}" destId="{3446AE2C-61D3-4F84-ADFD-807A663D019C}" srcOrd="3" destOrd="0" parTransId="{816A6156-DD7C-41EC-822E-335830E33D83}" sibTransId="{610ABDB3-309A-4409-8CA1-D939EC757376}"/>
    <dgm:cxn modelId="{B56EEEFA-4F8B-4229-B780-413700B8737D}" type="presOf" srcId="{DF4A96DC-CDF8-463B-9BAD-429143413CE4}" destId="{0324F678-925B-450C-8EEF-FC86DDE0ECF8}" srcOrd="0" destOrd="0" presId="urn:microsoft.com/office/officeart/2018/2/layout/IconVerticalSolidList"/>
    <dgm:cxn modelId="{FB119836-2B5B-408B-BBF7-238BB4E4C0D9}" type="presParOf" srcId="{4D4A30B4-44AC-423D-A759-F551819504E7}" destId="{67A8D02E-C0EE-4D9E-A58D-381DBF5DBFC2}" srcOrd="0" destOrd="0" presId="urn:microsoft.com/office/officeart/2018/2/layout/IconVerticalSolidList"/>
    <dgm:cxn modelId="{A047FC17-3B15-43DF-BE0B-EEFDFF53A0FD}" type="presParOf" srcId="{67A8D02E-C0EE-4D9E-A58D-381DBF5DBFC2}" destId="{3FA925CA-CC70-4C1A-8DA2-49E249795EC4}" srcOrd="0" destOrd="0" presId="urn:microsoft.com/office/officeart/2018/2/layout/IconVerticalSolidList"/>
    <dgm:cxn modelId="{990B7534-DF4A-4073-84F9-8B859A564740}" type="presParOf" srcId="{67A8D02E-C0EE-4D9E-A58D-381DBF5DBFC2}" destId="{93D2D6A9-4E3C-4777-96B6-BB2F0A79D366}" srcOrd="1" destOrd="0" presId="urn:microsoft.com/office/officeart/2018/2/layout/IconVerticalSolidList"/>
    <dgm:cxn modelId="{C29665FA-C2E3-4604-8EF2-2867BD8939B2}" type="presParOf" srcId="{67A8D02E-C0EE-4D9E-A58D-381DBF5DBFC2}" destId="{D032D7D3-6086-42E1-ACFD-C4E8D2D4A6B0}" srcOrd="2" destOrd="0" presId="urn:microsoft.com/office/officeart/2018/2/layout/IconVerticalSolidList"/>
    <dgm:cxn modelId="{78787F5B-596B-449C-8B21-74311A1F2C2D}" type="presParOf" srcId="{67A8D02E-C0EE-4D9E-A58D-381DBF5DBFC2}" destId="{FBC1C585-3041-48C8-A7CB-D4B2B28D5CD5}" srcOrd="3" destOrd="0" presId="urn:microsoft.com/office/officeart/2018/2/layout/IconVerticalSolidList"/>
    <dgm:cxn modelId="{B72E4E36-78CE-4418-8AA8-792020156FC4}" type="presParOf" srcId="{4D4A30B4-44AC-423D-A759-F551819504E7}" destId="{6887AA4A-6DDC-40AC-BF6A-58C12BF63F1B}" srcOrd="1" destOrd="0" presId="urn:microsoft.com/office/officeart/2018/2/layout/IconVerticalSolidList"/>
    <dgm:cxn modelId="{B3DAD189-CD3C-42E9-8242-11D093A4148A}" type="presParOf" srcId="{4D4A30B4-44AC-423D-A759-F551819504E7}" destId="{E174B5AF-FF0E-431C-A128-844A3DD9FBAF}" srcOrd="2" destOrd="0" presId="urn:microsoft.com/office/officeart/2018/2/layout/IconVerticalSolidList"/>
    <dgm:cxn modelId="{56A29E03-2943-4BC3-8AA8-45A08347D9F0}" type="presParOf" srcId="{E174B5AF-FF0E-431C-A128-844A3DD9FBAF}" destId="{0E61F6C2-7440-4208-A8AC-BAAD05688F85}" srcOrd="0" destOrd="0" presId="urn:microsoft.com/office/officeart/2018/2/layout/IconVerticalSolidList"/>
    <dgm:cxn modelId="{2820384F-D502-45E8-948B-61DF1E000BF6}" type="presParOf" srcId="{E174B5AF-FF0E-431C-A128-844A3DD9FBAF}" destId="{3589F475-7F10-4A90-918B-C7977B56078B}" srcOrd="1" destOrd="0" presId="urn:microsoft.com/office/officeart/2018/2/layout/IconVerticalSolidList"/>
    <dgm:cxn modelId="{57244A93-2A29-49DC-AEED-859C9CA70BA4}" type="presParOf" srcId="{E174B5AF-FF0E-431C-A128-844A3DD9FBAF}" destId="{983A0163-0C76-4291-9B17-08CF9C3848CB}" srcOrd="2" destOrd="0" presId="urn:microsoft.com/office/officeart/2018/2/layout/IconVerticalSolidList"/>
    <dgm:cxn modelId="{BB74E2E3-676B-4694-9E09-EC10F44CCDAA}" type="presParOf" srcId="{E174B5AF-FF0E-431C-A128-844A3DD9FBAF}" destId="{42717689-DB53-4145-93BE-E6405913252F}" srcOrd="3" destOrd="0" presId="urn:microsoft.com/office/officeart/2018/2/layout/IconVerticalSolidList"/>
    <dgm:cxn modelId="{A2048358-D235-401D-8A53-01D1380E1342}" type="presParOf" srcId="{4D4A30B4-44AC-423D-A759-F551819504E7}" destId="{AE7E27D0-2046-4324-9151-4362548ED25C}" srcOrd="3" destOrd="0" presId="urn:microsoft.com/office/officeart/2018/2/layout/IconVerticalSolidList"/>
    <dgm:cxn modelId="{E5944A4F-0AC8-4625-82AB-9C0880F628A0}" type="presParOf" srcId="{4D4A30B4-44AC-423D-A759-F551819504E7}" destId="{4B5ED60A-ABD9-4DDD-8C5D-2ECCDFDE0EA1}" srcOrd="4" destOrd="0" presId="urn:microsoft.com/office/officeart/2018/2/layout/IconVerticalSolidList"/>
    <dgm:cxn modelId="{F6EC9AAD-DADA-4116-B9C3-E2FA7F6CA933}" type="presParOf" srcId="{4B5ED60A-ABD9-4DDD-8C5D-2ECCDFDE0EA1}" destId="{9F585FE8-6292-485B-9192-E1CC6D096B1C}" srcOrd="0" destOrd="0" presId="urn:microsoft.com/office/officeart/2018/2/layout/IconVerticalSolidList"/>
    <dgm:cxn modelId="{2BCB2B0A-6761-4512-BD4F-2578C85A14B8}" type="presParOf" srcId="{4B5ED60A-ABD9-4DDD-8C5D-2ECCDFDE0EA1}" destId="{ABF65274-9423-40B4-AB1A-5B644597A472}" srcOrd="1" destOrd="0" presId="urn:microsoft.com/office/officeart/2018/2/layout/IconVerticalSolidList"/>
    <dgm:cxn modelId="{97FA201C-3DFB-41CA-9F06-B919B4E7C50D}" type="presParOf" srcId="{4B5ED60A-ABD9-4DDD-8C5D-2ECCDFDE0EA1}" destId="{B3FC2EF3-5B69-47D7-AFD9-B85E4B3C8F83}" srcOrd="2" destOrd="0" presId="urn:microsoft.com/office/officeart/2018/2/layout/IconVerticalSolidList"/>
    <dgm:cxn modelId="{C865184C-D084-4B13-BC6B-009FACD61BFC}" type="presParOf" srcId="{4B5ED60A-ABD9-4DDD-8C5D-2ECCDFDE0EA1}" destId="{15896E3F-0047-4413-BB4E-CFD5497EC4CE}" srcOrd="3" destOrd="0" presId="urn:microsoft.com/office/officeart/2018/2/layout/IconVerticalSolidList"/>
    <dgm:cxn modelId="{015B0CDD-A84F-425F-ADF4-36006826CF44}" type="presParOf" srcId="{4D4A30B4-44AC-423D-A759-F551819504E7}" destId="{442C4C50-5158-4017-8FB4-EE1F33718E31}" srcOrd="5" destOrd="0" presId="urn:microsoft.com/office/officeart/2018/2/layout/IconVerticalSolidList"/>
    <dgm:cxn modelId="{313FA9FE-5B63-4B32-98A7-B0405212DA68}" type="presParOf" srcId="{4D4A30B4-44AC-423D-A759-F551819504E7}" destId="{A739197A-6A77-4B06-944B-0CFEA0BC7CE4}" srcOrd="6" destOrd="0" presId="urn:microsoft.com/office/officeart/2018/2/layout/IconVerticalSolidList"/>
    <dgm:cxn modelId="{FFCACF47-7EAB-4639-8F7F-B8A899FF0FB0}" type="presParOf" srcId="{A739197A-6A77-4B06-944B-0CFEA0BC7CE4}" destId="{380ED442-25B3-4EAC-8EC2-C63BEEB7FBB2}" srcOrd="0" destOrd="0" presId="urn:microsoft.com/office/officeart/2018/2/layout/IconVerticalSolidList"/>
    <dgm:cxn modelId="{E7BC0AD3-9152-481A-B76C-D31A6989A612}" type="presParOf" srcId="{A739197A-6A77-4B06-944B-0CFEA0BC7CE4}" destId="{55C61F96-99BB-483B-B64D-8058E5A333C3}" srcOrd="1" destOrd="0" presId="urn:microsoft.com/office/officeart/2018/2/layout/IconVerticalSolidList"/>
    <dgm:cxn modelId="{FE6CD715-282E-4B70-89A4-379194B29B97}" type="presParOf" srcId="{A739197A-6A77-4B06-944B-0CFEA0BC7CE4}" destId="{F2B52A6F-3E96-4CC0-B6DF-2577BD6D5742}" srcOrd="2" destOrd="0" presId="urn:microsoft.com/office/officeart/2018/2/layout/IconVerticalSolidList"/>
    <dgm:cxn modelId="{1143C6E7-38F1-4B42-8DEA-D07541D269CA}" type="presParOf" srcId="{A739197A-6A77-4B06-944B-0CFEA0BC7CE4}" destId="{870C7735-17AA-41D2-B476-CCD6882D731D}" srcOrd="3" destOrd="0" presId="urn:microsoft.com/office/officeart/2018/2/layout/IconVerticalSolidList"/>
    <dgm:cxn modelId="{3837EF61-270E-4BF0-BDA9-AB961AD62AC9}" type="presParOf" srcId="{4D4A30B4-44AC-423D-A759-F551819504E7}" destId="{2E2DA70D-1F69-4F55-A469-A0C05C251F59}" srcOrd="7" destOrd="0" presId="urn:microsoft.com/office/officeart/2018/2/layout/IconVerticalSolidList"/>
    <dgm:cxn modelId="{FEBD9A65-4924-4B74-98FD-5EEF61E4B34A}" type="presParOf" srcId="{4D4A30B4-44AC-423D-A759-F551819504E7}" destId="{F9B7A4F0-B514-462B-A8B0-24B85A63651C}" srcOrd="8" destOrd="0" presId="urn:microsoft.com/office/officeart/2018/2/layout/IconVerticalSolidList"/>
    <dgm:cxn modelId="{5903CA3B-87F8-4A0B-81FF-8E1DB7271CF7}" type="presParOf" srcId="{F9B7A4F0-B514-462B-A8B0-24B85A63651C}" destId="{CC4A006F-0BBA-4775-AB59-91D9D5C5F3B5}" srcOrd="0" destOrd="0" presId="urn:microsoft.com/office/officeart/2018/2/layout/IconVerticalSolidList"/>
    <dgm:cxn modelId="{7C34D003-7A98-40D3-AD8A-9511E81664B4}" type="presParOf" srcId="{F9B7A4F0-B514-462B-A8B0-24B85A63651C}" destId="{7EBEA2ED-B8E9-4C3C-A3F3-482E95EB7CF1}" srcOrd="1" destOrd="0" presId="urn:microsoft.com/office/officeart/2018/2/layout/IconVerticalSolidList"/>
    <dgm:cxn modelId="{6E9C172B-A826-4CC0-9145-F4085E6B92EA}" type="presParOf" srcId="{F9B7A4F0-B514-462B-A8B0-24B85A63651C}" destId="{B89B8B27-4CBA-4A8A-A085-C64654715635}" srcOrd="2" destOrd="0" presId="urn:microsoft.com/office/officeart/2018/2/layout/IconVerticalSolidList"/>
    <dgm:cxn modelId="{F9F6EF8A-5D8B-4D73-BA9C-4BB9F0B6A6E6}" type="presParOf" srcId="{F9B7A4F0-B514-462B-A8B0-24B85A63651C}" destId="{0324F678-925B-450C-8EEF-FC86DDE0ECF8}" srcOrd="3" destOrd="0" presId="urn:microsoft.com/office/officeart/2018/2/layout/IconVerticalSolidList"/>
    <dgm:cxn modelId="{4A3D0837-0156-42B0-BA40-F56A3983E65F}" type="presParOf" srcId="{4D4A30B4-44AC-423D-A759-F551819504E7}" destId="{FA554A2F-2467-435B-A802-51F0072B3887}" srcOrd="9" destOrd="0" presId="urn:microsoft.com/office/officeart/2018/2/layout/IconVerticalSolidList"/>
    <dgm:cxn modelId="{65DBCB10-6759-4201-B6F1-71A67CE625B8}" type="presParOf" srcId="{4D4A30B4-44AC-423D-A759-F551819504E7}" destId="{CCC38FB6-6D73-4296-95A8-F99F691EF8CA}" srcOrd="10" destOrd="0" presId="urn:microsoft.com/office/officeart/2018/2/layout/IconVerticalSolidList"/>
    <dgm:cxn modelId="{993C65A6-599D-40E4-B405-D246A90CE1C1}" type="presParOf" srcId="{CCC38FB6-6D73-4296-95A8-F99F691EF8CA}" destId="{A2F1538A-8FB1-4BDB-B2D8-2FB941B0A5B2}" srcOrd="0" destOrd="0" presId="urn:microsoft.com/office/officeart/2018/2/layout/IconVerticalSolidList"/>
    <dgm:cxn modelId="{88411ECE-8E50-4E42-8C14-18F82136ACB1}" type="presParOf" srcId="{CCC38FB6-6D73-4296-95A8-F99F691EF8CA}" destId="{ED7403C4-1CC6-4AA0-9C51-0C074A14F0DD}" srcOrd="1" destOrd="0" presId="urn:microsoft.com/office/officeart/2018/2/layout/IconVerticalSolidList"/>
    <dgm:cxn modelId="{3DD0FF7D-B808-4531-8FD3-F4E3CFC5CFBC}" type="presParOf" srcId="{CCC38FB6-6D73-4296-95A8-F99F691EF8CA}" destId="{3D09E07A-9D45-42FB-AF1B-4C9FB33A6E89}" srcOrd="2" destOrd="0" presId="urn:microsoft.com/office/officeart/2018/2/layout/IconVerticalSolidList"/>
    <dgm:cxn modelId="{036D5E54-CD35-458E-9561-26187C769605}" type="presParOf" srcId="{CCC38FB6-6D73-4296-95A8-F99F691EF8CA}" destId="{742AF958-04A8-4D76-AF5A-321860908FE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7832D9-6381-4E31-B5AF-39D84A4AE48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DF4E0F-80EB-4654-8941-F61F36B7B4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</a:t>
          </a:r>
          <a:r>
            <a:rPr lang="pl-PL"/>
            <a:t>udżet projektu tworzy się poprzez:</a:t>
          </a:r>
          <a:endParaRPr lang="en-US"/>
        </a:p>
      </dgm:t>
    </dgm:pt>
    <dgm:pt modelId="{5E8D92F6-E21B-4C2E-8B07-399FB955F97F}" type="parTrans" cxnId="{81389B29-ED1B-4DA7-8567-82E97E078A6F}">
      <dgm:prSet/>
      <dgm:spPr/>
      <dgm:t>
        <a:bodyPr/>
        <a:lstStyle/>
        <a:p>
          <a:endParaRPr lang="en-US"/>
        </a:p>
      </dgm:t>
    </dgm:pt>
    <dgm:pt modelId="{A249D4D3-6F05-44C3-843F-9A79E619023D}" type="sibTrans" cxnId="{81389B29-ED1B-4DA7-8567-82E97E078A6F}">
      <dgm:prSet/>
      <dgm:spPr/>
      <dgm:t>
        <a:bodyPr/>
        <a:lstStyle/>
        <a:p>
          <a:endParaRPr lang="en-US"/>
        </a:p>
      </dgm:t>
    </dgm:pt>
    <dgm:pt modelId="{90D5690C-7063-41F5-83B8-CA21DC2EE92D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analizę zakresu prac </a:t>
          </a:r>
          <a:endParaRPr lang="en-US"/>
        </a:p>
      </dgm:t>
    </dgm:pt>
    <dgm:pt modelId="{70E27F55-1396-4C70-B8D0-388804655C7D}" type="parTrans" cxnId="{FB9857B1-2FD9-44FB-A07A-FA148E2F7EED}">
      <dgm:prSet/>
      <dgm:spPr/>
      <dgm:t>
        <a:bodyPr/>
        <a:lstStyle/>
        <a:p>
          <a:endParaRPr lang="en-US"/>
        </a:p>
      </dgm:t>
    </dgm:pt>
    <dgm:pt modelId="{F2BA4A57-8544-4A26-A5EB-776112B64721}" type="sibTrans" cxnId="{FB9857B1-2FD9-44FB-A07A-FA148E2F7EED}">
      <dgm:prSet/>
      <dgm:spPr/>
      <dgm:t>
        <a:bodyPr/>
        <a:lstStyle/>
        <a:p>
          <a:endParaRPr lang="en-US"/>
        </a:p>
      </dgm:t>
    </dgm:pt>
    <dgm:pt modelId="{37527D4E-24A1-45D7-B940-670A299B1A31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estymację czasu i zasobów </a:t>
          </a:r>
          <a:endParaRPr lang="en-US"/>
        </a:p>
      </dgm:t>
    </dgm:pt>
    <dgm:pt modelId="{D2975C29-1D8E-4AD1-972B-37DFE99879FE}" type="parTrans" cxnId="{EA3EED36-DBEB-4651-A909-01DB1C740660}">
      <dgm:prSet/>
      <dgm:spPr/>
      <dgm:t>
        <a:bodyPr/>
        <a:lstStyle/>
        <a:p>
          <a:endParaRPr lang="en-US"/>
        </a:p>
      </dgm:t>
    </dgm:pt>
    <dgm:pt modelId="{2392ED4E-CE70-4C00-A774-8DCF834421FD}" type="sibTrans" cxnId="{EA3EED36-DBEB-4651-A909-01DB1C740660}">
      <dgm:prSet/>
      <dgm:spPr/>
      <dgm:t>
        <a:bodyPr/>
        <a:lstStyle/>
        <a:p>
          <a:endParaRPr lang="en-US"/>
        </a:p>
      </dgm:t>
    </dgm:pt>
    <dgm:pt modelId="{88B4834D-556B-4F4B-973A-0C95DAA0CE67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analizę ryzyka </a:t>
          </a:r>
          <a:endParaRPr lang="en-US"/>
        </a:p>
      </dgm:t>
    </dgm:pt>
    <dgm:pt modelId="{61B47958-B096-43B4-9C44-7F8C74083712}" type="parTrans" cxnId="{A454E44A-44B5-4813-BFEA-B81B3495FD51}">
      <dgm:prSet/>
      <dgm:spPr/>
      <dgm:t>
        <a:bodyPr/>
        <a:lstStyle/>
        <a:p>
          <a:endParaRPr lang="en-US"/>
        </a:p>
      </dgm:t>
    </dgm:pt>
    <dgm:pt modelId="{E0853605-6E3C-4E87-8C55-CAFD831985F0}" type="sibTrans" cxnId="{A454E44A-44B5-4813-BFEA-B81B3495FD51}">
      <dgm:prSet/>
      <dgm:spPr/>
      <dgm:t>
        <a:bodyPr/>
        <a:lstStyle/>
        <a:p>
          <a:endParaRPr lang="en-US"/>
        </a:p>
      </dgm:t>
    </dgm:pt>
    <dgm:pt modelId="{9E175345-0FC0-4971-B5CC-3E98FBDD6C64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uwzględnienie rezerw</a:t>
          </a:r>
          <a:endParaRPr lang="en-US"/>
        </a:p>
      </dgm:t>
    </dgm:pt>
    <dgm:pt modelId="{229A22FB-2789-49D4-8CF0-9E50DDF84F2E}" type="parTrans" cxnId="{51733799-D43A-4813-AFAC-9FFEE330DD96}">
      <dgm:prSet/>
      <dgm:spPr/>
      <dgm:t>
        <a:bodyPr/>
        <a:lstStyle/>
        <a:p>
          <a:endParaRPr lang="en-US"/>
        </a:p>
      </dgm:t>
    </dgm:pt>
    <dgm:pt modelId="{A58214FF-5DA0-4061-AC34-ED7D6B6BDCE8}" type="sibTrans" cxnId="{51733799-D43A-4813-AFAC-9FFEE330DD96}">
      <dgm:prSet/>
      <dgm:spPr/>
      <dgm:t>
        <a:bodyPr/>
        <a:lstStyle/>
        <a:p>
          <a:endParaRPr lang="en-US"/>
        </a:p>
      </dgm:t>
    </dgm:pt>
    <dgm:pt modelId="{ACD39EAE-365E-4BBD-86F0-47A70166B95A}" type="pres">
      <dgm:prSet presAssocID="{947832D9-6381-4E31-B5AF-39D84A4AE487}" presName="root" presStyleCnt="0">
        <dgm:presLayoutVars>
          <dgm:dir/>
          <dgm:resizeHandles val="exact"/>
        </dgm:presLayoutVars>
      </dgm:prSet>
      <dgm:spPr/>
    </dgm:pt>
    <dgm:pt modelId="{631AB5BD-46B3-4E18-9D50-CC1F62CA722A}" type="pres">
      <dgm:prSet presAssocID="{88DF4E0F-80EB-4654-8941-F61F36B7B43F}" presName="compNode" presStyleCnt="0"/>
      <dgm:spPr/>
    </dgm:pt>
    <dgm:pt modelId="{6DC883B2-4BAE-41E7-900F-48F0039C9625}" type="pres">
      <dgm:prSet presAssocID="{88DF4E0F-80EB-4654-8941-F61F36B7B43F}" presName="bgRect" presStyleLbl="bgShp" presStyleIdx="0" presStyleCnt="5"/>
      <dgm:spPr/>
    </dgm:pt>
    <dgm:pt modelId="{E822CEC1-11BA-4A17-811A-B178CED62BF6}" type="pres">
      <dgm:prSet presAssocID="{88DF4E0F-80EB-4654-8941-F61F36B7B43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ty"/>
        </a:ext>
      </dgm:extLst>
    </dgm:pt>
    <dgm:pt modelId="{17A238D0-8EB2-47F8-BD5C-18513E23DFCE}" type="pres">
      <dgm:prSet presAssocID="{88DF4E0F-80EB-4654-8941-F61F36B7B43F}" presName="spaceRect" presStyleCnt="0"/>
      <dgm:spPr/>
    </dgm:pt>
    <dgm:pt modelId="{7A4A56AE-0384-4000-A24F-19D9569C9541}" type="pres">
      <dgm:prSet presAssocID="{88DF4E0F-80EB-4654-8941-F61F36B7B43F}" presName="parTx" presStyleLbl="revTx" presStyleIdx="0" presStyleCnt="5">
        <dgm:presLayoutVars>
          <dgm:chMax val="0"/>
          <dgm:chPref val="0"/>
        </dgm:presLayoutVars>
      </dgm:prSet>
      <dgm:spPr/>
    </dgm:pt>
    <dgm:pt modelId="{0974DEE7-983C-4C8B-903D-13FBF9449F5D}" type="pres">
      <dgm:prSet presAssocID="{A249D4D3-6F05-44C3-843F-9A79E619023D}" presName="sibTrans" presStyleCnt="0"/>
      <dgm:spPr/>
    </dgm:pt>
    <dgm:pt modelId="{9AD7BB24-14C6-4362-A290-02A7CA7937B0}" type="pres">
      <dgm:prSet presAssocID="{90D5690C-7063-41F5-83B8-CA21DC2EE92D}" presName="compNode" presStyleCnt="0"/>
      <dgm:spPr/>
    </dgm:pt>
    <dgm:pt modelId="{30E4E67E-35D3-4E47-A5B8-E82337C91E7F}" type="pres">
      <dgm:prSet presAssocID="{90D5690C-7063-41F5-83B8-CA21DC2EE92D}" presName="bgRect" presStyleLbl="bgShp" presStyleIdx="1" presStyleCnt="5"/>
      <dgm:spPr/>
    </dgm:pt>
    <dgm:pt modelId="{314CEF18-92FF-4D3B-9DC5-48BED2BAB090}" type="pres">
      <dgm:prSet presAssocID="{90D5690C-7063-41F5-83B8-CA21DC2EE92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B6DCB974-B844-4118-8279-80CF1A0878A5}" type="pres">
      <dgm:prSet presAssocID="{90D5690C-7063-41F5-83B8-CA21DC2EE92D}" presName="spaceRect" presStyleCnt="0"/>
      <dgm:spPr/>
    </dgm:pt>
    <dgm:pt modelId="{1B150FE8-7250-439B-82C7-F081F94535AA}" type="pres">
      <dgm:prSet presAssocID="{90D5690C-7063-41F5-83B8-CA21DC2EE92D}" presName="parTx" presStyleLbl="revTx" presStyleIdx="1" presStyleCnt="5">
        <dgm:presLayoutVars>
          <dgm:chMax val="0"/>
          <dgm:chPref val="0"/>
        </dgm:presLayoutVars>
      </dgm:prSet>
      <dgm:spPr/>
    </dgm:pt>
    <dgm:pt modelId="{4CFAF2A8-1107-4AAB-A8EB-7A049E9C5001}" type="pres">
      <dgm:prSet presAssocID="{F2BA4A57-8544-4A26-A5EB-776112B64721}" presName="sibTrans" presStyleCnt="0"/>
      <dgm:spPr/>
    </dgm:pt>
    <dgm:pt modelId="{8050F178-2FEB-41BB-8D9F-CA2B636C5B55}" type="pres">
      <dgm:prSet presAssocID="{37527D4E-24A1-45D7-B940-670A299B1A31}" presName="compNode" presStyleCnt="0"/>
      <dgm:spPr/>
    </dgm:pt>
    <dgm:pt modelId="{FD9570C1-B492-4CFF-9E84-30E2A09730CC}" type="pres">
      <dgm:prSet presAssocID="{37527D4E-24A1-45D7-B940-670A299B1A31}" presName="bgRect" presStyleLbl="bgShp" presStyleIdx="2" presStyleCnt="5"/>
      <dgm:spPr/>
    </dgm:pt>
    <dgm:pt modelId="{A586B909-34A5-4619-A4B9-0AC771A102C1}" type="pres">
      <dgm:prSet presAssocID="{37527D4E-24A1-45D7-B940-670A299B1A3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er"/>
        </a:ext>
      </dgm:extLst>
    </dgm:pt>
    <dgm:pt modelId="{1F084483-CA3D-4373-A7EB-C47F4F77E77F}" type="pres">
      <dgm:prSet presAssocID="{37527D4E-24A1-45D7-B940-670A299B1A31}" presName="spaceRect" presStyleCnt="0"/>
      <dgm:spPr/>
    </dgm:pt>
    <dgm:pt modelId="{3CC69D55-1DF7-47BE-9B3B-631A7E769CCF}" type="pres">
      <dgm:prSet presAssocID="{37527D4E-24A1-45D7-B940-670A299B1A31}" presName="parTx" presStyleLbl="revTx" presStyleIdx="2" presStyleCnt="5">
        <dgm:presLayoutVars>
          <dgm:chMax val="0"/>
          <dgm:chPref val="0"/>
        </dgm:presLayoutVars>
      </dgm:prSet>
      <dgm:spPr/>
    </dgm:pt>
    <dgm:pt modelId="{6F6C808B-D395-4992-AB1F-881D1CC79216}" type="pres">
      <dgm:prSet presAssocID="{2392ED4E-CE70-4C00-A774-8DCF834421FD}" presName="sibTrans" presStyleCnt="0"/>
      <dgm:spPr/>
    </dgm:pt>
    <dgm:pt modelId="{35A20D2F-C54A-4ED7-9709-500EA2150890}" type="pres">
      <dgm:prSet presAssocID="{88B4834D-556B-4F4B-973A-0C95DAA0CE67}" presName="compNode" presStyleCnt="0"/>
      <dgm:spPr/>
    </dgm:pt>
    <dgm:pt modelId="{9C4DBDE6-45DD-4191-A566-EB9C60C00131}" type="pres">
      <dgm:prSet presAssocID="{88B4834D-556B-4F4B-973A-0C95DAA0CE67}" presName="bgRect" presStyleLbl="bgShp" presStyleIdx="3" presStyleCnt="5"/>
      <dgm:spPr/>
    </dgm:pt>
    <dgm:pt modelId="{3D1D4192-79E7-4D11-B326-3B6E47C8AFB1}" type="pres">
      <dgm:prSet presAssocID="{88B4834D-556B-4F4B-973A-0C95DAA0CE6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strzeżenie"/>
        </a:ext>
      </dgm:extLst>
    </dgm:pt>
    <dgm:pt modelId="{28D93106-6AE8-4C96-BABA-5830CB0A2471}" type="pres">
      <dgm:prSet presAssocID="{88B4834D-556B-4F4B-973A-0C95DAA0CE67}" presName="spaceRect" presStyleCnt="0"/>
      <dgm:spPr/>
    </dgm:pt>
    <dgm:pt modelId="{5C17D112-0544-4A82-A69D-273AC8C147EB}" type="pres">
      <dgm:prSet presAssocID="{88B4834D-556B-4F4B-973A-0C95DAA0CE67}" presName="parTx" presStyleLbl="revTx" presStyleIdx="3" presStyleCnt="5">
        <dgm:presLayoutVars>
          <dgm:chMax val="0"/>
          <dgm:chPref val="0"/>
        </dgm:presLayoutVars>
      </dgm:prSet>
      <dgm:spPr/>
    </dgm:pt>
    <dgm:pt modelId="{19BD7D1D-2422-4944-9E66-0D334D723306}" type="pres">
      <dgm:prSet presAssocID="{E0853605-6E3C-4E87-8C55-CAFD831985F0}" presName="sibTrans" presStyleCnt="0"/>
      <dgm:spPr/>
    </dgm:pt>
    <dgm:pt modelId="{1F011F27-9BF6-46BB-871D-73522B4E3648}" type="pres">
      <dgm:prSet presAssocID="{9E175345-0FC0-4971-B5CC-3E98FBDD6C64}" presName="compNode" presStyleCnt="0"/>
      <dgm:spPr/>
    </dgm:pt>
    <dgm:pt modelId="{555BE632-5B89-4DEB-B226-283207B98323}" type="pres">
      <dgm:prSet presAssocID="{9E175345-0FC0-4971-B5CC-3E98FBDD6C64}" presName="bgRect" presStyleLbl="bgShp" presStyleIdx="4" presStyleCnt="5"/>
      <dgm:spPr/>
    </dgm:pt>
    <dgm:pt modelId="{B4C305F7-8433-4E5B-AAC6-854C8B3CCA5F}" type="pres">
      <dgm:prSet presAssocID="{9E175345-0FC0-4971-B5CC-3E98FBDD6C6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9C6EF4D4-F8B3-4157-89E6-D7213721E76A}" type="pres">
      <dgm:prSet presAssocID="{9E175345-0FC0-4971-B5CC-3E98FBDD6C64}" presName="spaceRect" presStyleCnt="0"/>
      <dgm:spPr/>
    </dgm:pt>
    <dgm:pt modelId="{EB6D971F-FD42-475A-AFBB-931F2EE6CE54}" type="pres">
      <dgm:prSet presAssocID="{9E175345-0FC0-4971-B5CC-3E98FBDD6C6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37C7B19-5FDC-43F5-BCB1-C1E1807DAD4B}" type="presOf" srcId="{88B4834D-556B-4F4B-973A-0C95DAA0CE67}" destId="{5C17D112-0544-4A82-A69D-273AC8C147EB}" srcOrd="0" destOrd="0" presId="urn:microsoft.com/office/officeart/2018/2/layout/IconVerticalSolidList"/>
    <dgm:cxn modelId="{81389B29-ED1B-4DA7-8567-82E97E078A6F}" srcId="{947832D9-6381-4E31-B5AF-39D84A4AE487}" destId="{88DF4E0F-80EB-4654-8941-F61F36B7B43F}" srcOrd="0" destOrd="0" parTransId="{5E8D92F6-E21B-4C2E-8B07-399FB955F97F}" sibTransId="{A249D4D3-6F05-44C3-843F-9A79E619023D}"/>
    <dgm:cxn modelId="{EA3EED36-DBEB-4651-A909-01DB1C740660}" srcId="{947832D9-6381-4E31-B5AF-39D84A4AE487}" destId="{37527D4E-24A1-45D7-B940-670A299B1A31}" srcOrd="2" destOrd="0" parTransId="{D2975C29-1D8E-4AD1-972B-37DFE99879FE}" sibTransId="{2392ED4E-CE70-4C00-A774-8DCF834421FD}"/>
    <dgm:cxn modelId="{A454E44A-44B5-4813-BFEA-B81B3495FD51}" srcId="{947832D9-6381-4E31-B5AF-39D84A4AE487}" destId="{88B4834D-556B-4F4B-973A-0C95DAA0CE67}" srcOrd="3" destOrd="0" parTransId="{61B47958-B096-43B4-9C44-7F8C74083712}" sibTransId="{E0853605-6E3C-4E87-8C55-CAFD831985F0}"/>
    <dgm:cxn modelId="{38BA7885-ADA9-4462-83C2-35739AA64732}" type="presOf" srcId="{90D5690C-7063-41F5-83B8-CA21DC2EE92D}" destId="{1B150FE8-7250-439B-82C7-F081F94535AA}" srcOrd="0" destOrd="0" presId="urn:microsoft.com/office/officeart/2018/2/layout/IconVerticalSolidList"/>
    <dgm:cxn modelId="{51733799-D43A-4813-AFAC-9FFEE330DD96}" srcId="{947832D9-6381-4E31-B5AF-39D84A4AE487}" destId="{9E175345-0FC0-4971-B5CC-3E98FBDD6C64}" srcOrd="4" destOrd="0" parTransId="{229A22FB-2789-49D4-8CF0-9E50DDF84F2E}" sibTransId="{A58214FF-5DA0-4061-AC34-ED7D6B6BDCE8}"/>
    <dgm:cxn modelId="{77997D9C-6DF1-4C70-9E39-3DF57B96133C}" type="presOf" srcId="{37527D4E-24A1-45D7-B940-670A299B1A31}" destId="{3CC69D55-1DF7-47BE-9B3B-631A7E769CCF}" srcOrd="0" destOrd="0" presId="urn:microsoft.com/office/officeart/2018/2/layout/IconVerticalSolidList"/>
    <dgm:cxn modelId="{387B8D9F-6900-40DD-A00A-2B711B5005CA}" type="presOf" srcId="{947832D9-6381-4E31-B5AF-39D84A4AE487}" destId="{ACD39EAE-365E-4BBD-86F0-47A70166B95A}" srcOrd="0" destOrd="0" presId="urn:microsoft.com/office/officeart/2018/2/layout/IconVerticalSolidList"/>
    <dgm:cxn modelId="{30B753AE-E574-4499-9C00-D342EC5B7171}" type="presOf" srcId="{88DF4E0F-80EB-4654-8941-F61F36B7B43F}" destId="{7A4A56AE-0384-4000-A24F-19D9569C9541}" srcOrd="0" destOrd="0" presId="urn:microsoft.com/office/officeart/2018/2/layout/IconVerticalSolidList"/>
    <dgm:cxn modelId="{FB9857B1-2FD9-44FB-A07A-FA148E2F7EED}" srcId="{947832D9-6381-4E31-B5AF-39D84A4AE487}" destId="{90D5690C-7063-41F5-83B8-CA21DC2EE92D}" srcOrd="1" destOrd="0" parTransId="{70E27F55-1396-4C70-B8D0-388804655C7D}" sibTransId="{F2BA4A57-8544-4A26-A5EB-776112B64721}"/>
    <dgm:cxn modelId="{310A20BA-28DF-4762-96E6-A6BDBB332FF9}" type="presOf" srcId="{9E175345-0FC0-4971-B5CC-3E98FBDD6C64}" destId="{EB6D971F-FD42-475A-AFBB-931F2EE6CE54}" srcOrd="0" destOrd="0" presId="urn:microsoft.com/office/officeart/2018/2/layout/IconVerticalSolidList"/>
    <dgm:cxn modelId="{971C90BF-41C7-4781-83C1-31B4A0896811}" type="presParOf" srcId="{ACD39EAE-365E-4BBD-86F0-47A70166B95A}" destId="{631AB5BD-46B3-4E18-9D50-CC1F62CA722A}" srcOrd="0" destOrd="0" presId="urn:microsoft.com/office/officeart/2018/2/layout/IconVerticalSolidList"/>
    <dgm:cxn modelId="{25D2935F-7CA6-4698-935A-F40D0745346A}" type="presParOf" srcId="{631AB5BD-46B3-4E18-9D50-CC1F62CA722A}" destId="{6DC883B2-4BAE-41E7-900F-48F0039C9625}" srcOrd="0" destOrd="0" presId="urn:microsoft.com/office/officeart/2018/2/layout/IconVerticalSolidList"/>
    <dgm:cxn modelId="{981BA2FC-4EEC-4313-8202-51DFF386C555}" type="presParOf" srcId="{631AB5BD-46B3-4E18-9D50-CC1F62CA722A}" destId="{E822CEC1-11BA-4A17-811A-B178CED62BF6}" srcOrd="1" destOrd="0" presId="urn:microsoft.com/office/officeart/2018/2/layout/IconVerticalSolidList"/>
    <dgm:cxn modelId="{44678164-144F-465C-8641-282E0C1F6CC1}" type="presParOf" srcId="{631AB5BD-46B3-4E18-9D50-CC1F62CA722A}" destId="{17A238D0-8EB2-47F8-BD5C-18513E23DFCE}" srcOrd="2" destOrd="0" presId="urn:microsoft.com/office/officeart/2018/2/layout/IconVerticalSolidList"/>
    <dgm:cxn modelId="{B77B85A6-D25E-45BB-8DE0-D55B7E512DF5}" type="presParOf" srcId="{631AB5BD-46B3-4E18-9D50-CC1F62CA722A}" destId="{7A4A56AE-0384-4000-A24F-19D9569C9541}" srcOrd="3" destOrd="0" presId="urn:microsoft.com/office/officeart/2018/2/layout/IconVerticalSolidList"/>
    <dgm:cxn modelId="{6B22D526-B976-4FF6-8B09-FBEC410081B9}" type="presParOf" srcId="{ACD39EAE-365E-4BBD-86F0-47A70166B95A}" destId="{0974DEE7-983C-4C8B-903D-13FBF9449F5D}" srcOrd="1" destOrd="0" presId="urn:microsoft.com/office/officeart/2018/2/layout/IconVerticalSolidList"/>
    <dgm:cxn modelId="{E83F2484-5889-44A6-A3BB-8E52D636D328}" type="presParOf" srcId="{ACD39EAE-365E-4BBD-86F0-47A70166B95A}" destId="{9AD7BB24-14C6-4362-A290-02A7CA7937B0}" srcOrd="2" destOrd="0" presId="urn:microsoft.com/office/officeart/2018/2/layout/IconVerticalSolidList"/>
    <dgm:cxn modelId="{1EC1C7E3-2DBD-473D-84BD-56A666BD4F1B}" type="presParOf" srcId="{9AD7BB24-14C6-4362-A290-02A7CA7937B0}" destId="{30E4E67E-35D3-4E47-A5B8-E82337C91E7F}" srcOrd="0" destOrd="0" presId="urn:microsoft.com/office/officeart/2018/2/layout/IconVerticalSolidList"/>
    <dgm:cxn modelId="{DF355F17-C5F3-4152-8303-F8CE585DC19C}" type="presParOf" srcId="{9AD7BB24-14C6-4362-A290-02A7CA7937B0}" destId="{314CEF18-92FF-4D3B-9DC5-48BED2BAB090}" srcOrd="1" destOrd="0" presId="urn:microsoft.com/office/officeart/2018/2/layout/IconVerticalSolidList"/>
    <dgm:cxn modelId="{BF94EFE1-DFFD-486A-8E8A-EE4DE8F3533D}" type="presParOf" srcId="{9AD7BB24-14C6-4362-A290-02A7CA7937B0}" destId="{B6DCB974-B844-4118-8279-80CF1A0878A5}" srcOrd="2" destOrd="0" presId="urn:microsoft.com/office/officeart/2018/2/layout/IconVerticalSolidList"/>
    <dgm:cxn modelId="{D4392B83-5276-43F5-84AC-8F6939D58408}" type="presParOf" srcId="{9AD7BB24-14C6-4362-A290-02A7CA7937B0}" destId="{1B150FE8-7250-439B-82C7-F081F94535AA}" srcOrd="3" destOrd="0" presId="urn:microsoft.com/office/officeart/2018/2/layout/IconVerticalSolidList"/>
    <dgm:cxn modelId="{8301BDF6-B0B1-4813-B529-12B428B82E7D}" type="presParOf" srcId="{ACD39EAE-365E-4BBD-86F0-47A70166B95A}" destId="{4CFAF2A8-1107-4AAB-A8EB-7A049E9C5001}" srcOrd="3" destOrd="0" presId="urn:microsoft.com/office/officeart/2018/2/layout/IconVerticalSolidList"/>
    <dgm:cxn modelId="{DE756ECE-0F76-496C-92E1-C73DB14045EB}" type="presParOf" srcId="{ACD39EAE-365E-4BBD-86F0-47A70166B95A}" destId="{8050F178-2FEB-41BB-8D9F-CA2B636C5B55}" srcOrd="4" destOrd="0" presId="urn:microsoft.com/office/officeart/2018/2/layout/IconVerticalSolidList"/>
    <dgm:cxn modelId="{1F0147CB-C5C6-4E14-91F7-B75B2D53C237}" type="presParOf" srcId="{8050F178-2FEB-41BB-8D9F-CA2B636C5B55}" destId="{FD9570C1-B492-4CFF-9E84-30E2A09730CC}" srcOrd="0" destOrd="0" presId="urn:microsoft.com/office/officeart/2018/2/layout/IconVerticalSolidList"/>
    <dgm:cxn modelId="{9A8A6E81-97B1-4C3C-A32C-0E26A3BA06EF}" type="presParOf" srcId="{8050F178-2FEB-41BB-8D9F-CA2B636C5B55}" destId="{A586B909-34A5-4619-A4B9-0AC771A102C1}" srcOrd="1" destOrd="0" presId="urn:microsoft.com/office/officeart/2018/2/layout/IconVerticalSolidList"/>
    <dgm:cxn modelId="{6A0FC8C6-21C5-4F00-87A2-498ED4D2730E}" type="presParOf" srcId="{8050F178-2FEB-41BB-8D9F-CA2B636C5B55}" destId="{1F084483-CA3D-4373-A7EB-C47F4F77E77F}" srcOrd="2" destOrd="0" presId="urn:microsoft.com/office/officeart/2018/2/layout/IconVerticalSolidList"/>
    <dgm:cxn modelId="{9B8FB59C-1934-4DEA-9D61-3799197C16EC}" type="presParOf" srcId="{8050F178-2FEB-41BB-8D9F-CA2B636C5B55}" destId="{3CC69D55-1DF7-47BE-9B3B-631A7E769CCF}" srcOrd="3" destOrd="0" presId="urn:microsoft.com/office/officeart/2018/2/layout/IconVerticalSolidList"/>
    <dgm:cxn modelId="{FE1D7A84-4D3E-4698-BA69-BAF0DE8437BD}" type="presParOf" srcId="{ACD39EAE-365E-4BBD-86F0-47A70166B95A}" destId="{6F6C808B-D395-4992-AB1F-881D1CC79216}" srcOrd="5" destOrd="0" presId="urn:microsoft.com/office/officeart/2018/2/layout/IconVerticalSolidList"/>
    <dgm:cxn modelId="{1B601337-702F-4A60-A9BA-FE84BB4B9A42}" type="presParOf" srcId="{ACD39EAE-365E-4BBD-86F0-47A70166B95A}" destId="{35A20D2F-C54A-4ED7-9709-500EA2150890}" srcOrd="6" destOrd="0" presId="urn:microsoft.com/office/officeart/2018/2/layout/IconVerticalSolidList"/>
    <dgm:cxn modelId="{D1FFED91-1374-4249-928B-EB8F870081D1}" type="presParOf" srcId="{35A20D2F-C54A-4ED7-9709-500EA2150890}" destId="{9C4DBDE6-45DD-4191-A566-EB9C60C00131}" srcOrd="0" destOrd="0" presId="urn:microsoft.com/office/officeart/2018/2/layout/IconVerticalSolidList"/>
    <dgm:cxn modelId="{CD5F4EB0-853D-46F3-9870-A0D996B65BD0}" type="presParOf" srcId="{35A20D2F-C54A-4ED7-9709-500EA2150890}" destId="{3D1D4192-79E7-4D11-B326-3B6E47C8AFB1}" srcOrd="1" destOrd="0" presId="urn:microsoft.com/office/officeart/2018/2/layout/IconVerticalSolidList"/>
    <dgm:cxn modelId="{21E853AA-271C-463A-A331-F513CD50C74C}" type="presParOf" srcId="{35A20D2F-C54A-4ED7-9709-500EA2150890}" destId="{28D93106-6AE8-4C96-BABA-5830CB0A2471}" srcOrd="2" destOrd="0" presId="urn:microsoft.com/office/officeart/2018/2/layout/IconVerticalSolidList"/>
    <dgm:cxn modelId="{C51212E7-08E0-4B73-A7D0-908FD69BE301}" type="presParOf" srcId="{35A20D2F-C54A-4ED7-9709-500EA2150890}" destId="{5C17D112-0544-4A82-A69D-273AC8C147EB}" srcOrd="3" destOrd="0" presId="urn:microsoft.com/office/officeart/2018/2/layout/IconVerticalSolidList"/>
    <dgm:cxn modelId="{2B82B18E-9A5D-430A-8F54-462B6FA5B587}" type="presParOf" srcId="{ACD39EAE-365E-4BBD-86F0-47A70166B95A}" destId="{19BD7D1D-2422-4944-9E66-0D334D723306}" srcOrd="7" destOrd="0" presId="urn:microsoft.com/office/officeart/2018/2/layout/IconVerticalSolidList"/>
    <dgm:cxn modelId="{728BED81-5CEE-4E91-93B8-3BCDF25A7895}" type="presParOf" srcId="{ACD39EAE-365E-4BBD-86F0-47A70166B95A}" destId="{1F011F27-9BF6-46BB-871D-73522B4E3648}" srcOrd="8" destOrd="0" presId="urn:microsoft.com/office/officeart/2018/2/layout/IconVerticalSolidList"/>
    <dgm:cxn modelId="{CA04FB1D-396E-42F8-A449-F29C0030B852}" type="presParOf" srcId="{1F011F27-9BF6-46BB-871D-73522B4E3648}" destId="{555BE632-5B89-4DEB-B226-283207B98323}" srcOrd="0" destOrd="0" presId="urn:microsoft.com/office/officeart/2018/2/layout/IconVerticalSolidList"/>
    <dgm:cxn modelId="{EC6A5AD8-AD3A-4A27-BE1A-810F50E81CEE}" type="presParOf" srcId="{1F011F27-9BF6-46BB-871D-73522B4E3648}" destId="{B4C305F7-8433-4E5B-AAC6-854C8B3CCA5F}" srcOrd="1" destOrd="0" presId="urn:microsoft.com/office/officeart/2018/2/layout/IconVerticalSolidList"/>
    <dgm:cxn modelId="{725E7110-6885-4049-8E84-7677CEFF8AF3}" type="presParOf" srcId="{1F011F27-9BF6-46BB-871D-73522B4E3648}" destId="{9C6EF4D4-F8B3-4157-89E6-D7213721E76A}" srcOrd="2" destOrd="0" presId="urn:microsoft.com/office/officeart/2018/2/layout/IconVerticalSolidList"/>
    <dgm:cxn modelId="{C1E56A81-5557-4480-A6D9-2D2F6653C493}" type="presParOf" srcId="{1F011F27-9BF6-46BB-871D-73522B4E3648}" destId="{EB6D971F-FD42-475A-AFBB-931F2EE6CE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887C05-0A30-4D09-8D04-FDA74BC0E17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DE8FB02-3DCA-4C66-92C6-2E9B8564EF73}">
      <dgm:prSet/>
      <dgm:spPr/>
      <dgm:t>
        <a:bodyPr/>
        <a:lstStyle/>
        <a:p>
          <a:r>
            <a:rPr lang="pl-PL"/>
            <a:t>Koszty zmieniają się w cyklu życia produktu:</a:t>
          </a:r>
          <a:endParaRPr lang="en-US"/>
        </a:p>
      </dgm:t>
    </dgm:pt>
    <dgm:pt modelId="{37CE1690-8EFB-4311-8F07-C9032E452908}" type="parTrans" cxnId="{89316EFB-86A8-49D4-8137-F17F60E6FDBB}">
      <dgm:prSet/>
      <dgm:spPr/>
      <dgm:t>
        <a:bodyPr/>
        <a:lstStyle/>
        <a:p>
          <a:endParaRPr lang="en-US"/>
        </a:p>
      </dgm:t>
    </dgm:pt>
    <dgm:pt modelId="{DA07EEC2-2337-425B-87A5-429D6BE6705F}" type="sibTrans" cxnId="{89316EFB-86A8-49D4-8137-F17F60E6FDBB}">
      <dgm:prSet/>
      <dgm:spPr/>
      <dgm:t>
        <a:bodyPr/>
        <a:lstStyle/>
        <a:p>
          <a:endParaRPr lang="en-US"/>
        </a:p>
      </dgm:t>
    </dgm:pt>
    <dgm:pt modelId="{ED0D7CF3-4752-4319-84A1-DBE7BC176303}">
      <dgm:prSet/>
      <dgm:spPr/>
      <dgm:t>
        <a:bodyPr/>
        <a:lstStyle/>
        <a:p>
          <a:r>
            <a:rPr lang="pl-PL"/>
            <a:t>faza początkowa → wysokie koszty inwestycyjne </a:t>
          </a:r>
          <a:endParaRPr lang="en-US"/>
        </a:p>
      </dgm:t>
    </dgm:pt>
    <dgm:pt modelId="{DF80D899-CD6B-4CCD-BEB3-509C8503D928}" type="parTrans" cxnId="{D20462A1-11CE-4DBF-B42A-89D53C0BF371}">
      <dgm:prSet/>
      <dgm:spPr/>
      <dgm:t>
        <a:bodyPr/>
        <a:lstStyle/>
        <a:p>
          <a:endParaRPr lang="en-US"/>
        </a:p>
      </dgm:t>
    </dgm:pt>
    <dgm:pt modelId="{01473D93-65C3-49F0-9A44-0C56348141E0}" type="sibTrans" cxnId="{D20462A1-11CE-4DBF-B42A-89D53C0BF371}">
      <dgm:prSet/>
      <dgm:spPr/>
      <dgm:t>
        <a:bodyPr/>
        <a:lstStyle/>
        <a:p>
          <a:endParaRPr lang="en-US"/>
        </a:p>
      </dgm:t>
    </dgm:pt>
    <dgm:pt modelId="{0F329941-1678-410E-A3AE-57E60CF827B9}">
      <dgm:prSet/>
      <dgm:spPr/>
      <dgm:t>
        <a:bodyPr/>
        <a:lstStyle/>
        <a:p>
          <a:r>
            <a:rPr lang="pl-PL"/>
            <a:t>faza wzrostu → stabilizacja </a:t>
          </a:r>
          <a:endParaRPr lang="en-US"/>
        </a:p>
      </dgm:t>
    </dgm:pt>
    <dgm:pt modelId="{806710F7-3E82-45EE-9D43-C43FD9F91417}" type="parTrans" cxnId="{1175F588-FDCC-4FCD-92B1-190D76D7CCC6}">
      <dgm:prSet/>
      <dgm:spPr/>
      <dgm:t>
        <a:bodyPr/>
        <a:lstStyle/>
        <a:p>
          <a:endParaRPr lang="en-US"/>
        </a:p>
      </dgm:t>
    </dgm:pt>
    <dgm:pt modelId="{3C1B40B3-30DF-409A-8AA2-32077760E6CE}" type="sibTrans" cxnId="{1175F588-FDCC-4FCD-92B1-190D76D7CCC6}">
      <dgm:prSet/>
      <dgm:spPr/>
      <dgm:t>
        <a:bodyPr/>
        <a:lstStyle/>
        <a:p>
          <a:endParaRPr lang="en-US"/>
        </a:p>
      </dgm:t>
    </dgm:pt>
    <dgm:pt modelId="{20F1A469-A724-48F2-8E80-3097BB5B3B34}">
      <dgm:prSet/>
      <dgm:spPr/>
      <dgm:t>
        <a:bodyPr/>
        <a:lstStyle/>
        <a:p>
          <a:r>
            <a:rPr lang="pl-PL"/>
            <a:t>faza utrzymania → koszty operacyjne</a:t>
          </a:r>
          <a:endParaRPr lang="en-US"/>
        </a:p>
      </dgm:t>
    </dgm:pt>
    <dgm:pt modelId="{4ECDFA32-D8BD-45AF-BF55-C6479186B5DD}" type="parTrans" cxnId="{568A6B37-0415-4DE7-917F-E3D6EEDA9F1C}">
      <dgm:prSet/>
      <dgm:spPr/>
      <dgm:t>
        <a:bodyPr/>
        <a:lstStyle/>
        <a:p>
          <a:endParaRPr lang="en-US"/>
        </a:p>
      </dgm:t>
    </dgm:pt>
    <dgm:pt modelId="{A49B0BF5-45CD-4E6F-A93A-62AB5D6AF2CE}" type="sibTrans" cxnId="{568A6B37-0415-4DE7-917F-E3D6EEDA9F1C}">
      <dgm:prSet/>
      <dgm:spPr/>
      <dgm:t>
        <a:bodyPr/>
        <a:lstStyle/>
        <a:p>
          <a:endParaRPr lang="en-US"/>
        </a:p>
      </dgm:t>
    </dgm:pt>
    <dgm:pt modelId="{1B7413EF-D963-45DF-806D-A5FB4CCA8E12}" type="pres">
      <dgm:prSet presAssocID="{22887C05-0A30-4D09-8D04-FDA74BC0E17D}" presName="root" presStyleCnt="0">
        <dgm:presLayoutVars>
          <dgm:dir/>
          <dgm:resizeHandles val="exact"/>
        </dgm:presLayoutVars>
      </dgm:prSet>
      <dgm:spPr/>
    </dgm:pt>
    <dgm:pt modelId="{0ABCC37E-6624-40A7-BB73-DB13FC3F3FD8}" type="pres">
      <dgm:prSet presAssocID="{BDE8FB02-3DCA-4C66-92C6-2E9B8564EF73}" presName="compNode" presStyleCnt="0"/>
      <dgm:spPr/>
    </dgm:pt>
    <dgm:pt modelId="{F606448D-8EE4-47C5-AD4C-3EF0AA088AC5}" type="pres">
      <dgm:prSet presAssocID="{BDE8FB02-3DCA-4C66-92C6-2E9B8564EF73}" presName="bgRect" presStyleLbl="bgShp" presStyleIdx="0" presStyleCnt="4"/>
      <dgm:spPr/>
    </dgm:pt>
    <dgm:pt modelId="{B9791914-0F37-4099-8841-9F639F80C8D0}" type="pres">
      <dgm:prSet presAssocID="{BDE8FB02-3DCA-4C66-92C6-2E9B8564EF7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wtarzanie"/>
        </a:ext>
      </dgm:extLst>
    </dgm:pt>
    <dgm:pt modelId="{25C3C904-5911-4A3B-88FC-FA31D206D643}" type="pres">
      <dgm:prSet presAssocID="{BDE8FB02-3DCA-4C66-92C6-2E9B8564EF73}" presName="spaceRect" presStyleCnt="0"/>
      <dgm:spPr/>
    </dgm:pt>
    <dgm:pt modelId="{0467EF33-6482-4164-AC7F-3820AACA7C06}" type="pres">
      <dgm:prSet presAssocID="{BDE8FB02-3DCA-4C66-92C6-2E9B8564EF73}" presName="parTx" presStyleLbl="revTx" presStyleIdx="0" presStyleCnt="4">
        <dgm:presLayoutVars>
          <dgm:chMax val="0"/>
          <dgm:chPref val="0"/>
        </dgm:presLayoutVars>
      </dgm:prSet>
      <dgm:spPr/>
    </dgm:pt>
    <dgm:pt modelId="{DB6B9276-A4D0-4E25-9BDB-196A21954A93}" type="pres">
      <dgm:prSet presAssocID="{DA07EEC2-2337-425B-87A5-429D6BE6705F}" presName="sibTrans" presStyleCnt="0"/>
      <dgm:spPr/>
    </dgm:pt>
    <dgm:pt modelId="{2519E519-3774-4966-813F-3E28B2E4A378}" type="pres">
      <dgm:prSet presAssocID="{ED0D7CF3-4752-4319-84A1-DBE7BC176303}" presName="compNode" presStyleCnt="0"/>
      <dgm:spPr/>
    </dgm:pt>
    <dgm:pt modelId="{94048C72-2C20-4352-8808-368F8FBC4882}" type="pres">
      <dgm:prSet presAssocID="{ED0D7CF3-4752-4319-84A1-DBE7BC176303}" presName="bgRect" presStyleLbl="bgShp" presStyleIdx="1" presStyleCnt="4"/>
      <dgm:spPr/>
    </dgm:pt>
    <dgm:pt modelId="{C8B1CC18-D9CA-46AE-BDEE-E0C649A8BC54}" type="pres">
      <dgm:prSet presAssocID="{ED0D7CF3-4752-4319-84A1-DBE7BC17630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niądze"/>
        </a:ext>
      </dgm:extLst>
    </dgm:pt>
    <dgm:pt modelId="{65D14EB0-B3B6-4A04-BA02-765C7881B853}" type="pres">
      <dgm:prSet presAssocID="{ED0D7CF3-4752-4319-84A1-DBE7BC176303}" presName="spaceRect" presStyleCnt="0"/>
      <dgm:spPr/>
    </dgm:pt>
    <dgm:pt modelId="{661E14A9-621E-4D0F-8632-9A2674556B54}" type="pres">
      <dgm:prSet presAssocID="{ED0D7CF3-4752-4319-84A1-DBE7BC176303}" presName="parTx" presStyleLbl="revTx" presStyleIdx="1" presStyleCnt="4">
        <dgm:presLayoutVars>
          <dgm:chMax val="0"/>
          <dgm:chPref val="0"/>
        </dgm:presLayoutVars>
      </dgm:prSet>
      <dgm:spPr/>
    </dgm:pt>
    <dgm:pt modelId="{16FF39B7-4ED1-4F80-920B-F3EE64C49412}" type="pres">
      <dgm:prSet presAssocID="{01473D93-65C3-49F0-9A44-0C56348141E0}" presName="sibTrans" presStyleCnt="0"/>
      <dgm:spPr/>
    </dgm:pt>
    <dgm:pt modelId="{B8CCB342-FBFD-440E-A274-04D3AE3BD50E}" type="pres">
      <dgm:prSet presAssocID="{0F329941-1678-410E-A3AE-57E60CF827B9}" presName="compNode" presStyleCnt="0"/>
      <dgm:spPr/>
    </dgm:pt>
    <dgm:pt modelId="{59DBBFD7-3354-495E-BD29-4E3A30F4A064}" type="pres">
      <dgm:prSet presAssocID="{0F329941-1678-410E-A3AE-57E60CF827B9}" presName="bgRect" presStyleLbl="bgShp" presStyleIdx="2" presStyleCnt="4"/>
      <dgm:spPr/>
    </dgm:pt>
    <dgm:pt modelId="{2AD40ED1-AEC0-4F7A-988B-36F96C96B412}" type="pres">
      <dgm:prSet presAssocID="{0F329941-1678-410E-A3AE-57E60CF827B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8F0EC72-044B-4C50-A3D3-17708A935E6E}" type="pres">
      <dgm:prSet presAssocID="{0F329941-1678-410E-A3AE-57E60CF827B9}" presName="spaceRect" presStyleCnt="0"/>
      <dgm:spPr/>
    </dgm:pt>
    <dgm:pt modelId="{475ADBD1-4D3A-4526-BE86-9F962583E2ED}" type="pres">
      <dgm:prSet presAssocID="{0F329941-1678-410E-A3AE-57E60CF827B9}" presName="parTx" presStyleLbl="revTx" presStyleIdx="2" presStyleCnt="4">
        <dgm:presLayoutVars>
          <dgm:chMax val="0"/>
          <dgm:chPref val="0"/>
        </dgm:presLayoutVars>
      </dgm:prSet>
      <dgm:spPr/>
    </dgm:pt>
    <dgm:pt modelId="{842C6884-BD3A-4F10-BA9B-947FC649D153}" type="pres">
      <dgm:prSet presAssocID="{3C1B40B3-30DF-409A-8AA2-32077760E6CE}" presName="sibTrans" presStyleCnt="0"/>
      <dgm:spPr/>
    </dgm:pt>
    <dgm:pt modelId="{A8FF0168-1EF7-4032-9F40-9207758AB4F9}" type="pres">
      <dgm:prSet presAssocID="{20F1A469-A724-48F2-8E80-3097BB5B3B34}" presName="compNode" presStyleCnt="0"/>
      <dgm:spPr/>
    </dgm:pt>
    <dgm:pt modelId="{442F23D4-0CF7-4682-9601-3D595F852228}" type="pres">
      <dgm:prSet presAssocID="{20F1A469-A724-48F2-8E80-3097BB5B3B34}" presName="bgRect" presStyleLbl="bgShp" presStyleIdx="3" presStyleCnt="4"/>
      <dgm:spPr/>
    </dgm:pt>
    <dgm:pt modelId="{2DB7A7D1-5499-446B-8833-CC119BCA85B2}" type="pres">
      <dgm:prSet presAssocID="{20F1A469-A724-48F2-8E80-3097BB5B3B3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ty"/>
        </a:ext>
      </dgm:extLst>
    </dgm:pt>
    <dgm:pt modelId="{597FE1B2-F819-4F71-A014-1C8E0E428099}" type="pres">
      <dgm:prSet presAssocID="{20F1A469-A724-48F2-8E80-3097BB5B3B34}" presName="spaceRect" presStyleCnt="0"/>
      <dgm:spPr/>
    </dgm:pt>
    <dgm:pt modelId="{6E87D98E-4217-40F4-A5DE-33A12E2BA037}" type="pres">
      <dgm:prSet presAssocID="{20F1A469-A724-48F2-8E80-3097BB5B3B3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6BAB21C-48CF-41F7-BC51-4230E12F2BD9}" type="presOf" srcId="{0F329941-1678-410E-A3AE-57E60CF827B9}" destId="{475ADBD1-4D3A-4526-BE86-9F962583E2ED}" srcOrd="0" destOrd="0" presId="urn:microsoft.com/office/officeart/2018/2/layout/IconVerticalSolidList"/>
    <dgm:cxn modelId="{568A6B37-0415-4DE7-917F-E3D6EEDA9F1C}" srcId="{22887C05-0A30-4D09-8D04-FDA74BC0E17D}" destId="{20F1A469-A724-48F2-8E80-3097BB5B3B34}" srcOrd="3" destOrd="0" parTransId="{4ECDFA32-D8BD-45AF-BF55-C6479186B5DD}" sibTransId="{A49B0BF5-45CD-4E6F-A93A-62AB5D6AF2CE}"/>
    <dgm:cxn modelId="{9AEA4C5F-022D-429B-B881-06CA5F09DA26}" type="presOf" srcId="{BDE8FB02-3DCA-4C66-92C6-2E9B8564EF73}" destId="{0467EF33-6482-4164-AC7F-3820AACA7C06}" srcOrd="0" destOrd="0" presId="urn:microsoft.com/office/officeart/2018/2/layout/IconVerticalSolidList"/>
    <dgm:cxn modelId="{CADA5175-9595-4188-A613-2656529CE0B6}" type="presOf" srcId="{ED0D7CF3-4752-4319-84A1-DBE7BC176303}" destId="{661E14A9-621E-4D0F-8632-9A2674556B54}" srcOrd="0" destOrd="0" presId="urn:microsoft.com/office/officeart/2018/2/layout/IconVerticalSolidList"/>
    <dgm:cxn modelId="{1175F588-FDCC-4FCD-92B1-190D76D7CCC6}" srcId="{22887C05-0A30-4D09-8D04-FDA74BC0E17D}" destId="{0F329941-1678-410E-A3AE-57E60CF827B9}" srcOrd="2" destOrd="0" parTransId="{806710F7-3E82-45EE-9D43-C43FD9F91417}" sibTransId="{3C1B40B3-30DF-409A-8AA2-32077760E6CE}"/>
    <dgm:cxn modelId="{D20462A1-11CE-4DBF-B42A-89D53C0BF371}" srcId="{22887C05-0A30-4D09-8D04-FDA74BC0E17D}" destId="{ED0D7CF3-4752-4319-84A1-DBE7BC176303}" srcOrd="1" destOrd="0" parTransId="{DF80D899-CD6B-4CCD-BEB3-509C8503D928}" sibTransId="{01473D93-65C3-49F0-9A44-0C56348141E0}"/>
    <dgm:cxn modelId="{C15B2EDF-23EE-4EC0-824B-4B921C649847}" type="presOf" srcId="{22887C05-0A30-4D09-8D04-FDA74BC0E17D}" destId="{1B7413EF-D963-45DF-806D-A5FB4CCA8E12}" srcOrd="0" destOrd="0" presId="urn:microsoft.com/office/officeart/2018/2/layout/IconVerticalSolidList"/>
    <dgm:cxn modelId="{89316EFB-86A8-49D4-8137-F17F60E6FDBB}" srcId="{22887C05-0A30-4D09-8D04-FDA74BC0E17D}" destId="{BDE8FB02-3DCA-4C66-92C6-2E9B8564EF73}" srcOrd="0" destOrd="0" parTransId="{37CE1690-8EFB-4311-8F07-C9032E452908}" sibTransId="{DA07EEC2-2337-425B-87A5-429D6BE6705F}"/>
    <dgm:cxn modelId="{CA121EFE-EAB8-4C07-8E3E-E42B99064908}" type="presOf" srcId="{20F1A469-A724-48F2-8E80-3097BB5B3B34}" destId="{6E87D98E-4217-40F4-A5DE-33A12E2BA037}" srcOrd="0" destOrd="0" presId="urn:microsoft.com/office/officeart/2018/2/layout/IconVerticalSolidList"/>
    <dgm:cxn modelId="{12FA7202-E20D-4A8C-9278-27BFEA8E71F5}" type="presParOf" srcId="{1B7413EF-D963-45DF-806D-A5FB4CCA8E12}" destId="{0ABCC37E-6624-40A7-BB73-DB13FC3F3FD8}" srcOrd="0" destOrd="0" presId="urn:microsoft.com/office/officeart/2018/2/layout/IconVerticalSolidList"/>
    <dgm:cxn modelId="{75D4A91F-D9BD-405A-8D02-5178BECACB4A}" type="presParOf" srcId="{0ABCC37E-6624-40A7-BB73-DB13FC3F3FD8}" destId="{F606448D-8EE4-47C5-AD4C-3EF0AA088AC5}" srcOrd="0" destOrd="0" presId="urn:microsoft.com/office/officeart/2018/2/layout/IconVerticalSolidList"/>
    <dgm:cxn modelId="{3802E9F7-29EC-43D4-BA3A-464482792EC7}" type="presParOf" srcId="{0ABCC37E-6624-40A7-BB73-DB13FC3F3FD8}" destId="{B9791914-0F37-4099-8841-9F639F80C8D0}" srcOrd="1" destOrd="0" presId="urn:microsoft.com/office/officeart/2018/2/layout/IconVerticalSolidList"/>
    <dgm:cxn modelId="{0C78F13D-F695-4CB8-901B-9136C9D4EE05}" type="presParOf" srcId="{0ABCC37E-6624-40A7-BB73-DB13FC3F3FD8}" destId="{25C3C904-5911-4A3B-88FC-FA31D206D643}" srcOrd="2" destOrd="0" presId="urn:microsoft.com/office/officeart/2018/2/layout/IconVerticalSolidList"/>
    <dgm:cxn modelId="{CAC67988-4331-4530-AB51-7C0AE54D4DCF}" type="presParOf" srcId="{0ABCC37E-6624-40A7-BB73-DB13FC3F3FD8}" destId="{0467EF33-6482-4164-AC7F-3820AACA7C06}" srcOrd="3" destOrd="0" presId="urn:microsoft.com/office/officeart/2018/2/layout/IconVerticalSolidList"/>
    <dgm:cxn modelId="{14BBE5B2-28CF-465F-8C70-29A3FF2168A4}" type="presParOf" srcId="{1B7413EF-D963-45DF-806D-A5FB4CCA8E12}" destId="{DB6B9276-A4D0-4E25-9BDB-196A21954A93}" srcOrd="1" destOrd="0" presId="urn:microsoft.com/office/officeart/2018/2/layout/IconVerticalSolidList"/>
    <dgm:cxn modelId="{F8937A4E-FC67-4911-B072-6AA21B8F0624}" type="presParOf" srcId="{1B7413EF-D963-45DF-806D-A5FB4CCA8E12}" destId="{2519E519-3774-4966-813F-3E28B2E4A378}" srcOrd="2" destOrd="0" presId="urn:microsoft.com/office/officeart/2018/2/layout/IconVerticalSolidList"/>
    <dgm:cxn modelId="{D374F790-79D0-4DAD-A74F-69C8A2439B34}" type="presParOf" srcId="{2519E519-3774-4966-813F-3E28B2E4A378}" destId="{94048C72-2C20-4352-8808-368F8FBC4882}" srcOrd="0" destOrd="0" presId="urn:microsoft.com/office/officeart/2018/2/layout/IconVerticalSolidList"/>
    <dgm:cxn modelId="{EBD04417-B9B7-4160-BCCB-0717B78C9D11}" type="presParOf" srcId="{2519E519-3774-4966-813F-3E28B2E4A378}" destId="{C8B1CC18-D9CA-46AE-BDEE-E0C649A8BC54}" srcOrd="1" destOrd="0" presId="urn:microsoft.com/office/officeart/2018/2/layout/IconVerticalSolidList"/>
    <dgm:cxn modelId="{D009D4A7-5AB4-427C-BB0C-F80DC3015C15}" type="presParOf" srcId="{2519E519-3774-4966-813F-3E28B2E4A378}" destId="{65D14EB0-B3B6-4A04-BA02-765C7881B853}" srcOrd="2" destOrd="0" presId="urn:microsoft.com/office/officeart/2018/2/layout/IconVerticalSolidList"/>
    <dgm:cxn modelId="{74336E16-62ED-4043-9AAA-4744F4F1E3BE}" type="presParOf" srcId="{2519E519-3774-4966-813F-3E28B2E4A378}" destId="{661E14A9-621E-4D0F-8632-9A2674556B54}" srcOrd="3" destOrd="0" presId="urn:microsoft.com/office/officeart/2018/2/layout/IconVerticalSolidList"/>
    <dgm:cxn modelId="{6AEC2A67-9401-4D83-84AD-9CE955268B11}" type="presParOf" srcId="{1B7413EF-D963-45DF-806D-A5FB4CCA8E12}" destId="{16FF39B7-4ED1-4F80-920B-F3EE64C49412}" srcOrd="3" destOrd="0" presId="urn:microsoft.com/office/officeart/2018/2/layout/IconVerticalSolidList"/>
    <dgm:cxn modelId="{1B077539-4D5E-48BA-9AAE-840414D6D339}" type="presParOf" srcId="{1B7413EF-D963-45DF-806D-A5FB4CCA8E12}" destId="{B8CCB342-FBFD-440E-A274-04D3AE3BD50E}" srcOrd="4" destOrd="0" presId="urn:microsoft.com/office/officeart/2018/2/layout/IconVerticalSolidList"/>
    <dgm:cxn modelId="{86A15965-6932-47CE-A4B7-D19D397C9604}" type="presParOf" srcId="{B8CCB342-FBFD-440E-A274-04D3AE3BD50E}" destId="{59DBBFD7-3354-495E-BD29-4E3A30F4A064}" srcOrd="0" destOrd="0" presId="urn:microsoft.com/office/officeart/2018/2/layout/IconVerticalSolidList"/>
    <dgm:cxn modelId="{1EB0BECC-6D38-4471-B4D8-6AFC687718F5}" type="presParOf" srcId="{B8CCB342-FBFD-440E-A274-04D3AE3BD50E}" destId="{2AD40ED1-AEC0-4F7A-988B-36F96C96B412}" srcOrd="1" destOrd="0" presId="urn:microsoft.com/office/officeart/2018/2/layout/IconVerticalSolidList"/>
    <dgm:cxn modelId="{996D7957-0C62-4F25-AB5A-EA2F2FDFADEC}" type="presParOf" srcId="{B8CCB342-FBFD-440E-A274-04D3AE3BD50E}" destId="{A8F0EC72-044B-4C50-A3D3-17708A935E6E}" srcOrd="2" destOrd="0" presId="urn:microsoft.com/office/officeart/2018/2/layout/IconVerticalSolidList"/>
    <dgm:cxn modelId="{FAACC492-4BF0-4508-A386-A4407A9270D6}" type="presParOf" srcId="{B8CCB342-FBFD-440E-A274-04D3AE3BD50E}" destId="{475ADBD1-4D3A-4526-BE86-9F962583E2ED}" srcOrd="3" destOrd="0" presId="urn:microsoft.com/office/officeart/2018/2/layout/IconVerticalSolidList"/>
    <dgm:cxn modelId="{0D31919C-D8D0-4A0F-9A08-80746E6FDA3B}" type="presParOf" srcId="{1B7413EF-D963-45DF-806D-A5FB4CCA8E12}" destId="{842C6884-BD3A-4F10-BA9B-947FC649D153}" srcOrd="5" destOrd="0" presId="urn:microsoft.com/office/officeart/2018/2/layout/IconVerticalSolidList"/>
    <dgm:cxn modelId="{A901224D-6871-4E55-A75D-CDB272B80570}" type="presParOf" srcId="{1B7413EF-D963-45DF-806D-A5FB4CCA8E12}" destId="{A8FF0168-1EF7-4032-9F40-9207758AB4F9}" srcOrd="6" destOrd="0" presId="urn:microsoft.com/office/officeart/2018/2/layout/IconVerticalSolidList"/>
    <dgm:cxn modelId="{F1830EC3-030F-404D-9205-76CE7E49CCFF}" type="presParOf" srcId="{A8FF0168-1EF7-4032-9F40-9207758AB4F9}" destId="{442F23D4-0CF7-4682-9601-3D595F852228}" srcOrd="0" destOrd="0" presId="urn:microsoft.com/office/officeart/2018/2/layout/IconVerticalSolidList"/>
    <dgm:cxn modelId="{AD7A4415-FC60-43B4-8E68-307B24EBC24E}" type="presParOf" srcId="{A8FF0168-1EF7-4032-9F40-9207758AB4F9}" destId="{2DB7A7D1-5499-446B-8833-CC119BCA85B2}" srcOrd="1" destOrd="0" presId="urn:microsoft.com/office/officeart/2018/2/layout/IconVerticalSolidList"/>
    <dgm:cxn modelId="{08E2A4A0-1076-4070-97EB-4576CDC27680}" type="presParOf" srcId="{A8FF0168-1EF7-4032-9F40-9207758AB4F9}" destId="{597FE1B2-F819-4F71-A014-1C8E0E428099}" srcOrd="2" destOrd="0" presId="urn:microsoft.com/office/officeart/2018/2/layout/IconVerticalSolidList"/>
    <dgm:cxn modelId="{FAA2E1AE-346C-4981-8AE3-F4D70A783624}" type="presParOf" srcId="{A8FF0168-1EF7-4032-9F40-9207758AB4F9}" destId="{6E87D98E-4217-40F4-A5DE-33A12E2BA03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82A10E9-C443-48FE-B8A6-8193A5B5CA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CCCB24C-E56B-4196-864D-D6ED7FE6BE4C}">
      <dgm:prSet/>
      <dgm:spPr/>
      <dgm:t>
        <a:bodyPr/>
        <a:lstStyle/>
        <a:p>
          <a:r>
            <a:rPr lang="pl-PL" b="0" i="0" baseline="0" dirty="0"/>
            <a:t>development </a:t>
          </a:r>
          <a:r>
            <a:rPr lang="en-US" b="0" i="0" baseline="0" dirty="0"/>
            <a:t>–</a:t>
          </a:r>
          <a:r>
            <a:rPr lang="pl-PL" b="0" i="0" baseline="0" dirty="0"/>
            <a:t> wysoki koszt </a:t>
          </a:r>
          <a:endParaRPr lang="en-US" dirty="0"/>
        </a:p>
      </dgm:t>
    </dgm:pt>
    <dgm:pt modelId="{37D1ED0B-0D68-4ADC-9333-15BB24FA65D2}" type="parTrans" cxnId="{70F4C6E9-201B-4ED7-9878-104ACB82F7B7}">
      <dgm:prSet/>
      <dgm:spPr/>
      <dgm:t>
        <a:bodyPr/>
        <a:lstStyle/>
        <a:p>
          <a:endParaRPr lang="en-US"/>
        </a:p>
      </dgm:t>
    </dgm:pt>
    <dgm:pt modelId="{C8ECA3DF-281F-4428-84B4-5E2489982F3B}" type="sibTrans" cxnId="{70F4C6E9-201B-4ED7-9878-104ACB82F7B7}">
      <dgm:prSet/>
      <dgm:spPr/>
      <dgm:t>
        <a:bodyPr/>
        <a:lstStyle/>
        <a:p>
          <a:endParaRPr lang="en-US"/>
        </a:p>
      </dgm:t>
    </dgm:pt>
    <dgm:pt modelId="{D3FF097E-4A77-405F-B67D-03B1F8953884}">
      <dgm:prSet/>
      <dgm:spPr/>
      <dgm:t>
        <a:bodyPr/>
        <a:lstStyle/>
        <a:p>
          <a:r>
            <a:rPr lang="pl-PL" b="0" i="0" baseline="0" dirty="0"/>
            <a:t>utrzymanie </a:t>
          </a:r>
          <a:r>
            <a:rPr lang="en-US" b="0" i="0" baseline="0" dirty="0"/>
            <a:t>–</a:t>
          </a:r>
          <a:r>
            <a:rPr lang="pl-PL" b="0" i="0" baseline="0" dirty="0"/>
            <a:t> długoterminowy koszt </a:t>
          </a:r>
          <a:endParaRPr lang="en-US" dirty="0"/>
        </a:p>
      </dgm:t>
    </dgm:pt>
    <dgm:pt modelId="{0AD59BB1-217E-4777-81F5-E45938913F88}" type="parTrans" cxnId="{6E8EE78C-F5C5-4004-BDB7-193BE0E0348A}">
      <dgm:prSet/>
      <dgm:spPr/>
      <dgm:t>
        <a:bodyPr/>
        <a:lstStyle/>
        <a:p>
          <a:endParaRPr lang="en-US"/>
        </a:p>
      </dgm:t>
    </dgm:pt>
    <dgm:pt modelId="{84F82A73-F4A3-4C28-B15F-CE350EA7061F}" type="sibTrans" cxnId="{6E8EE78C-F5C5-4004-BDB7-193BE0E0348A}">
      <dgm:prSet/>
      <dgm:spPr/>
      <dgm:t>
        <a:bodyPr/>
        <a:lstStyle/>
        <a:p>
          <a:endParaRPr lang="en-US"/>
        </a:p>
      </dgm:t>
    </dgm:pt>
    <dgm:pt modelId="{AC28799B-954A-4F95-B74F-43543894FD25}">
      <dgm:prSet/>
      <dgm:spPr/>
      <dgm:t>
        <a:bodyPr/>
        <a:lstStyle/>
        <a:p>
          <a:r>
            <a:rPr lang="pl-PL" b="0" i="0" baseline="0" dirty="0"/>
            <a:t>rozwój </a:t>
          </a:r>
          <a:r>
            <a:rPr lang="en-US" b="0" i="0" baseline="0" dirty="0"/>
            <a:t>–</a:t>
          </a:r>
          <a:r>
            <a:rPr lang="pl-PL" b="0" i="0" baseline="0" dirty="0"/>
            <a:t> ciągłe inwestycje </a:t>
          </a:r>
          <a:endParaRPr lang="en-US" dirty="0"/>
        </a:p>
      </dgm:t>
    </dgm:pt>
    <dgm:pt modelId="{40FCC603-3748-4414-BAFF-E5801EDF7F31}" type="parTrans" cxnId="{7F4F13D6-7CE5-4CDF-AD0E-2D9667AB7087}">
      <dgm:prSet/>
      <dgm:spPr/>
      <dgm:t>
        <a:bodyPr/>
        <a:lstStyle/>
        <a:p>
          <a:endParaRPr lang="en-US"/>
        </a:p>
      </dgm:t>
    </dgm:pt>
    <dgm:pt modelId="{FBB5C509-CB79-4C28-8DC9-41F587E972D6}" type="sibTrans" cxnId="{7F4F13D6-7CE5-4CDF-AD0E-2D9667AB7087}">
      <dgm:prSet/>
      <dgm:spPr/>
      <dgm:t>
        <a:bodyPr/>
        <a:lstStyle/>
        <a:p>
          <a:endParaRPr lang="en-US"/>
        </a:p>
      </dgm:t>
    </dgm:pt>
    <dgm:pt modelId="{FD2ADA94-002E-4BD7-BCC1-EF08D66962F8}" type="pres">
      <dgm:prSet presAssocID="{482A10E9-C443-48FE-B8A6-8193A5B5CA14}" presName="root" presStyleCnt="0">
        <dgm:presLayoutVars>
          <dgm:dir/>
          <dgm:resizeHandles val="exact"/>
        </dgm:presLayoutVars>
      </dgm:prSet>
      <dgm:spPr/>
    </dgm:pt>
    <dgm:pt modelId="{8B8BC737-A090-4717-9039-3279A9668AB0}" type="pres">
      <dgm:prSet presAssocID="{FCCCB24C-E56B-4196-864D-D6ED7FE6BE4C}" presName="compNode" presStyleCnt="0"/>
      <dgm:spPr/>
    </dgm:pt>
    <dgm:pt modelId="{21ABD84B-A968-4ED6-88D0-A30EF34BDDD4}" type="pres">
      <dgm:prSet presAssocID="{FCCCB24C-E56B-4196-864D-D6ED7FE6BE4C}" presName="bgRect" presStyleLbl="bgShp" presStyleIdx="0" presStyleCnt="3"/>
      <dgm:spPr/>
    </dgm:pt>
    <dgm:pt modelId="{3502EE9B-BDB6-4CF8-AC0D-677EB42BBF38}" type="pres">
      <dgm:prSet presAssocID="{FCCCB24C-E56B-4196-864D-D6ED7FE6BE4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niądze"/>
        </a:ext>
      </dgm:extLst>
    </dgm:pt>
    <dgm:pt modelId="{37B59323-9630-4012-940E-3FD0DD7D44D5}" type="pres">
      <dgm:prSet presAssocID="{FCCCB24C-E56B-4196-864D-D6ED7FE6BE4C}" presName="spaceRect" presStyleCnt="0"/>
      <dgm:spPr/>
    </dgm:pt>
    <dgm:pt modelId="{63D6E70C-17B5-46E9-93D9-2384EE4ACDFE}" type="pres">
      <dgm:prSet presAssocID="{FCCCB24C-E56B-4196-864D-D6ED7FE6BE4C}" presName="parTx" presStyleLbl="revTx" presStyleIdx="0" presStyleCnt="3">
        <dgm:presLayoutVars>
          <dgm:chMax val="0"/>
          <dgm:chPref val="0"/>
        </dgm:presLayoutVars>
      </dgm:prSet>
      <dgm:spPr/>
    </dgm:pt>
    <dgm:pt modelId="{4BBA2AE8-7B59-4D4C-B40B-12F67AA031BA}" type="pres">
      <dgm:prSet presAssocID="{C8ECA3DF-281F-4428-84B4-5E2489982F3B}" presName="sibTrans" presStyleCnt="0"/>
      <dgm:spPr/>
    </dgm:pt>
    <dgm:pt modelId="{55F1B740-714C-456D-AE4B-6A78DD323A55}" type="pres">
      <dgm:prSet presAssocID="{D3FF097E-4A77-405F-B67D-03B1F8953884}" presName="compNode" presStyleCnt="0"/>
      <dgm:spPr/>
    </dgm:pt>
    <dgm:pt modelId="{07087949-2E9E-4B75-9FF3-6C5152A61FE9}" type="pres">
      <dgm:prSet presAssocID="{D3FF097E-4A77-405F-B67D-03B1F8953884}" presName="bgRect" presStyleLbl="bgShp" presStyleIdx="1" presStyleCnt="3"/>
      <dgm:spPr/>
    </dgm:pt>
    <dgm:pt modelId="{8DB5B3F7-12A7-4AEE-9736-D4F8501D0469}" type="pres">
      <dgm:prSet presAssocID="{D3FF097E-4A77-405F-B67D-03B1F895388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rzędzia"/>
        </a:ext>
      </dgm:extLst>
    </dgm:pt>
    <dgm:pt modelId="{6A4DEF13-B738-4693-A5B8-9F2C2C7C4A38}" type="pres">
      <dgm:prSet presAssocID="{D3FF097E-4A77-405F-B67D-03B1F8953884}" presName="spaceRect" presStyleCnt="0"/>
      <dgm:spPr/>
    </dgm:pt>
    <dgm:pt modelId="{3B9695D7-B050-47F9-BC7A-7D1327CAAAA4}" type="pres">
      <dgm:prSet presAssocID="{D3FF097E-4A77-405F-B67D-03B1F8953884}" presName="parTx" presStyleLbl="revTx" presStyleIdx="1" presStyleCnt="3">
        <dgm:presLayoutVars>
          <dgm:chMax val="0"/>
          <dgm:chPref val="0"/>
        </dgm:presLayoutVars>
      </dgm:prSet>
      <dgm:spPr/>
    </dgm:pt>
    <dgm:pt modelId="{57F72395-3BE8-4A59-B7CA-27C10A0EDC88}" type="pres">
      <dgm:prSet presAssocID="{84F82A73-F4A3-4C28-B15F-CE350EA7061F}" presName="sibTrans" presStyleCnt="0"/>
      <dgm:spPr/>
    </dgm:pt>
    <dgm:pt modelId="{13A91373-BDFC-4D8F-9BC2-BA0A6755E94E}" type="pres">
      <dgm:prSet presAssocID="{AC28799B-954A-4F95-B74F-43543894FD25}" presName="compNode" presStyleCnt="0"/>
      <dgm:spPr/>
    </dgm:pt>
    <dgm:pt modelId="{9AA785BE-2FC0-427B-9614-86C6DE6E2CD8}" type="pres">
      <dgm:prSet presAssocID="{AC28799B-954A-4F95-B74F-43543894FD25}" presName="bgRect" presStyleLbl="bgShp" presStyleIdx="2" presStyleCnt="3"/>
      <dgm:spPr/>
    </dgm:pt>
    <dgm:pt modelId="{9F5BE4BC-EE1D-411F-A81B-0415F7F889FE}" type="pres">
      <dgm:prSet presAssocID="{AC28799B-954A-4F95-B74F-43543894FD2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04B39C6-DE87-4676-9F25-E37FEC23E9AB}" type="pres">
      <dgm:prSet presAssocID="{AC28799B-954A-4F95-B74F-43543894FD25}" presName="spaceRect" presStyleCnt="0"/>
      <dgm:spPr/>
    </dgm:pt>
    <dgm:pt modelId="{2D4B3BAA-817A-4A3E-9840-BEAE7F9974C0}" type="pres">
      <dgm:prSet presAssocID="{AC28799B-954A-4F95-B74F-43543894FD2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4AE191E-B48F-4169-BCC5-00FD7A602EFE}" type="presOf" srcId="{AC28799B-954A-4F95-B74F-43543894FD25}" destId="{2D4B3BAA-817A-4A3E-9840-BEAE7F9974C0}" srcOrd="0" destOrd="0" presId="urn:microsoft.com/office/officeart/2018/2/layout/IconVerticalSolidList"/>
    <dgm:cxn modelId="{125C0E36-A2D2-48E5-8F89-A7A5FFCF85F7}" type="presOf" srcId="{D3FF097E-4A77-405F-B67D-03B1F8953884}" destId="{3B9695D7-B050-47F9-BC7A-7D1327CAAAA4}" srcOrd="0" destOrd="0" presId="urn:microsoft.com/office/officeart/2018/2/layout/IconVerticalSolidList"/>
    <dgm:cxn modelId="{2C408E6B-9EF0-443E-8B33-478686B92DE7}" type="presOf" srcId="{482A10E9-C443-48FE-B8A6-8193A5B5CA14}" destId="{FD2ADA94-002E-4BD7-BCC1-EF08D66962F8}" srcOrd="0" destOrd="0" presId="urn:microsoft.com/office/officeart/2018/2/layout/IconVerticalSolidList"/>
    <dgm:cxn modelId="{6E8EE78C-F5C5-4004-BDB7-193BE0E0348A}" srcId="{482A10E9-C443-48FE-B8A6-8193A5B5CA14}" destId="{D3FF097E-4A77-405F-B67D-03B1F8953884}" srcOrd="1" destOrd="0" parTransId="{0AD59BB1-217E-4777-81F5-E45938913F88}" sibTransId="{84F82A73-F4A3-4C28-B15F-CE350EA7061F}"/>
    <dgm:cxn modelId="{686D0F97-1BF4-4C17-8F1F-52C3512FB316}" type="presOf" srcId="{FCCCB24C-E56B-4196-864D-D6ED7FE6BE4C}" destId="{63D6E70C-17B5-46E9-93D9-2384EE4ACDFE}" srcOrd="0" destOrd="0" presId="urn:microsoft.com/office/officeart/2018/2/layout/IconVerticalSolidList"/>
    <dgm:cxn modelId="{7F4F13D6-7CE5-4CDF-AD0E-2D9667AB7087}" srcId="{482A10E9-C443-48FE-B8A6-8193A5B5CA14}" destId="{AC28799B-954A-4F95-B74F-43543894FD25}" srcOrd="2" destOrd="0" parTransId="{40FCC603-3748-4414-BAFF-E5801EDF7F31}" sibTransId="{FBB5C509-CB79-4C28-8DC9-41F587E972D6}"/>
    <dgm:cxn modelId="{70F4C6E9-201B-4ED7-9878-104ACB82F7B7}" srcId="{482A10E9-C443-48FE-B8A6-8193A5B5CA14}" destId="{FCCCB24C-E56B-4196-864D-D6ED7FE6BE4C}" srcOrd="0" destOrd="0" parTransId="{37D1ED0B-0D68-4ADC-9333-15BB24FA65D2}" sibTransId="{C8ECA3DF-281F-4428-84B4-5E2489982F3B}"/>
    <dgm:cxn modelId="{16115786-F727-420B-AC59-FFA39803A082}" type="presParOf" srcId="{FD2ADA94-002E-4BD7-BCC1-EF08D66962F8}" destId="{8B8BC737-A090-4717-9039-3279A9668AB0}" srcOrd="0" destOrd="0" presId="urn:microsoft.com/office/officeart/2018/2/layout/IconVerticalSolidList"/>
    <dgm:cxn modelId="{F3278D5A-9EFA-42EC-BB83-9BCA072C3546}" type="presParOf" srcId="{8B8BC737-A090-4717-9039-3279A9668AB0}" destId="{21ABD84B-A968-4ED6-88D0-A30EF34BDDD4}" srcOrd="0" destOrd="0" presId="urn:microsoft.com/office/officeart/2018/2/layout/IconVerticalSolidList"/>
    <dgm:cxn modelId="{93CF0846-BBD5-494F-BF86-C08C1944822F}" type="presParOf" srcId="{8B8BC737-A090-4717-9039-3279A9668AB0}" destId="{3502EE9B-BDB6-4CF8-AC0D-677EB42BBF38}" srcOrd="1" destOrd="0" presId="urn:microsoft.com/office/officeart/2018/2/layout/IconVerticalSolidList"/>
    <dgm:cxn modelId="{A3ECA259-110D-4461-80B8-F1DCC709D5E7}" type="presParOf" srcId="{8B8BC737-A090-4717-9039-3279A9668AB0}" destId="{37B59323-9630-4012-940E-3FD0DD7D44D5}" srcOrd="2" destOrd="0" presId="urn:microsoft.com/office/officeart/2018/2/layout/IconVerticalSolidList"/>
    <dgm:cxn modelId="{599A7551-3750-426D-B40B-C4920AC706FE}" type="presParOf" srcId="{8B8BC737-A090-4717-9039-3279A9668AB0}" destId="{63D6E70C-17B5-46E9-93D9-2384EE4ACDFE}" srcOrd="3" destOrd="0" presId="urn:microsoft.com/office/officeart/2018/2/layout/IconVerticalSolidList"/>
    <dgm:cxn modelId="{4C1805DB-1C12-4844-B436-2E021FA628C4}" type="presParOf" srcId="{FD2ADA94-002E-4BD7-BCC1-EF08D66962F8}" destId="{4BBA2AE8-7B59-4D4C-B40B-12F67AA031BA}" srcOrd="1" destOrd="0" presId="urn:microsoft.com/office/officeart/2018/2/layout/IconVerticalSolidList"/>
    <dgm:cxn modelId="{F7175056-2D76-4D94-8EC3-01A3A04AE8A6}" type="presParOf" srcId="{FD2ADA94-002E-4BD7-BCC1-EF08D66962F8}" destId="{55F1B740-714C-456D-AE4B-6A78DD323A55}" srcOrd="2" destOrd="0" presId="urn:microsoft.com/office/officeart/2018/2/layout/IconVerticalSolidList"/>
    <dgm:cxn modelId="{8EF7EDC2-1668-4C96-A25A-96B6C92F97D7}" type="presParOf" srcId="{55F1B740-714C-456D-AE4B-6A78DD323A55}" destId="{07087949-2E9E-4B75-9FF3-6C5152A61FE9}" srcOrd="0" destOrd="0" presId="urn:microsoft.com/office/officeart/2018/2/layout/IconVerticalSolidList"/>
    <dgm:cxn modelId="{290154A2-67DF-4B32-9B02-4814D868B1B1}" type="presParOf" srcId="{55F1B740-714C-456D-AE4B-6A78DD323A55}" destId="{8DB5B3F7-12A7-4AEE-9736-D4F8501D0469}" srcOrd="1" destOrd="0" presId="urn:microsoft.com/office/officeart/2018/2/layout/IconVerticalSolidList"/>
    <dgm:cxn modelId="{36887149-FE2C-4485-A94E-F44C6A2884F9}" type="presParOf" srcId="{55F1B740-714C-456D-AE4B-6A78DD323A55}" destId="{6A4DEF13-B738-4693-A5B8-9F2C2C7C4A38}" srcOrd="2" destOrd="0" presId="urn:microsoft.com/office/officeart/2018/2/layout/IconVerticalSolidList"/>
    <dgm:cxn modelId="{DD8D984A-9C41-4060-8D47-AF0EDA43F899}" type="presParOf" srcId="{55F1B740-714C-456D-AE4B-6A78DD323A55}" destId="{3B9695D7-B050-47F9-BC7A-7D1327CAAAA4}" srcOrd="3" destOrd="0" presId="urn:microsoft.com/office/officeart/2018/2/layout/IconVerticalSolidList"/>
    <dgm:cxn modelId="{9EC9A3DF-15B5-4F2D-8472-555ABAD7B915}" type="presParOf" srcId="{FD2ADA94-002E-4BD7-BCC1-EF08D66962F8}" destId="{57F72395-3BE8-4A59-B7CA-27C10A0EDC88}" srcOrd="3" destOrd="0" presId="urn:microsoft.com/office/officeart/2018/2/layout/IconVerticalSolidList"/>
    <dgm:cxn modelId="{902D972F-5A62-4B3C-8BFA-A0DAC253C0FA}" type="presParOf" srcId="{FD2ADA94-002E-4BD7-BCC1-EF08D66962F8}" destId="{13A91373-BDFC-4D8F-9BC2-BA0A6755E94E}" srcOrd="4" destOrd="0" presId="urn:microsoft.com/office/officeart/2018/2/layout/IconVerticalSolidList"/>
    <dgm:cxn modelId="{59F678CB-6C67-4AD6-BB16-0FDE09B4F2FA}" type="presParOf" srcId="{13A91373-BDFC-4D8F-9BC2-BA0A6755E94E}" destId="{9AA785BE-2FC0-427B-9614-86C6DE6E2CD8}" srcOrd="0" destOrd="0" presId="urn:microsoft.com/office/officeart/2018/2/layout/IconVerticalSolidList"/>
    <dgm:cxn modelId="{81912AC6-DDBE-4E49-A1EB-001E5BF69121}" type="presParOf" srcId="{13A91373-BDFC-4D8F-9BC2-BA0A6755E94E}" destId="{9F5BE4BC-EE1D-411F-A81B-0415F7F889FE}" srcOrd="1" destOrd="0" presId="urn:microsoft.com/office/officeart/2018/2/layout/IconVerticalSolidList"/>
    <dgm:cxn modelId="{C41996BD-81F4-4C60-A189-62F771D1BDAB}" type="presParOf" srcId="{13A91373-BDFC-4D8F-9BC2-BA0A6755E94E}" destId="{304B39C6-DE87-4676-9F25-E37FEC23E9AB}" srcOrd="2" destOrd="0" presId="urn:microsoft.com/office/officeart/2018/2/layout/IconVerticalSolidList"/>
    <dgm:cxn modelId="{715147EA-91CC-4FEA-8ADB-AD450949358F}" type="presParOf" srcId="{13A91373-BDFC-4D8F-9BC2-BA0A6755E94E}" destId="{2D4B3BAA-817A-4A3E-9840-BEAE7F9974C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EC0B477-9122-4CBE-897B-33788943A4A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8C0169D-E905-4499-9CF8-793DA493349A}">
      <dgm:prSet/>
      <dgm:spPr/>
      <dgm:t>
        <a:bodyPr/>
        <a:lstStyle/>
        <a:p>
          <a:r>
            <a:rPr lang="pl-PL"/>
            <a:t>Projekt</a:t>
          </a:r>
          <a:r>
            <a:rPr lang="en-US"/>
            <a:t> CarSoft</a:t>
          </a:r>
          <a:r>
            <a:rPr lang="pl-PL"/>
            <a:t> zaczyna przekraczać budżet.</a:t>
          </a:r>
          <a:endParaRPr lang="en-US"/>
        </a:p>
      </dgm:t>
    </dgm:pt>
    <dgm:pt modelId="{74AA5E1F-307B-4C06-885B-8F1473E8F864}" type="parTrans" cxnId="{7B064588-17C3-4E26-BE67-19E10E9E0A85}">
      <dgm:prSet/>
      <dgm:spPr/>
      <dgm:t>
        <a:bodyPr/>
        <a:lstStyle/>
        <a:p>
          <a:endParaRPr lang="en-US"/>
        </a:p>
      </dgm:t>
    </dgm:pt>
    <dgm:pt modelId="{83EA84DB-820A-49A7-AB78-E386A693FECD}" type="sibTrans" cxnId="{7B064588-17C3-4E26-BE67-19E10E9E0A85}">
      <dgm:prSet/>
      <dgm:spPr/>
      <dgm:t>
        <a:bodyPr/>
        <a:lstStyle/>
        <a:p>
          <a:endParaRPr lang="en-US"/>
        </a:p>
      </dgm:t>
    </dgm:pt>
    <dgm:pt modelId="{63282B1C-B882-4A24-AA38-5E7A5139D9B6}">
      <dgm:prSet/>
      <dgm:spPr/>
      <dgm:t>
        <a:bodyPr/>
        <a:lstStyle/>
        <a:p>
          <a:r>
            <a:rPr lang="pl-PL"/>
            <a:t>Koszty rosną szybciej niż planowano.</a:t>
          </a:r>
          <a:endParaRPr lang="en-US"/>
        </a:p>
      </dgm:t>
    </dgm:pt>
    <dgm:pt modelId="{15457E0F-76D1-4E6B-BA07-71447F393CDB}" type="parTrans" cxnId="{D9A33BE4-C037-4C9F-923C-28F812578521}">
      <dgm:prSet/>
      <dgm:spPr/>
      <dgm:t>
        <a:bodyPr/>
        <a:lstStyle/>
        <a:p>
          <a:endParaRPr lang="en-US"/>
        </a:p>
      </dgm:t>
    </dgm:pt>
    <dgm:pt modelId="{714AB10F-E6A3-4EC8-BC48-FEC139811720}" type="sibTrans" cxnId="{D9A33BE4-C037-4C9F-923C-28F812578521}">
      <dgm:prSet/>
      <dgm:spPr/>
      <dgm:t>
        <a:bodyPr/>
        <a:lstStyle/>
        <a:p>
          <a:endParaRPr lang="en-US"/>
        </a:p>
      </dgm:t>
    </dgm:pt>
    <dgm:pt modelId="{62B7DE73-1CC6-4A80-A841-50A8D7F28B0A}">
      <dgm:prSet/>
      <dgm:spPr/>
      <dgm:t>
        <a:bodyPr/>
        <a:lstStyle/>
        <a:p>
          <a:r>
            <a:rPr lang="pl-PL"/>
            <a:t>Zespół musi podjąć </a:t>
          </a:r>
          <a:r>
            <a:rPr lang="en-US"/>
            <a:t>najtrudniejsza do tej pory </a:t>
          </a:r>
          <a:r>
            <a:rPr lang="pl-PL"/>
            <a:t>decyzję.</a:t>
          </a:r>
          <a:endParaRPr lang="en-US"/>
        </a:p>
      </dgm:t>
    </dgm:pt>
    <dgm:pt modelId="{370E9EC5-4C29-4368-8703-0D4025AAC51E}" type="parTrans" cxnId="{DCE347A0-9F6F-462C-8C9E-4E526B3EF56E}">
      <dgm:prSet/>
      <dgm:spPr/>
      <dgm:t>
        <a:bodyPr/>
        <a:lstStyle/>
        <a:p>
          <a:endParaRPr lang="en-US"/>
        </a:p>
      </dgm:t>
    </dgm:pt>
    <dgm:pt modelId="{41A7428B-A59F-4515-9BB1-027B47EEA3C0}" type="sibTrans" cxnId="{DCE347A0-9F6F-462C-8C9E-4E526B3EF56E}">
      <dgm:prSet/>
      <dgm:spPr/>
      <dgm:t>
        <a:bodyPr/>
        <a:lstStyle/>
        <a:p>
          <a:endParaRPr lang="en-US"/>
        </a:p>
      </dgm:t>
    </dgm:pt>
    <dgm:pt modelId="{64E170FC-8342-496F-B232-35487D43183C}" type="pres">
      <dgm:prSet presAssocID="{3EC0B477-9122-4CBE-897B-33788943A4AC}" presName="root" presStyleCnt="0">
        <dgm:presLayoutVars>
          <dgm:dir/>
          <dgm:resizeHandles val="exact"/>
        </dgm:presLayoutVars>
      </dgm:prSet>
      <dgm:spPr/>
    </dgm:pt>
    <dgm:pt modelId="{EA7F7E73-EB55-40ED-9015-A21B7793BD07}" type="pres">
      <dgm:prSet presAssocID="{B8C0169D-E905-4499-9CF8-793DA493349A}" presName="compNode" presStyleCnt="0"/>
      <dgm:spPr/>
    </dgm:pt>
    <dgm:pt modelId="{F4E9EC36-E1DA-45FD-A8A4-0B24313DA474}" type="pres">
      <dgm:prSet presAssocID="{B8C0169D-E905-4499-9CF8-793DA493349A}" presName="bgRect" presStyleLbl="bgShp" presStyleIdx="0" presStyleCnt="3"/>
      <dgm:spPr/>
    </dgm:pt>
    <dgm:pt modelId="{6EE8CE0E-88DD-468A-A776-DFD6C88F6235}" type="pres">
      <dgm:prSet presAssocID="{B8C0169D-E905-4499-9CF8-793DA493349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niądze"/>
        </a:ext>
      </dgm:extLst>
    </dgm:pt>
    <dgm:pt modelId="{E474A72D-69A4-4E77-ABCD-378F83714654}" type="pres">
      <dgm:prSet presAssocID="{B8C0169D-E905-4499-9CF8-793DA493349A}" presName="spaceRect" presStyleCnt="0"/>
      <dgm:spPr/>
    </dgm:pt>
    <dgm:pt modelId="{97169296-0D71-47EA-8774-470D4917273E}" type="pres">
      <dgm:prSet presAssocID="{B8C0169D-E905-4499-9CF8-793DA493349A}" presName="parTx" presStyleLbl="revTx" presStyleIdx="0" presStyleCnt="3">
        <dgm:presLayoutVars>
          <dgm:chMax val="0"/>
          <dgm:chPref val="0"/>
        </dgm:presLayoutVars>
      </dgm:prSet>
      <dgm:spPr/>
    </dgm:pt>
    <dgm:pt modelId="{4CB09760-28C6-4A3E-BDE5-5A65CAB1DF02}" type="pres">
      <dgm:prSet presAssocID="{83EA84DB-820A-49A7-AB78-E386A693FECD}" presName="sibTrans" presStyleCnt="0"/>
      <dgm:spPr/>
    </dgm:pt>
    <dgm:pt modelId="{EFB8675A-399D-435C-A309-685EDF235D73}" type="pres">
      <dgm:prSet presAssocID="{63282B1C-B882-4A24-AA38-5E7A5139D9B6}" presName="compNode" presStyleCnt="0"/>
      <dgm:spPr/>
    </dgm:pt>
    <dgm:pt modelId="{AD553975-65BB-4872-806B-B6066ECE2372}" type="pres">
      <dgm:prSet presAssocID="{63282B1C-B882-4A24-AA38-5E7A5139D9B6}" presName="bgRect" presStyleLbl="bgShp" presStyleIdx="1" presStyleCnt="3"/>
      <dgm:spPr/>
    </dgm:pt>
    <dgm:pt modelId="{68CEF88C-41F0-48A6-9C6F-29CE00A959FD}" type="pres">
      <dgm:prSet presAssocID="{63282B1C-B882-4A24-AA38-5E7A5139D9B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ty"/>
        </a:ext>
      </dgm:extLst>
    </dgm:pt>
    <dgm:pt modelId="{7562976C-887E-4184-BEF1-FAF24CAF0C08}" type="pres">
      <dgm:prSet presAssocID="{63282B1C-B882-4A24-AA38-5E7A5139D9B6}" presName="spaceRect" presStyleCnt="0"/>
      <dgm:spPr/>
    </dgm:pt>
    <dgm:pt modelId="{3C263EB5-2C08-4822-BDF1-A6D829CEA2CF}" type="pres">
      <dgm:prSet presAssocID="{63282B1C-B882-4A24-AA38-5E7A5139D9B6}" presName="parTx" presStyleLbl="revTx" presStyleIdx="1" presStyleCnt="3">
        <dgm:presLayoutVars>
          <dgm:chMax val="0"/>
          <dgm:chPref val="0"/>
        </dgm:presLayoutVars>
      </dgm:prSet>
      <dgm:spPr/>
    </dgm:pt>
    <dgm:pt modelId="{1F44E1BC-4BEF-4618-B81B-1F3943B3E81B}" type="pres">
      <dgm:prSet presAssocID="{714AB10F-E6A3-4EC8-BC48-FEC139811720}" presName="sibTrans" presStyleCnt="0"/>
      <dgm:spPr/>
    </dgm:pt>
    <dgm:pt modelId="{0CC904C1-13A4-461F-8A50-3E1C1E1521BF}" type="pres">
      <dgm:prSet presAssocID="{62B7DE73-1CC6-4A80-A841-50A8D7F28B0A}" presName="compNode" presStyleCnt="0"/>
      <dgm:spPr/>
    </dgm:pt>
    <dgm:pt modelId="{F52161F5-166C-4F1E-8F5A-211DDE8994EE}" type="pres">
      <dgm:prSet presAssocID="{62B7DE73-1CC6-4A80-A841-50A8D7F28B0A}" presName="bgRect" presStyleLbl="bgShp" presStyleIdx="2" presStyleCnt="3"/>
      <dgm:spPr/>
    </dgm:pt>
    <dgm:pt modelId="{3D718772-4BA2-4760-8F6C-3FA46F4174BE}" type="pres">
      <dgm:prSet presAssocID="{62B7DE73-1CC6-4A80-A841-50A8D7F28B0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ęben"/>
        </a:ext>
      </dgm:extLst>
    </dgm:pt>
    <dgm:pt modelId="{D488ABA5-2E7E-4EBA-82C5-A06CCB1D9E14}" type="pres">
      <dgm:prSet presAssocID="{62B7DE73-1CC6-4A80-A841-50A8D7F28B0A}" presName="spaceRect" presStyleCnt="0"/>
      <dgm:spPr/>
    </dgm:pt>
    <dgm:pt modelId="{7749A79D-AD2E-47EA-BEE1-7B0B07833E4F}" type="pres">
      <dgm:prSet presAssocID="{62B7DE73-1CC6-4A80-A841-50A8D7F28B0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8403407-92A5-40C4-88E3-256EDE8F6A96}" type="presOf" srcId="{62B7DE73-1CC6-4A80-A841-50A8D7F28B0A}" destId="{7749A79D-AD2E-47EA-BEE1-7B0B07833E4F}" srcOrd="0" destOrd="0" presId="urn:microsoft.com/office/officeart/2018/2/layout/IconVerticalSolidList"/>
    <dgm:cxn modelId="{2E6F2D29-5133-4D66-9ECA-11B8FA6C57C4}" type="presOf" srcId="{3EC0B477-9122-4CBE-897B-33788943A4AC}" destId="{64E170FC-8342-496F-B232-35487D43183C}" srcOrd="0" destOrd="0" presId="urn:microsoft.com/office/officeart/2018/2/layout/IconVerticalSolidList"/>
    <dgm:cxn modelId="{15AD4153-1262-44D5-91CB-98146F1A6CE6}" type="presOf" srcId="{B8C0169D-E905-4499-9CF8-793DA493349A}" destId="{97169296-0D71-47EA-8774-470D4917273E}" srcOrd="0" destOrd="0" presId="urn:microsoft.com/office/officeart/2018/2/layout/IconVerticalSolidList"/>
    <dgm:cxn modelId="{E52F2C7B-97FF-4C24-B8CF-9F52971D068A}" type="presOf" srcId="{63282B1C-B882-4A24-AA38-5E7A5139D9B6}" destId="{3C263EB5-2C08-4822-BDF1-A6D829CEA2CF}" srcOrd="0" destOrd="0" presId="urn:microsoft.com/office/officeart/2018/2/layout/IconVerticalSolidList"/>
    <dgm:cxn modelId="{7B064588-17C3-4E26-BE67-19E10E9E0A85}" srcId="{3EC0B477-9122-4CBE-897B-33788943A4AC}" destId="{B8C0169D-E905-4499-9CF8-793DA493349A}" srcOrd="0" destOrd="0" parTransId="{74AA5E1F-307B-4C06-885B-8F1473E8F864}" sibTransId="{83EA84DB-820A-49A7-AB78-E386A693FECD}"/>
    <dgm:cxn modelId="{DCE347A0-9F6F-462C-8C9E-4E526B3EF56E}" srcId="{3EC0B477-9122-4CBE-897B-33788943A4AC}" destId="{62B7DE73-1CC6-4A80-A841-50A8D7F28B0A}" srcOrd="2" destOrd="0" parTransId="{370E9EC5-4C29-4368-8703-0D4025AAC51E}" sibTransId="{41A7428B-A59F-4515-9BB1-027B47EEA3C0}"/>
    <dgm:cxn modelId="{D9A33BE4-C037-4C9F-923C-28F812578521}" srcId="{3EC0B477-9122-4CBE-897B-33788943A4AC}" destId="{63282B1C-B882-4A24-AA38-5E7A5139D9B6}" srcOrd="1" destOrd="0" parTransId="{15457E0F-76D1-4E6B-BA07-71447F393CDB}" sibTransId="{714AB10F-E6A3-4EC8-BC48-FEC139811720}"/>
    <dgm:cxn modelId="{6583B01C-961F-4B2A-A310-392EA8E37B05}" type="presParOf" srcId="{64E170FC-8342-496F-B232-35487D43183C}" destId="{EA7F7E73-EB55-40ED-9015-A21B7793BD07}" srcOrd="0" destOrd="0" presId="urn:microsoft.com/office/officeart/2018/2/layout/IconVerticalSolidList"/>
    <dgm:cxn modelId="{8B2D7C15-8197-4F65-9EF9-84685A64D695}" type="presParOf" srcId="{EA7F7E73-EB55-40ED-9015-A21B7793BD07}" destId="{F4E9EC36-E1DA-45FD-A8A4-0B24313DA474}" srcOrd="0" destOrd="0" presId="urn:microsoft.com/office/officeart/2018/2/layout/IconVerticalSolidList"/>
    <dgm:cxn modelId="{77AF88DE-8230-4906-9CA8-C49FCD9B769B}" type="presParOf" srcId="{EA7F7E73-EB55-40ED-9015-A21B7793BD07}" destId="{6EE8CE0E-88DD-468A-A776-DFD6C88F6235}" srcOrd="1" destOrd="0" presId="urn:microsoft.com/office/officeart/2018/2/layout/IconVerticalSolidList"/>
    <dgm:cxn modelId="{094F9AA7-3AEB-4908-BEC1-45D9BF1E5B2B}" type="presParOf" srcId="{EA7F7E73-EB55-40ED-9015-A21B7793BD07}" destId="{E474A72D-69A4-4E77-ABCD-378F83714654}" srcOrd="2" destOrd="0" presId="urn:microsoft.com/office/officeart/2018/2/layout/IconVerticalSolidList"/>
    <dgm:cxn modelId="{9DDAEABE-8DFE-43FE-BAE2-EF9A96FE8926}" type="presParOf" srcId="{EA7F7E73-EB55-40ED-9015-A21B7793BD07}" destId="{97169296-0D71-47EA-8774-470D4917273E}" srcOrd="3" destOrd="0" presId="urn:microsoft.com/office/officeart/2018/2/layout/IconVerticalSolidList"/>
    <dgm:cxn modelId="{63F2143D-77CE-462B-A125-2F4AC98C565C}" type="presParOf" srcId="{64E170FC-8342-496F-B232-35487D43183C}" destId="{4CB09760-28C6-4A3E-BDE5-5A65CAB1DF02}" srcOrd="1" destOrd="0" presId="urn:microsoft.com/office/officeart/2018/2/layout/IconVerticalSolidList"/>
    <dgm:cxn modelId="{5B9A4CD7-BDAA-4E1E-B471-1253AB7E7244}" type="presParOf" srcId="{64E170FC-8342-496F-B232-35487D43183C}" destId="{EFB8675A-399D-435C-A309-685EDF235D73}" srcOrd="2" destOrd="0" presId="urn:microsoft.com/office/officeart/2018/2/layout/IconVerticalSolidList"/>
    <dgm:cxn modelId="{40CFA629-B762-4DFC-A004-FD7398249DE8}" type="presParOf" srcId="{EFB8675A-399D-435C-A309-685EDF235D73}" destId="{AD553975-65BB-4872-806B-B6066ECE2372}" srcOrd="0" destOrd="0" presId="urn:microsoft.com/office/officeart/2018/2/layout/IconVerticalSolidList"/>
    <dgm:cxn modelId="{77CB4EF8-F609-4F71-9A64-8D26F5A0AB06}" type="presParOf" srcId="{EFB8675A-399D-435C-A309-685EDF235D73}" destId="{68CEF88C-41F0-48A6-9C6F-29CE00A959FD}" srcOrd="1" destOrd="0" presId="urn:microsoft.com/office/officeart/2018/2/layout/IconVerticalSolidList"/>
    <dgm:cxn modelId="{3A1ECEE7-5925-4D2F-8A3D-41E37A3E36F6}" type="presParOf" srcId="{EFB8675A-399D-435C-A309-685EDF235D73}" destId="{7562976C-887E-4184-BEF1-FAF24CAF0C08}" srcOrd="2" destOrd="0" presId="urn:microsoft.com/office/officeart/2018/2/layout/IconVerticalSolidList"/>
    <dgm:cxn modelId="{661339A8-23C2-4FCE-8075-44C8CF688510}" type="presParOf" srcId="{EFB8675A-399D-435C-A309-685EDF235D73}" destId="{3C263EB5-2C08-4822-BDF1-A6D829CEA2CF}" srcOrd="3" destOrd="0" presId="urn:microsoft.com/office/officeart/2018/2/layout/IconVerticalSolidList"/>
    <dgm:cxn modelId="{F044759B-8020-4A98-B228-635EF7A79E09}" type="presParOf" srcId="{64E170FC-8342-496F-B232-35487D43183C}" destId="{1F44E1BC-4BEF-4618-B81B-1F3943B3E81B}" srcOrd="3" destOrd="0" presId="urn:microsoft.com/office/officeart/2018/2/layout/IconVerticalSolidList"/>
    <dgm:cxn modelId="{26C44763-3626-493B-BF5F-828F1DFF9330}" type="presParOf" srcId="{64E170FC-8342-496F-B232-35487D43183C}" destId="{0CC904C1-13A4-461F-8A50-3E1C1E1521BF}" srcOrd="4" destOrd="0" presId="urn:microsoft.com/office/officeart/2018/2/layout/IconVerticalSolidList"/>
    <dgm:cxn modelId="{49673293-3C6A-42DD-9AD9-825297CCD03A}" type="presParOf" srcId="{0CC904C1-13A4-461F-8A50-3E1C1E1521BF}" destId="{F52161F5-166C-4F1E-8F5A-211DDE8994EE}" srcOrd="0" destOrd="0" presId="urn:microsoft.com/office/officeart/2018/2/layout/IconVerticalSolidList"/>
    <dgm:cxn modelId="{EA8C0FFE-8330-4821-93E2-A2DFADAC6D32}" type="presParOf" srcId="{0CC904C1-13A4-461F-8A50-3E1C1E1521BF}" destId="{3D718772-4BA2-4760-8F6C-3FA46F4174BE}" srcOrd="1" destOrd="0" presId="urn:microsoft.com/office/officeart/2018/2/layout/IconVerticalSolidList"/>
    <dgm:cxn modelId="{716B6BAB-58BD-437C-B66F-86D043999A36}" type="presParOf" srcId="{0CC904C1-13A4-461F-8A50-3E1C1E1521BF}" destId="{D488ABA5-2E7E-4EBA-82C5-A06CCB1D9E14}" srcOrd="2" destOrd="0" presId="urn:microsoft.com/office/officeart/2018/2/layout/IconVerticalSolidList"/>
    <dgm:cxn modelId="{BD2E171F-4031-40F5-91B6-B1573B62E17E}" type="presParOf" srcId="{0CC904C1-13A4-461F-8A50-3E1C1E1521BF}" destId="{7749A79D-AD2E-47EA-BEE1-7B0B07833E4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0EA5B89-12EB-4D35-8351-4BC4086E9EC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9A351B-F22A-4472-A9E0-DFD6D91201F6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Nie każda funkcjonalność ma taką samą wartość.</a:t>
          </a:r>
          <a:br>
            <a:rPr lang="pl-PL"/>
          </a:br>
          <a:r>
            <a:rPr lang="pl-PL"/>
            <a:t>Wartość ocenia się poprzez:</a:t>
          </a:r>
          <a:endParaRPr lang="en-US"/>
        </a:p>
      </dgm:t>
    </dgm:pt>
    <dgm:pt modelId="{80631320-B4C8-4473-8963-EDBC7030B0E1}" type="parTrans" cxnId="{E261D5CA-F4D3-4580-9F38-493227B831C3}">
      <dgm:prSet/>
      <dgm:spPr/>
      <dgm:t>
        <a:bodyPr/>
        <a:lstStyle/>
        <a:p>
          <a:endParaRPr lang="en-US"/>
        </a:p>
      </dgm:t>
    </dgm:pt>
    <dgm:pt modelId="{B98DAC2E-EADF-47BA-AB35-B68AB793A05A}" type="sibTrans" cxnId="{E261D5CA-F4D3-4580-9F38-493227B831C3}">
      <dgm:prSet/>
      <dgm:spPr/>
      <dgm:t>
        <a:bodyPr/>
        <a:lstStyle/>
        <a:p>
          <a:endParaRPr lang="en-US"/>
        </a:p>
      </dgm:t>
    </dgm:pt>
    <dgm:pt modelId="{7459E6E3-C64E-4C3D-B080-864CB2A021A9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wpływ na przychody </a:t>
          </a:r>
          <a:endParaRPr lang="en-US"/>
        </a:p>
      </dgm:t>
    </dgm:pt>
    <dgm:pt modelId="{56FC371F-4B5C-4C76-98E5-6A8A9A06F751}" type="parTrans" cxnId="{63551ABF-F34E-4DF1-9A87-36960C26D75D}">
      <dgm:prSet/>
      <dgm:spPr/>
      <dgm:t>
        <a:bodyPr/>
        <a:lstStyle/>
        <a:p>
          <a:endParaRPr lang="en-US"/>
        </a:p>
      </dgm:t>
    </dgm:pt>
    <dgm:pt modelId="{F135E53E-3B92-4758-9161-8788BDBECFE1}" type="sibTrans" cxnId="{63551ABF-F34E-4DF1-9A87-36960C26D75D}">
      <dgm:prSet/>
      <dgm:spPr/>
      <dgm:t>
        <a:bodyPr/>
        <a:lstStyle/>
        <a:p>
          <a:endParaRPr lang="en-US"/>
        </a:p>
      </dgm:t>
    </dgm:pt>
    <dgm:pt modelId="{58732102-D510-49CC-AC4F-AEFB2215DDE5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wpływ na użytkownika </a:t>
          </a:r>
          <a:endParaRPr lang="en-US"/>
        </a:p>
      </dgm:t>
    </dgm:pt>
    <dgm:pt modelId="{751575DC-8DBF-4D3A-9F5B-DF0BECC86E06}" type="parTrans" cxnId="{7AC0271B-CA7A-4195-BF9E-B8ACB4638051}">
      <dgm:prSet/>
      <dgm:spPr/>
      <dgm:t>
        <a:bodyPr/>
        <a:lstStyle/>
        <a:p>
          <a:endParaRPr lang="en-US"/>
        </a:p>
      </dgm:t>
    </dgm:pt>
    <dgm:pt modelId="{4B9280A9-0F62-4F45-8799-AE9E07903FA3}" type="sibTrans" cxnId="{7AC0271B-CA7A-4195-BF9E-B8ACB4638051}">
      <dgm:prSet/>
      <dgm:spPr/>
      <dgm:t>
        <a:bodyPr/>
        <a:lstStyle/>
        <a:p>
          <a:endParaRPr lang="en-US"/>
        </a:p>
      </dgm:t>
    </dgm:pt>
    <dgm:pt modelId="{87699363-62C3-4DE6-BACA-C97B6B35A22C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znaczenie strategiczne</a:t>
          </a:r>
          <a:endParaRPr lang="en-US"/>
        </a:p>
      </dgm:t>
    </dgm:pt>
    <dgm:pt modelId="{79ED4BC1-24F6-47AF-80EA-D5DF879DB6CE}" type="parTrans" cxnId="{F15CEDB8-1062-4B0C-BE80-E3A7C02E33ED}">
      <dgm:prSet/>
      <dgm:spPr/>
      <dgm:t>
        <a:bodyPr/>
        <a:lstStyle/>
        <a:p>
          <a:endParaRPr lang="en-US"/>
        </a:p>
      </dgm:t>
    </dgm:pt>
    <dgm:pt modelId="{43768C20-C725-4F7B-B745-15D0417E8943}" type="sibTrans" cxnId="{F15CEDB8-1062-4B0C-BE80-E3A7C02E33ED}">
      <dgm:prSet/>
      <dgm:spPr/>
      <dgm:t>
        <a:bodyPr/>
        <a:lstStyle/>
        <a:p>
          <a:endParaRPr lang="en-US"/>
        </a:p>
      </dgm:t>
    </dgm:pt>
    <dgm:pt modelId="{7694B020-4884-4F39-A528-F8B6253FC840}" type="pres">
      <dgm:prSet presAssocID="{50EA5B89-12EB-4D35-8351-4BC4086E9ECC}" presName="root" presStyleCnt="0">
        <dgm:presLayoutVars>
          <dgm:dir/>
          <dgm:resizeHandles val="exact"/>
        </dgm:presLayoutVars>
      </dgm:prSet>
      <dgm:spPr/>
    </dgm:pt>
    <dgm:pt modelId="{0341AC37-03E9-44C1-B79E-6D236C2CD67F}" type="pres">
      <dgm:prSet presAssocID="{BA9A351B-F22A-4472-A9E0-DFD6D91201F6}" presName="compNode" presStyleCnt="0"/>
      <dgm:spPr/>
    </dgm:pt>
    <dgm:pt modelId="{215D70EA-A2BF-4464-AD8E-82465D2AF868}" type="pres">
      <dgm:prSet presAssocID="{BA9A351B-F22A-4472-A9E0-DFD6D91201F6}" presName="bgRect" presStyleLbl="bgShp" presStyleIdx="0" presStyleCnt="4"/>
      <dgm:spPr/>
    </dgm:pt>
    <dgm:pt modelId="{031F41E4-F8D6-4238-8060-91FF51BD4470}" type="pres">
      <dgm:prSet presAssocID="{BA9A351B-F22A-4472-A9E0-DFD6D91201F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ruj"/>
        </a:ext>
      </dgm:extLst>
    </dgm:pt>
    <dgm:pt modelId="{416033B4-D404-47CF-A069-3E4BB7F8A4DC}" type="pres">
      <dgm:prSet presAssocID="{BA9A351B-F22A-4472-A9E0-DFD6D91201F6}" presName="spaceRect" presStyleCnt="0"/>
      <dgm:spPr/>
    </dgm:pt>
    <dgm:pt modelId="{9515E23B-753B-4300-AC73-0DF86C7FF3D3}" type="pres">
      <dgm:prSet presAssocID="{BA9A351B-F22A-4472-A9E0-DFD6D91201F6}" presName="parTx" presStyleLbl="revTx" presStyleIdx="0" presStyleCnt="4">
        <dgm:presLayoutVars>
          <dgm:chMax val="0"/>
          <dgm:chPref val="0"/>
        </dgm:presLayoutVars>
      </dgm:prSet>
      <dgm:spPr/>
    </dgm:pt>
    <dgm:pt modelId="{696BE851-1AA2-47A6-AFC8-5EF2D164162F}" type="pres">
      <dgm:prSet presAssocID="{B98DAC2E-EADF-47BA-AB35-B68AB793A05A}" presName="sibTrans" presStyleCnt="0"/>
      <dgm:spPr/>
    </dgm:pt>
    <dgm:pt modelId="{926F556F-F720-43E5-840F-6F9936125A7C}" type="pres">
      <dgm:prSet presAssocID="{7459E6E3-C64E-4C3D-B080-864CB2A021A9}" presName="compNode" presStyleCnt="0"/>
      <dgm:spPr/>
    </dgm:pt>
    <dgm:pt modelId="{B9079F74-FC0A-49DC-851B-FBA0D70F382B}" type="pres">
      <dgm:prSet presAssocID="{7459E6E3-C64E-4C3D-B080-864CB2A021A9}" presName="bgRect" presStyleLbl="bgShp" presStyleIdx="1" presStyleCnt="4"/>
      <dgm:spPr/>
    </dgm:pt>
    <dgm:pt modelId="{35B3D9B5-6080-4507-BB42-7FBFBAF5E05C}" type="pres">
      <dgm:prSet presAssocID="{7459E6E3-C64E-4C3D-B080-864CB2A021A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eniądze"/>
        </a:ext>
      </dgm:extLst>
    </dgm:pt>
    <dgm:pt modelId="{8E68A275-05B2-4633-B63E-FB4C2FC7DEDB}" type="pres">
      <dgm:prSet presAssocID="{7459E6E3-C64E-4C3D-B080-864CB2A021A9}" presName="spaceRect" presStyleCnt="0"/>
      <dgm:spPr/>
    </dgm:pt>
    <dgm:pt modelId="{803D5DB1-691B-44F8-8464-93527AFDDBA7}" type="pres">
      <dgm:prSet presAssocID="{7459E6E3-C64E-4C3D-B080-864CB2A021A9}" presName="parTx" presStyleLbl="revTx" presStyleIdx="1" presStyleCnt="4">
        <dgm:presLayoutVars>
          <dgm:chMax val="0"/>
          <dgm:chPref val="0"/>
        </dgm:presLayoutVars>
      </dgm:prSet>
      <dgm:spPr/>
    </dgm:pt>
    <dgm:pt modelId="{8A5DF91E-3CED-4DF1-8BD4-0156225CEB1C}" type="pres">
      <dgm:prSet presAssocID="{F135E53E-3B92-4758-9161-8788BDBECFE1}" presName="sibTrans" presStyleCnt="0"/>
      <dgm:spPr/>
    </dgm:pt>
    <dgm:pt modelId="{B00443F7-3A94-4081-B39E-1E2222B90C37}" type="pres">
      <dgm:prSet presAssocID="{58732102-D510-49CC-AC4F-AEFB2215DDE5}" presName="compNode" presStyleCnt="0"/>
      <dgm:spPr/>
    </dgm:pt>
    <dgm:pt modelId="{6BB1A220-837A-4790-8281-A36786B98BA4}" type="pres">
      <dgm:prSet presAssocID="{58732102-D510-49CC-AC4F-AEFB2215DDE5}" presName="bgRect" presStyleLbl="bgShp" presStyleIdx="2" presStyleCnt="4"/>
      <dgm:spPr/>
    </dgm:pt>
    <dgm:pt modelId="{9BF1C45E-C843-4A43-8D6E-F554A6A5BEE7}" type="pres">
      <dgm:prSet presAssocID="{58732102-D510-49CC-AC4F-AEFB2215DDE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żytkownicy"/>
        </a:ext>
      </dgm:extLst>
    </dgm:pt>
    <dgm:pt modelId="{ED9418FE-A569-464D-9112-16CFA26DE967}" type="pres">
      <dgm:prSet presAssocID="{58732102-D510-49CC-AC4F-AEFB2215DDE5}" presName="spaceRect" presStyleCnt="0"/>
      <dgm:spPr/>
    </dgm:pt>
    <dgm:pt modelId="{514BEE3F-4C91-4833-B3A8-BCB2494E7D18}" type="pres">
      <dgm:prSet presAssocID="{58732102-D510-49CC-AC4F-AEFB2215DDE5}" presName="parTx" presStyleLbl="revTx" presStyleIdx="2" presStyleCnt="4">
        <dgm:presLayoutVars>
          <dgm:chMax val="0"/>
          <dgm:chPref val="0"/>
        </dgm:presLayoutVars>
      </dgm:prSet>
      <dgm:spPr/>
    </dgm:pt>
    <dgm:pt modelId="{391DF01D-AAF3-4D88-9E03-E3A40BEDD644}" type="pres">
      <dgm:prSet presAssocID="{4B9280A9-0F62-4F45-8799-AE9E07903FA3}" presName="sibTrans" presStyleCnt="0"/>
      <dgm:spPr/>
    </dgm:pt>
    <dgm:pt modelId="{9F41BD6C-2C1B-4B99-A8F8-560DD282CABB}" type="pres">
      <dgm:prSet presAssocID="{87699363-62C3-4DE6-BACA-C97B6B35A22C}" presName="compNode" presStyleCnt="0"/>
      <dgm:spPr/>
    </dgm:pt>
    <dgm:pt modelId="{77F942C5-5C30-49A6-B93B-01457CB488F6}" type="pres">
      <dgm:prSet presAssocID="{87699363-62C3-4DE6-BACA-C97B6B35A22C}" presName="bgRect" presStyleLbl="bgShp" presStyleIdx="3" presStyleCnt="4"/>
      <dgm:spPr/>
    </dgm:pt>
    <dgm:pt modelId="{D7710843-456C-4BA3-8949-8815A7BA7F39}" type="pres">
      <dgm:prSet presAssocID="{87699363-62C3-4DE6-BACA-C97B6B35A22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023211B-787E-48DF-BE78-34CFF229D7F1}" type="pres">
      <dgm:prSet presAssocID="{87699363-62C3-4DE6-BACA-C97B6B35A22C}" presName="spaceRect" presStyleCnt="0"/>
      <dgm:spPr/>
    </dgm:pt>
    <dgm:pt modelId="{2B32F28E-73AA-4EC7-A4EE-3A606A98AA78}" type="pres">
      <dgm:prSet presAssocID="{87699363-62C3-4DE6-BACA-C97B6B35A22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AC0271B-CA7A-4195-BF9E-B8ACB4638051}" srcId="{50EA5B89-12EB-4D35-8351-4BC4086E9ECC}" destId="{58732102-D510-49CC-AC4F-AEFB2215DDE5}" srcOrd="2" destOrd="0" parTransId="{751575DC-8DBF-4D3A-9F5B-DF0BECC86E06}" sibTransId="{4B9280A9-0F62-4F45-8799-AE9E07903FA3}"/>
    <dgm:cxn modelId="{14D57099-2147-45AD-B6E5-3F666AFD97D1}" type="presOf" srcId="{58732102-D510-49CC-AC4F-AEFB2215DDE5}" destId="{514BEE3F-4C91-4833-B3A8-BCB2494E7D18}" srcOrd="0" destOrd="0" presId="urn:microsoft.com/office/officeart/2018/2/layout/IconVerticalSolidList"/>
    <dgm:cxn modelId="{F0D96E9E-8D6F-40B8-B9DE-8ADBCB3B65CE}" type="presOf" srcId="{50EA5B89-12EB-4D35-8351-4BC4086E9ECC}" destId="{7694B020-4884-4F39-A528-F8B6253FC840}" srcOrd="0" destOrd="0" presId="urn:microsoft.com/office/officeart/2018/2/layout/IconVerticalSolidList"/>
    <dgm:cxn modelId="{F15CEDB8-1062-4B0C-BE80-E3A7C02E33ED}" srcId="{50EA5B89-12EB-4D35-8351-4BC4086E9ECC}" destId="{87699363-62C3-4DE6-BACA-C97B6B35A22C}" srcOrd="3" destOrd="0" parTransId="{79ED4BC1-24F6-47AF-80EA-D5DF879DB6CE}" sibTransId="{43768C20-C725-4F7B-B745-15D0417E8943}"/>
    <dgm:cxn modelId="{63551ABF-F34E-4DF1-9A87-36960C26D75D}" srcId="{50EA5B89-12EB-4D35-8351-4BC4086E9ECC}" destId="{7459E6E3-C64E-4C3D-B080-864CB2A021A9}" srcOrd="1" destOrd="0" parTransId="{56FC371F-4B5C-4C76-98E5-6A8A9A06F751}" sibTransId="{F135E53E-3B92-4758-9161-8788BDBECFE1}"/>
    <dgm:cxn modelId="{E261D5CA-F4D3-4580-9F38-493227B831C3}" srcId="{50EA5B89-12EB-4D35-8351-4BC4086E9ECC}" destId="{BA9A351B-F22A-4472-A9E0-DFD6D91201F6}" srcOrd="0" destOrd="0" parTransId="{80631320-B4C8-4473-8963-EDBC7030B0E1}" sibTransId="{B98DAC2E-EADF-47BA-AB35-B68AB793A05A}"/>
    <dgm:cxn modelId="{EF967DCF-4EFF-4109-833E-A93F1BA8064A}" type="presOf" srcId="{7459E6E3-C64E-4C3D-B080-864CB2A021A9}" destId="{803D5DB1-691B-44F8-8464-93527AFDDBA7}" srcOrd="0" destOrd="0" presId="urn:microsoft.com/office/officeart/2018/2/layout/IconVerticalSolidList"/>
    <dgm:cxn modelId="{6E683EEC-BC88-449E-974E-09ACD50DB9E6}" type="presOf" srcId="{87699363-62C3-4DE6-BACA-C97B6B35A22C}" destId="{2B32F28E-73AA-4EC7-A4EE-3A606A98AA78}" srcOrd="0" destOrd="0" presId="urn:microsoft.com/office/officeart/2018/2/layout/IconVerticalSolidList"/>
    <dgm:cxn modelId="{5DB9B1EE-19F8-4103-B7EA-D7943EFC781A}" type="presOf" srcId="{BA9A351B-F22A-4472-A9E0-DFD6D91201F6}" destId="{9515E23B-753B-4300-AC73-0DF86C7FF3D3}" srcOrd="0" destOrd="0" presId="urn:microsoft.com/office/officeart/2018/2/layout/IconVerticalSolidList"/>
    <dgm:cxn modelId="{89775C04-0894-4F2F-A83C-6E82D7BAFC76}" type="presParOf" srcId="{7694B020-4884-4F39-A528-F8B6253FC840}" destId="{0341AC37-03E9-44C1-B79E-6D236C2CD67F}" srcOrd="0" destOrd="0" presId="urn:microsoft.com/office/officeart/2018/2/layout/IconVerticalSolidList"/>
    <dgm:cxn modelId="{C43C024F-F0B4-42D2-9FBB-561392988284}" type="presParOf" srcId="{0341AC37-03E9-44C1-B79E-6D236C2CD67F}" destId="{215D70EA-A2BF-4464-AD8E-82465D2AF868}" srcOrd="0" destOrd="0" presId="urn:microsoft.com/office/officeart/2018/2/layout/IconVerticalSolidList"/>
    <dgm:cxn modelId="{C44449E4-A204-4E44-8894-09E61A309B5B}" type="presParOf" srcId="{0341AC37-03E9-44C1-B79E-6D236C2CD67F}" destId="{031F41E4-F8D6-4238-8060-91FF51BD4470}" srcOrd="1" destOrd="0" presId="urn:microsoft.com/office/officeart/2018/2/layout/IconVerticalSolidList"/>
    <dgm:cxn modelId="{4C302246-2E60-45E9-B0CD-F01E193BE4BC}" type="presParOf" srcId="{0341AC37-03E9-44C1-B79E-6D236C2CD67F}" destId="{416033B4-D404-47CF-A069-3E4BB7F8A4DC}" srcOrd="2" destOrd="0" presId="urn:microsoft.com/office/officeart/2018/2/layout/IconVerticalSolidList"/>
    <dgm:cxn modelId="{13E8B6B9-EF62-421C-92A6-F9F097EADACD}" type="presParOf" srcId="{0341AC37-03E9-44C1-B79E-6D236C2CD67F}" destId="{9515E23B-753B-4300-AC73-0DF86C7FF3D3}" srcOrd="3" destOrd="0" presId="urn:microsoft.com/office/officeart/2018/2/layout/IconVerticalSolidList"/>
    <dgm:cxn modelId="{191F3271-1D70-43A4-AB2F-03B7CDA2C254}" type="presParOf" srcId="{7694B020-4884-4F39-A528-F8B6253FC840}" destId="{696BE851-1AA2-47A6-AFC8-5EF2D164162F}" srcOrd="1" destOrd="0" presId="urn:microsoft.com/office/officeart/2018/2/layout/IconVerticalSolidList"/>
    <dgm:cxn modelId="{C0BBC989-6D52-4606-9793-EE2854281008}" type="presParOf" srcId="{7694B020-4884-4F39-A528-F8B6253FC840}" destId="{926F556F-F720-43E5-840F-6F9936125A7C}" srcOrd="2" destOrd="0" presId="urn:microsoft.com/office/officeart/2018/2/layout/IconVerticalSolidList"/>
    <dgm:cxn modelId="{1303084B-4410-4DD1-AC53-BDC3B3DC0DBA}" type="presParOf" srcId="{926F556F-F720-43E5-840F-6F9936125A7C}" destId="{B9079F74-FC0A-49DC-851B-FBA0D70F382B}" srcOrd="0" destOrd="0" presId="urn:microsoft.com/office/officeart/2018/2/layout/IconVerticalSolidList"/>
    <dgm:cxn modelId="{BBE9EC77-6250-4BB8-A2CF-B3034D20BC13}" type="presParOf" srcId="{926F556F-F720-43E5-840F-6F9936125A7C}" destId="{35B3D9B5-6080-4507-BB42-7FBFBAF5E05C}" srcOrd="1" destOrd="0" presId="urn:microsoft.com/office/officeart/2018/2/layout/IconVerticalSolidList"/>
    <dgm:cxn modelId="{8103B3F0-1724-4A44-AD50-77BD6A446C41}" type="presParOf" srcId="{926F556F-F720-43E5-840F-6F9936125A7C}" destId="{8E68A275-05B2-4633-B63E-FB4C2FC7DEDB}" srcOrd="2" destOrd="0" presId="urn:microsoft.com/office/officeart/2018/2/layout/IconVerticalSolidList"/>
    <dgm:cxn modelId="{B0430D05-B1DC-4074-AAD3-B73F02E119D0}" type="presParOf" srcId="{926F556F-F720-43E5-840F-6F9936125A7C}" destId="{803D5DB1-691B-44F8-8464-93527AFDDBA7}" srcOrd="3" destOrd="0" presId="urn:microsoft.com/office/officeart/2018/2/layout/IconVerticalSolidList"/>
    <dgm:cxn modelId="{D5B7D7FF-51FC-407A-B191-91F166863BFC}" type="presParOf" srcId="{7694B020-4884-4F39-A528-F8B6253FC840}" destId="{8A5DF91E-3CED-4DF1-8BD4-0156225CEB1C}" srcOrd="3" destOrd="0" presId="urn:microsoft.com/office/officeart/2018/2/layout/IconVerticalSolidList"/>
    <dgm:cxn modelId="{429E2E9E-FBFA-45B5-AC43-D6CE86840765}" type="presParOf" srcId="{7694B020-4884-4F39-A528-F8B6253FC840}" destId="{B00443F7-3A94-4081-B39E-1E2222B90C37}" srcOrd="4" destOrd="0" presId="urn:microsoft.com/office/officeart/2018/2/layout/IconVerticalSolidList"/>
    <dgm:cxn modelId="{705DEBFB-C20C-43D3-A64B-D90D8C4F610F}" type="presParOf" srcId="{B00443F7-3A94-4081-B39E-1E2222B90C37}" destId="{6BB1A220-837A-4790-8281-A36786B98BA4}" srcOrd="0" destOrd="0" presId="urn:microsoft.com/office/officeart/2018/2/layout/IconVerticalSolidList"/>
    <dgm:cxn modelId="{62D60AF4-627A-42D9-A763-D89147355C47}" type="presParOf" srcId="{B00443F7-3A94-4081-B39E-1E2222B90C37}" destId="{9BF1C45E-C843-4A43-8D6E-F554A6A5BEE7}" srcOrd="1" destOrd="0" presId="urn:microsoft.com/office/officeart/2018/2/layout/IconVerticalSolidList"/>
    <dgm:cxn modelId="{C83EE8CA-7050-4B13-B972-086725093705}" type="presParOf" srcId="{B00443F7-3A94-4081-B39E-1E2222B90C37}" destId="{ED9418FE-A569-464D-9112-16CFA26DE967}" srcOrd="2" destOrd="0" presId="urn:microsoft.com/office/officeart/2018/2/layout/IconVerticalSolidList"/>
    <dgm:cxn modelId="{B0579748-AB1F-4A29-9B01-E0599A7AA713}" type="presParOf" srcId="{B00443F7-3A94-4081-B39E-1E2222B90C37}" destId="{514BEE3F-4C91-4833-B3A8-BCB2494E7D18}" srcOrd="3" destOrd="0" presId="urn:microsoft.com/office/officeart/2018/2/layout/IconVerticalSolidList"/>
    <dgm:cxn modelId="{4E19985B-2BA1-4D28-9D3E-E5D106E6E609}" type="presParOf" srcId="{7694B020-4884-4F39-A528-F8B6253FC840}" destId="{391DF01D-AAF3-4D88-9E03-E3A40BEDD644}" srcOrd="5" destOrd="0" presId="urn:microsoft.com/office/officeart/2018/2/layout/IconVerticalSolidList"/>
    <dgm:cxn modelId="{C859B8A8-D698-4EE2-B649-FA3F68ECC233}" type="presParOf" srcId="{7694B020-4884-4F39-A528-F8B6253FC840}" destId="{9F41BD6C-2C1B-4B99-A8F8-560DD282CABB}" srcOrd="6" destOrd="0" presId="urn:microsoft.com/office/officeart/2018/2/layout/IconVerticalSolidList"/>
    <dgm:cxn modelId="{348A2EBE-D9DC-460C-8C25-55CC587AC0C4}" type="presParOf" srcId="{9F41BD6C-2C1B-4B99-A8F8-560DD282CABB}" destId="{77F942C5-5C30-49A6-B93B-01457CB488F6}" srcOrd="0" destOrd="0" presId="urn:microsoft.com/office/officeart/2018/2/layout/IconVerticalSolidList"/>
    <dgm:cxn modelId="{48349E52-FCAE-4F98-A615-9D8D94D8E8B7}" type="presParOf" srcId="{9F41BD6C-2C1B-4B99-A8F8-560DD282CABB}" destId="{D7710843-456C-4BA3-8949-8815A7BA7F39}" srcOrd="1" destOrd="0" presId="urn:microsoft.com/office/officeart/2018/2/layout/IconVerticalSolidList"/>
    <dgm:cxn modelId="{F26F7074-AD12-424A-A406-54B6C6D090D1}" type="presParOf" srcId="{9F41BD6C-2C1B-4B99-A8F8-560DD282CABB}" destId="{7023211B-787E-48DF-BE78-34CFF229D7F1}" srcOrd="2" destOrd="0" presId="urn:microsoft.com/office/officeart/2018/2/layout/IconVerticalSolidList"/>
    <dgm:cxn modelId="{8EB18A07-C107-4196-B85A-E15976003E89}" type="presParOf" srcId="{9F41BD6C-2C1B-4B99-A8F8-560DD282CABB}" destId="{2B32F28E-73AA-4EC7-A4EE-3A606A98AA7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F97F295-5597-48CE-84A3-F9907754F92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3E8132-CE16-4FAC-A5FA-56F8FA9201E5}">
      <dgm:prSet/>
      <dgm:spPr/>
      <dgm:t>
        <a:bodyPr/>
        <a:lstStyle/>
        <a:p>
          <a:r>
            <a:rPr lang="pl-PL"/>
            <a:t>W projektach IT nigdy nie mamy pełnej informacji. Decyzje zawsze podejmujemy w </a:t>
          </a:r>
          <a:r>
            <a:rPr lang="en-US"/>
            <a:t>pewnych </a:t>
          </a:r>
          <a:r>
            <a:rPr lang="pl-PL"/>
            <a:t>warunkach niepewności</a:t>
          </a:r>
          <a:r>
            <a:rPr lang="en-US"/>
            <a:t>.</a:t>
          </a:r>
        </a:p>
      </dgm:t>
    </dgm:pt>
    <dgm:pt modelId="{CE901457-052C-4DB4-825B-8E9521E8611B}" type="parTrans" cxnId="{44D076BE-4436-4C6A-89F0-3359A3DAE4D7}">
      <dgm:prSet/>
      <dgm:spPr/>
      <dgm:t>
        <a:bodyPr/>
        <a:lstStyle/>
        <a:p>
          <a:endParaRPr lang="en-US"/>
        </a:p>
      </dgm:t>
    </dgm:pt>
    <dgm:pt modelId="{1F4307A4-8CA7-456B-A9C1-48CA52EE6C65}" type="sibTrans" cxnId="{44D076BE-4436-4C6A-89F0-3359A3DAE4D7}">
      <dgm:prSet/>
      <dgm:spPr/>
      <dgm:t>
        <a:bodyPr/>
        <a:lstStyle/>
        <a:p>
          <a:endParaRPr lang="en-US"/>
        </a:p>
      </dgm:t>
    </dgm:pt>
    <dgm:pt modelId="{0A284A92-9962-466E-8825-F29F307F2A40}">
      <dgm:prSet/>
      <dgm:spPr/>
      <dgm:t>
        <a:bodyPr/>
        <a:lstStyle/>
        <a:p>
          <a:r>
            <a:rPr lang="en-US"/>
            <a:t>W CarSoft zarząd musiał odpowiedzieć na nastepujące pytania, nie posiadając 100% pewności co do ich konsekwencji:</a:t>
          </a:r>
        </a:p>
      </dgm:t>
    </dgm:pt>
    <dgm:pt modelId="{286ABA61-FDB1-4A36-AA48-A59DBF49B1BF}" type="parTrans" cxnId="{4A142CCA-D3B4-4437-9711-FEEA3D3EC83C}">
      <dgm:prSet/>
      <dgm:spPr/>
      <dgm:t>
        <a:bodyPr/>
        <a:lstStyle/>
        <a:p>
          <a:endParaRPr lang="en-US"/>
        </a:p>
      </dgm:t>
    </dgm:pt>
    <dgm:pt modelId="{00A2510C-B3C9-4201-B6AD-4E674F455579}" type="sibTrans" cxnId="{4A142CCA-D3B4-4437-9711-FEEA3D3EC83C}">
      <dgm:prSet/>
      <dgm:spPr/>
      <dgm:t>
        <a:bodyPr/>
        <a:lstStyle/>
        <a:p>
          <a:endParaRPr lang="en-US"/>
        </a:p>
      </dgm:t>
    </dgm:pt>
    <dgm:pt modelId="{434B607C-AC77-4864-99B4-0CC7687C511B}">
      <dgm:prSet/>
      <dgm:spPr/>
      <dgm:t>
        <a:bodyPr/>
        <a:lstStyle/>
        <a:p>
          <a:r>
            <a:rPr lang="pl-PL"/>
            <a:t>czy dodać nową funkcję?</a:t>
          </a:r>
          <a:endParaRPr lang="en-US"/>
        </a:p>
      </dgm:t>
    </dgm:pt>
    <dgm:pt modelId="{F6D671CE-AC6B-4919-94DE-BBC0898B0E7B}" type="parTrans" cxnId="{0B6C4FF6-A300-4063-87A9-D1E526429F20}">
      <dgm:prSet/>
      <dgm:spPr/>
      <dgm:t>
        <a:bodyPr/>
        <a:lstStyle/>
        <a:p>
          <a:endParaRPr lang="en-US"/>
        </a:p>
      </dgm:t>
    </dgm:pt>
    <dgm:pt modelId="{6755F345-7996-4D32-AF74-014E0D2A7C8D}" type="sibTrans" cxnId="{0B6C4FF6-A300-4063-87A9-D1E526429F20}">
      <dgm:prSet/>
      <dgm:spPr/>
      <dgm:t>
        <a:bodyPr/>
        <a:lstStyle/>
        <a:p>
          <a:endParaRPr lang="en-US"/>
        </a:p>
      </dgm:t>
    </dgm:pt>
    <dgm:pt modelId="{8D8D626C-DE75-49B4-AC68-E23224090213}">
      <dgm:prSet/>
      <dgm:spPr/>
      <dgm:t>
        <a:bodyPr/>
        <a:lstStyle/>
        <a:p>
          <a:r>
            <a:rPr lang="pl-PL"/>
            <a:t>czy zwiększyć budżet?</a:t>
          </a:r>
          <a:endParaRPr lang="en-US"/>
        </a:p>
      </dgm:t>
    </dgm:pt>
    <dgm:pt modelId="{CA539DDD-C65B-4E1F-8F25-C4D60F8E32D9}" type="parTrans" cxnId="{45ECFB40-EB19-4D53-B50E-EDC2B92005BE}">
      <dgm:prSet/>
      <dgm:spPr/>
      <dgm:t>
        <a:bodyPr/>
        <a:lstStyle/>
        <a:p>
          <a:endParaRPr lang="en-US"/>
        </a:p>
      </dgm:t>
    </dgm:pt>
    <dgm:pt modelId="{BAFC04AA-2935-4138-ADC3-374124B4E79C}" type="sibTrans" cxnId="{45ECFB40-EB19-4D53-B50E-EDC2B92005BE}">
      <dgm:prSet/>
      <dgm:spPr/>
      <dgm:t>
        <a:bodyPr/>
        <a:lstStyle/>
        <a:p>
          <a:endParaRPr lang="en-US"/>
        </a:p>
      </dgm:t>
    </dgm:pt>
    <dgm:pt modelId="{B336A327-4FAF-42D9-85C1-F3D45556BED2}">
      <dgm:prSet/>
      <dgm:spPr/>
      <dgm:t>
        <a:bodyPr/>
        <a:lstStyle/>
        <a:p>
          <a:r>
            <a:rPr lang="pl-PL"/>
            <a:t>czy skrócić zakres?</a:t>
          </a:r>
          <a:endParaRPr lang="en-US"/>
        </a:p>
      </dgm:t>
    </dgm:pt>
    <dgm:pt modelId="{BDB55A88-F227-4363-86DF-8DAD132CD226}" type="parTrans" cxnId="{C81F6750-E5C6-41C4-B489-60D213D457FA}">
      <dgm:prSet/>
      <dgm:spPr/>
      <dgm:t>
        <a:bodyPr/>
        <a:lstStyle/>
        <a:p>
          <a:endParaRPr lang="en-US"/>
        </a:p>
      </dgm:t>
    </dgm:pt>
    <dgm:pt modelId="{D4925D5F-04FB-4E24-81EF-39B1C54FAC22}" type="sibTrans" cxnId="{C81F6750-E5C6-41C4-B489-60D213D457FA}">
      <dgm:prSet/>
      <dgm:spPr/>
      <dgm:t>
        <a:bodyPr/>
        <a:lstStyle/>
        <a:p>
          <a:endParaRPr lang="en-US"/>
        </a:p>
      </dgm:t>
    </dgm:pt>
    <dgm:pt modelId="{DB60C4D6-8ECC-40A7-B64A-612D1E2E0065}" type="pres">
      <dgm:prSet presAssocID="{0F97F295-5597-48CE-84A3-F9907754F926}" presName="root" presStyleCnt="0">
        <dgm:presLayoutVars>
          <dgm:dir/>
          <dgm:resizeHandles val="exact"/>
        </dgm:presLayoutVars>
      </dgm:prSet>
      <dgm:spPr/>
    </dgm:pt>
    <dgm:pt modelId="{3B127D44-7F92-4ACA-9AF9-A68AEE5D9ED2}" type="pres">
      <dgm:prSet presAssocID="{893E8132-CE16-4FAC-A5FA-56F8FA9201E5}" presName="compNode" presStyleCnt="0"/>
      <dgm:spPr/>
    </dgm:pt>
    <dgm:pt modelId="{EADB3AF5-B612-464A-AEA8-0C8D3DF74AD5}" type="pres">
      <dgm:prSet presAssocID="{893E8132-CE16-4FAC-A5FA-56F8FA9201E5}" presName="bgRect" presStyleLbl="bgShp" presStyleIdx="0" presStyleCnt="2"/>
      <dgm:spPr/>
    </dgm:pt>
    <dgm:pt modelId="{3E614FCB-BC5B-44BA-823D-5D52C485165C}" type="pres">
      <dgm:prSet presAssocID="{893E8132-CE16-4FAC-A5FA-56F8FA9201E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tania"/>
        </a:ext>
      </dgm:extLst>
    </dgm:pt>
    <dgm:pt modelId="{9E8CC450-DE5E-4539-AF2D-F1FEA57DA840}" type="pres">
      <dgm:prSet presAssocID="{893E8132-CE16-4FAC-A5FA-56F8FA9201E5}" presName="spaceRect" presStyleCnt="0"/>
      <dgm:spPr/>
    </dgm:pt>
    <dgm:pt modelId="{66D7C906-D11B-4263-A872-E82E1B09EB75}" type="pres">
      <dgm:prSet presAssocID="{893E8132-CE16-4FAC-A5FA-56F8FA9201E5}" presName="parTx" presStyleLbl="revTx" presStyleIdx="0" presStyleCnt="3">
        <dgm:presLayoutVars>
          <dgm:chMax val="0"/>
          <dgm:chPref val="0"/>
        </dgm:presLayoutVars>
      </dgm:prSet>
      <dgm:spPr/>
    </dgm:pt>
    <dgm:pt modelId="{415E52B3-8B11-48C9-92DD-83FAB9292382}" type="pres">
      <dgm:prSet presAssocID="{1F4307A4-8CA7-456B-A9C1-48CA52EE6C65}" presName="sibTrans" presStyleCnt="0"/>
      <dgm:spPr/>
    </dgm:pt>
    <dgm:pt modelId="{39091995-E552-4FFD-A09B-343BBC21C0B4}" type="pres">
      <dgm:prSet presAssocID="{0A284A92-9962-466E-8825-F29F307F2A40}" presName="compNode" presStyleCnt="0"/>
      <dgm:spPr/>
    </dgm:pt>
    <dgm:pt modelId="{ACD61333-68A6-475C-8913-016AAAE74B66}" type="pres">
      <dgm:prSet presAssocID="{0A284A92-9962-466E-8825-F29F307F2A40}" presName="bgRect" presStyleLbl="bgShp" presStyleIdx="1" presStyleCnt="2"/>
      <dgm:spPr/>
    </dgm:pt>
    <dgm:pt modelId="{9955DFEA-FBB0-49BA-9EEE-6ACF4AE6C14B}" type="pres">
      <dgm:prSet presAssocID="{0A284A92-9962-466E-8825-F29F307F2A4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ing Hands"/>
        </a:ext>
      </dgm:extLst>
    </dgm:pt>
    <dgm:pt modelId="{44D01660-A625-4D90-B50A-CF7F68F6DCA9}" type="pres">
      <dgm:prSet presAssocID="{0A284A92-9962-466E-8825-F29F307F2A40}" presName="spaceRect" presStyleCnt="0"/>
      <dgm:spPr/>
    </dgm:pt>
    <dgm:pt modelId="{B8503BF3-80A2-4F81-84F6-3326AA0A9CF2}" type="pres">
      <dgm:prSet presAssocID="{0A284A92-9962-466E-8825-F29F307F2A40}" presName="parTx" presStyleLbl="revTx" presStyleIdx="1" presStyleCnt="3">
        <dgm:presLayoutVars>
          <dgm:chMax val="0"/>
          <dgm:chPref val="0"/>
        </dgm:presLayoutVars>
      </dgm:prSet>
      <dgm:spPr/>
    </dgm:pt>
    <dgm:pt modelId="{BE491CB1-0252-469D-A3A0-663D9441CCF1}" type="pres">
      <dgm:prSet presAssocID="{0A284A92-9962-466E-8825-F29F307F2A40}" presName="desTx" presStyleLbl="revTx" presStyleIdx="2" presStyleCnt="3">
        <dgm:presLayoutVars/>
      </dgm:prSet>
      <dgm:spPr/>
    </dgm:pt>
  </dgm:ptLst>
  <dgm:cxnLst>
    <dgm:cxn modelId="{37BA8729-BFAE-45C9-A3B0-A6A581C17585}" type="presOf" srcId="{8D8D626C-DE75-49B4-AC68-E23224090213}" destId="{BE491CB1-0252-469D-A3A0-663D9441CCF1}" srcOrd="0" destOrd="1" presId="urn:microsoft.com/office/officeart/2018/2/layout/IconVerticalSolidList"/>
    <dgm:cxn modelId="{2F291A2F-0FB9-4BE7-B24E-10B08EC2A342}" type="presOf" srcId="{B336A327-4FAF-42D9-85C1-F3D45556BED2}" destId="{BE491CB1-0252-469D-A3A0-663D9441CCF1}" srcOrd="0" destOrd="2" presId="urn:microsoft.com/office/officeart/2018/2/layout/IconVerticalSolidList"/>
    <dgm:cxn modelId="{98ED2D3F-776A-4C8B-8EE4-5173BBD611ED}" type="presOf" srcId="{0F97F295-5597-48CE-84A3-F9907754F926}" destId="{DB60C4D6-8ECC-40A7-B64A-612D1E2E0065}" srcOrd="0" destOrd="0" presId="urn:microsoft.com/office/officeart/2018/2/layout/IconVerticalSolidList"/>
    <dgm:cxn modelId="{45ECFB40-EB19-4D53-B50E-EDC2B92005BE}" srcId="{0A284A92-9962-466E-8825-F29F307F2A40}" destId="{8D8D626C-DE75-49B4-AC68-E23224090213}" srcOrd="1" destOrd="0" parTransId="{CA539DDD-C65B-4E1F-8F25-C4D60F8E32D9}" sibTransId="{BAFC04AA-2935-4138-ADC3-374124B4E79C}"/>
    <dgm:cxn modelId="{E0A2255E-9919-43CC-AB7B-C5404FD5229E}" type="presOf" srcId="{893E8132-CE16-4FAC-A5FA-56F8FA9201E5}" destId="{66D7C906-D11B-4263-A872-E82E1B09EB75}" srcOrd="0" destOrd="0" presId="urn:microsoft.com/office/officeart/2018/2/layout/IconVerticalSolidList"/>
    <dgm:cxn modelId="{C81F6750-E5C6-41C4-B489-60D213D457FA}" srcId="{0A284A92-9962-466E-8825-F29F307F2A40}" destId="{B336A327-4FAF-42D9-85C1-F3D45556BED2}" srcOrd="2" destOrd="0" parTransId="{BDB55A88-F227-4363-86DF-8DAD132CD226}" sibTransId="{D4925D5F-04FB-4E24-81EF-39B1C54FAC22}"/>
    <dgm:cxn modelId="{6E22D485-D54D-4AD3-9B8A-DE605D8873A9}" type="presOf" srcId="{434B607C-AC77-4864-99B4-0CC7687C511B}" destId="{BE491CB1-0252-469D-A3A0-663D9441CCF1}" srcOrd="0" destOrd="0" presId="urn:microsoft.com/office/officeart/2018/2/layout/IconVerticalSolidList"/>
    <dgm:cxn modelId="{44D076BE-4436-4C6A-89F0-3359A3DAE4D7}" srcId="{0F97F295-5597-48CE-84A3-F9907754F926}" destId="{893E8132-CE16-4FAC-A5FA-56F8FA9201E5}" srcOrd="0" destOrd="0" parTransId="{CE901457-052C-4DB4-825B-8E9521E8611B}" sibTransId="{1F4307A4-8CA7-456B-A9C1-48CA52EE6C65}"/>
    <dgm:cxn modelId="{4A142CCA-D3B4-4437-9711-FEEA3D3EC83C}" srcId="{0F97F295-5597-48CE-84A3-F9907754F926}" destId="{0A284A92-9962-466E-8825-F29F307F2A40}" srcOrd="1" destOrd="0" parTransId="{286ABA61-FDB1-4A36-AA48-A59DBF49B1BF}" sibTransId="{00A2510C-B3C9-4201-B6AD-4E674F455579}"/>
    <dgm:cxn modelId="{0B6C4FF6-A300-4063-87A9-D1E526429F20}" srcId="{0A284A92-9962-466E-8825-F29F307F2A40}" destId="{434B607C-AC77-4864-99B4-0CC7687C511B}" srcOrd="0" destOrd="0" parTransId="{F6D671CE-AC6B-4919-94DE-BBC0898B0E7B}" sibTransId="{6755F345-7996-4D32-AF74-014E0D2A7C8D}"/>
    <dgm:cxn modelId="{F72A23F8-3D9E-41B6-AB15-93054EC0BDB2}" type="presOf" srcId="{0A284A92-9962-466E-8825-F29F307F2A40}" destId="{B8503BF3-80A2-4F81-84F6-3326AA0A9CF2}" srcOrd="0" destOrd="0" presId="urn:microsoft.com/office/officeart/2018/2/layout/IconVerticalSolidList"/>
    <dgm:cxn modelId="{4F1ED145-672E-4F8C-9976-0AAF27218867}" type="presParOf" srcId="{DB60C4D6-8ECC-40A7-B64A-612D1E2E0065}" destId="{3B127D44-7F92-4ACA-9AF9-A68AEE5D9ED2}" srcOrd="0" destOrd="0" presId="urn:microsoft.com/office/officeart/2018/2/layout/IconVerticalSolidList"/>
    <dgm:cxn modelId="{6D9AC974-F6F8-444F-BF88-2AAFA729DC60}" type="presParOf" srcId="{3B127D44-7F92-4ACA-9AF9-A68AEE5D9ED2}" destId="{EADB3AF5-B612-464A-AEA8-0C8D3DF74AD5}" srcOrd="0" destOrd="0" presId="urn:microsoft.com/office/officeart/2018/2/layout/IconVerticalSolidList"/>
    <dgm:cxn modelId="{0EAFC376-A3FD-461A-B101-102DD1C12920}" type="presParOf" srcId="{3B127D44-7F92-4ACA-9AF9-A68AEE5D9ED2}" destId="{3E614FCB-BC5B-44BA-823D-5D52C485165C}" srcOrd="1" destOrd="0" presId="urn:microsoft.com/office/officeart/2018/2/layout/IconVerticalSolidList"/>
    <dgm:cxn modelId="{54067F43-A97D-4C15-B858-913AB8E9BD7A}" type="presParOf" srcId="{3B127D44-7F92-4ACA-9AF9-A68AEE5D9ED2}" destId="{9E8CC450-DE5E-4539-AF2D-F1FEA57DA840}" srcOrd="2" destOrd="0" presId="urn:microsoft.com/office/officeart/2018/2/layout/IconVerticalSolidList"/>
    <dgm:cxn modelId="{C2B2C7DE-63C0-47AB-8590-6EAB38A67183}" type="presParOf" srcId="{3B127D44-7F92-4ACA-9AF9-A68AEE5D9ED2}" destId="{66D7C906-D11B-4263-A872-E82E1B09EB75}" srcOrd="3" destOrd="0" presId="urn:microsoft.com/office/officeart/2018/2/layout/IconVerticalSolidList"/>
    <dgm:cxn modelId="{7785B12D-ACC5-41F7-8EDF-2F9FECEC4E05}" type="presParOf" srcId="{DB60C4D6-8ECC-40A7-B64A-612D1E2E0065}" destId="{415E52B3-8B11-48C9-92DD-83FAB9292382}" srcOrd="1" destOrd="0" presId="urn:microsoft.com/office/officeart/2018/2/layout/IconVerticalSolidList"/>
    <dgm:cxn modelId="{FB174453-39EC-4B08-92CD-6E7906C746C6}" type="presParOf" srcId="{DB60C4D6-8ECC-40A7-B64A-612D1E2E0065}" destId="{39091995-E552-4FFD-A09B-343BBC21C0B4}" srcOrd="2" destOrd="0" presId="urn:microsoft.com/office/officeart/2018/2/layout/IconVerticalSolidList"/>
    <dgm:cxn modelId="{7EC22F39-47F9-4A55-9FDA-BCA6CA61E1F7}" type="presParOf" srcId="{39091995-E552-4FFD-A09B-343BBC21C0B4}" destId="{ACD61333-68A6-475C-8913-016AAAE74B66}" srcOrd="0" destOrd="0" presId="urn:microsoft.com/office/officeart/2018/2/layout/IconVerticalSolidList"/>
    <dgm:cxn modelId="{D5284135-0C14-4F95-992B-0226D3C4723D}" type="presParOf" srcId="{39091995-E552-4FFD-A09B-343BBC21C0B4}" destId="{9955DFEA-FBB0-49BA-9EEE-6ACF4AE6C14B}" srcOrd="1" destOrd="0" presId="urn:microsoft.com/office/officeart/2018/2/layout/IconVerticalSolidList"/>
    <dgm:cxn modelId="{5D27E2F7-1A8D-4B26-9329-9E39B1BD2EBF}" type="presParOf" srcId="{39091995-E552-4FFD-A09B-343BBC21C0B4}" destId="{44D01660-A625-4D90-B50A-CF7F68F6DCA9}" srcOrd="2" destOrd="0" presId="urn:microsoft.com/office/officeart/2018/2/layout/IconVerticalSolidList"/>
    <dgm:cxn modelId="{9237A0BC-61C8-4C04-965E-BAC7F83EF64E}" type="presParOf" srcId="{39091995-E552-4FFD-A09B-343BBC21C0B4}" destId="{B8503BF3-80A2-4F81-84F6-3326AA0A9CF2}" srcOrd="3" destOrd="0" presId="urn:microsoft.com/office/officeart/2018/2/layout/IconVerticalSolidList"/>
    <dgm:cxn modelId="{99E389A8-4BEC-4857-8760-8B2E49A1DC3B}" type="presParOf" srcId="{39091995-E552-4FFD-A09B-343BBC21C0B4}" destId="{BE491CB1-0252-469D-A3A0-663D9441CCF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9D296F8-42CD-42A4-A946-8DC4D3534B4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8DA3E79-7C06-4A2D-9124-6EA3BC37A618}">
      <dgm:prSet/>
      <dgm:spPr/>
      <dgm:t>
        <a:bodyPr/>
        <a:lstStyle/>
        <a:p>
          <a:r>
            <a:rPr lang="pl-PL"/>
            <a:t>Te dwa wskaźniki pokazują, czy projekt idzie zgodnie z planem </a:t>
          </a:r>
          <a:r>
            <a:rPr lang="en-US"/>
            <a:t>–</a:t>
          </a:r>
          <a:r>
            <a:rPr lang="pl-PL"/>
            <a:t> zarówno czasowo, jak i finansowo.</a:t>
          </a:r>
          <a:endParaRPr lang="en-US"/>
        </a:p>
      </dgm:t>
    </dgm:pt>
    <dgm:pt modelId="{0E4B40B0-E1D2-4BB0-8970-A60A13D2527D}" type="parTrans" cxnId="{AF6ABF1E-FA7B-431E-A3A6-20EC90550804}">
      <dgm:prSet/>
      <dgm:spPr/>
      <dgm:t>
        <a:bodyPr/>
        <a:lstStyle/>
        <a:p>
          <a:endParaRPr lang="en-US"/>
        </a:p>
      </dgm:t>
    </dgm:pt>
    <dgm:pt modelId="{FFDC971F-96D8-45EF-933A-1FB5BB97CEC0}" type="sibTrans" cxnId="{AF6ABF1E-FA7B-431E-A3A6-20EC90550804}">
      <dgm:prSet/>
      <dgm:spPr/>
      <dgm:t>
        <a:bodyPr/>
        <a:lstStyle/>
        <a:p>
          <a:endParaRPr lang="en-US"/>
        </a:p>
      </dgm:t>
    </dgm:pt>
    <dgm:pt modelId="{B757A7B8-90B2-4C48-A868-4D05A654E826}">
      <dgm:prSet/>
      <dgm:spPr/>
      <dgm:t>
        <a:bodyPr/>
        <a:lstStyle/>
        <a:p>
          <a:r>
            <a:rPr lang="pl-PL"/>
            <a:t>SPI (Schedule Performance Index):</a:t>
          </a:r>
          <a:br>
            <a:rPr lang="pl-PL"/>
          </a:br>
          <a:r>
            <a:rPr lang="pl-PL"/>
            <a:t>mierzy efektywność czasu</a:t>
          </a:r>
          <a:endParaRPr lang="en-US"/>
        </a:p>
      </dgm:t>
    </dgm:pt>
    <dgm:pt modelId="{7C0D1A21-ADAA-4F15-AE1E-773E2DFDCEE0}" type="parTrans" cxnId="{E7F071BD-A923-4697-A460-46865538DC82}">
      <dgm:prSet/>
      <dgm:spPr/>
      <dgm:t>
        <a:bodyPr/>
        <a:lstStyle/>
        <a:p>
          <a:endParaRPr lang="en-US"/>
        </a:p>
      </dgm:t>
    </dgm:pt>
    <dgm:pt modelId="{B63CD7A8-CCD4-4206-9ED6-EE5A4E81AA02}" type="sibTrans" cxnId="{E7F071BD-A923-4697-A460-46865538DC82}">
      <dgm:prSet/>
      <dgm:spPr/>
      <dgm:t>
        <a:bodyPr/>
        <a:lstStyle/>
        <a:p>
          <a:endParaRPr lang="en-US"/>
        </a:p>
      </dgm:t>
    </dgm:pt>
    <dgm:pt modelId="{67B36A66-EF6E-4D44-95D9-CFCF2999C625}">
      <dgm:prSet/>
      <dgm:spPr/>
      <dgm:t>
        <a:bodyPr/>
        <a:lstStyle/>
        <a:p>
          <a:r>
            <a:rPr lang="pl-PL"/>
            <a:t>CPI (Cost Performance Index):</a:t>
          </a:r>
          <a:br>
            <a:rPr lang="pl-PL"/>
          </a:br>
          <a:r>
            <a:rPr lang="pl-PL"/>
            <a:t>mierzy efektywność kosztów</a:t>
          </a:r>
          <a:endParaRPr lang="en-US"/>
        </a:p>
      </dgm:t>
    </dgm:pt>
    <dgm:pt modelId="{6C7B28A8-4E39-4524-88C2-31CEC5AFD95B}" type="parTrans" cxnId="{8D56B960-5625-4617-A994-19E5A73F26EA}">
      <dgm:prSet/>
      <dgm:spPr/>
      <dgm:t>
        <a:bodyPr/>
        <a:lstStyle/>
        <a:p>
          <a:endParaRPr lang="en-US"/>
        </a:p>
      </dgm:t>
    </dgm:pt>
    <dgm:pt modelId="{70862CCE-4782-4B08-958A-D8371B099E1F}" type="sibTrans" cxnId="{8D56B960-5625-4617-A994-19E5A73F26EA}">
      <dgm:prSet/>
      <dgm:spPr/>
      <dgm:t>
        <a:bodyPr/>
        <a:lstStyle/>
        <a:p>
          <a:endParaRPr lang="en-US"/>
        </a:p>
      </dgm:t>
    </dgm:pt>
    <dgm:pt modelId="{F4A27CC6-3FB6-4AAF-A9E1-3DF66C5ABB05}" type="pres">
      <dgm:prSet presAssocID="{99D296F8-42CD-42A4-A946-8DC4D3534B46}" presName="root" presStyleCnt="0">
        <dgm:presLayoutVars>
          <dgm:dir/>
          <dgm:resizeHandles val="exact"/>
        </dgm:presLayoutVars>
      </dgm:prSet>
      <dgm:spPr/>
    </dgm:pt>
    <dgm:pt modelId="{0F710587-E326-4CFC-B7F0-CAEFB6FA80F0}" type="pres">
      <dgm:prSet presAssocID="{A8DA3E79-7C06-4A2D-9124-6EA3BC37A618}" presName="compNode" presStyleCnt="0"/>
      <dgm:spPr/>
    </dgm:pt>
    <dgm:pt modelId="{DB091675-F50D-413F-8FE2-5BE60311A1DD}" type="pres">
      <dgm:prSet presAssocID="{A8DA3E79-7C06-4A2D-9124-6EA3BC37A618}" presName="bgRect" presStyleLbl="bgShp" presStyleIdx="0" presStyleCnt="3"/>
      <dgm:spPr/>
    </dgm:pt>
    <dgm:pt modelId="{71173A97-58C5-402F-BD36-3742F81C68FA}" type="pres">
      <dgm:prSet presAssocID="{A8DA3E79-7C06-4A2D-9124-6EA3BC37A61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alkulator"/>
        </a:ext>
      </dgm:extLst>
    </dgm:pt>
    <dgm:pt modelId="{E4E06FC5-738C-4E55-A6B7-C198FAF0F486}" type="pres">
      <dgm:prSet presAssocID="{A8DA3E79-7C06-4A2D-9124-6EA3BC37A618}" presName="spaceRect" presStyleCnt="0"/>
      <dgm:spPr/>
    </dgm:pt>
    <dgm:pt modelId="{310A42C7-2888-4BF5-BB46-AD6505120FC7}" type="pres">
      <dgm:prSet presAssocID="{A8DA3E79-7C06-4A2D-9124-6EA3BC37A618}" presName="parTx" presStyleLbl="revTx" presStyleIdx="0" presStyleCnt="3">
        <dgm:presLayoutVars>
          <dgm:chMax val="0"/>
          <dgm:chPref val="0"/>
        </dgm:presLayoutVars>
      </dgm:prSet>
      <dgm:spPr/>
    </dgm:pt>
    <dgm:pt modelId="{CDCEDB28-6768-4094-A17C-430196C4BB6A}" type="pres">
      <dgm:prSet presAssocID="{FFDC971F-96D8-45EF-933A-1FB5BB97CEC0}" presName="sibTrans" presStyleCnt="0"/>
      <dgm:spPr/>
    </dgm:pt>
    <dgm:pt modelId="{4A7D677E-A562-4507-9DD3-A551BE45557F}" type="pres">
      <dgm:prSet presAssocID="{B757A7B8-90B2-4C48-A868-4D05A654E826}" presName="compNode" presStyleCnt="0"/>
      <dgm:spPr/>
    </dgm:pt>
    <dgm:pt modelId="{0EBCD252-CB49-4600-859F-896BD5BC1A4D}" type="pres">
      <dgm:prSet presAssocID="{B757A7B8-90B2-4C48-A868-4D05A654E826}" presName="bgRect" presStyleLbl="bgShp" presStyleIdx="1" presStyleCnt="3"/>
      <dgm:spPr/>
    </dgm:pt>
    <dgm:pt modelId="{ED9187EB-202B-4F5F-8225-8F43EA6231A8}" type="pres">
      <dgm:prSet presAssocID="{B757A7B8-90B2-4C48-A868-4D05A654E82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A5D6581F-57D7-4BFA-890F-D86E5B825B1E}" type="pres">
      <dgm:prSet presAssocID="{B757A7B8-90B2-4C48-A868-4D05A654E826}" presName="spaceRect" presStyleCnt="0"/>
      <dgm:spPr/>
    </dgm:pt>
    <dgm:pt modelId="{BD6DF5D3-AF06-41C7-A3D8-615C34FCADDA}" type="pres">
      <dgm:prSet presAssocID="{B757A7B8-90B2-4C48-A868-4D05A654E826}" presName="parTx" presStyleLbl="revTx" presStyleIdx="1" presStyleCnt="3">
        <dgm:presLayoutVars>
          <dgm:chMax val="0"/>
          <dgm:chPref val="0"/>
        </dgm:presLayoutVars>
      </dgm:prSet>
      <dgm:spPr/>
    </dgm:pt>
    <dgm:pt modelId="{E8663982-D6AD-4DA6-8101-E45D512F92A2}" type="pres">
      <dgm:prSet presAssocID="{B63CD7A8-CCD4-4206-9ED6-EE5A4E81AA02}" presName="sibTrans" presStyleCnt="0"/>
      <dgm:spPr/>
    </dgm:pt>
    <dgm:pt modelId="{629612CD-927A-4562-9310-A58862463D48}" type="pres">
      <dgm:prSet presAssocID="{67B36A66-EF6E-4D44-95D9-CFCF2999C625}" presName="compNode" presStyleCnt="0"/>
      <dgm:spPr/>
    </dgm:pt>
    <dgm:pt modelId="{BB78F40B-F03A-4A70-9FA9-0D3ECE6B2FE0}" type="pres">
      <dgm:prSet presAssocID="{67B36A66-EF6E-4D44-95D9-CFCF2999C625}" presName="bgRect" presStyleLbl="bgShp" presStyleIdx="2" presStyleCnt="3"/>
      <dgm:spPr/>
    </dgm:pt>
    <dgm:pt modelId="{A18622A9-1DCE-4D83-8F12-382D9049A5D2}" type="pres">
      <dgm:prSet presAssocID="{67B36A66-EF6E-4D44-95D9-CFCF2999C62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ystyki"/>
        </a:ext>
      </dgm:extLst>
    </dgm:pt>
    <dgm:pt modelId="{0B5043E3-2781-4529-944D-7C48BBE42D51}" type="pres">
      <dgm:prSet presAssocID="{67B36A66-EF6E-4D44-95D9-CFCF2999C625}" presName="spaceRect" presStyleCnt="0"/>
      <dgm:spPr/>
    </dgm:pt>
    <dgm:pt modelId="{56327A0C-B497-47C1-BD43-9497798C3FE6}" type="pres">
      <dgm:prSet presAssocID="{67B36A66-EF6E-4D44-95D9-CFCF2999C62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F6ABF1E-FA7B-431E-A3A6-20EC90550804}" srcId="{99D296F8-42CD-42A4-A946-8DC4D3534B46}" destId="{A8DA3E79-7C06-4A2D-9124-6EA3BC37A618}" srcOrd="0" destOrd="0" parTransId="{0E4B40B0-E1D2-4BB0-8970-A60A13D2527D}" sibTransId="{FFDC971F-96D8-45EF-933A-1FB5BB97CEC0}"/>
    <dgm:cxn modelId="{8D56B960-5625-4617-A994-19E5A73F26EA}" srcId="{99D296F8-42CD-42A4-A946-8DC4D3534B46}" destId="{67B36A66-EF6E-4D44-95D9-CFCF2999C625}" srcOrd="2" destOrd="0" parTransId="{6C7B28A8-4E39-4524-88C2-31CEC5AFD95B}" sibTransId="{70862CCE-4782-4B08-958A-D8371B099E1F}"/>
    <dgm:cxn modelId="{BADC70B5-AB38-4CA2-B4F0-4B5B806AFACD}" type="presOf" srcId="{A8DA3E79-7C06-4A2D-9124-6EA3BC37A618}" destId="{310A42C7-2888-4BF5-BB46-AD6505120FC7}" srcOrd="0" destOrd="0" presId="urn:microsoft.com/office/officeart/2018/2/layout/IconVerticalSolidList"/>
    <dgm:cxn modelId="{E7F071BD-A923-4697-A460-46865538DC82}" srcId="{99D296F8-42CD-42A4-A946-8DC4D3534B46}" destId="{B757A7B8-90B2-4C48-A868-4D05A654E826}" srcOrd="1" destOrd="0" parTransId="{7C0D1A21-ADAA-4F15-AE1E-773E2DFDCEE0}" sibTransId="{B63CD7A8-CCD4-4206-9ED6-EE5A4E81AA02}"/>
    <dgm:cxn modelId="{2E0D40CF-3E2F-4602-9677-6FC6D785751B}" type="presOf" srcId="{67B36A66-EF6E-4D44-95D9-CFCF2999C625}" destId="{56327A0C-B497-47C1-BD43-9497798C3FE6}" srcOrd="0" destOrd="0" presId="urn:microsoft.com/office/officeart/2018/2/layout/IconVerticalSolidList"/>
    <dgm:cxn modelId="{9FDCB2D3-B924-429E-9BAD-FC34E5BA27DD}" type="presOf" srcId="{99D296F8-42CD-42A4-A946-8DC4D3534B46}" destId="{F4A27CC6-3FB6-4AAF-A9E1-3DF66C5ABB05}" srcOrd="0" destOrd="0" presId="urn:microsoft.com/office/officeart/2018/2/layout/IconVerticalSolidList"/>
    <dgm:cxn modelId="{18132FE1-E7C9-4DAD-A997-37D8784BAACC}" type="presOf" srcId="{B757A7B8-90B2-4C48-A868-4D05A654E826}" destId="{BD6DF5D3-AF06-41C7-A3D8-615C34FCADDA}" srcOrd="0" destOrd="0" presId="urn:microsoft.com/office/officeart/2018/2/layout/IconVerticalSolidList"/>
    <dgm:cxn modelId="{6AAF16F9-6C33-42F4-A0DA-04D8DBB50507}" type="presParOf" srcId="{F4A27CC6-3FB6-4AAF-A9E1-3DF66C5ABB05}" destId="{0F710587-E326-4CFC-B7F0-CAEFB6FA80F0}" srcOrd="0" destOrd="0" presId="urn:microsoft.com/office/officeart/2018/2/layout/IconVerticalSolidList"/>
    <dgm:cxn modelId="{F5EA4D14-8EE0-4DD3-962F-CD485C087F13}" type="presParOf" srcId="{0F710587-E326-4CFC-B7F0-CAEFB6FA80F0}" destId="{DB091675-F50D-413F-8FE2-5BE60311A1DD}" srcOrd="0" destOrd="0" presId="urn:microsoft.com/office/officeart/2018/2/layout/IconVerticalSolidList"/>
    <dgm:cxn modelId="{F7FEE5B0-57D6-47B0-957A-DB4D07FFFBBC}" type="presParOf" srcId="{0F710587-E326-4CFC-B7F0-CAEFB6FA80F0}" destId="{71173A97-58C5-402F-BD36-3742F81C68FA}" srcOrd="1" destOrd="0" presId="urn:microsoft.com/office/officeart/2018/2/layout/IconVerticalSolidList"/>
    <dgm:cxn modelId="{85C5872B-F85C-4829-AB76-FB5240833E6F}" type="presParOf" srcId="{0F710587-E326-4CFC-B7F0-CAEFB6FA80F0}" destId="{E4E06FC5-738C-4E55-A6B7-C198FAF0F486}" srcOrd="2" destOrd="0" presId="urn:microsoft.com/office/officeart/2018/2/layout/IconVerticalSolidList"/>
    <dgm:cxn modelId="{5A1A90D4-E99C-40F3-B3D0-CF75B98F9C3C}" type="presParOf" srcId="{0F710587-E326-4CFC-B7F0-CAEFB6FA80F0}" destId="{310A42C7-2888-4BF5-BB46-AD6505120FC7}" srcOrd="3" destOrd="0" presId="urn:microsoft.com/office/officeart/2018/2/layout/IconVerticalSolidList"/>
    <dgm:cxn modelId="{4A24475C-E483-41F2-BA87-8BE763D39F4E}" type="presParOf" srcId="{F4A27CC6-3FB6-4AAF-A9E1-3DF66C5ABB05}" destId="{CDCEDB28-6768-4094-A17C-430196C4BB6A}" srcOrd="1" destOrd="0" presId="urn:microsoft.com/office/officeart/2018/2/layout/IconVerticalSolidList"/>
    <dgm:cxn modelId="{D8F2A1CA-DAE0-4FF8-B9E8-A5FD6F28B06B}" type="presParOf" srcId="{F4A27CC6-3FB6-4AAF-A9E1-3DF66C5ABB05}" destId="{4A7D677E-A562-4507-9DD3-A551BE45557F}" srcOrd="2" destOrd="0" presId="urn:microsoft.com/office/officeart/2018/2/layout/IconVerticalSolidList"/>
    <dgm:cxn modelId="{D585661B-6E7D-4012-AB11-BC09D14BAAB4}" type="presParOf" srcId="{4A7D677E-A562-4507-9DD3-A551BE45557F}" destId="{0EBCD252-CB49-4600-859F-896BD5BC1A4D}" srcOrd="0" destOrd="0" presId="urn:microsoft.com/office/officeart/2018/2/layout/IconVerticalSolidList"/>
    <dgm:cxn modelId="{6EB99D63-30BE-4481-90C1-7589DF3CCA50}" type="presParOf" srcId="{4A7D677E-A562-4507-9DD3-A551BE45557F}" destId="{ED9187EB-202B-4F5F-8225-8F43EA6231A8}" srcOrd="1" destOrd="0" presId="urn:microsoft.com/office/officeart/2018/2/layout/IconVerticalSolidList"/>
    <dgm:cxn modelId="{5D07EF1C-0DCE-4824-B4D0-6B2CCF12C722}" type="presParOf" srcId="{4A7D677E-A562-4507-9DD3-A551BE45557F}" destId="{A5D6581F-57D7-4BFA-890F-D86E5B825B1E}" srcOrd="2" destOrd="0" presId="urn:microsoft.com/office/officeart/2018/2/layout/IconVerticalSolidList"/>
    <dgm:cxn modelId="{85E5D2E3-862C-4615-B45E-A752EFD41C4E}" type="presParOf" srcId="{4A7D677E-A562-4507-9DD3-A551BE45557F}" destId="{BD6DF5D3-AF06-41C7-A3D8-615C34FCADDA}" srcOrd="3" destOrd="0" presId="urn:microsoft.com/office/officeart/2018/2/layout/IconVerticalSolidList"/>
    <dgm:cxn modelId="{E072AC09-588B-4EAB-A054-DBB74C4E28DD}" type="presParOf" srcId="{F4A27CC6-3FB6-4AAF-A9E1-3DF66C5ABB05}" destId="{E8663982-D6AD-4DA6-8101-E45D512F92A2}" srcOrd="3" destOrd="0" presId="urn:microsoft.com/office/officeart/2018/2/layout/IconVerticalSolidList"/>
    <dgm:cxn modelId="{860E97AE-2A78-41E1-B598-07992009C6DD}" type="presParOf" srcId="{F4A27CC6-3FB6-4AAF-A9E1-3DF66C5ABB05}" destId="{629612CD-927A-4562-9310-A58862463D48}" srcOrd="4" destOrd="0" presId="urn:microsoft.com/office/officeart/2018/2/layout/IconVerticalSolidList"/>
    <dgm:cxn modelId="{2E3753A6-FA09-4A58-BA02-D1DE531954E4}" type="presParOf" srcId="{629612CD-927A-4562-9310-A58862463D48}" destId="{BB78F40B-F03A-4A70-9FA9-0D3ECE6B2FE0}" srcOrd="0" destOrd="0" presId="urn:microsoft.com/office/officeart/2018/2/layout/IconVerticalSolidList"/>
    <dgm:cxn modelId="{F3ADBC94-953F-41C5-A145-B9D2CE367890}" type="presParOf" srcId="{629612CD-927A-4562-9310-A58862463D48}" destId="{A18622A9-1DCE-4D83-8F12-382D9049A5D2}" srcOrd="1" destOrd="0" presId="urn:microsoft.com/office/officeart/2018/2/layout/IconVerticalSolidList"/>
    <dgm:cxn modelId="{0287DDBE-C87B-47BC-9B92-77FF85DEF1D9}" type="presParOf" srcId="{629612CD-927A-4562-9310-A58862463D48}" destId="{0B5043E3-2781-4529-944D-7C48BBE42D51}" srcOrd="2" destOrd="0" presId="urn:microsoft.com/office/officeart/2018/2/layout/IconVerticalSolidList"/>
    <dgm:cxn modelId="{8A4F2DA4-8C86-4B37-B53B-B7EE9FBE7880}" type="presParOf" srcId="{629612CD-927A-4562-9310-A58862463D48}" destId="{56327A0C-B497-47C1-BD43-9497798C3FE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B801A5E-C5B2-4A22-8472-C568714E375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3E75D9-3D35-4EB3-817E-D494B79CF433}">
      <dgm:prSet/>
      <dgm:spPr/>
      <dgm:t>
        <a:bodyPr/>
        <a:lstStyle/>
        <a:p>
          <a:r>
            <a:rPr lang="pl-PL" dirty="0"/>
            <a:t>CPI &lt; 1 </a:t>
          </a:r>
          <a:endParaRPr lang="en-US" dirty="0"/>
        </a:p>
        <a:p>
          <a:r>
            <a:rPr lang="pl-PL" dirty="0"/>
            <a:t>projekt kosztuje więcej niż planowano</a:t>
          </a:r>
          <a:endParaRPr lang="en-US" dirty="0"/>
        </a:p>
      </dgm:t>
    </dgm:pt>
    <dgm:pt modelId="{33D6E3D5-359B-433F-95F6-FA1F5954DD1C}" type="parTrans" cxnId="{DB4CA551-4B97-4C13-8952-46D1742C4E27}">
      <dgm:prSet/>
      <dgm:spPr/>
      <dgm:t>
        <a:bodyPr/>
        <a:lstStyle/>
        <a:p>
          <a:endParaRPr lang="en-US"/>
        </a:p>
      </dgm:t>
    </dgm:pt>
    <dgm:pt modelId="{BBC02B98-D938-456A-A5ED-D4A66E4FEE9B}" type="sibTrans" cxnId="{DB4CA551-4B97-4C13-8952-46D1742C4E27}">
      <dgm:prSet/>
      <dgm:spPr/>
      <dgm:t>
        <a:bodyPr/>
        <a:lstStyle/>
        <a:p>
          <a:endParaRPr lang="en-US"/>
        </a:p>
      </dgm:t>
    </dgm:pt>
    <dgm:pt modelId="{6235F956-288D-475B-87F1-81CB5A3AA813}">
      <dgm:prSet/>
      <dgm:spPr/>
      <dgm:t>
        <a:bodyPr/>
        <a:lstStyle/>
        <a:p>
          <a:r>
            <a:rPr lang="pl-PL" dirty="0"/>
            <a:t>CPI = 1 </a:t>
          </a:r>
          <a:endParaRPr lang="en-US" dirty="0"/>
        </a:p>
        <a:p>
          <a:r>
            <a:rPr lang="pl-PL" dirty="0"/>
            <a:t>zgodność z budżetem</a:t>
          </a:r>
          <a:endParaRPr lang="en-US" dirty="0"/>
        </a:p>
      </dgm:t>
    </dgm:pt>
    <dgm:pt modelId="{FF6A21B5-4E8C-44B5-BA2C-6BBEA3B856A6}" type="parTrans" cxnId="{D0CC8781-8CDA-4E94-A002-54E997ABAA12}">
      <dgm:prSet/>
      <dgm:spPr/>
      <dgm:t>
        <a:bodyPr/>
        <a:lstStyle/>
        <a:p>
          <a:endParaRPr lang="en-US"/>
        </a:p>
      </dgm:t>
    </dgm:pt>
    <dgm:pt modelId="{BEDF94A3-9F87-4850-A082-BD4B96208B59}" type="sibTrans" cxnId="{D0CC8781-8CDA-4E94-A002-54E997ABAA12}">
      <dgm:prSet/>
      <dgm:spPr/>
      <dgm:t>
        <a:bodyPr/>
        <a:lstStyle/>
        <a:p>
          <a:endParaRPr lang="en-US"/>
        </a:p>
      </dgm:t>
    </dgm:pt>
    <dgm:pt modelId="{3D4BBFDB-EA43-4382-95D7-3B06E4FFEB01}">
      <dgm:prSet/>
      <dgm:spPr/>
      <dgm:t>
        <a:bodyPr/>
        <a:lstStyle/>
        <a:p>
          <a:r>
            <a:rPr lang="pl-PL" dirty="0"/>
            <a:t>CPI &gt; 1 </a:t>
          </a:r>
          <a:endParaRPr lang="en-US" dirty="0"/>
        </a:p>
        <a:p>
          <a:r>
            <a:rPr lang="pl-PL" dirty="0"/>
            <a:t>projekt tańszy niż plan</a:t>
          </a:r>
          <a:endParaRPr lang="en-US" dirty="0"/>
        </a:p>
      </dgm:t>
    </dgm:pt>
    <dgm:pt modelId="{CEE3EC0E-9D92-4238-B714-BFCF93B22A80}" type="parTrans" cxnId="{836C1553-2043-4D76-A14F-A9D923E91B50}">
      <dgm:prSet/>
      <dgm:spPr/>
      <dgm:t>
        <a:bodyPr/>
        <a:lstStyle/>
        <a:p>
          <a:endParaRPr lang="en-US"/>
        </a:p>
      </dgm:t>
    </dgm:pt>
    <dgm:pt modelId="{A1517FDA-3F21-4ED5-9FBE-9AF7EE2F4F45}" type="sibTrans" cxnId="{836C1553-2043-4D76-A14F-A9D923E91B50}">
      <dgm:prSet/>
      <dgm:spPr/>
      <dgm:t>
        <a:bodyPr/>
        <a:lstStyle/>
        <a:p>
          <a:endParaRPr lang="en-US"/>
        </a:p>
      </dgm:t>
    </dgm:pt>
    <dgm:pt modelId="{9883ACC3-D47D-4EDF-97E2-C30D01F96FDC}" type="pres">
      <dgm:prSet presAssocID="{7B801A5E-C5B2-4A22-8472-C568714E375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78CF636-FEDD-44AD-B7DF-CE53FF236289}" type="pres">
      <dgm:prSet presAssocID="{D33E75D9-3D35-4EB3-817E-D494B79CF433}" presName="hierRoot1" presStyleCnt="0"/>
      <dgm:spPr/>
    </dgm:pt>
    <dgm:pt modelId="{2B7366F1-E073-49A7-8810-A403F2286E8F}" type="pres">
      <dgm:prSet presAssocID="{D33E75D9-3D35-4EB3-817E-D494B79CF433}" presName="composite" presStyleCnt="0"/>
      <dgm:spPr/>
    </dgm:pt>
    <dgm:pt modelId="{EA23B02F-6F8F-4E58-993D-71242CBFED98}" type="pres">
      <dgm:prSet presAssocID="{D33E75D9-3D35-4EB3-817E-D494B79CF433}" presName="background" presStyleLbl="node0" presStyleIdx="0" presStyleCnt="3"/>
      <dgm:spPr/>
    </dgm:pt>
    <dgm:pt modelId="{D6A1BD73-6B1D-49DA-AF14-87762680721C}" type="pres">
      <dgm:prSet presAssocID="{D33E75D9-3D35-4EB3-817E-D494B79CF433}" presName="text" presStyleLbl="fgAcc0" presStyleIdx="0" presStyleCnt="3">
        <dgm:presLayoutVars>
          <dgm:chPref val="3"/>
        </dgm:presLayoutVars>
      </dgm:prSet>
      <dgm:spPr/>
    </dgm:pt>
    <dgm:pt modelId="{8721353C-7299-482D-BC6F-D0638A145253}" type="pres">
      <dgm:prSet presAssocID="{D33E75D9-3D35-4EB3-817E-D494B79CF433}" presName="hierChild2" presStyleCnt="0"/>
      <dgm:spPr/>
    </dgm:pt>
    <dgm:pt modelId="{4334E5B5-6AFC-486B-98EA-A055DFBE0867}" type="pres">
      <dgm:prSet presAssocID="{6235F956-288D-475B-87F1-81CB5A3AA813}" presName="hierRoot1" presStyleCnt="0"/>
      <dgm:spPr/>
    </dgm:pt>
    <dgm:pt modelId="{B650DE44-2E3A-4F00-AF82-BE457AA2A12E}" type="pres">
      <dgm:prSet presAssocID="{6235F956-288D-475B-87F1-81CB5A3AA813}" presName="composite" presStyleCnt="0"/>
      <dgm:spPr/>
    </dgm:pt>
    <dgm:pt modelId="{FB2F1870-2F5D-4F03-9384-81255A0081AA}" type="pres">
      <dgm:prSet presAssocID="{6235F956-288D-475B-87F1-81CB5A3AA813}" presName="background" presStyleLbl="node0" presStyleIdx="1" presStyleCnt="3"/>
      <dgm:spPr/>
    </dgm:pt>
    <dgm:pt modelId="{8EE499F6-C0DD-4473-B822-FD2BB9CF74F2}" type="pres">
      <dgm:prSet presAssocID="{6235F956-288D-475B-87F1-81CB5A3AA813}" presName="text" presStyleLbl="fgAcc0" presStyleIdx="1" presStyleCnt="3">
        <dgm:presLayoutVars>
          <dgm:chPref val="3"/>
        </dgm:presLayoutVars>
      </dgm:prSet>
      <dgm:spPr/>
    </dgm:pt>
    <dgm:pt modelId="{1558F3AB-F348-4EA1-8633-A5E669A88CD2}" type="pres">
      <dgm:prSet presAssocID="{6235F956-288D-475B-87F1-81CB5A3AA813}" presName="hierChild2" presStyleCnt="0"/>
      <dgm:spPr/>
    </dgm:pt>
    <dgm:pt modelId="{632206DF-A94C-4F50-BC84-977FEB6781E7}" type="pres">
      <dgm:prSet presAssocID="{3D4BBFDB-EA43-4382-95D7-3B06E4FFEB01}" presName="hierRoot1" presStyleCnt="0"/>
      <dgm:spPr/>
    </dgm:pt>
    <dgm:pt modelId="{38EE84CF-FD9D-4CEB-B59D-E5D203A0FD37}" type="pres">
      <dgm:prSet presAssocID="{3D4BBFDB-EA43-4382-95D7-3B06E4FFEB01}" presName="composite" presStyleCnt="0"/>
      <dgm:spPr/>
    </dgm:pt>
    <dgm:pt modelId="{52DB87F0-0C9F-4674-8AF0-ADBAFB377C5D}" type="pres">
      <dgm:prSet presAssocID="{3D4BBFDB-EA43-4382-95D7-3B06E4FFEB01}" presName="background" presStyleLbl="node0" presStyleIdx="2" presStyleCnt="3"/>
      <dgm:spPr/>
    </dgm:pt>
    <dgm:pt modelId="{6E877893-D581-4F91-A0D7-5799594E332B}" type="pres">
      <dgm:prSet presAssocID="{3D4BBFDB-EA43-4382-95D7-3B06E4FFEB01}" presName="text" presStyleLbl="fgAcc0" presStyleIdx="2" presStyleCnt="3">
        <dgm:presLayoutVars>
          <dgm:chPref val="3"/>
        </dgm:presLayoutVars>
      </dgm:prSet>
      <dgm:spPr/>
    </dgm:pt>
    <dgm:pt modelId="{EFFCA06C-5A41-40A7-960B-8A0172CDB723}" type="pres">
      <dgm:prSet presAssocID="{3D4BBFDB-EA43-4382-95D7-3B06E4FFEB01}" presName="hierChild2" presStyleCnt="0"/>
      <dgm:spPr/>
    </dgm:pt>
  </dgm:ptLst>
  <dgm:cxnLst>
    <dgm:cxn modelId="{B966856B-6C81-4F4B-AD71-354B39400303}" type="presOf" srcId="{D33E75D9-3D35-4EB3-817E-D494B79CF433}" destId="{D6A1BD73-6B1D-49DA-AF14-87762680721C}" srcOrd="0" destOrd="0" presId="urn:microsoft.com/office/officeart/2005/8/layout/hierarchy1"/>
    <dgm:cxn modelId="{DB4CA551-4B97-4C13-8952-46D1742C4E27}" srcId="{7B801A5E-C5B2-4A22-8472-C568714E375C}" destId="{D33E75D9-3D35-4EB3-817E-D494B79CF433}" srcOrd="0" destOrd="0" parTransId="{33D6E3D5-359B-433F-95F6-FA1F5954DD1C}" sibTransId="{BBC02B98-D938-456A-A5ED-D4A66E4FEE9B}"/>
    <dgm:cxn modelId="{836C1553-2043-4D76-A14F-A9D923E91B50}" srcId="{7B801A5E-C5B2-4A22-8472-C568714E375C}" destId="{3D4BBFDB-EA43-4382-95D7-3B06E4FFEB01}" srcOrd="2" destOrd="0" parTransId="{CEE3EC0E-9D92-4238-B714-BFCF93B22A80}" sibTransId="{A1517FDA-3F21-4ED5-9FBE-9AF7EE2F4F45}"/>
    <dgm:cxn modelId="{D0CC8781-8CDA-4E94-A002-54E997ABAA12}" srcId="{7B801A5E-C5B2-4A22-8472-C568714E375C}" destId="{6235F956-288D-475B-87F1-81CB5A3AA813}" srcOrd="1" destOrd="0" parTransId="{FF6A21B5-4E8C-44B5-BA2C-6BBEA3B856A6}" sibTransId="{BEDF94A3-9F87-4850-A082-BD4B96208B59}"/>
    <dgm:cxn modelId="{6659CA89-2A51-4D44-9888-49EF112EB8F7}" type="presOf" srcId="{7B801A5E-C5B2-4A22-8472-C568714E375C}" destId="{9883ACC3-D47D-4EDF-97E2-C30D01F96FDC}" srcOrd="0" destOrd="0" presId="urn:microsoft.com/office/officeart/2005/8/layout/hierarchy1"/>
    <dgm:cxn modelId="{816BFBA8-1FA4-4E87-BE37-A2C81654DCE4}" type="presOf" srcId="{3D4BBFDB-EA43-4382-95D7-3B06E4FFEB01}" destId="{6E877893-D581-4F91-A0D7-5799594E332B}" srcOrd="0" destOrd="0" presId="urn:microsoft.com/office/officeart/2005/8/layout/hierarchy1"/>
    <dgm:cxn modelId="{E638E3AF-7D72-4330-9DCD-54356E052754}" type="presOf" srcId="{6235F956-288D-475B-87F1-81CB5A3AA813}" destId="{8EE499F6-C0DD-4473-B822-FD2BB9CF74F2}" srcOrd="0" destOrd="0" presId="urn:microsoft.com/office/officeart/2005/8/layout/hierarchy1"/>
    <dgm:cxn modelId="{CD9CFAE4-D996-4280-BE80-4C90B014DFEF}" type="presParOf" srcId="{9883ACC3-D47D-4EDF-97E2-C30D01F96FDC}" destId="{478CF636-FEDD-44AD-B7DF-CE53FF236289}" srcOrd="0" destOrd="0" presId="urn:microsoft.com/office/officeart/2005/8/layout/hierarchy1"/>
    <dgm:cxn modelId="{00543ED7-2597-4C3C-9EC8-F952E030E7C6}" type="presParOf" srcId="{478CF636-FEDD-44AD-B7DF-CE53FF236289}" destId="{2B7366F1-E073-49A7-8810-A403F2286E8F}" srcOrd="0" destOrd="0" presId="urn:microsoft.com/office/officeart/2005/8/layout/hierarchy1"/>
    <dgm:cxn modelId="{A1150213-6FA6-43D4-BAFF-760E6038E479}" type="presParOf" srcId="{2B7366F1-E073-49A7-8810-A403F2286E8F}" destId="{EA23B02F-6F8F-4E58-993D-71242CBFED98}" srcOrd="0" destOrd="0" presId="urn:microsoft.com/office/officeart/2005/8/layout/hierarchy1"/>
    <dgm:cxn modelId="{149E3144-305B-4F02-9412-66635C4592BB}" type="presParOf" srcId="{2B7366F1-E073-49A7-8810-A403F2286E8F}" destId="{D6A1BD73-6B1D-49DA-AF14-87762680721C}" srcOrd="1" destOrd="0" presId="urn:microsoft.com/office/officeart/2005/8/layout/hierarchy1"/>
    <dgm:cxn modelId="{B95A4295-B6EC-45F0-A665-B1AFC0C383FE}" type="presParOf" srcId="{478CF636-FEDD-44AD-B7DF-CE53FF236289}" destId="{8721353C-7299-482D-BC6F-D0638A145253}" srcOrd="1" destOrd="0" presId="urn:microsoft.com/office/officeart/2005/8/layout/hierarchy1"/>
    <dgm:cxn modelId="{C7EA3E2D-D697-48EA-A477-86D006DA7921}" type="presParOf" srcId="{9883ACC3-D47D-4EDF-97E2-C30D01F96FDC}" destId="{4334E5B5-6AFC-486B-98EA-A055DFBE0867}" srcOrd="1" destOrd="0" presId="urn:microsoft.com/office/officeart/2005/8/layout/hierarchy1"/>
    <dgm:cxn modelId="{A9BB55EB-190B-477D-99BA-2089DAA98D13}" type="presParOf" srcId="{4334E5B5-6AFC-486B-98EA-A055DFBE0867}" destId="{B650DE44-2E3A-4F00-AF82-BE457AA2A12E}" srcOrd="0" destOrd="0" presId="urn:microsoft.com/office/officeart/2005/8/layout/hierarchy1"/>
    <dgm:cxn modelId="{B4A06790-5BB5-45CD-B20C-175F55018A32}" type="presParOf" srcId="{B650DE44-2E3A-4F00-AF82-BE457AA2A12E}" destId="{FB2F1870-2F5D-4F03-9384-81255A0081AA}" srcOrd="0" destOrd="0" presId="urn:microsoft.com/office/officeart/2005/8/layout/hierarchy1"/>
    <dgm:cxn modelId="{EF0C3ABF-996E-4C40-9F9E-C4FD22671C50}" type="presParOf" srcId="{B650DE44-2E3A-4F00-AF82-BE457AA2A12E}" destId="{8EE499F6-C0DD-4473-B822-FD2BB9CF74F2}" srcOrd="1" destOrd="0" presId="urn:microsoft.com/office/officeart/2005/8/layout/hierarchy1"/>
    <dgm:cxn modelId="{CF5D6AE9-4048-46EC-9656-C94E0BFF3BBB}" type="presParOf" srcId="{4334E5B5-6AFC-486B-98EA-A055DFBE0867}" destId="{1558F3AB-F348-4EA1-8633-A5E669A88CD2}" srcOrd="1" destOrd="0" presId="urn:microsoft.com/office/officeart/2005/8/layout/hierarchy1"/>
    <dgm:cxn modelId="{318148B5-82C9-4331-B73B-E661E4E68215}" type="presParOf" srcId="{9883ACC3-D47D-4EDF-97E2-C30D01F96FDC}" destId="{632206DF-A94C-4F50-BC84-977FEB6781E7}" srcOrd="2" destOrd="0" presId="urn:microsoft.com/office/officeart/2005/8/layout/hierarchy1"/>
    <dgm:cxn modelId="{9E0EC57C-108D-46DB-A96A-9C4DDD6E1111}" type="presParOf" srcId="{632206DF-A94C-4F50-BC84-977FEB6781E7}" destId="{38EE84CF-FD9D-4CEB-B59D-E5D203A0FD37}" srcOrd="0" destOrd="0" presId="urn:microsoft.com/office/officeart/2005/8/layout/hierarchy1"/>
    <dgm:cxn modelId="{3D14A456-D933-48A4-A302-F0687E50B188}" type="presParOf" srcId="{38EE84CF-FD9D-4CEB-B59D-E5D203A0FD37}" destId="{52DB87F0-0C9F-4674-8AF0-ADBAFB377C5D}" srcOrd="0" destOrd="0" presId="urn:microsoft.com/office/officeart/2005/8/layout/hierarchy1"/>
    <dgm:cxn modelId="{5C6540C1-E5C9-4DE7-AC22-BC1B10BDADA6}" type="presParOf" srcId="{38EE84CF-FD9D-4CEB-B59D-E5D203A0FD37}" destId="{6E877893-D581-4F91-A0D7-5799594E332B}" srcOrd="1" destOrd="0" presId="urn:microsoft.com/office/officeart/2005/8/layout/hierarchy1"/>
    <dgm:cxn modelId="{8AAE4ED1-72E6-43F6-A3B1-441651214422}" type="presParOf" srcId="{632206DF-A94C-4F50-BC84-977FEB6781E7}" destId="{EFFCA06C-5A41-40A7-960B-8A0172CDB72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10038F6-466A-4C95-940B-D8C4BFD84EC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44A17A6-A991-430F-900E-16D17D946AE2}">
      <dgm:prSet/>
      <dgm:spPr/>
      <dgm:t>
        <a:bodyPr/>
        <a:lstStyle/>
        <a:p>
          <a:r>
            <a:rPr lang="pl-PL"/>
            <a:t>Awarie wewnętrzne:</a:t>
          </a:r>
          <a:br>
            <a:rPr lang="pl-PL"/>
          </a:br>
          <a:r>
            <a:rPr lang="pl-PL"/>
            <a:t>wykryte przed wdrożeniem</a:t>
          </a:r>
          <a:endParaRPr lang="en-US"/>
        </a:p>
      </dgm:t>
    </dgm:pt>
    <dgm:pt modelId="{A2729598-E9AE-455F-B13D-A721029362ED}" type="parTrans" cxnId="{49D701C0-3590-481E-8F9D-247498E8F263}">
      <dgm:prSet/>
      <dgm:spPr/>
      <dgm:t>
        <a:bodyPr/>
        <a:lstStyle/>
        <a:p>
          <a:endParaRPr lang="en-US"/>
        </a:p>
      </dgm:t>
    </dgm:pt>
    <dgm:pt modelId="{EBEF4FD5-D280-4661-BD0C-6F7D706E9C2F}" type="sibTrans" cxnId="{49D701C0-3590-481E-8F9D-247498E8F263}">
      <dgm:prSet/>
      <dgm:spPr/>
      <dgm:t>
        <a:bodyPr/>
        <a:lstStyle/>
        <a:p>
          <a:endParaRPr lang="en-US"/>
        </a:p>
      </dgm:t>
    </dgm:pt>
    <dgm:pt modelId="{E810F166-9C10-44A2-A7C8-E27E98C9B9B4}">
      <dgm:prSet/>
      <dgm:spPr/>
      <dgm:t>
        <a:bodyPr/>
        <a:lstStyle/>
        <a:p>
          <a:r>
            <a:rPr lang="pl-PL"/>
            <a:t>Awarie zewnętrzne:</a:t>
          </a:r>
          <a:br>
            <a:rPr lang="pl-PL"/>
          </a:br>
          <a:r>
            <a:rPr lang="pl-PL"/>
            <a:t>wykryte przez klienta po wdrożeniu</a:t>
          </a:r>
          <a:endParaRPr lang="en-US"/>
        </a:p>
      </dgm:t>
    </dgm:pt>
    <dgm:pt modelId="{E7B565A0-B2A2-470B-A6F1-701BA968BA4B}" type="parTrans" cxnId="{1F2F49D2-804F-463A-A17F-18B8D98951BE}">
      <dgm:prSet/>
      <dgm:spPr/>
      <dgm:t>
        <a:bodyPr/>
        <a:lstStyle/>
        <a:p>
          <a:endParaRPr lang="en-US"/>
        </a:p>
      </dgm:t>
    </dgm:pt>
    <dgm:pt modelId="{72A16D34-B465-4B16-BA15-4FC6F13CA5F5}" type="sibTrans" cxnId="{1F2F49D2-804F-463A-A17F-18B8D98951BE}">
      <dgm:prSet/>
      <dgm:spPr/>
      <dgm:t>
        <a:bodyPr/>
        <a:lstStyle/>
        <a:p>
          <a:endParaRPr lang="en-US"/>
        </a:p>
      </dgm:t>
    </dgm:pt>
    <dgm:pt modelId="{0EDCF764-5B3C-408B-82A9-11946B70638C}" type="pres">
      <dgm:prSet presAssocID="{E10038F6-466A-4C95-940B-D8C4BFD84EC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EC2C7CF-DBFF-42FD-9566-4CAA57122187}" type="pres">
      <dgm:prSet presAssocID="{C44A17A6-A991-430F-900E-16D17D946AE2}" presName="hierRoot1" presStyleCnt="0"/>
      <dgm:spPr/>
    </dgm:pt>
    <dgm:pt modelId="{E3EDA900-AFBB-448A-A093-2A82BC4EFC9A}" type="pres">
      <dgm:prSet presAssocID="{C44A17A6-A991-430F-900E-16D17D946AE2}" presName="composite" presStyleCnt="0"/>
      <dgm:spPr/>
    </dgm:pt>
    <dgm:pt modelId="{9AAB25D9-B11E-4A55-8EEA-07945F03A9C0}" type="pres">
      <dgm:prSet presAssocID="{C44A17A6-A991-430F-900E-16D17D946AE2}" presName="background" presStyleLbl="node0" presStyleIdx="0" presStyleCnt="2"/>
      <dgm:spPr/>
    </dgm:pt>
    <dgm:pt modelId="{5041BB3E-47BA-4886-AAB1-4AE0427AF250}" type="pres">
      <dgm:prSet presAssocID="{C44A17A6-A991-430F-900E-16D17D946AE2}" presName="text" presStyleLbl="fgAcc0" presStyleIdx="0" presStyleCnt="2">
        <dgm:presLayoutVars>
          <dgm:chPref val="3"/>
        </dgm:presLayoutVars>
      </dgm:prSet>
      <dgm:spPr/>
    </dgm:pt>
    <dgm:pt modelId="{65231E7C-1CDF-4379-8474-374290D44A13}" type="pres">
      <dgm:prSet presAssocID="{C44A17A6-A991-430F-900E-16D17D946AE2}" presName="hierChild2" presStyleCnt="0"/>
      <dgm:spPr/>
    </dgm:pt>
    <dgm:pt modelId="{F8968275-19CA-4D3E-8FD7-1EF26A7F8558}" type="pres">
      <dgm:prSet presAssocID="{E810F166-9C10-44A2-A7C8-E27E98C9B9B4}" presName="hierRoot1" presStyleCnt="0"/>
      <dgm:spPr/>
    </dgm:pt>
    <dgm:pt modelId="{A414ED3E-0421-44F6-988F-F13E7D7D7839}" type="pres">
      <dgm:prSet presAssocID="{E810F166-9C10-44A2-A7C8-E27E98C9B9B4}" presName="composite" presStyleCnt="0"/>
      <dgm:spPr/>
    </dgm:pt>
    <dgm:pt modelId="{A89CBC61-B306-4407-B361-F5229E8C6857}" type="pres">
      <dgm:prSet presAssocID="{E810F166-9C10-44A2-A7C8-E27E98C9B9B4}" presName="background" presStyleLbl="node0" presStyleIdx="1" presStyleCnt="2"/>
      <dgm:spPr/>
    </dgm:pt>
    <dgm:pt modelId="{190B4D68-19BE-4C7E-9A78-E16897159A90}" type="pres">
      <dgm:prSet presAssocID="{E810F166-9C10-44A2-A7C8-E27E98C9B9B4}" presName="text" presStyleLbl="fgAcc0" presStyleIdx="1" presStyleCnt="2">
        <dgm:presLayoutVars>
          <dgm:chPref val="3"/>
        </dgm:presLayoutVars>
      </dgm:prSet>
      <dgm:spPr/>
    </dgm:pt>
    <dgm:pt modelId="{C8FAD0A2-4060-4D32-8355-4875D0C02993}" type="pres">
      <dgm:prSet presAssocID="{E810F166-9C10-44A2-A7C8-E27E98C9B9B4}" presName="hierChild2" presStyleCnt="0"/>
      <dgm:spPr/>
    </dgm:pt>
  </dgm:ptLst>
  <dgm:cxnLst>
    <dgm:cxn modelId="{1ADEFC17-7CE0-4FE8-99B8-96BBB656FDCB}" type="presOf" srcId="{E810F166-9C10-44A2-A7C8-E27E98C9B9B4}" destId="{190B4D68-19BE-4C7E-9A78-E16897159A90}" srcOrd="0" destOrd="0" presId="urn:microsoft.com/office/officeart/2005/8/layout/hierarchy1"/>
    <dgm:cxn modelId="{0D782B5C-EE2B-4659-94BE-7DE7731C9AA2}" type="presOf" srcId="{E10038F6-466A-4C95-940B-D8C4BFD84ECD}" destId="{0EDCF764-5B3C-408B-82A9-11946B70638C}" srcOrd="0" destOrd="0" presId="urn:microsoft.com/office/officeart/2005/8/layout/hierarchy1"/>
    <dgm:cxn modelId="{49D701C0-3590-481E-8F9D-247498E8F263}" srcId="{E10038F6-466A-4C95-940B-D8C4BFD84ECD}" destId="{C44A17A6-A991-430F-900E-16D17D946AE2}" srcOrd="0" destOrd="0" parTransId="{A2729598-E9AE-455F-B13D-A721029362ED}" sibTransId="{EBEF4FD5-D280-4661-BD0C-6F7D706E9C2F}"/>
    <dgm:cxn modelId="{2BECD2C4-89A4-4ABE-870F-713671475D60}" type="presOf" srcId="{C44A17A6-A991-430F-900E-16D17D946AE2}" destId="{5041BB3E-47BA-4886-AAB1-4AE0427AF250}" srcOrd="0" destOrd="0" presId="urn:microsoft.com/office/officeart/2005/8/layout/hierarchy1"/>
    <dgm:cxn modelId="{1F2F49D2-804F-463A-A17F-18B8D98951BE}" srcId="{E10038F6-466A-4C95-940B-D8C4BFD84ECD}" destId="{E810F166-9C10-44A2-A7C8-E27E98C9B9B4}" srcOrd="1" destOrd="0" parTransId="{E7B565A0-B2A2-470B-A6F1-701BA968BA4B}" sibTransId="{72A16D34-B465-4B16-BA15-4FC6F13CA5F5}"/>
    <dgm:cxn modelId="{00627655-C570-4251-8D4A-AA93B267D0E6}" type="presParOf" srcId="{0EDCF764-5B3C-408B-82A9-11946B70638C}" destId="{5EC2C7CF-DBFF-42FD-9566-4CAA57122187}" srcOrd="0" destOrd="0" presId="urn:microsoft.com/office/officeart/2005/8/layout/hierarchy1"/>
    <dgm:cxn modelId="{EB7F2E3B-BB98-44A6-B0EE-5E08FA4AC6A2}" type="presParOf" srcId="{5EC2C7CF-DBFF-42FD-9566-4CAA57122187}" destId="{E3EDA900-AFBB-448A-A093-2A82BC4EFC9A}" srcOrd="0" destOrd="0" presId="urn:microsoft.com/office/officeart/2005/8/layout/hierarchy1"/>
    <dgm:cxn modelId="{BA9D269D-B76D-402A-8DFA-B5716DD16256}" type="presParOf" srcId="{E3EDA900-AFBB-448A-A093-2A82BC4EFC9A}" destId="{9AAB25D9-B11E-4A55-8EEA-07945F03A9C0}" srcOrd="0" destOrd="0" presId="urn:microsoft.com/office/officeart/2005/8/layout/hierarchy1"/>
    <dgm:cxn modelId="{77A514B5-4B9A-4280-BA60-B8815A9C84D9}" type="presParOf" srcId="{E3EDA900-AFBB-448A-A093-2A82BC4EFC9A}" destId="{5041BB3E-47BA-4886-AAB1-4AE0427AF250}" srcOrd="1" destOrd="0" presId="urn:microsoft.com/office/officeart/2005/8/layout/hierarchy1"/>
    <dgm:cxn modelId="{1B508264-D41C-416E-9510-0D5AE8B74B82}" type="presParOf" srcId="{5EC2C7CF-DBFF-42FD-9566-4CAA57122187}" destId="{65231E7C-1CDF-4379-8474-374290D44A13}" srcOrd="1" destOrd="0" presId="urn:microsoft.com/office/officeart/2005/8/layout/hierarchy1"/>
    <dgm:cxn modelId="{58816822-AC37-4708-89B9-E41964C79EDD}" type="presParOf" srcId="{0EDCF764-5B3C-408B-82A9-11946B70638C}" destId="{F8968275-19CA-4D3E-8FD7-1EF26A7F8558}" srcOrd="1" destOrd="0" presId="urn:microsoft.com/office/officeart/2005/8/layout/hierarchy1"/>
    <dgm:cxn modelId="{A7C89837-8806-47D5-B840-1A142E8D9BD4}" type="presParOf" srcId="{F8968275-19CA-4D3E-8FD7-1EF26A7F8558}" destId="{A414ED3E-0421-44F6-988F-F13E7D7D7839}" srcOrd="0" destOrd="0" presId="urn:microsoft.com/office/officeart/2005/8/layout/hierarchy1"/>
    <dgm:cxn modelId="{814EFA79-3957-4D71-8363-CF34A9DC8659}" type="presParOf" srcId="{A414ED3E-0421-44F6-988F-F13E7D7D7839}" destId="{A89CBC61-B306-4407-B361-F5229E8C6857}" srcOrd="0" destOrd="0" presId="urn:microsoft.com/office/officeart/2005/8/layout/hierarchy1"/>
    <dgm:cxn modelId="{0BEE92F1-102E-46A7-A1AF-A291D8D82850}" type="presParOf" srcId="{A414ED3E-0421-44F6-988F-F13E7D7D7839}" destId="{190B4D68-19BE-4C7E-9A78-E16897159A90}" srcOrd="1" destOrd="0" presId="urn:microsoft.com/office/officeart/2005/8/layout/hierarchy1"/>
    <dgm:cxn modelId="{4D98F110-6378-465A-AA14-A11EB18D3670}" type="presParOf" srcId="{F8968275-19CA-4D3E-8FD7-1EF26A7F8558}" destId="{C8FAD0A2-4060-4D32-8355-4875D0C0299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6585C95-A739-46CF-AF14-692CBDCB319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83EA3BF-682F-4D05-A40A-4C7F936EAEAB}">
      <dgm:prSet/>
      <dgm:spPr/>
      <dgm:t>
        <a:bodyPr/>
        <a:lstStyle/>
        <a:p>
          <a:pPr>
            <a:defRPr cap="all"/>
          </a:pPr>
          <a:r>
            <a:rPr lang="pl-PL"/>
            <a:t>ROI (Return on Investment):</a:t>
          </a:r>
          <a:br>
            <a:rPr lang="pl-PL"/>
          </a:br>
          <a:r>
            <a:rPr lang="pl-PL"/>
            <a:t>stosunek zysku do kosztów</a:t>
          </a:r>
          <a:endParaRPr lang="en-US"/>
        </a:p>
      </dgm:t>
    </dgm:pt>
    <dgm:pt modelId="{333A3C14-680E-46A4-AEBB-ED40FF628DD9}" type="parTrans" cxnId="{A1CE22CB-1B12-4614-A89D-EE1E103855E8}">
      <dgm:prSet/>
      <dgm:spPr/>
      <dgm:t>
        <a:bodyPr/>
        <a:lstStyle/>
        <a:p>
          <a:endParaRPr lang="en-US"/>
        </a:p>
      </dgm:t>
    </dgm:pt>
    <dgm:pt modelId="{E27B14CC-D7B4-49D4-BD34-D6417F662838}" type="sibTrans" cxnId="{A1CE22CB-1B12-4614-A89D-EE1E103855E8}">
      <dgm:prSet/>
      <dgm:spPr/>
      <dgm:t>
        <a:bodyPr/>
        <a:lstStyle/>
        <a:p>
          <a:endParaRPr lang="en-US"/>
        </a:p>
      </dgm:t>
    </dgm:pt>
    <dgm:pt modelId="{C89E4EFD-0549-4572-BAAA-EEB20700CB99}">
      <dgm:prSet/>
      <dgm:spPr/>
      <dgm:t>
        <a:bodyPr/>
        <a:lstStyle/>
        <a:p>
          <a:pPr>
            <a:defRPr cap="all"/>
          </a:pPr>
          <a:r>
            <a:rPr lang="pl-PL"/>
            <a:t>NPV (Net Present Value):</a:t>
          </a:r>
          <a:br>
            <a:rPr lang="pl-PL"/>
          </a:br>
          <a:r>
            <a:rPr lang="pl-PL"/>
            <a:t>wartość inwestycji uwzględniająca czas i pieniądz</a:t>
          </a:r>
          <a:endParaRPr lang="en-US"/>
        </a:p>
      </dgm:t>
    </dgm:pt>
    <dgm:pt modelId="{12E8351B-1139-4F73-A41E-62191DAF933B}" type="parTrans" cxnId="{2322E44C-83B7-4699-93A5-EBA1BFC7BF7F}">
      <dgm:prSet/>
      <dgm:spPr/>
      <dgm:t>
        <a:bodyPr/>
        <a:lstStyle/>
        <a:p>
          <a:endParaRPr lang="en-US"/>
        </a:p>
      </dgm:t>
    </dgm:pt>
    <dgm:pt modelId="{497E474C-21BB-4198-960A-F52BAA005559}" type="sibTrans" cxnId="{2322E44C-83B7-4699-93A5-EBA1BFC7BF7F}">
      <dgm:prSet/>
      <dgm:spPr/>
      <dgm:t>
        <a:bodyPr/>
        <a:lstStyle/>
        <a:p>
          <a:endParaRPr lang="en-US"/>
        </a:p>
      </dgm:t>
    </dgm:pt>
    <dgm:pt modelId="{ED8BDBFC-4AF7-4FC6-852E-A34F2BFE2109}">
      <dgm:prSet/>
      <dgm:spPr/>
      <dgm:t>
        <a:bodyPr/>
        <a:lstStyle/>
        <a:p>
          <a:pPr>
            <a:defRPr cap="all"/>
          </a:pPr>
          <a:r>
            <a:rPr lang="pl-PL"/>
            <a:t>IRR (Internal Rate of Return):</a:t>
          </a:r>
          <a:br>
            <a:rPr lang="pl-PL"/>
          </a:br>
          <a:r>
            <a:rPr lang="pl-PL"/>
            <a:t>stopa zwrotu projektu</a:t>
          </a:r>
          <a:endParaRPr lang="en-US"/>
        </a:p>
      </dgm:t>
    </dgm:pt>
    <dgm:pt modelId="{23FCE1A7-C5E2-42E4-90DA-4BF656D3E424}" type="parTrans" cxnId="{016A624D-00CE-46E4-91DE-7D81069EC521}">
      <dgm:prSet/>
      <dgm:spPr/>
      <dgm:t>
        <a:bodyPr/>
        <a:lstStyle/>
        <a:p>
          <a:endParaRPr lang="en-US"/>
        </a:p>
      </dgm:t>
    </dgm:pt>
    <dgm:pt modelId="{79C86BE0-6C01-4657-9653-151329684C92}" type="sibTrans" cxnId="{016A624D-00CE-46E4-91DE-7D81069EC521}">
      <dgm:prSet/>
      <dgm:spPr/>
      <dgm:t>
        <a:bodyPr/>
        <a:lstStyle/>
        <a:p>
          <a:endParaRPr lang="en-US"/>
        </a:p>
      </dgm:t>
    </dgm:pt>
    <dgm:pt modelId="{C6979E59-6CA2-4E46-B2A4-EC5F2A8045A0}" type="pres">
      <dgm:prSet presAssocID="{56585C95-A739-46CF-AF14-692CBDCB319D}" presName="root" presStyleCnt="0">
        <dgm:presLayoutVars>
          <dgm:dir/>
          <dgm:resizeHandles val="exact"/>
        </dgm:presLayoutVars>
      </dgm:prSet>
      <dgm:spPr/>
    </dgm:pt>
    <dgm:pt modelId="{A4920EE2-B137-4FB8-AB73-08EDF942BCEF}" type="pres">
      <dgm:prSet presAssocID="{583EA3BF-682F-4D05-A40A-4C7F936EAEAB}" presName="compNode" presStyleCnt="0"/>
      <dgm:spPr/>
    </dgm:pt>
    <dgm:pt modelId="{67902575-723E-4976-AE03-F16CB055DDEA}" type="pres">
      <dgm:prSet presAssocID="{583EA3BF-682F-4D05-A40A-4C7F936EAEAB}" presName="iconBgRect" presStyleLbl="bgShp" presStyleIdx="0" presStyleCnt="3"/>
      <dgm:spPr/>
    </dgm:pt>
    <dgm:pt modelId="{5FAA5398-E3D6-40F2-9C71-36EB04A5B804}" type="pres">
      <dgm:prSet presAssocID="{583EA3BF-682F-4D05-A40A-4C7F936EAEA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52D89DC7-B96F-41AE-8C8D-BE069EE272C1}" type="pres">
      <dgm:prSet presAssocID="{583EA3BF-682F-4D05-A40A-4C7F936EAEAB}" presName="spaceRect" presStyleCnt="0"/>
      <dgm:spPr/>
    </dgm:pt>
    <dgm:pt modelId="{6A039693-6166-492E-8B1E-4F0ABCBD7CA4}" type="pres">
      <dgm:prSet presAssocID="{583EA3BF-682F-4D05-A40A-4C7F936EAEAB}" presName="textRect" presStyleLbl="revTx" presStyleIdx="0" presStyleCnt="3">
        <dgm:presLayoutVars>
          <dgm:chMax val="1"/>
          <dgm:chPref val="1"/>
        </dgm:presLayoutVars>
      </dgm:prSet>
      <dgm:spPr/>
    </dgm:pt>
    <dgm:pt modelId="{5C8AA60D-445C-4B0C-B54E-30268275243F}" type="pres">
      <dgm:prSet presAssocID="{E27B14CC-D7B4-49D4-BD34-D6417F662838}" presName="sibTrans" presStyleCnt="0"/>
      <dgm:spPr/>
    </dgm:pt>
    <dgm:pt modelId="{392F67B3-6ECC-4564-998D-41489A14C0B8}" type="pres">
      <dgm:prSet presAssocID="{C89E4EFD-0549-4572-BAAA-EEB20700CB99}" presName="compNode" presStyleCnt="0"/>
      <dgm:spPr/>
    </dgm:pt>
    <dgm:pt modelId="{0CC82119-37EC-4395-A5E9-D1B7492E43D0}" type="pres">
      <dgm:prSet presAssocID="{C89E4EFD-0549-4572-BAAA-EEB20700CB99}" presName="iconBgRect" presStyleLbl="bgShp" presStyleIdx="1" presStyleCnt="3"/>
      <dgm:spPr/>
    </dgm:pt>
    <dgm:pt modelId="{0AD50AA7-97B1-4DDC-A5A1-140C38C5D25D}" type="pres">
      <dgm:prSet presAssocID="{C89E4EFD-0549-4572-BAAA-EEB20700CB9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niądze"/>
        </a:ext>
      </dgm:extLst>
    </dgm:pt>
    <dgm:pt modelId="{21A62975-5F0F-4FD2-B560-48D630B99D91}" type="pres">
      <dgm:prSet presAssocID="{C89E4EFD-0549-4572-BAAA-EEB20700CB99}" presName="spaceRect" presStyleCnt="0"/>
      <dgm:spPr/>
    </dgm:pt>
    <dgm:pt modelId="{E8CC6EEB-AD9D-422B-857C-BD42384701AE}" type="pres">
      <dgm:prSet presAssocID="{C89E4EFD-0549-4572-BAAA-EEB20700CB99}" presName="textRect" presStyleLbl="revTx" presStyleIdx="1" presStyleCnt="3">
        <dgm:presLayoutVars>
          <dgm:chMax val="1"/>
          <dgm:chPref val="1"/>
        </dgm:presLayoutVars>
      </dgm:prSet>
      <dgm:spPr/>
    </dgm:pt>
    <dgm:pt modelId="{72D8EB1E-4E26-4D9C-BDD2-175852110F51}" type="pres">
      <dgm:prSet presAssocID="{497E474C-21BB-4198-960A-F52BAA005559}" presName="sibTrans" presStyleCnt="0"/>
      <dgm:spPr/>
    </dgm:pt>
    <dgm:pt modelId="{B9C335CE-4E1E-4128-882D-6D2E3C1BEFBC}" type="pres">
      <dgm:prSet presAssocID="{ED8BDBFC-4AF7-4FC6-852E-A34F2BFE2109}" presName="compNode" presStyleCnt="0"/>
      <dgm:spPr/>
    </dgm:pt>
    <dgm:pt modelId="{17D4AF45-6090-42B9-A014-A771687125E2}" type="pres">
      <dgm:prSet presAssocID="{ED8BDBFC-4AF7-4FC6-852E-A34F2BFE2109}" presName="iconBgRect" presStyleLbl="bgShp" presStyleIdx="2" presStyleCnt="3"/>
      <dgm:spPr/>
    </dgm:pt>
    <dgm:pt modelId="{B3465C11-7E14-4872-B645-0A5BA1F72B81}" type="pres">
      <dgm:prSet presAssocID="{ED8BDBFC-4AF7-4FC6-852E-A34F2BFE210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er"/>
        </a:ext>
      </dgm:extLst>
    </dgm:pt>
    <dgm:pt modelId="{B71E0FEE-8F30-4A70-95EE-2E94B54C54A2}" type="pres">
      <dgm:prSet presAssocID="{ED8BDBFC-4AF7-4FC6-852E-A34F2BFE2109}" presName="spaceRect" presStyleCnt="0"/>
      <dgm:spPr/>
    </dgm:pt>
    <dgm:pt modelId="{5C3D0CA3-19F0-47FC-8A88-1F4A75CFFF09}" type="pres">
      <dgm:prSet presAssocID="{ED8BDBFC-4AF7-4FC6-852E-A34F2BFE210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5E24D40-4E1D-4FE4-B564-438A979A2DFE}" type="presOf" srcId="{C89E4EFD-0549-4572-BAAA-EEB20700CB99}" destId="{E8CC6EEB-AD9D-422B-857C-BD42384701AE}" srcOrd="0" destOrd="0" presId="urn:microsoft.com/office/officeart/2018/5/layout/IconCircleLabelList"/>
    <dgm:cxn modelId="{5E583D5E-7BB9-4992-B628-25479BFDEB3F}" type="presOf" srcId="{583EA3BF-682F-4D05-A40A-4C7F936EAEAB}" destId="{6A039693-6166-492E-8B1E-4F0ABCBD7CA4}" srcOrd="0" destOrd="0" presId="urn:microsoft.com/office/officeart/2018/5/layout/IconCircleLabelList"/>
    <dgm:cxn modelId="{2322E44C-83B7-4699-93A5-EBA1BFC7BF7F}" srcId="{56585C95-A739-46CF-AF14-692CBDCB319D}" destId="{C89E4EFD-0549-4572-BAAA-EEB20700CB99}" srcOrd="1" destOrd="0" parTransId="{12E8351B-1139-4F73-A41E-62191DAF933B}" sibTransId="{497E474C-21BB-4198-960A-F52BAA005559}"/>
    <dgm:cxn modelId="{016A624D-00CE-46E4-91DE-7D81069EC521}" srcId="{56585C95-A739-46CF-AF14-692CBDCB319D}" destId="{ED8BDBFC-4AF7-4FC6-852E-A34F2BFE2109}" srcOrd="2" destOrd="0" parTransId="{23FCE1A7-C5E2-42E4-90DA-4BF656D3E424}" sibTransId="{79C86BE0-6C01-4657-9653-151329684C92}"/>
    <dgm:cxn modelId="{FB0A8272-4CC0-441E-95A9-57E84640E389}" type="presOf" srcId="{56585C95-A739-46CF-AF14-692CBDCB319D}" destId="{C6979E59-6CA2-4E46-B2A4-EC5F2A8045A0}" srcOrd="0" destOrd="0" presId="urn:microsoft.com/office/officeart/2018/5/layout/IconCircleLabelList"/>
    <dgm:cxn modelId="{A1CE22CB-1B12-4614-A89D-EE1E103855E8}" srcId="{56585C95-A739-46CF-AF14-692CBDCB319D}" destId="{583EA3BF-682F-4D05-A40A-4C7F936EAEAB}" srcOrd="0" destOrd="0" parTransId="{333A3C14-680E-46A4-AEBB-ED40FF628DD9}" sibTransId="{E27B14CC-D7B4-49D4-BD34-D6417F662838}"/>
    <dgm:cxn modelId="{7E2C31E6-4477-4F00-A2C2-A4890F70C982}" type="presOf" srcId="{ED8BDBFC-4AF7-4FC6-852E-A34F2BFE2109}" destId="{5C3D0CA3-19F0-47FC-8A88-1F4A75CFFF09}" srcOrd="0" destOrd="0" presId="urn:microsoft.com/office/officeart/2018/5/layout/IconCircleLabelList"/>
    <dgm:cxn modelId="{F5667CD0-5DBC-4D6C-82BE-445CA89BD427}" type="presParOf" srcId="{C6979E59-6CA2-4E46-B2A4-EC5F2A8045A0}" destId="{A4920EE2-B137-4FB8-AB73-08EDF942BCEF}" srcOrd="0" destOrd="0" presId="urn:microsoft.com/office/officeart/2018/5/layout/IconCircleLabelList"/>
    <dgm:cxn modelId="{BE1C2246-72F3-46D1-9A2E-3B66E078F151}" type="presParOf" srcId="{A4920EE2-B137-4FB8-AB73-08EDF942BCEF}" destId="{67902575-723E-4976-AE03-F16CB055DDEA}" srcOrd="0" destOrd="0" presId="urn:microsoft.com/office/officeart/2018/5/layout/IconCircleLabelList"/>
    <dgm:cxn modelId="{4D6A3C64-FB66-4D65-8D56-53DB58490A4B}" type="presParOf" srcId="{A4920EE2-B137-4FB8-AB73-08EDF942BCEF}" destId="{5FAA5398-E3D6-40F2-9C71-36EB04A5B804}" srcOrd="1" destOrd="0" presId="urn:microsoft.com/office/officeart/2018/5/layout/IconCircleLabelList"/>
    <dgm:cxn modelId="{9C37E139-7F25-4A9A-BD68-815972F2A882}" type="presParOf" srcId="{A4920EE2-B137-4FB8-AB73-08EDF942BCEF}" destId="{52D89DC7-B96F-41AE-8C8D-BE069EE272C1}" srcOrd="2" destOrd="0" presId="urn:microsoft.com/office/officeart/2018/5/layout/IconCircleLabelList"/>
    <dgm:cxn modelId="{2601EC93-61E7-4CF7-8532-F57D429AE42B}" type="presParOf" srcId="{A4920EE2-B137-4FB8-AB73-08EDF942BCEF}" destId="{6A039693-6166-492E-8B1E-4F0ABCBD7CA4}" srcOrd="3" destOrd="0" presId="urn:microsoft.com/office/officeart/2018/5/layout/IconCircleLabelList"/>
    <dgm:cxn modelId="{2EBB7F79-3178-4697-9A0E-7ACA598B9486}" type="presParOf" srcId="{C6979E59-6CA2-4E46-B2A4-EC5F2A8045A0}" destId="{5C8AA60D-445C-4B0C-B54E-30268275243F}" srcOrd="1" destOrd="0" presId="urn:microsoft.com/office/officeart/2018/5/layout/IconCircleLabelList"/>
    <dgm:cxn modelId="{416FA57F-DA76-4AB7-838C-521B62CD7A25}" type="presParOf" srcId="{C6979E59-6CA2-4E46-B2A4-EC5F2A8045A0}" destId="{392F67B3-6ECC-4564-998D-41489A14C0B8}" srcOrd="2" destOrd="0" presId="urn:microsoft.com/office/officeart/2018/5/layout/IconCircleLabelList"/>
    <dgm:cxn modelId="{67898FF2-D191-4E5D-AB22-97D1700051C7}" type="presParOf" srcId="{392F67B3-6ECC-4564-998D-41489A14C0B8}" destId="{0CC82119-37EC-4395-A5E9-D1B7492E43D0}" srcOrd="0" destOrd="0" presId="urn:microsoft.com/office/officeart/2018/5/layout/IconCircleLabelList"/>
    <dgm:cxn modelId="{14033B9C-ABE7-4DDB-A4D2-BD463D677887}" type="presParOf" srcId="{392F67B3-6ECC-4564-998D-41489A14C0B8}" destId="{0AD50AA7-97B1-4DDC-A5A1-140C38C5D25D}" srcOrd="1" destOrd="0" presId="urn:microsoft.com/office/officeart/2018/5/layout/IconCircleLabelList"/>
    <dgm:cxn modelId="{A3DAB4A8-2C20-40CD-9312-901AD1477785}" type="presParOf" srcId="{392F67B3-6ECC-4564-998D-41489A14C0B8}" destId="{21A62975-5F0F-4FD2-B560-48D630B99D91}" srcOrd="2" destOrd="0" presId="urn:microsoft.com/office/officeart/2018/5/layout/IconCircleLabelList"/>
    <dgm:cxn modelId="{CA09D300-A4BE-43FD-BA35-1B6FE717C560}" type="presParOf" srcId="{392F67B3-6ECC-4564-998D-41489A14C0B8}" destId="{E8CC6EEB-AD9D-422B-857C-BD42384701AE}" srcOrd="3" destOrd="0" presId="urn:microsoft.com/office/officeart/2018/5/layout/IconCircleLabelList"/>
    <dgm:cxn modelId="{00FE2FA5-9A0A-44B1-836E-C632FD2B6586}" type="presParOf" srcId="{C6979E59-6CA2-4E46-B2A4-EC5F2A8045A0}" destId="{72D8EB1E-4E26-4D9C-BDD2-175852110F51}" srcOrd="3" destOrd="0" presId="urn:microsoft.com/office/officeart/2018/5/layout/IconCircleLabelList"/>
    <dgm:cxn modelId="{9FE12094-01AE-4F25-A278-715F0E3CAD49}" type="presParOf" srcId="{C6979E59-6CA2-4E46-B2A4-EC5F2A8045A0}" destId="{B9C335CE-4E1E-4128-882D-6D2E3C1BEFBC}" srcOrd="4" destOrd="0" presId="urn:microsoft.com/office/officeart/2018/5/layout/IconCircleLabelList"/>
    <dgm:cxn modelId="{CB4740CD-90D4-41E5-BB2F-1EB196EED12F}" type="presParOf" srcId="{B9C335CE-4E1E-4128-882D-6D2E3C1BEFBC}" destId="{17D4AF45-6090-42B9-A014-A771687125E2}" srcOrd="0" destOrd="0" presId="urn:microsoft.com/office/officeart/2018/5/layout/IconCircleLabelList"/>
    <dgm:cxn modelId="{42C8F05B-36B2-4BB6-AFEF-EC2F485F62D1}" type="presParOf" srcId="{B9C335CE-4E1E-4128-882D-6D2E3C1BEFBC}" destId="{B3465C11-7E14-4872-B645-0A5BA1F72B81}" srcOrd="1" destOrd="0" presId="urn:microsoft.com/office/officeart/2018/5/layout/IconCircleLabelList"/>
    <dgm:cxn modelId="{DBEA8F55-451F-4FEE-8EA9-E027B65BF996}" type="presParOf" srcId="{B9C335CE-4E1E-4128-882D-6D2E3C1BEFBC}" destId="{B71E0FEE-8F30-4A70-95EE-2E94B54C54A2}" srcOrd="2" destOrd="0" presId="urn:microsoft.com/office/officeart/2018/5/layout/IconCircleLabelList"/>
    <dgm:cxn modelId="{D901507F-CC38-44E1-B880-AB06CDBB3A42}" type="presParOf" srcId="{B9C335CE-4E1E-4128-882D-6D2E3C1BEFBC}" destId="{5C3D0CA3-19F0-47FC-8A88-1F4A75CFFF0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A15549A-03F1-41C7-8E66-568BAD566D8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A5679EC-6BFD-4087-B932-5E158C7008CE}">
      <dgm:prSet/>
      <dgm:spPr/>
      <dgm:t>
        <a:bodyPr/>
        <a:lstStyle/>
        <a:p>
          <a:pPr>
            <a:defRPr cap="all"/>
          </a:pPr>
          <a:r>
            <a:rPr lang="pl-PL"/>
            <a:t>Klasycznie:</a:t>
          </a:r>
          <a:br>
            <a:rPr lang="pl-PL"/>
          </a:br>
          <a:r>
            <a:rPr lang="pl-PL"/>
            <a:t>zakres </a:t>
          </a:r>
          <a:r>
            <a:rPr lang="en-US"/>
            <a:t>jest</a:t>
          </a:r>
          <a:r>
            <a:rPr lang="pl-PL"/>
            <a:t> stały</a:t>
          </a:r>
          <a:br>
            <a:rPr lang="pl-PL"/>
          </a:br>
          <a:r>
            <a:rPr lang="pl-PL"/>
            <a:t>czas i koszt </a:t>
          </a:r>
          <a:r>
            <a:rPr lang="en-US"/>
            <a:t>są</a:t>
          </a:r>
          <a:r>
            <a:rPr lang="pl-PL"/>
            <a:t> zmienne</a:t>
          </a:r>
          <a:endParaRPr lang="en-US"/>
        </a:p>
      </dgm:t>
    </dgm:pt>
    <dgm:pt modelId="{7C52C785-2C52-4507-9929-CAEBF04620BB}" type="parTrans" cxnId="{24E56D78-1A83-464A-A4E8-0B597F00CCA4}">
      <dgm:prSet/>
      <dgm:spPr/>
      <dgm:t>
        <a:bodyPr/>
        <a:lstStyle/>
        <a:p>
          <a:endParaRPr lang="en-US"/>
        </a:p>
      </dgm:t>
    </dgm:pt>
    <dgm:pt modelId="{CFC37942-F669-4568-B3EA-09C7171B5906}" type="sibTrans" cxnId="{24E56D78-1A83-464A-A4E8-0B597F00CCA4}">
      <dgm:prSet/>
      <dgm:spPr/>
      <dgm:t>
        <a:bodyPr/>
        <a:lstStyle/>
        <a:p>
          <a:endParaRPr lang="en-US"/>
        </a:p>
      </dgm:t>
    </dgm:pt>
    <dgm:pt modelId="{C59912E8-15FF-44B8-BE7F-987C54FF763B}">
      <dgm:prSet/>
      <dgm:spPr/>
      <dgm:t>
        <a:bodyPr/>
        <a:lstStyle/>
        <a:p>
          <a:pPr>
            <a:defRPr cap="all"/>
          </a:pPr>
          <a:r>
            <a:rPr lang="pl-PL"/>
            <a:t>Agile:</a:t>
          </a:r>
          <a:br>
            <a:rPr lang="pl-PL"/>
          </a:br>
          <a:r>
            <a:rPr lang="pl-PL"/>
            <a:t>czas i koszt </a:t>
          </a:r>
          <a:r>
            <a:rPr lang="en-US"/>
            <a:t>są</a:t>
          </a:r>
          <a:r>
            <a:rPr lang="pl-PL"/>
            <a:t> stałe</a:t>
          </a:r>
          <a:br>
            <a:rPr lang="pl-PL"/>
          </a:br>
          <a:r>
            <a:rPr lang="pl-PL"/>
            <a:t>zakres </a:t>
          </a:r>
          <a:r>
            <a:rPr lang="en-US"/>
            <a:t>jest</a:t>
          </a:r>
          <a:r>
            <a:rPr lang="pl-PL"/>
            <a:t> zmienny</a:t>
          </a:r>
          <a:endParaRPr lang="en-US"/>
        </a:p>
      </dgm:t>
    </dgm:pt>
    <dgm:pt modelId="{11D535EC-529B-424B-A5BC-C4AFE42933AB}" type="parTrans" cxnId="{8A0BC417-5966-43E4-9EE0-8BF9C686C747}">
      <dgm:prSet/>
      <dgm:spPr/>
      <dgm:t>
        <a:bodyPr/>
        <a:lstStyle/>
        <a:p>
          <a:endParaRPr lang="en-US"/>
        </a:p>
      </dgm:t>
    </dgm:pt>
    <dgm:pt modelId="{BADD4E13-2AD7-48E3-BF44-853D507E8698}" type="sibTrans" cxnId="{8A0BC417-5966-43E4-9EE0-8BF9C686C747}">
      <dgm:prSet/>
      <dgm:spPr/>
      <dgm:t>
        <a:bodyPr/>
        <a:lstStyle/>
        <a:p>
          <a:endParaRPr lang="en-US"/>
        </a:p>
      </dgm:t>
    </dgm:pt>
    <dgm:pt modelId="{C4CEAA7E-2651-4BC6-9AF1-F2F45252BD91}" type="pres">
      <dgm:prSet presAssocID="{5A15549A-03F1-41C7-8E66-568BAD566D8F}" presName="root" presStyleCnt="0">
        <dgm:presLayoutVars>
          <dgm:dir/>
          <dgm:resizeHandles val="exact"/>
        </dgm:presLayoutVars>
      </dgm:prSet>
      <dgm:spPr/>
    </dgm:pt>
    <dgm:pt modelId="{7DF44E01-225E-4DF9-A10F-8941E392BD9B}" type="pres">
      <dgm:prSet presAssocID="{9A5679EC-6BFD-4087-B932-5E158C7008CE}" presName="compNode" presStyleCnt="0"/>
      <dgm:spPr/>
    </dgm:pt>
    <dgm:pt modelId="{46F2E72A-4377-40BC-B67A-5B43A7F5F3EF}" type="pres">
      <dgm:prSet presAssocID="{9A5679EC-6BFD-4087-B932-5E158C7008CE}" presName="iconBgRect" presStyleLbl="bgShp" presStyleIdx="0" presStyleCnt="2"/>
      <dgm:spPr/>
    </dgm:pt>
    <dgm:pt modelId="{AB961C91-06E4-43A9-840F-67FAF96CD3A5}" type="pres">
      <dgm:prSet presAssocID="{9A5679EC-6BFD-4087-B932-5E158C7008C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1ACF0F4B-5705-4AEC-8C0B-BB107DD347B5}" type="pres">
      <dgm:prSet presAssocID="{9A5679EC-6BFD-4087-B932-5E158C7008CE}" presName="spaceRect" presStyleCnt="0"/>
      <dgm:spPr/>
    </dgm:pt>
    <dgm:pt modelId="{29BA5610-7A61-4006-96D1-1DB0E5A9CF07}" type="pres">
      <dgm:prSet presAssocID="{9A5679EC-6BFD-4087-B932-5E158C7008CE}" presName="textRect" presStyleLbl="revTx" presStyleIdx="0" presStyleCnt="2">
        <dgm:presLayoutVars>
          <dgm:chMax val="1"/>
          <dgm:chPref val="1"/>
        </dgm:presLayoutVars>
      </dgm:prSet>
      <dgm:spPr/>
    </dgm:pt>
    <dgm:pt modelId="{111C4684-9E89-40F8-9AF7-CE44FCC92D83}" type="pres">
      <dgm:prSet presAssocID="{CFC37942-F669-4568-B3EA-09C7171B5906}" presName="sibTrans" presStyleCnt="0"/>
      <dgm:spPr/>
    </dgm:pt>
    <dgm:pt modelId="{D7892C50-9363-471A-A9FC-975B82F3D756}" type="pres">
      <dgm:prSet presAssocID="{C59912E8-15FF-44B8-BE7F-987C54FF763B}" presName="compNode" presStyleCnt="0"/>
      <dgm:spPr/>
    </dgm:pt>
    <dgm:pt modelId="{6B3470D0-14CE-4757-8BED-F73AC5D505E4}" type="pres">
      <dgm:prSet presAssocID="{C59912E8-15FF-44B8-BE7F-987C54FF763B}" presName="iconBgRect" presStyleLbl="bgShp" presStyleIdx="1" presStyleCnt="2"/>
      <dgm:spPr/>
    </dgm:pt>
    <dgm:pt modelId="{32DA3E48-6492-400C-839B-D6016049236F}" type="pres">
      <dgm:prSet presAssocID="{C59912E8-15FF-44B8-BE7F-987C54FF763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er"/>
        </a:ext>
      </dgm:extLst>
    </dgm:pt>
    <dgm:pt modelId="{038FEB7A-B15D-42B4-83EC-1576EA5AB5C4}" type="pres">
      <dgm:prSet presAssocID="{C59912E8-15FF-44B8-BE7F-987C54FF763B}" presName="spaceRect" presStyleCnt="0"/>
      <dgm:spPr/>
    </dgm:pt>
    <dgm:pt modelId="{36C26F5A-F5C1-43F6-8886-A5B0FEA2D792}" type="pres">
      <dgm:prSet presAssocID="{C59912E8-15FF-44B8-BE7F-987C54FF763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A0BC417-5966-43E4-9EE0-8BF9C686C747}" srcId="{5A15549A-03F1-41C7-8E66-568BAD566D8F}" destId="{C59912E8-15FF-44B8-BE7F-987C54FF763B}" srcOrd="1" destOrd="0" parTransId="{11D535EC-529B-424B-A5BC-C4AFE42933AB}" sibTransId="{BADD4E13-2AD7-48E3-BF44-853D507E8698}"/>
    <dgm:cxn modelId="{F803892B-44BE-4CDC-A816-AFF60C3ABDE5}" type="presOf" srcId="{9A5679EC-6BFD-4087-B932-5E158C7008CE}" destId="{29BA5610-7A61-4006-96D1-1DB0E5A9CF07}" srcOrd="0" destOrd="0" presId="urn:microsoft.com/office/officeart/2018/5/layout/IconCircleLabelList"/>
    <dgm:cxn modelId="{24E56D78-1A83-464A-A4E8-0B597F00CCA4}" srcId="{5A15549A-03F1-41C7-8E66-568BAD566D8F}" destId="{9A5679EC-6BFD-4087-B932-5E158C7008CE}" srcOrd="0" destOrd="0" parTransId="{7C52C785-2C52-4507-9929-CAEBF04620BB}" sibTransId="{CFC37942-F669-4568-B3EA-09C7171B5906}"/>
    <dgm:cxn modelId="{6BD8AD7A-0D7B-41CB-B286-6D41A9ABB1A6}" type="presOf" srcId="{5A15549A-03F1-41C7-8E66-568BAD566D8F}" destId="{C4CEAA7E-2651-4BC6-9AF1-F2F45252BD91}" srcOrd="0" destOrd="0" presId="urn:microsoft.com/office/officeart/2018/5/layout/IconCircleLabelList"/>
    <dgm:cxn modelId="{E229ABE3-539E-47A4-8B6E-F5F007173306}" type="presOf" srcId="{C59912E8-15FF-44B8-BE7F-987C54FF763B}" destId="{36C26F5A-F5C1-43F6-8886-A5B0FEA2D792}" srcOrd="0" destOrd="0" presId="urn:microsoft.com/office/officeart/2018/5/layout/IconCircleLabelList"/>
    <dgm:cxn modelId="{D1BF193C-51BC-4654-8795-7D97B6258853}" type="presParOf" srcId="{C4CEAA7E-2651-4BC6-9AF1-F2F45252BD91}" destId="{7DF44E01-225E-4DF9-A10F-8941E392BD9B}" srcOrd="0" destOrd="0" presId="urn:microsoft.com/office/officeart/2018/5/layout/IconCircleLabelList"/>
    <dgm:cxn modelId="{EF5651D7-74BA-46FA-A524-7BDA7A75FAE2}" type="presParOf" srcId="{7DF44E01-225E-4DF9-A10F-8941E392BD9B}" destId="{46F2E72A-4377-40BC-B67A-5B43A7F5F3EF}" srcOrd="0" destOrd="0" presId="urn:microsoft.com/office/officeart/2018/5/layout/IconCircleLabelList"/>
    <dgm:cxn modelId="{A719CEC4-CDD9-474C-A392-A8F335C000E5}" type="presParOf" srcId="{7DF44E01-225E-4DF9-A10F-8941E392BD9B}" destId="{AB961C91-06E4-43A9-840F-67FAF96CD3A5}" srcOrd="1" destOrd="0" presId="urn:microsoft.com/office/officeart/2018/5/layout/IconCircleLabelList"/>
    <dgm:cxn modelId="{89951932-5FD4-4FEF-9AE0-DF976BFF5725}" type="presParOf" srcId="{7DF44E01-225E-4DF9-A10F-8941E392BD9B}" destId="{1ACF0F4B-5705-4AEC-8C0B-BB107DD347B5}" srcOrd="2" destOrd="0" presId="urn:microsoft.com/office/officeart/2018/5/layout/IconCircleLabelList"/>
    <dgm:cxn modelId="{C1B342EA-E977-4DE9-933D-0FA6BB95DAF9}" type="presParOf" srcId="{7DF44E01-225E-4DF9-A10F-8941E392BD9B}" destId="{29BA5610-7A61-4006-96D1-1DB0E5A9CF07}" srcOrd="3" destOrd="0" presId="urn:microsoft.com/office/officeart/2018/5/layout/IconCircleLabelList"/>
    <dgm:cxn modelId="{D53FCF34-F1D6-410C-B36D-16C24D5CDD2E}" type="presParOf" srcId="{C4CEAA7E-2651-4BC6-9AF1-F2F45252BD91}" destId="{111C4684-9E89-40F8-9AF7-CE44FCC92D83}" srcOrd="1" destOrd="0" presId="urn:microsoft.com/office/officeart/2018/5/layout/IconCircleLabelList"/>
    <dgm:cxn modelId="{6BB8EF54-ECFD-4526-8ABE-A68326810AB4}" type="presParOf" srcId="{C4CEAA7E-2651-4BC6-9AF1-F2F45252BD91}" destId="{D7892C50-9363-471A-A9FC-975B82F3D756}" srcOrd="2" destOrd="0" presId="urn:microsoft.com/office/officeart/2018/5/layout/IconCircleLabelList"/>
    <dgm:cxn modelId="{92BDA548-64CE-47F8-9A33-6223D36ABA83}" type="presParOf" srcId="{D7892C50-9363-471A-A9FC-975B82F3D756}" destId="{6B3470D0-14CE-4757-8BED-F73AC5D505E4}" srcOrd="0" destOrd="0" presId="urn:microsoft.com/office/officeart/2018/5/layout/IconCircleLabelList"/>
    <dgm:cxn modelId="{1458D39A-25EC-4DBD-AE37-07F91EFE302A}" type="presParOf" srcId="{D7892C50-9363-471A-A9FC-975B82F3D756}" destId="{32DA3E48-6492-400C-839B-D6016049236F}" srcOrd="1" destOrd="0" presId="urn:microsoft.com/office/officeart/2018/5/layout/IconCircleLabelList"/>
    <dgm:cxn modelId="{D4E07FDD-732D-4AA7-A076-B7A27DC7B842}" type="presParOf" srcId="{D7892C50-9363-471A-A9FC-975B82F3D756}" destId="{038FEB7A-B15D-42B4-83EC-1576EA5AB5C4}" srcOrd="2" destOrd="0" presId="urn:microsoft.com/office/officeart/2018/5/layout/IconCircleLabelList"/>
    <dgm:cxn modelId="{36BC5B3E-4FC5-48DF-993E-EE75CB715907}" type="presParOf" srcId="{D7892C50-9363-471A-A9FC-975B82F3D756}" destId="{36C26F5A-F5C1-43F6-8886-A5B0FEA2D79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73EEAC-D35D-4D64-B220-200713A86511}">
      <dsp:nvSpPr>
        <dsp:cNvPr id="0" name=""/>
        <dsp:cNvSpPr/>
      </dsp:nvSpPr>
      <dsp:spPr>
        <a:xfrm>
          <a:off x="821" y="0"/>
          <a:ext cx="3327201" cy="265301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0" i="0" kern="1200" baseline="0"/>
            <a:t>tworzy system zarządzania sprzedażą samochodów i flotą </a:t>
          </a:r>
          <a:endParaRPr lang="en-US" sz="2200" kern="1200"/>
        </a:p>
      </dsp:txBody>
      <dsp:txXfrm>
        <a:off x="821" y="1061204"/>
        <a:ext cx="3327201" cy="1591807"/>
      </dsp:txXfrm>
    </dsp:sp>
    <dsp:sp modelId="{F78AA0C9-5875-495A-A749-A68D351F37DC}">
      <dsp:nvSpPr>
        <dsp:cNvPr id="0" name=""/>
        <dsp:cNvSpPr/>
      </dsp:nvSpPr>
      <dsp:spPr>
        <a:xfrm>
          <a:off x="821" y="0"/>
          <a:ext cx="3327201" cy="106120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01</a:t>
          </a:r>
        </a:p>
      </dsp:txBody>
      <dsp:txXfrm>
        <a:off x="821" y="0"/>
        <a:ext cx="3327201" cy="1061204"/>
      </dsp:txXfrm>
    </dsp:sp>
    <dsp:sp modelId="{C769616C-C909-498F-A165-3BAD3C7DC940}">
      <dsp:nvSpPr>
        <dsp:cNvPr id="0" name=""/>
        <dsp:cNvSpPr/>
      </dsp:nvSpPr>
      <dsp:spPr>
        <a:xfrm>
          <a:off x="3594199" y="0"/>
          <a:ext cx="3327201" cy="265301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0" i="0" kern="1200" baseline="0"/>
            <a:t>nowy projekt: platforma dla dealerów aut </a:t>
          </a:r>
          <a:endParaRPr lang="en-US" sz="2200" kern="1200"/>
        </a:p>
      </dsp:txBody>
      <dsp:txXfrm>
        <a:off x="3594199" y="1061204"/>
        <a:ext cx="3327201" cy="1591807"/>
      </dsp:txXfrm>
    </dsp:sp>
    <dsp:sp modelId="{2A8DB3BE-8BDC-4E97-95B7-F6EAAA1759F7}">
      <dsp:nvSpPr>
        <dsp:cNvPr id="0" name=""/>
        <dsp:cNvSpPr/>
      </dsp:nvSpPr>
      <dsp:spPr>
        <a:xfrm>
          <a:off x="3594199" y="0"/>
          <a:ext cx="3327201" cy="106120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02</a:t>
          </a:r>
        </a:p>
      </dsp:txBody>
      <dsp:txXfrm>
        <a:off x="3594199" y="0"/>
        <a:ext cx="3327201" cy="1061204"/>
      </dsp:txXfrm>
    </dsp:sp>
    <dsp:sp modelId="{78990E7D-054B-482E-8412-254C21D118F0}">
      <dsp:nvSpPr>
        <dsp:cNvPr id="0" name=""/>
        <dsp:cNvSpPr/>
      </dsp:nvSpPr>
      <dsp:spPr>
        <a:xfrm>
          <a:off x="7187576" y="0"/>
          <a:ext cx="3327201" cy="265301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0" i="0" kern="1200" baseline="0"/>
            <a:t>cel: zwiększenie sprzedaży i automatyzacja procesów </a:t>
          </a:r>
          <a:endParaRPr lang="en-US" sz="2200" kern="1200"/>
        </a:p>
      </dsp:txBody>
      <dsp:txXfrm>
        <a:off x="7187576" y="1061204"/>
        <a:ext cx="3327201" cy="1591807"/>
      </dsp:txXfrm>
    </dsp:sp>
    <dsp:sp modelId="{94E2C322-4C52-4254-AF3D-5EA65AC69476}">
      <dsp:nvSpPr>
        <dsp:cNvPr id="0" name=""/>
        <dsp:cNvSpPr/>
      </dsp:nvSpPr>
      <dsp:spPr>
        <a:xfrm>
          <a:off x="7187576" y="0"/>
          <a:ext cx="3327201" cy="106120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03</a:t>
          </a:r>
        </a:p>
      </dsp:txBody>
      <dsp:txXfrm>
        <a:off x="7187576" y="0"/>
        <a:ext cx="3327201" cy="10612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A925CA-CC70-4C1A-8DA2-49E249795EC4}">
      <dsp:nvSpPr>
        <dsp:cNvPr id="0" name=""/>
        <dsp:cNvSpPr/>
      </dsp:nvSpPr>
      <dsp:spPr>
        <a:xfrm>
          <a:off x="0" y="1713"/>
          <a:ext cx="5826934" cy="7301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D2D6A9-4E3C-4777-96B6-BB2F0A79D366}">
      <dsp:nvSpPr>
        <dsp:cNvPr id="0" name=""/>
        <dsp:cNvSpPr/>
      </dsp:nvSpPr>
      <dsp:spPr>
        <a:xfrm>
          <a:off x="220877" y="166002"/>
          <a:ext cx="401595" cy="4015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C1C585-3041-48C8-A7CB-D4B2B28D5CD5}">
      <dsp:nvSpPr>
        <dsp:cNvPr id="0" name=""/>
        <dsp:cNvSpPr/>
      </dsp:nvSpPr>
      <dsp:spPr>
        <a:xfrm>
          <a:off x="843351" y="1713"/>
          <a:ext cx="4983582" cy="730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277" tIns="77277" rIns="77277" bIns="7727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b="0" i="0" kern="1200" baseline="0"/>
            <a:t>wynagrodzenia zespołu </a:t>
          </a:r>
          <a:endParaRPr lang="en-US" sz="1900" kern="1200"/>
        </a:p>
      </dsp:txBody>
      <dsp:txXfrm>
        <a:off x="843351" y="1713"/>
        <a:ext cx="4983582" cy="730174"/>
      </dsp:txXfrm>
    </dsp:sp>
    <dsp:sp modelId="{0E61F6C2-7440-4208-A8AC-BAAD05688F85}">
      <dsp:nvSpPr>
        <dsp:cNvPr id="0" name=""/>
        <dsp:cNvSpPr/>
      </dsp:nvSpPr>
      <dsp:spPr>
        <a:xfrm>
          <a:off x="0" y="914431"/>
          <a:ext cx="5826934" cy="7301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89F475-7F10-4A90-918B-C7977B56078B}">
      <dsp:nvSpPr>
        <dsp:cNvPr id="0" name=""/>
        <dsp:cNvSpPr/>
      </dsp:nvSpPr>
      <dsp:spPr>
        <a:xfrm>
          <a:off x="220877" y="1078720"/>
          <a:ext cx="401595" cy="4015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717689-DB53-4145-93BE-E6405913252F}">
      <dsp:nvSpPr>
        <dsp:cNvPr id="0" name=""/>
        <dsp:cNvSpPr/>
      </dsp:nvSpPr>
      <dsp:spPr>
        <a:xfrm>
          <a:off x="843351" y="914431"/>
          <a:ext cx="4983582" cy="730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277" tIns="77277" rIns="77277" bIns="7727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b="0" i="0" kern="1200" baseline="0"/>
            <a:t>sprzęt i infrastrukturę </a:t>
          </a:r>
          <a:endParaRPr lang="en-US" sz="1900" kern="1200"/>
        </a:p>
      </dsp:txBody>
      <dsp:txXfrm>
        <a:off x="843351" y="914431"/>
        <a:ext cx="4983582" cy="730174"/>
      </dsp:txXfrm>
    </dsp:sp>
    <dsp:sp modelId="{9F585FE8-6292-485B-9192-E1CC6D096B1C}">
      <dsp:nvSpPr>
        <dsp:cNvPr id="0" name=""/>
        <dsp:cNvSpPr/>
      </dsp:nvSpPr>
      <dsp:spPr>
        <a:xfrm>
          <a:off x="0" y="1827149"/>
          <a:ext cx="5826934" cy="7301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F65274-9423-40B4-AB1A-5B644597A472}">
      <dsp:nvSpPr>
        <dsp:cNvPr id="0" name=""/>
        <dsp:cNvSpPr/>
      </dsp:nvSpPr>
      <dsp:spPr>
        <a:xfrm>
          <a:off x="220877" y="1991438"/>
          <a:ext cx="401595" cy="4015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896E3F-0047-4413-BB4E-CFD5497EC4CE}">
      <dsp:nvSpPr>
        <dsp:cNvPr id="0" name=""/>
        <dsp:cNvSpPr/>
      </dsp:nvSpPr>
      <dsp:spPr>
        <a:xfrm>
          <a:off x="843351" y="1827149"/>
          <a:ext cx="4983582" cy="730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277" tIns="77277" rIns="77277" bIns="7727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b="0" i="0" kern="1200" baseline="0"/>
            <a:t>licencje i narzędzia </a:t>
          </a:r>
          <a:endParaRPr lang="en-US" sz="1900" kern="1200"/>
        </a:p>
      </dsp:txBody>
      <dsp:txXfrm>
        <a:off x="843351" y="1827149"/>
        <a:ext cx="4983582" cy="730174"/>
      </dsp:txXfrm>
    </dsp:sp>
    <dsp:sp modelId="{380ED442-25B3-4EAC-8EC2-C63BEEB7FBB2}">
      <dsp:nvSpPr>
        <dsp:cNvPr id="0" name=""/>
        <dsp:cNvSpPr/>
      </dsp:nvSpPr>
      <dsp:spPr>
        <a:xfrm>
          <a:off x="0" y="2739867"/>
          <a:ext cx="5826934" cy="7301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C61F96-99BB-483B-B64D-8058E5A333C3}">
      <dsp:nvSpPr>
        <dsp:cNvPr id="0" name=""/>
        <dsp:cNvSpPr/>
      </dsp:nvSpPr>
      <dsp:spPr>
        <a:xfrm>
          <a:off x="220877" y="2904157"/>
          <a:ext cx="401595" cy="40159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C7735-17AA-41D2-B476-CCD6882D731D}">
      <dsp:nvSpPr>
        <dsp:cNvPr id="0" name=""/>
        <dsp:cNvSpPr/>
      </dsp:nvSpPr>
      <dsp:spPr>
        <a:xfrm>
          <a:off x="843351" y="2739867"/>
          <a:ext cx="4983582" cy="730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277" tIns="77277" rIns="77277" bIns="7727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b="0" i="0" kern="1200" baseline="0"/>
            <a:t>szkolenia </a:t>
          </a:r>
          <a:endParaRPr lang="en-US" sz="1900" kern="1200"/>
        </a:p>
      </dsp:txBody>
      <dsp:txXfrm>
        <a:off x="843351" y="2739867"/>
        <a:ext cx="4983582" cy="730174"/>
      </dsp:txXfrm>
    </dsp:sp>
    <dsp:sp modelId="{CC4A006F-0BBA-4775-AB59-91D9D5C5F3B5}">
      <dsp:nvSpPr>
        <dsp:cNvPr id="0" name=""/>
        <dsp:cNvSpPr/>
      </dsp:nvSpPr>
      <dsp:spPr>
        <a:xfrm>
          <a:off x="0" y="3652585"/>
          <a:ext cx="5826934" cy="7301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BEA2ED-B8E9-4C3C-A3F3-482E95EB7CF1}">
      <dsp:nvSpPr>
        <dsp:cNvPr id="0" name=""/>
        <dsp:cNvSpPr/>
      </dsp:nvSpPr>
      <dsp:spPr>
        <a:xfrm>
          <a:off x="220877" y="3816875"/>
          <a:ext cx="401595" cy="40159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24F678-925B-450C-8EEF-FC86DDE0ECF8}">
      <dsp:nvSpPr>
        <dsp:cNvPr id="0" name=""/>
        <dsp:cNvSpPr/>
      </dsp:nvSpPr>
      <dsp:spPr>
        <a:xfrm>
          <a:off x="843351" y="3652585"/>
          <a:ext cx="4983582" cy="730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277" tIns="77277" rIns="77277" bIns="7727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b="0" i="0" kern="1200" baseline="0"/>
            <a:t>testy i wdrożenie </a:t>
          </a:r>
          <a:endParaRPr lang="en-US" sz="1900" kern="1200"/>
        </a:p>
      </dsp:txBody>
      <dsp:txXfrm>
        <a:off x="843351" y="3652585"/>
        <a:ext cx="4983582" cy="730174"/>
      </dsp:txXfrm>
    </dsp:sp>
    <dsp:sp modelId="{A2F1538A-8FB1-4BDB-B2D8-2FB941B0A5B2}">
      <dsp:nvSpPr>
        <dsp:cNvPr id="0" name=""/>
        <dsp:cNvSpPr/>
      </dsp:nvSpPr>
      <dsp:spPr>
        <a:xfrm>
          <a:off x="0" y="4565303"/>
          <a:ext cx="5826934" cy="7301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403C4-1CC6-4AA0-9C51-0C074A14F0DD}">
      <dsp:nvSpPr>
        <dsp:cNvPr id="0" name=""/>
        <dsp:cNvSpPr/>
      </dsp:nvSpPr>
      <dsp:spPr>
        <a:xfrm>
          <a:off x="220877" y="4729593"/>
          <a:ext cx="401595" cy="40159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AF958-04A8-4D76-AF5A-321860908FE9}">
      <dsp:nvSpPr>
        <dsp:cNvPr id="0" name=""/>
        <dsp:cNvSpPr/>
      </dsp:nvSpPr>
      <dsp:spPr>
        <a:xfrm>
          <a:off x="843351" y="4565303"/>
          <a:ext cx="4983582" cy="730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277" tIns="77277" rIns="77277" bIns="7727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b="0" i="0" kern="1200" baseline="0"/>
            <a:t>utrzymanie systemu </a:t>
          </a:r>
          <a:endParaRPr lang="en-US" sz="1900" kern="1200"/>
        </a:p>
      </dsp:txBody>
      <dsp:txXfrm>
        <a:off x="843351" y="4565303"/>
        <a:ext cx="4983582" cy="7301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C883B2-4BAE-41E7-900F-48F0039C9625}">
      <dsp:nvSpPr>
        <dsp:cNvPr id="0" name=""/>
        <dsp:cNvSpPr/>
      </dsp:nvSpPr>
      <dsp:spPr>
        <a:xfrm>
          <a:off x="0" y="2985"/>
          <a:ext cx="10515600" cy="6359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22CEC1-11BA-4A17-811A-B178CED62BF6}">
      <dsp:nvSpPr>
        <dsp:cNvPr id="0" name=""/>
        <dsp:cNvSpPr/>
      </dsp:nvSpPr>
      <dsp:spPr>
        <a:xfrm>
          <a:off x="192380" y="146078"/>
          <a:ext cx="349782" cy="3497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4A56AE-0384-4000-A24F-19D9569C9541}">
      <dsp:nvSpPr>
        <dsp:cNvPr id="0" name=""/>
        <dsp:cNvSpPr/>
      </dsp:nvSpPr>
      <dsp:spPr>
        <a:xfrm>
          <a:off x="734542" y="2985"/>
          <a:ext cx="9781057" cy="6359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307" tIns="67307" rIns="67307" bIns="6730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</a:t>
          </a:r>
          <a:r>
            <a:rPr lang="pl-PL" sz="1900" kern="1200"/>
            <a:t>udżet projektu tworzy się poprzez:</a:t>
          </a:r>
          <a:endParaRPr lang="en-US" sz="1900" kern="1200"/>
        </a:p>
      </dsp:txBody>
      <dsp:txXfrm>
        <a:off x="734542" y="2985"/>
        <a:ext cx="9781057" cy="635967"/>
      </dsp:txXfrm>
    </dsp:sp>
    <dsp:sp modelId="{30E4E67E-35D3-4E47-A5B8-E82337C91E7F}">
      <dsp:nvSpPr>
        <dsp:cNvPr id="0" name=""/>
        <dsp:cNvSpPr/>
      </dsp:nvSpPr>
      <dsp:spPr>
        <a:xfrm>
          <a:off x="0" y="797945"/>
          <a:ext cx="10515600" cy="6359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4CEF18-92FF-4D3B-9DC5-48BED2BAB090}">
      <dsp:nvSpPr>
        <dsp:cNvPr id="0" name=""/>
        <dsp:cNvSpPr/>
      </dsp:nvSpPr>
      <dsp:spPr>
        <a:xfrm>
          <a:off x="192380" y="941038"/>
          <a:ext cx="349782" cy="3497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150FE8-7250-439B-82C7-F081F94535AA}">
      <dsp:nvSpPr>
        <dsp:cNvPr id="0" name=""/>
        <dsp:cNvSpPr/>
      </dsp:nvSpPr>
      <dsp:spPr>
        <a:xfrm>
          <a:off x="734542" y="797945"/>
          <a:ext cx="9781057" cy="6359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307" tIns="67307" rIns="67307" bIns="6730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analizę zakresu prac </a:t>
          </a:r>
          <a:endParaRPr lang="en-US" sz="1900" kern="1200"/>
        </a:p>
      </dsp:txBody>
      <dsp:txXfrm>
        <a:off x="734542" y="797945"/>
        <a:ext cx="9781057" cy="635967"/>
      </dsp:txXfrm>
    </dsp:sp>
    <dsp:sp modelId="{FD9570C1-B492-4CFF-9E84-30E2A09730CC}">
      <dsp:nvSpPr>
        <dsp:cNvPr id="0" name=""/>
        <dsp:cNvSpPr/>
      </dsp:nvSpPr>
      <dsp:spPr>
        <a:xfrm>
          <a:off x="0" y="1592905"/>
          <a:ext cx="10515600" cy="6359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86B909-34A5-4619-A4B9-0AC771A102C1}">
      <dsp:nvSpPr>
        <dsp:cNvPr id="0" name=""/>
        <dsp:cNvSpPr/>
      </dsp:nvSpPr>
      <dsp:spPr>
        <a:xfrm>
          <a:off x="192380" y="1735997"/>
          <a:ext cx="349782" cy="3497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C69D55-1DF7-47BE-9B3B-631A7E769CCF}">
      <dsp:nvSpPr>
        <dsp:cNvPr id="0" name=""/>
        <dsp:cNvSpPr/>
      </dsp:nvSpPr>
      <dsp:spPr>
        <a:xfrm>
          <a:off x="734542" y="1592905"/>
          <a:ext cx="9781057" cy="6359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307" tIns="67307" rIns="67307" bIns="6730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estymację czasu i zasobów </a:t>
          </a:r>
          <a:endParaRPr lang="en-US" sz="1900" kern="1200"/>
        </a:p>
      </dsp:txBody>
      <dsp:txXfrm>
        <a:off x="734542" y="1592905"/>
        <a:ext cx="9781057" cy="635967"/>
      </dsp:txXfrm>
    </dsp:sp>
    <dsp:sp modelId="{9C4DBDE6-45DD-4191-A566-EB9C60C00131}">
      <dsp:nvSpPr>
        <dsp:cNvPr id="0" name=""/>
        <dsp:cNvSpPr/>
      </dsp:nvSpPr>
      <dsp:spPr>
        <a:xfrm>
          <a:off x="0" y="2387864"/>
          <a:ext cx="10515600" cy="6359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1D4192-79E7-4D11-B326-3B6E47C8AFB1}">
      <dsp:nvSpPr>
        <dsp:cNvPr id="0" name=""/>
        <dsp:cNvSpPr/>
      </dsp:nvSpPr>
      <dsp:spPr>
        <a:xfrm>
          <a:off x="192380" y="2530957"/>
          <a:ext cx="349782" cy="3497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17D112-0544-4A82-A69D-273AC8C147EB}">
      <dsp:nvSpPr>
        <dsp:cNvPr id="0" name=""/>
        <dsp:cNvSpPr/>
      </dsp:nvSpPr>
      <dsp:spPr>
        <a:xfrm>
          <a:off x="734542" y="2387864"/>
          <a:ext cx="9781057" cy="6359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307" tIns="67307" rIns="67307" bIns="6730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analizę ryzyka </a:t>
          </a:r>
          <a:endParaRPr lang="en-US" sz="1900" kern="1200"/>
        </a:p>
      </dsp:txBody>
      <dsp:txXfrm>
        <a:off x="734542" y="2387864"/>
        <a:ext cx="9781057" cy="635967"/>
      </dsp:txXfrm>
    </dsp:sp>
    <dsp:sp modelId="{555BE632-5B89-4DEB-B226-283207B98323}">
      <dsp:nvSpPr>
        <dsp:cNvPr id="0" name=""/>
        <dsp:cNvSpPr/>
      </dsp:nvSpPr>
      <dsp:spPr>
        <a:xfrm>
          <a:off x="0" y="3182824"/>
          <a:ext cx="10515600" cy="6359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C305F7-8433-4E5B-AAC6-854C8B3CCA5F}">
      <dsp:nvSpPr>
        <dsp:cNvPr id="0" name=""/>
        <dsp:cNvSpPr/>
      </dsp:nvSpPr>
      <dsp:spPr>
        <a:xfrm>
          <a:off x="192380" y="3325917"/>
          <a:ext cx="349782" cy="34978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6D971F-FD42-475A-AFBB-931F2EE6CE54}">
      <dsp:nvSpPr>
        <dsp:cNvPr id="0" name=""/>
        <dsp:cNvSpPr/>
      </dsp:nvSpPr>
      <dsp:spPr>
        <a:xfrm>
          <a:off x="734542" y="3182824"/>
          <a:ext cx="9781057" cy="6359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307" tIns="67307" rIns="67307" bIns="6730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uwzględnienie rezerw</a:t>
          </a:r>
          <a:endParaRPr lang="en-US" sz="1900" kern="1200"/>
        </a:p>
      </dsp:txBody>
      <dsp:txXfrm>
        <a:off x="734542" y="3182824"/>
        <a:ext cx="9781057" cy="6359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06448D-8EE4-47C5-AD4C-3EF0AA088AC5}">
      <dsp:nvSpPr>
        <dsp:cNvPr id="0" name=""/>
        <dsp:cNvSpPr/>
      </dsp:nvSpPr>
      <dsp:spPr>
        <a:xfrm>
          <a:off x="0" y="2198"/>
          <a:ext cx="5826934" cy="11142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791914-0F37-4099-8841-9F639F80C8D0}">
      <dsp:nvSpPr>
        <dsp:cNvPr id="0" name=""/>
        <dsp:cNvSpPr/>
      </dsp:nvSpPr>
      <dsp:spPr>
        <a:xfrm>
          <a:off x="337067" y="252909"/>
          <a:ext cx="612849" cy="6128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67EF33-6482-4164-AC7F-3820AACA7C06}">
      <dsp:nvSpPr>
        <dsp:cNvPr id="0" name=""/>
        <dsp:cNvSpPr/>
      </dsp:nvSpPr>
      <dsp:spPr>
        <a:xfrm>
          <a:off x="1286984" y="2198"/>
          <a:ext cx="4539949" cy="1114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927" tIns="117927" rIns="117927" bIns="11792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Koszty zmieniają się w cyklu życia produktu:</a:t>
          </a:r>
          <a:endParaRPr lang="en-US" sz="2200" kern="1200"/>
        </a:p>
      </dsp:txBody>
      <dsp:txXfrm>
        <a:off x="1286984" y="2198"/>
        <a:ext cx="4539949" cy="1114272"/>
      </dsp:txXfrm>
    </dsp:sp>
    <dsp:sp modelId="{94048C72-2C20-4352-8808-368F8FBC4882}">
      <dsp:nvSpPr>
        <dsp:cNvPr id="0" name=""/>
        <dsp:cNvSpPr/>
      </dsp:nvSpPr>
      <dsp:spPr>
        <a:xfrm>
          <a:off x="0" y="1395039"/>
          <a:ext cx="5826934" cy="11142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B1CC18-D9CA-46AE-BDEE-E0C649A8BC54}">
      <dsp:nvSpPr>
        <dsp:cNvPr id="0" name=""/>
        <dsp:cNvSpPr/>
      </dsp:nvSpPr>
      <dsp:spPr>
        <a:xfrm>
          <a:off x="337067" y="1645750"/>
          <a:ext cx="612849" cy="6128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1E14A9-621E-4D0F-8632-9A2674556B54}">
      <dsp:nvSpPr>
        <dsp:cNvPr id="0" name=""/>
        <dsp:cNvSpPr/>
      </dsp:nvSpPr>
      <dsp:spPr>
        <a:xfrm>
          <a:off x="1286984" y="1395039"/>
          <a:ext cx="4539949" cy="1114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927" tIns="117927" rIns="117927" bIns="11792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faza początkowa → wysokie koszty inwestycyjne </a:t>
          </a:r>
          <a:endParaRPr lang="en-US" sz="2200" kern="1200"/>
        </a:p>
      </dsp:txBody>
      <dsp:txXfrm>
        <a:off x="1286984" y="1395039"/>
        <a:ext cx="4539949" cy="1114272"/>
      </dsp:txXfrm>
    </dsp:sp>
    <dsp:sp modelId="{59DBBFD7-3354-495E-BD29-4E3A30F4A064}">
      <dsp:nvSpPr>
        <dsp:cNvPr id="0" name=""/>
        <dsp:cNvSpPr/>
      </dsp:nvSpPr>
      <dsp:spPr>
        <a:xfrm>
          <a:off x="0" y="2787880"/>
          <a:ext cx="5826934" cy="11142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D40ED1-AEC0-4F7A-988B-36F96C96B412}">
      <dsp:nvSpPr>
        <dsp:cNvPr id="0" name=""/>
        <dsp:cNvSpPr/>
      </dsp:nvSpPr>
      <dsp:spPr>
        <a:xfrm>
          <a:off x="337067" y="3038591"/>
          <a:ext cx="612849" cy="6128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5ADBD1-4D3A-4526-BE86-9F962583E2ED}">
      <dsp:nvSpPr>
        <dsp:cNvPr id="0" name=""/>
        <dsp:cNvSpPr/>
      </dsp:nvSpPr>
      <dsp:spPr>
        <a:xfrm>
          <a:off x="1286984" y="2787880"/>
          <a:ext cx="4539949" cy="1114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927" tIns="117927" rIns="117927" bIns="11792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faza wzrostu → stabilizacja </a:t>
          </a:r>
          <a:endParaRPr lang="en-US" sz="2200" kern="1200"/>
        </a:p>
      </dsp:txBody>
      <dsp:txXfrm>
        <a:off x="1286984" y="2787880"/>
        <a:ext cx="4539949" cy="1114272"/>
      </dsp:txXfrm>
    </dsp:sp>
    <dsp:sp modelId="{442F23D4-0CF7-4682-9601-3D595F852228}">
      <dsp:nvSpPr>
        <dsp:cNvPr id="0" name=""/>
        <dsp:cNvSpPr/>
      </dsp:nvSpPr>
      <dsp:spPr>
        <a:xfrm>
          <a:off x="0" y="4180720"/>
          <a:ext cx="5826934" cy="11142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B7A7D1-5499-446B-8833-CC119BCA85B2}">
      <dsp:nvSpPr>
        <dsp:cNvPr id="0" name=""/>
        <dsp:cNvSpPr/>
      </dsp:nvSpPr>
      <dsp:spPr>
        <a:xfrm>
          <a:off x="337067" y="4431432"/>
          <a:ext cx="612849" cy="6128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87D98E-4217-40F4-A5DE-33A12E2BA037}">
      <dsp:nvSpPr>
        <dsp:cNvPr id="0" name=""/>
        <dsp:cNvSpPr/>
      </dsp:nvSpPr>
      <dsp:spPr>
        <a:xfrm>
          <a:off x="1286984" y="4180720"/>
          <a:ext cx="4539949" cy="1114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927" tIns="117927" rIns="117927" bIns="11792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faza utrzymania → koszty operacyjne</a:t>
          </a:r>
          <a:endParaRPr lang="en-US" sz="2200" kern="1200"/>
        </a:p>
      </dsp:txBody>
      <dsp:txXfrm>
        <a:off x="1286984" y="4180720"/>
        <a:ext cx="4539949" cy="11142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BD84B-A968-4ED6-88D0-A30EF34BDDD4}">
      <dsp:nvSpPr>
        <dsp:cNvPr id="0" name=""/>
        <dsp:cNvSpPr/>
      </dsp:nvSpPr>
      <dsp:spPr>
        <a:xfrm>
          <a:off x="0" y="646"/>
          <a:ext cx="5826934" cy="1513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02EE9B-BDB6-4CF8-AC0D-677EB42BBF38}">
      <dsp:nvSpPr>
        <dsp:cNvPr id="0" name=""/>
        <dsp:cNvSpPr/>
      </dsp:nvSpPr>
      <dsp:spPr>
        <a:xfrm>
          <a:off x="457716" y="341097"/>
          <a:ext cx="832212" cy="8322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6E70C-17B5-46E9-93D9-2384EE4ACDFE}">
      <dsp:nvSpPr>
        <dsp:cNvPr id="0" name=""/>
        <dsp:cNvSpPr/>
      </dsp:nvSpPr>
      <dsp:spPr>
        <a:xfrm>
          <a:off x="1747646" y="646"/>
          <a:ext cx="4079287" cy="1513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138" tIns="160138" rIns="160138" bIns="16013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b="0" i="0" kern="1200" baseline="0" dirty="0"/>
            <a:t>development </a:t>
          </a:r>
          <a:r>
            <a:rPr lang="en-US" sz="2500" b="0" i="0" kern="1200" baseline="0" dirty="0"/>
            <a:t>–</a:t>
          </a:r>
          <a:r>
            <a:rPr lang="pl-PL" sz="2500" b="0" i="0" kern="1200" baseline="0" dirty="0"/>
            <a:t> wysoki koszt </a:t>
          </a:r>
          <a:endParaRPr lang="en-US" sz="2500" kern="1200" dirty="0"/>
        </a:p>
      </dsp:txBody>
      <dsp:txXfrm>
        <a:off x="1747646" y="646"/>
        <a:ext cx="4079287" cy="1513113"/>
      </dsp:txXfrm>
    </dsp:sp>
    <dsp:sp modelId="{07087949-2E9E-4B75-9FF3-6C5152A61FE9}">
      <dsp:nvSpPr>
        <dsp:cNvPr id="0" name=""/>
        <dsp:cNvSpPr/>
      </dsp:nvSpPr>
      <dsp:spPr>
        <a:xfrm>
          <a:off x="0" y="1892039"/>
          <a:ext cx="5826934" cy="1513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B5B3F7-12A7-4AEE-9736-D4F8501D0469}">
      <dsp:nvSpPr>
        <dsp:cNvPr id="0" name=""/>
        <dsp:cNvSpPr/>
      </dsp:nvSpPr>
      <dsp:spPr>
        <a:xfrm>
          <a:off x="457716" y="2232489"/>
          <a:ext cx="832212" cy="8322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695D7-B050-47F9-BC7A-7D1327CAAAA4}">
      <dsp:nvSpPr>
        <dsp:cNvPr id="0" name=""/>
        <dsp:cNvSpPr/>
      </dsp:nvSpPr>
      <dsp:spPr>
        <a:xfrm>
          <a:off x="1747646" y="1892039"/>
          <a:ext cx="4079287" cy="1513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138" tIns="160138" rIns="160138" bIns="16013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b="0" i="0" kern="1200" baseline="0" dirty="0"/>
            <a:t>utrzymanie </a:t>
          </a:r>
          <a:r>
            <a:rPr lang="en-US" sz="2500" b="0" i="0" kern="1200" baseline="0" dirty="0"/>
            <a:t>–</a:t>
          </a:r>
          <a:r>
            <a:rPr lang="pl-PL" sz="2500" b="0" i="0" kern="1200" baseline="0" dirty="0"/>
            <a:t> długoterminowy koszt </a:t>
          </a:r>
          <a:endParaRPr lang="en-US" sz="2500" kern="1200" dirty="0"/>
        </a:p>
      </dsp:txBody>
      <dsp:txXfrm>
        <a:off x="1747646" y="1892039"/>
        <a:ext cx="4079287" cy="1513113"/>
      </dsp:txXfrm>
    </dsp:sp>
    <dsp:sp modelId="{9AA785BE-2FC0-427B-9614-86C6DE6E2CD8}">
      <dsp:nvSpPr>
        <dsp:cNvPr id="0" name=""/>
        <dsp:cNvSpPr/>
      </dsp:nvSpPr>
      <dsp:spPr>
        <a:xfrm>
          <a:off x="0" y="3783431"/>
          <a:ext cx="5826934" cy="1513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5BE4BC-EE1D-411F-A81B-0415F7F889FE}">
      <dsp:nvSpPr>
        <dsp:cNvPr id="0" name=""/>
        <dsp:cNvSpPr/>
      </dsp:nvSpPr>
      <dsp:spPr>
        <a:xfrm>
          <a:off x="457716" y="4123882"/>
          <a:ext cx="832212" cy="8322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B3BAA-817A-4A3E-9840-BEAE7F9974C0}">
      <dsp:nvSpPr>
        <dsp:cNvPr id="0" name=""/>
        <dsp:cNvSpPr/>
      </dsp:nvSpPr>
      <dsp:spPr>
        <a:xfrm>
          <a:off x="1747646" y="3783431"/>
          <a:ext cx="4079287" cy="1513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138" tIns="160138" rIns="160138" bIns="16013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b="0" i="0" kern="1200" baseline="0" dirty="0"/>
            <a:t>rozwój </a:t>
          </a:r>
          <a:r>
            <a:rPr lang="en-US" sz="2500" b="0" i="0" kern="1200" baseline="0" dirty="0"/>
            <a:t>–</a:t>
          </a:r>
          <a:r>
            <a:rPr lang="pl-PL" sz="2500" b="0" i="0" kern="1200" baseline="0" dirty="0"/>
            <a:t> ciągłe inwestycje </a:t>
          </a:r>
          <a:endParaRPr lang="en-US" sz="2500" kern="1200" dirty="0"/>
        </a:p>
      </dsp:txBody>
      <dsp:txXfrm>
        <a:off x="1747646" y="3783431"/>
        <a:ext cx="4079287" cy="151311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E9EC36-E1DA-45FD-A8A4-0B24313DA474}">
      <dsp:nvSpPr>
        <dsp:cNvPr id="0" name=""/>
        <dsp:cNvSpPr/>
      </dsp:nvSpPr>
      <dsp:spPr>
        <a:xfrm>
          <a:off x="0" y="646"/>
          <a:ext cx="5826934" cy="1513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E8CE0E-88DD-468A-A776-DFD6C88F6235}">
      <dsp:nvSpPr>
        <dsp:cNvPr id="0" name=""/>
        <dsp:cNvSpPr/>
      </dsp:nvSpPr>
      <dsp:spPr>
        <a:xfrm>
          <a:off x="457716" y="341097"/>
          <a:ext cx="832212" cy="8322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169296-0D71-47EA-8774-470D4917273E}">
      <dsp:nvSpPr>
        <dsp:cNvPr id="0" name=""/>
        <dsp:cNvSpPr/>
      </dsp:nvSpPr>
      <dsp:spPr>
        <a:xfrm>
          <a:off x="1747646" y="646"/>
          <a:ext cx="4079287" cy="1513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138" tIns="160138" rIns="160138" bIns="16013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Projekt</a:t>
          </a:r>
          <a:r>
            <a:rPr lang="en-US" sz="2500" kern="1200"/>
            <a:t> CarSoft</a:t>
          </a:r>
          <a:r>
            <a:rPr lang="pl-PL" sz="2500" kern="1200"/>
            <a:t> zaczyna przekraczać budżet.</a:t>
          </a:r>
          <a:endParaRPr lang="en-US" sz="2500" kern="1200"/>
        </a:p>
      </dsp:txBody>
      <dsp:txXfrm>
        <a:off x="1747646" y="646"/>
        <a:ext cx="4079287" cy="1513113"/>
      </dsp:txXfrm>
    </dsp:sp>
    <dsp:sp modelId="{AD553975-65BB-4872-806B-B6066ECE2372}">
      <dsp:nvSpPr>
        <dsp:cNvPr id="0" name=""/>
        <dsp:cNvSpPr/>
      </dsp:nvSpPr>
      <dsp:spPr>
        <a:xfrm>
          <a:off x="0" y="1892039"/>
          <a:ext cx="5826934" cy="1513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CEF88C-41F0-48A6-9C6F-29CE00A959FD}">
      <dsp:nvSpPr>
        <dsp:cNvPr id="0" name=""/>
        <dsp:cNvSpPr/>
      </dsp:nvSpPr>
      <dsp:spPr>
        <a:xfrm>
          <a:off x="457716" y="2232489"/>
          <a:ext cx="832212" cy="8322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263EB5-2C08-4822-BDF1-A6D829CEA2CF}">
      <dsp:nvSpPr>
        <dsp:cNvPr id="0" name=""/>
        <dsp:cNvSpPr/>
      </dsp:nvSpPr>
      <dsp:spPr>
        <a:xfrm>
          <a:off x="1747646" y="1892039"/>
          <a:ext cx="4079287" cy="1513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138" tIns="160138" rIns="160138" bIns="16013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Koszty rosną szybciej niż planowano.</a:t>
          </a:r>
          <a:endParaRPr lang="en-US" sz="2500" kern="1200"/>
        </a:p>
      </dsp:txBody>
      <dsp:txXfrm>
        <a:off x="1747646" y="1892039"/>
        <a:ext cx="4079287" cy="1513113"/>
      </dsp:txXfrm>
    </dsp:sp>
    <dsp:sp modelId="{F52161F5-166C-4F1E-8F5A-211DDE8994EE}">
      <dsp:nvSpPr>
        <dsp:cNvPr id="0" name=""/>
        <dsp:cNvSpPr/>
      </dsp:nvSpPr>
      <dsp:spPr>
        <a:xfrm>
          <a:off x="0" y="3783431"/>
          <a:ext cx="5826934" cy="1513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718772-4BA2-4760-8F6C-3FA46F4174BE}">
      <dsp:nvSpPr>
        <dsp:cNvPr id="0" name=""/>
        <dsp:cNvSpPr/>
      </dsp:nvSpPr>
      <dsp:spPr>
        <a:xfrm>
          <a:off x="457716" y="4123882"/>
          <a:ext cx="832212" cy="8322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49A79D-AD2E-47EA-BEE1-7B0B07833E4F}">
      <dsp:nvSpPr>
        <dsp:cNvPr id="0" name=""/>
        <dsp:cNvSpPr/>
      </dsp:nvSpPr>
      <dsp:spPr>
        <a:xfrm>
          <a:off x="1747646" y="3783431"/>
          <a:ext cx="4079287" cy="1513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138" tIns="160138" rIns="160138" bIns="16013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Zespół musi podjąć </a:t>
          </a:r>
          <a:r>
            <a:rPr lang="en-US" sz="2500" kern="1200"/>
            <a:t>najtrudniejsza do tej pory </a:t>
          </a:r>
          <a:r>
            <a:rPr lang="pl-PL" sz="2500" kern="1200"/>
            <a:t>decyzję.</a:t>
          </a:r>
          <a:endParaRPr lang="en-US" sz="2500" kern="1200"/>
        </a:p>
      </dsp:txBody>
      <dsp:txXfrm>
        <a:off x="1747646" y="3783431"/>
        <a:ext cx="4079287" cy="151311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5D70EA-A2BF-4464-AD8E-82465D2AF868}">
      <dsp:nvSpPr>
        <dsp:cNvPr id="0" name=""/>
        <dsp:cNvSpPr/>
      </dsp:nvSpPr>
      <dsp:spPr>
        <a:xfrm>
          <a:off x="0" y="1586"/>
          <a:ext cx="10515600" cy="8039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1F41E4-F8D6-4238-8060-91FF51BD4470}">
      <dsp:nvSpPr>
        <dsp:cNvPr id="0" name=""/>
        <dsp:cNvSpPr/>
      </dsp:nvSpPr>
      <dsp:spPr>
        <a:xfrm>
          <a:off x="243184" y="182467"/>
          <a:ext cx="442154" cy="4421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15E23B-753B-4300-AC73-0DF86C7FF3D3}">
      <dsp:nvSpPr>
        <dsp:cNvPr id="0" name=""/>
        <dsp:cNvSpPr/>
      </dsp:nvSpPr>
      <dsp:spPr>
        <a:xfrm>
          <a:off x="928524" y="1586"/>
          <a:ext cx="9587075" cy="803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81" tIns="85081" rIns="85081" bIns="8508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Nie każda funkcjonalność ma taką samą wartość.</a:t>
          </a:r>
          <a:br>
            <a:rPr lang="pl-PL" sz="2000" kern="1200"/>
          </a:br>
          <a:r>
            <a:rPr lang="pl-PL" sz="2000" kern="1200"/>
            <a:t>Wartość ocenia się poprzez:</a:t>
          </a:r>
          <a:endParaRPr lang="en-US" sz="2000" kern="1200"/>
        </a:p>
      </dsp:txBody>
      <dsp:txXfrm>
        <a:off x="928524" y="1586"/>
        <a:ext cx="9587075" cy="803916"/>
      </dsp:txXfrm>
    </dsp:sp>
    <dsp:sp modelId="{B9079F74-FC0A-49DC-851B-FBA0D70F382B}">
      <dsp:nvSpPr>
        <dsp:cNvPr id="0" name=""/>
        <dsp:cNvSpPr/>
      </dsp:nvSpPr>
      <dsp:spPr>
        <a:xfrm>
          <a:off x="0" y="1006482"/>
          <a:ext cx="10515600" cy="8039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B3D9B5-6080-4507-BB42-7FBFBAF5E05C}">
      <dsp:nvSpPr>
        <dsp:cNvPr id="0" name=""/>
        <dsp:cNvSpPr/>
      </dsp:nvSpPr>
      <dsp:spPr>
        <a:xfrm>
          <a:off x="243184" y="1187363"/>
          <a:ext cx="442154" cy="4421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3D5DB1-691B-44F8-8464-93527AFDDBA7}">
      <dsp:nvSpPr>
        <dsp:cNvPr id="0" name=""/>
        <dsp:cNvSpPr/>
      </dsp:nvSpPr>
      <dsp:spPr>
        <a:xfrm>
          <a:off x="928524" y="1006482"/>
          <a:ext cx="9587075" cy="803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81" tIns="85081" rIns="85081" bIns="8508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wpływ na przychody </a:t>
          </a:r>
          <a:endParaRPr lang="en-US" sz="2000" kern="1200"/>
        </a:p>
      </dsp:txBody>
      <dsp:txXfrm>
        <a:off x="928524" y="1006482"/>
        <a:ext cx="9587075" cy="803916"/>
      </dsp:txXfrm>
    </dsp:sp>
    <dsp:sp modelId="{6BB1A220-837A-4790-8281-A36786B98BA4}">
      <dsp:nvSpPr>
        <dsp:cNvPr id="0" name=""/>
        <dsp:cNvSpPr/>
      </dsp:nvSpPr>
      <dsp:spPr>
        <a:xfrm>
          <a:off x="0" y="2011378"/>
          <a:ext cx="10515600" cy="8039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F1C45E-C843-4A43-8D6E-F554A6A5BEE7}">
      <dsp:nvSpPr>
        <dsp:cNvPr id="0" name=""/>
        <dsp:cNvSpPr/>
      </dsp:nvSpPr>
      <dsp:spPr>
        <a:xfrm>
          <a:off x="243184" y="2192259"/>
          <a:ext cx="442154" cy="4421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4BEE3F-4C91-4833-B3A8-BCB2494E7D18}">
      <dsp:nvSpPr>
        <dsp:cNvPr id="0" name=""/>
        <dsp:cNvSpPr/>
      </dsp:nvSpPr>
      <dsp:spPr>
        <a:xfrm>
          <a:off x="928524" y="2011378"/>
          <a:ext cx="9587075" cy="803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81" tIns="85081" rIns="85081" bIns="8508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wpływ na użytkownika </a:t>
          </a:r>
          <a:endParaRPr lang="en-US" sz="2000" kern="1200"/>
        </a:p>
      </dsp:txBody>
      <dsp:txXfrm>
        <a:off x="928524" y="2011378"/>
        <a:ext cx="9587075" cy="803916"/>
      </dsp:txXfrm>
    </dsp:sp>
    <dsp:sp modelId="{77F942C5-5C30-49A6-B93B-01457CB488F6}">
      <dsp:nvSpPr>
        <dsp:cNvPr id="0" name=""/>
        <dsp:cNvSpPr/>
      </dsp:nvSpPr>
      <dsp:spPr>
        <a:xfrm>
          <a:off x="0" y="3016274"/>
          <a:ext cx="10515600" cy="8039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710843-456C-4BA3-8949-8815A7BA7F39}">
      <dsp:nvSpPr>
        <dsp:cNvPr id="0" name=""/>
        <dsp:cNvSpPr/>
      </dsp:nvSpPr>
      <dsp:spPr>
        <a:xfrm>
          <a:off x="243184" y="3197156"/>
          <a:ext cx="442154" cy="4421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32F28E-73AA-4EC7-A4EE-3A606A98AA78}">
      <dsp:nvSpPr>
        <dsp:cNvPr id="0" name=""/>
        <dsp:cNvSpPr/>
      </dsp:nvSpPr>
      <dsp:spPr>
        <a:xfrm>
          <a:off x="928524" y="3016274"/>
          <a:ext cx="9587075" cy="803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81" tIns="85081" rIns="85081" bIns="8508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znaczenie strategiczne</a:t>
          </a:r>
          <a:endParaRPr lang="en-US" sz="2000" kern="1200"/>
        </a:p>
      </dsp:txBody>
      <dsp:txXfrm>
        <a:off x="928524" y="3016274"/>
        <a:ext cx="9587075" cy="80391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DB3AF5-B612-464A-AEA8-0C8D3DF74AD5}">
      <dsp:nvSpPr>
        <dsp:cNvPr id="0" name=""/>
        <dsp:cNvSpPr/>
      </dsp:nvSpPr>
      <dsp:spPr>
        <a:xfrm>
          <a:off x="0" y="860793"/>
          <a:ext cx="5826934" cy="15891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14FCB-BC5B-44BA-823D-5D52C485165C}">
      <dsp:nvSpPr>
        <dsp:cNvPr id="0" name=""/>
        <dsp:cNvSpPr/>
      </dsp:nvSpPr>
      <dsp:spPr>
        <a:xfrm>
          <a:off x="480720" y="1218354"/>
          <a:ext cx="874036" cy="8740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D7C906-D11B-4263-A872-E82E1B09EB75}">
      <dsp:nvSpPr>
        <dsp:cNvPr id="0" name=""/>
        <dsp:cNvSpPr/>
      </dsp:nvSpPr>
      <dsp:spPr>
        <a:xfrm>
          <a:off x="1835477" y="860793"/>
          <a:ext cx="3991456" cy="1589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86" tIns="168186" rIns="168186" bIns="16818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W projektach IT nigdy nie mamy pełnej informacji. Decyzje zawsze podejmujemy w </a:t>
          </a:r>
          <a:r>
            <a:rPr lang="en-US" sz="1500" kern="1200"/>
            <a:t>pewnych </a:t>
          </a:r>
          <a:r>
            <a:rPr lang="pl-PL" sz="1500" kern="1200"/>
            <a:t>warunkach niepewności</a:t>
          </a:r>
          <a:r>
            <a:rPr lang="en-US" sz="1500" kern="1200"/>
            <a:t>.</a:t>
          </a:r>
        </a:p>
      </dsp:txBody>
      <dsp:txXfrm>
        <a:off x="1835477" y="860793"/>
        <a:ext cx="3991456" cy="1589157"/>
      </dsp:txXfrm>
    </dsp:sp>
    <dsp:sp modelId="{ACD61333-68A6-475C-8913-016AAAE74B66}">
      <dsp:nvSpPr>
        <dsp:cNvPr id="0" name=""/>
        <dsp:cNvSpPr/>
      </dsp:nvSpPr>
      <dsp:spPr>
        <a:xfrm>
          <a:off x="0" y="2847240"/>
          <a:ext cx="5826934" cy="15891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55DFEA-FBB0-49BA-9EEE-6ACF4AE6C14B}">
      <dsp:nvSpPr>
        <dsp:cNvPr id="0" name=""/>
        <dsp:cNvSpPr/>
      </dsp:nvSpPr>
      <dsp:spPr>
        <a:xfrm>
          <a:off x="480720" y="3204801"/>
          <a:ext cx="874036" cy="8740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503BF3-80A2-4F81-84F6-3326AA0A9CF2}">
      <dsp:nvSpPr>
        <dsp:cNvPr id="0" name=""/>
        <dsp:cNvSpPr/>
      </dsp:nvSpPr>
      <dsp:spPr>
        <a:xfrm>
          <a:off x="1835477" y="2847240"/>
          <a:ext cx="2622120" cy="1589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86" tIns="168186" rIns="168186" bIns="16818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 CarSoft zarząd musiał odpowiedzieć na nastepujące pytania, nie posiadając 100% pewności co do ich konsekwencji:</a:t>
          </a:r>
        </a:p>
      </dsp:txBody>
      <dsp:txXfrm>
        <a:off x="1835477" y="2847240"/>
        <a:ext cx="2622120" cy="1589157"/>
      </dsp:txXfrm>
    </dsp:sp>
    <dsp:sp modelId="{BE491CB1-0252-469D-A3A0-663D9441CCF1}">
      <dsp:nvSpPr>
        <dsp:cNvPr id="0" name=""/>
        <dsp:cNvSpPr/>
      </dsp:nvSpPr>
      <dsp:spPr>
        <a:xfrm>
          <a:off x="4457597" y="2847240"/>
          <a:ext cx="1369336" cy="1589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86" tIns="168186" rIns="168186" bIns="168186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100" kern="1200"/>
            <a:t>czy dodać nową funkcję?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100" kern="1200"/>
            <a:t>czy zwiększyć budżet?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100" kern="1200"/>
            <a:t>czy skrócić zakres?</a:t>
          </a:r>
          <a:endParaRPr lang="en-US" sz="1100" kern="1200"/>
        </a:p>
      </dsp:txBody>
      <dsp:txXfrm>
        <a:off x="4457597" y="2847240"/>
        <a:ext cx="1369336" cy="158915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091675-F50D-413F-8FE2-5BE60311A1DD}">
      <dsp:nvSpPr>
        <dsp:cNvPr id="0" name=""/>
        <dsp:cNvSpPr/>
      </dsp:nvSpPr>
      <dsp:spPr>
        <a:xfrm>
          <a:off x="0" y="646"/>
          <a:ext cx="5826934" cy="1513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173A97-58C5-402F-BD36-3742F81C68FA}">
      <dsp:nvSpPr>
        <dsp:cNvPr id="0" name=""/>
        <dsp:cNvSpPr/>
      </dsp:nvSpPr>
      <dsp:spPr>
        <a:xfrm>
          <a:off x="457716" y="341097"/>
          <a:ext cx="832212" cy="8322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0A42C7-2888-4BF5-BB46-AD6505120FC7}">
      <dsp:nvSpPr>
        <dsp:cNvPr id="0" name=""/>
        <dsp:cNvSpPr/>
      </dsp:nvSpPr>
      <dsp:spPr>
        <a:xfrm>
          <a:off x="1747646" y="646"/>
          <a:ext cx="4079287" cy="1513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138" tIns="160138" rIns="160138" bIns="16013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Te dwa wskaźniki pokazują, czy projekt idzie zgodnie z planem </a:t>
          </a:r>
          <a:r>
            <a:rPr lang="en-US" sz="2100" kern="1200"/>
            <a:t>–</a:t>
          </a:r>
          <a:r>
            <a:rPr lang="pl-PL" sz="2100" kern="1200"/>
            <a:t> zarówno czasowo, jak i finansowo.</a:t>
          </a:r>
          <a:endParaRPr lang="en-US" sz="2100" kern="1200"/>
        </a:p>
      </dsp:txBody>
      <dsp:txXfrm>
        <a:off x="1747646" y="646"/>
        <a:ext cx="4079287" cy="1513113"/>
      </dsp:txXfrm>
    </dsp:sp>
    <dsp:sp modelId="{0EBCD252-CB49-4600-859F-896BD5BC1A4D}">
      <dsp:nvSpPr>
        <dsp:cNvPr id="0" name=""/>
        <dsp:cNvSpPr/>
      </dsp:nvSpPr>
      <dsp:spPr>
        <a:xfrm>
          <a:off x="0" y="1892039"/>
          <a:ext cx="5826934" cy="1513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9187EB-202B-4F5F-8225-8F43EA6231A8}">
      <dsp:nvSpPr>
        <dsp:cNvPr id="0" name=""/>
        <dsp:cNvSpPr/>
      </dsp:nvSpPr>
      <dsp:spPr>
        <a:xfrm>
          <a:off x="457716" y="2232489"/>
          <a:ext cx="832212" cy="8322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6DF5D3-AF06-41C7-A3D8-615C34FCADDA}">
      <dsp:nvSpPr>
        <dsp:cNvPr id="0" name=""/>
        <dsp:cNvSpPr/>
      </dsp:nvSpPr>
      <dsp:spPr>
        <a:xfrm>
          <a:off x="1747646" y="1892039"/>
          <a:ext cx="4079287" cy="1513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138" tIns="160138" rIns="160138" bIns="16013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SPI (Schedule Performance Index):</a:t>
          </a:r>
          <a:br>
            <a:rPr lang="pl-PL" sz="2100" kern="1200"/>
          </a:br>
          <a:r>
            <a:rPr lang="pl-PL" sz="2100" kern="1200"/>
            <a:t>mierzy efektywność czasu</a:t>
          </a:r>
          <a:endParaRPr lang="en-US" sz="2100" kern="1200"/>
        </a:p>
      </dsp:txBody>
      <dsp:txXfrm>
        <a:off x="1747646" y="1892039"/>
        <a:ext cx="4079287" cy="1513113"/>
      </dsp:txXfrm>
    </dsp:sp>
    <dsp:sp modelId="{BB78F40B-F03A-4A70-9FA9-0D3ECE6B2FE0}">
      <dsp:nvSpPr>
        <dsp:cNvPr id="0" name=""/>
        <dsp:cNvSpPr/>
      </dsp:nvSpPr>
      <dsp:spPr>
        <a:xfrm>
          <a:off x="0" y="3783431"/>
          <a:ext cx="5826934" cy="1513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8622A9-1DCE-4D83-8F12-382D9049A5D2}">
      <dsp:nvSpPr>
        <dsp:cNvPr id="0" name=""/>
        <dsp:cNvSpPr/>
      </dsp:nvSpPr>
      <dsp:spPr>
        <a:xfrm>
          <a:off x="457716" y="4123882"/>
          <a:ext cx="832212" cy="8322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327A0C-B497-47C1-BD43-9497798C3FE6}">
      <dsp:nvSpPr>
        <dsp:cNvPr id="0" name=""/>
        <dsp:cNvSpPr/>
      </dsp:nvSpPr>
      <dsp:spPr>
        <a:xfrm>
          <a:off x="1747646" y="3783431"/>
          <a:ext cx="4079287" cy="1513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138" tIns="160138" rIns="160138" bIns="16013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CPI (Cost Performance Index):</a:t>
          </a:r>
          <a:br>
            <a:rPr lang="pl-PL" sz="2100" kern="1200"/>
          </a:br>
          <a:r>
            <a:rPr lang="pl-PL" sz="2100" kern="1200"/>
            <a:t>mierzy efektywność kosztów</a:t>
          </a:r>
          <a:endParaRPr lang="en-US" sz="2100" kern="1200"/>
        </a:p>
      </dsp:txBody>
      <dsp:txXfrm>
        <a:off x="1747646" y="3783431"/>
        <a:ext cx="4079287" cy="151311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3B02F-6F8F-4E58-993D-71242CBFED98}">
      <dsp:nvSpPr>
        <dsp:cNvPr id="0" name=""/>
        <dsp:cNvSpPr/>
      </dsp:nvSpPr>
      <dsp:spPr>
        <a:xfrm>
          <a:off x="0" y="231404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1BD73-6B1D-49DA-AF14-87762680721C}">
      <dsp:nvSpPr>
        <dsp:cNvPr id="0" name=""/>
        <dsp:cNvSpPr/>
      </dsp:nvSpPr>
      <dsp:spPr>
        <a:xfrm>
          <a:off x="328612" y="543586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 dirty="0"/>
            <a:t>CPI &lt; 1 </a:t>
          </a:r>
          <a:endParaRPr lang="en-US" sz="2500" kern="1200" dirty="0"/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 dirty="0"/>
            <a:t>projekt kosztuje więcej niż planowano</a:t>
          </a:r>
          <a:endParaRPr lang="en-US" sz="2500" kern="1200" dirty="0"/>
        </a:p>
      </dsp:txBody>
      <dsp:txXfrm>
        <a:off x="383617" y="598591"/>
        <a:ext cx="2847502" cy="1768010"/>
      </dsp:txXfrm>
    </dsp:sp>
    <dsp:sp modelId="{FB2F1870-2F5D-4F03-9384-81255A0081AA}">
      <dsp:nvSpPr>
        <dsp:cNvPr id="0" name=""/>
        <dsp:cNvSpPr/>
      </dsp:nvSpPr>
      <dsp:spPr>
        <a:xfrm>
          <a:off x="3614737" y="231404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499F6-C0DD-4473-B822-FD2BB9CF74F2}">
      <dsp:nvSpPr>
        <dsp:cNvPr id="0" name=""/>
        <dsp:cNvSpPr/>
      </dsp:nvSpPr>
      <dsp:spPr>
        <a:xfrm>
          <a:off x="3943350" y="543586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 dirty="0"/>
            <a:t>CPI = 1 </a:t>
          </a:r>
          <a:endParaRPr lang="en-US" sz="2500" kern="1200" dirty="0"/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 dirty="0"/>
            <a:t>zgodność z budżetem</a:t>
          </a:r>
          <a:endParaRPr lang="en-US" sz="2500" kern="1200" dirty="0"/>
        </a:p>
      </dsp:txBody>
      <dsp:txXfrm>
        <a:off x="3998355" y="598591"/>
        <a:ext cx="2847502" cy="1768010"/>
      </dsp:txXfrm>
    </dsp:sp>
    <dsp:sp modelId="{52DB87F0-0C9F-4674-8AF0-ADBAFB377C5D}">
      <dsp:nvSpPr>
        <dsp:cNvPr id="0" name=""/>
        <dsp:cNvSpPr/>
      </dsp:nvSpPr>
      <dsp:spPr>
        <a:xfrm>
          <a:off x="7229475" y="231404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877893-D581-4F91-A0D7-5799594E332B}">
      <dsp:nvSpPr>
        <dsp:cNvPr id="0" name=""/>
        <dsp:cNvSpPr/>
      </dsp:nvSpPr>
      <dsp:spPr>
        <a:xfrm>
          <a:off x="7558087" y="543586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 dirty="0"/>
            <a:t>CPI &gt; 1 </a:t>
          </a:r>
          <a:endParaRPr lang="en-US" sz="2500" kern="1200" dirty="0"/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 dirty="0"/>
            <a:t>projekt tańszy niż plan</a:t>
          </a:r>
          <a:endParaRPr lang="en-US" sz="2500" kern="1200" dirty="0"/>
        </a:p>
      </dsp:txBody>
      <dsp:txXfrm>
        <a:off x="7613092" y="598591"/>
        <a:ext cx="2847502" cy="176801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AB25D9-B11E-4A55-8EEA-07945F03A9C0}">
      <dsp:nvSpPr>
        <dsp:cNvPr id="0" name=""/>
        <dsp:cNvSpPr/>
      </dsp:nvSpPr>
      <dsp:spPr>
        <a:xfrm>
          <a:off x="1079543" y="406"/>
          <a:ext cx="3581362" cy="22741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41BB3E-47BA-4886-AAB1-4AE0427AF250}">
      <dsp:nvSpPr>
        <dsp:cNvPr id="0" name=""/>
        <dsp:cNvSpPr/>
      </dsp:nvSpPr>
      <dsp:spPr>
        <a:xfrm>
          <a:off x="1477472" y="378439"/>
          <a:ext cx="3581362" cy="22741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/>
            <a:t>Awarie wewnętrzne:</a:t>
          </a:r>
          <a:br>
            <a:rPr lang="pl-PL" sz="2800" kern="1200"/>
          </a:br>
          <a:r>
            <a:rPr lang="pl-PL" sz="2800" kern="1200"/>
            <a:t>wykryte przed wdrożeniem</a:t>
          </a:r>
          <a:endParaRPr lang="en-US" sz="2800" kern="1200"/>
        </a:p>
      </dsp:txBody>
      <dsp:txXfrm>
        <a:off x="1544080" y="445047"/>
        <a:ext cx="3448146" cy="2140949"/>
      </dsp:txXfrm>
    </dsp:sp>
    <dsp:sp modelId="{A89CBC61-B306-4407-B361-F5229E8C6857}">
      <dsp:nvSpPr>
        <dsp:cNvPr id="0" name=""/>
        <dsp:cNvSpPr/>
      </dsp:nvSpPr>
      <dsp:spPr>
        <a:xfrm>
          <a:off x="5456764" y="406"/>
          <a:ext cx="3581362" cy="22741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0B4D68-19BE-4C7E-9A78-E16897159A90}">
      <dsp:nvSpPr>
        <dsp:cNvPr id="0" name=""/>
        <dsp:cNvSpPr/>
      </dsp:nvSpPr>
      <dsp:spPr>
        <a:xfrm>
          <a:off x="5854693" y="378439"/>
          <a:ext cx="3581362" cy="22741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/>
            <a:t>Awarie zewnętrzne:</a:t>
          </a:r>
          <a:br>
            <a:rPr lang="pl-PL" sz="2800" kern="1200"/>
          </a:br>
          <a:r>
            <a:rPr lang="pl-PL" sz="2800" kern="1200"/>
            <a:t>wykryte przez klienta po wdrożeniu</a:t>
          </a:r>
          <a:endParaRPr lang="en-US" sz="2800" kern="1200"/>
        </a:p>
      </dsp:txBody>
      <dsp:txXfrm>
        <a:off x="5921301" y="445047"/>
        <a:ext cx="3448146" cy="214094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902575-723E-4976-AE03-F16CB055DDEA}">
      <dsp:nvSpPr>
        <dsp:cNvPr id="0" name=""/>
        <dsp:cNvSpPr/>
      </dsp:nvSpPr>
      <dsp:spPr>
        <a:xfrm>
          <a:off x="1761300" y="21505"/>
          <a:ext cx="1441125" cy="14411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AA5398-E3D6-40F2-9C71-36EB04A5B804}">
      <dsp:nvSpPr>
        <dsp:cNvPr id="0" name=""/>
        <dsp:cNvSpPr/>
      </dsp:nvSpPr>
      <dsp:spPr>
        <a:xfrm>
          <a:off x="2068425" y="328631"/>
          <a:ext cx="826875" cy="826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39693-6166-492E-8B1E-4F0ABCBD7CA4}">
      <dsp:nvSpPr>
        <dsp:cNvPr id="0" name=""/>
        <dsp:cNvSpPr/>
      </dsp:nvSpPr>
      <dsp:spPr>
        <a:xfrm>
          <a:off x="1300612" y="1911506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200" kern="1200"/>
            <a:t>ROI (Return on Investment):</a:t>
          </a:r>
          <a:br>
            <a:rPr lang="pl-PL" sz="1200" kern="1200"/>
          </a:br>
          <a:r>
            <a:rPr lang="pl-PL" sz="1200" kern="1200"/>
            <a:t>stosunek zysku do kosztów</a:t>
          </a:r>
          <a:endParaRPr lang="en-US" sz="1200" kern="1200"/>
        </a:p>
      </dsp:txBody>
      <dsp:txXfrm>
        <a:off x="1300612" y="1911506"/>
        <a:ext cx="2362500" cy="720000"/>
      </dsp:txXfrm>
    </dsp:sp>
    <dsp:sp modelId="{0CC82119-37EC-4395-A5E9-D1B7492E43D0}">
      <dsp:nvSpPr>
        <dsp:cNvPr id="0" name=""/>
        <dsp:cNvSpPr/>
      </dsp:nvSpPr>
      <dsp:spPr>
        <a:xfrm>
          <a:off x="4537237" y="21505"/>
          <a:ext cx="1441125" cy="144112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D50AA7-97B1-4DDC-A5A1-140C38C5D25D}">
      <dsp:nvSpPr>
        <dsp:cNvPr id="0" name=""/>
        <dsp:cNvSpPr/>
      </dsp:nvSpPr>
      <dsp:spPr>
        <a:xfrm>
          <a:off x="4844362" y="328631"/>
          <a:ext cx="826875" cy="826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CC6EEB-AD9D-422B-857C-BD42384701AE}">
      <dsp:nvSpPr>
        <dsp:cNvPr id="0" name=""/>
        <dsp:cNvSpPr/>
      </dsp:nvSpPr>
      <dsp:spPr>
        <a:xfrm>
          <a:off x="4076550" y="1911506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200" kern="1200"/>
            <a:t>NPV (Net Present Value):</a:t>
          </a:r>
          <a:br>
            <a:rPr lang="pl-PL" sz="1200" kern="1200"/>
          </a:br>
          <a:r>
            <a:rPr lang="pl-PL" sz="1200" kern="1200"/>
            <a:t>wartość inwestycji uwzględniająca czas i pieniądz</a:t>
          </a:r>
          <a:endParaRPr lang="en-US" sz="1200" kern="1200"/>
        </a:p>
      </dsp:txBody>
      <dsp:txXfrm>
        <a:off x="4076550" y="1911506"/>
        <a:ext cx="2362500" cy="720000"/>
      </dsp:txXfrm>
    </dsp:sp>
    <dsp:sp modelId="{17D4AF45-6090-42B9-A014-A771687125E2}">
      <dsp:nvSpPr>
        <dsp:cNvPr id="0" name=""/>
        <dsp:cNvSpPr/>
      </dsp:nvSpPr>
      <dsp:spPr>
        <a:xfrm>
          <a:off x="7313175" y="21505"/>
          <a:ext cx="1441125" cy="144112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465C11-7E14-4872-B645-0A5BA1F72B81}">
      <dsp:nvSpPr>
        <dsp:cNvPr id="0" name=""/>
        <dsp:cNvSpPr/>
      </dsp:nvSpPr>
      <dsp:spPr>
        <a:xfrm>
          <a:off x="7620300" y="328631"/>
          <a:ext cx="826875" cy="8268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D0CA3-19F0-47FC-8A88-1F4A75CFFF09}">
      <dsp:nvSpPr>
        <dsp:cNvPr id="0" name=""/>
        <dsp:cNvSpPr/>
      </dsp:nvSpPr>
      <dsp:spPr>
        <a:xfrm>
          <a:off x="6852487" y="1911506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200" kern="1200"/>
            <a:t>IRR (Internal Rate of Return):</a:t>
          </a:r>
          <a:br>
            <a:rPr lang="pl-PL" sz="1200" kern="1200"/>
          </a:br>
          <a:r>
            <a:rPr lang="pl-PL" sz="1200" kern="1200"/>
            <a:t>stopa zwrotu projektu</a:t>
          </a:r>
          <a:endParaRPr lang="en-US" sz="1200" kern="1200"/>
        </a:p>
      </dsp:txBody>
      <dsp:txXfrm>
        <a:off x="6852487" y="1911506"/>
        <a:ext cx="236250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F2E72A-4377-40BC-B67A-5B43A7F5F3EF}">
      <dsp:nvSpPr>
        <dsp:cNvPr id="0" name=""/>
        <dsp:cNvSpPr/>
      </dsp:nvSpPr>
      <dsp:spPr>
        <a:xfrm>
          <a:off x="3149268" y="21505"/>
          <a:ext cx="1441125" cy="14411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961C91-06E4-43A9-840F-67FAF96CD3A5}">
      <dsp:nvSpPr>
        <dsp:cNvPr id="0" name=""/>
        <dsp:cNvSpPr/>
      </dsp:nvSpPr>
      <dsp:spPr>
        <a:xfrm>
          <a:off x="3456393" y="328631"/>
          <a:ext cx="826875" cy="826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A5610-7A61-4006-96D1-1DB0E5A9CF07}">
      <dsp:nvSpPr>
        <dsp:cNvPr id="0" name=""/>
        <dsp:cNvSpPr/>
      </dsp:nvSpPr>
      <dsp:spPr>
        <a:xfrm>
          <a:off x="2688581" y="1911506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400" kern="1200"/>
            <a:t>Klasycznie:</a:t>
          </a:r>
          <a:br>
            <a:rPr lang="pl-PL" sz="1400" kern="1200"/>
          </a:br>
          <a:r>
            <a:rPr lang="pl-PL" sz="1400" kern="1200"/>
            <a:t>zakres </a:t>
          </a:r>
          <a:r>
            <a:rPr lang="en-US" sz="1400" kern="1200"/>
            <a:t>jest</a:t>
          </a:r>
          <a:r>
            <a:rPr lang="pl-PL" sz="1400" kern="1200"/>
            <a:t> stały</a:t>
          </a:r>
          <a:br>
            <a:rPr lang="pl-PL" sz="1400" kern="1200"/>
          </a:br>
          <a:r>
            <a:rPr lang="pl-PL" sz="1400" kern="1200"/>
            <a:t>czas i koszt </a:t>
          </a:r>
          <a:r>
            <a:rPr lang="en-US" sz="1400" kern="1200"/>
            <a:t>są</a:t>
          </a:r>
          <a:r>
            <a:rPr lang="pl-PL" sz="1400" kern="1200"/>
            <a:t> zmienne</a:t>
          </a:r>
          <a:endParaRPr lang="en-US" sz="1400" kern="1200"/>
        </a:p>
      </dsp:txBody>
      <dsp:txXfrm>
        <a:off x="2688581" y="1911506"/>
        <a:ext cx="2362500" cy="720000"/>
      </dsp:txXfrm>
    </dsp:sp>
    <dsp:sp modelId="{6B3470D0-14CE-4757-8BED-F73AC5D505E4}">
      <dsp:nvSpPr>
        <dsp:cNvPr id="0" name=""/>
        <dsp:cNvSpPr/>
      </dsp:nvSpPr>
      <dsp:spPr>
        <a:xfrm>
          <a:off x="5925206" y="21505"/>
          <a:ext cx="1441125" cy="144112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DA3E48-6492-400C-839B-D6016049236F}">
      <dsp:nvSpPr>
        <dsp:cNvPr id="0" name=""/>
        <dsp:cNvSpPr/>
      </dsp:nvSpPr>
      <dsp:spPr>
        <a:xfrm>
          <a:off x="6232331" y="328631"/>
          <a:ext cx="826875" cy="826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C26F5A-F5C1-43F6-8886-A5B0FEA2D792}">
      <dsp:nvSpPr>
        <dsp:cNvPr id="0" name=""/>
        <dsp:cNvSpPr/>
      </dsp:nvSpPr>
      <dsp:spPr>
        <a:xfrm>
          <a:off x="5464518" y="1911506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400" kern="1200"/>
            <a:t>Agile:</a:t>
          </a:r>
          <a:br>
            <a:rPr lang="pl-PL" sz="1400" kern="1200"/>
          </a:br>
          <a:r>
            <a:rPr lang="pl-PL" sz="1400" kern="1200"/>
            <a:t>czas i koszt </a:t>
          </a:r>
          <a:r>
            <a:rPr lang="en-US" sz="1400" kern="1200"/>
            <a:t>są</a:t>
          </a:r>
          <a:r>
            <a:rPr lang="pl-PL" sz="1400" kern="1200"/>
            <a:t> stałe</a:t>
          </a:r>
          <a:br>
            <a:rPr lang="pl-PL" sz="1400" kern="1200"/>
          </a:br>
          <a:r>
            <a:rPr lang="pl-PL" sz="1400" kern="1200"/>
            <a:t>zakres </a:t>
          </a:r>
          <a:r>
            <a:rPr lang="en-US" sz="1400" kern="1200"/>
            <a:t>jest</a:t>
          </a:r>
          <a:r>
            <a:rPr lang="pl-PL" sz="1400" kern="1200"/>
            <a:t> zmienny</a:t>
          </a:r>
          <a:endParaRPr lang="en-US" sz="1400" kern="1200"/>
        </a:p>
      </dsp:txBody>
      <dsp:txXfrm>
        <a:off x="5464518" y="1911506"/>
        <a:ext cx="2362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257CD-0A03-4BF6-BF89-C48E682C5592}" type="datetimeFigureOut">
              <a:rPr lang="pl-PL" smtClean="0"/>
              <a:t>28.03.2026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8E9991-C484-4E3C-86F9-7D77691234E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936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CarSoft</a:t>
            </a:r>
            <a:r>
              <a:rPr lang="pl-PL" dirty="0"/>
              <a:t> planuje stworzyć nową platformę dla dealerów samochodowych. Zanim jednak zacznie projekt, musi odpowiedzieć na jedno kluczowe pytanie: czy to się opłaca?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9240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Koszty projektu to nie tylko wynagrodzenia programistów. To cały ekosystem wydatków, który zaczyna się jeszcze przed pierwszą linią kodu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https://projectmakers.pl/zarzadzanie-kosztami-projektu-it-design-to-cost/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94338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</a:t>
            </a:r>
            <a:r>
              <a:rPr lang="en-US" dirty="0" err="1"/>
              <a:t>CarSoft</a:t>
            </a:r>
            <a:r>
              <a:rPr lang="en-US" dirty="0"/>
              <a:t> </a:t>
            </a:r>
            <a:r>
              <a:rPr lang="en-US" dirty="0" err="1"/>
              <a:t>największe</a:t>
            </a:r>
            <a:r>
              <a:rPr lang="en-US" dirty="0"/>
              <a:t> </a:t>
            </a:r>
            <a:r>
              <a:rPr lang="en-US" dirty="0" err="1"/>
              <a:t>koszty</a:t>
            </a:r>
            <a:r>
              <a:rPr lang="en-US" dirty="0"/>
              <a:t> to </a:t>
            </a:r>
            <a:r>
              <a:rPr lang="en-US" dirty="0" err="1"/>
              <a:t>wynagrodzenia</a:t>
            </a:r>
            <a:r>
              <a:rPr lang="en-US" dirty="0"/>
              <a:t> </a:t>
            </a:r>
            <a:r>
              <a:rPr lang="en-US" dirty="0" err="1"/>
              <a:t>zespołu</a:t>
            </a:r>
            <a:r>
              <a:rPr lang="en-US" dirty="0"/>
              <a:t>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infrastruktura</a:t>
            </a:r>
            <a:r>
              <a:rPr lang="en-US" dirty="0"/>
              <a:t>. </a:t>
            </a:r>
            <a:r>
              <a:rPr lang="en-US" dirty="0" err="1"/>
              <a:t>Ważne</a:t>
            </a:r>
            <a:r>
              <a:rPr lang="en-US" dirty="0"/>
              <a:t>: </a:t>
            </a:r>
            <a:r>
              <a:rPr lang="pl-PL" dirty="0"/>
              <a:t>P</a:t>
            </a:r>
            <a:r>
              <a:rPr lang="en-US" dirty="0"/>
              <a:t>od </a:t>
            </a:r>
            <a:r>
              <a:rPr lang="en-US" dirty="0" err="1"/>
              <a:t>kątem</a:t>
            </a:r>
            <a:r>
              <a:rPr lang="en-US" dirty="0"/>
              <a:t> </a:t>
            </a:r>
            <a:r>
              <a:rPr lang="en-US" dirty="0" err="1"/>
              <a:t>kosztów</a:t>
            </a:r>
            <a:r>
              <a:rPr lang="en-US" dirty="0"/>
              <a:t>, p</a:t>
            </a:r>
            <a:r>
              <a:rPr lang="pl-PL" dirty="0" err="1"/>
              <a:t>rojekt</a:t>
            </a:r>
            <a:r>
              <a:rPr lang="pl-PL" dirty="0"/>
              <a:t> </a:t>
            </a:r>
            <a:r>
              <a:rPr lang="pl-PL" dirty="0" err="1"/>
              <a:t>CarSoft</a:t>
            </a:r>
            <a:r>
              <a:rPr lang="pl-PL" dirty="0"/>
              <a:t> nie kończy się w dniu wdrożenia. Koszty będą generowane jeszcze przez lata</a:t>
            </a:r>
            <a:r>
              <a:rPr lang="en-US" dirty="0"/>
              <a:t> (</a:t>
            </a:r>
            <a:r>
              <a:rPr lang="en-US" dirty="0" err="1"/>
              <a:t>utrzymanie</a:t>
            </a:r>
            <a:r>
              <a:rPr lang="en-US" dirty="0"/>
              <a:t>, </a:t>
            </a:r>
            <a:r>
              <a:rPr lang="en-US" dirty="0" err="1"/>
              <a:t>aktualizacje</a:t>
            </a:r>
            <a:r>
              <a:rPr lang="en-US" dirty="0"/>
              <a:t>, </a:t>
            </a:r>
            <a:r>
              <a:rPr lang="en-US" dirty="0" err="1"/>
              <a:t>poprawa</a:t>
            </a:r>
            <a:r>
              <a:rPr lang="en-US" dirty="0"/>
              <a:t> </a:t>
            </a:r>
            <a:r>
              <a:rPr lang="en-US" dirty="0" err="1"/>
              <a:t>błędów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pl-PL" dirty="0"/>
              <a:t>https://projectmakers.pl/zarzadzanie-kosztami-projektu-it-design-to-cost/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02157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CAPEX (Capital </a:t>
            </a:r>
            <a:r>
              <a:rPr lang="pl-PL" dirty="0" err="1"/>
              <a:t>Expenditure</a:t>
            </a:r>
            <a:r>
              <a:rPr lang="pl-PL" dirty="0"/>
              <a:t>):</a:t>
            </a:r>
            <a:r>
              <a:rPr lang="en-US" dirty="0"/>
              <a:t> </a:t>
            </a:r>
            <a:r>
              <a:rPr lang="pl-PL" dirty="0"/>
              <a:t>inwestycje długoterminowe</a:t>
            </a:r>
            <a:r>
              <a:rPr lang="en-US" dirty="0"/>
              <a:t>, </a:t>
            </a:r>
            <a:r>
              <a:rPr lang="pl-PL" dirty="0"/>
              <a:t>np. budowa systemu </a:t>
            </a:r>
          </a:p>
          <a:p>
            <a:r>
              <a:rPr lang="pl-PL" dirty="0"/>
              <a:t>OPEX (Operational </a:t>
            </a:r>
            <a:r>
              <a:rPr lang="pl-PL" dirty="0" err="1"/>
              <a:t>Expenditure</a:t>
            </a:r>
            <a:r>
              <a:rPr lang="pl-PL" dirty="0"/>
              <a:t>):</a:t>
            </a:r>
            <a:r>
              <a:rPr lang="en-US" dirty="0"/>
              <a:t> </a:t>
            </a:r>
            <a:r>
              <a:rPr lang="pl-PL" dirty="0"/>
              <a:t>koszty operacyjne np. utrzymanie systemu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https://www.accountsight.com/blog/capex-vs-opex-which-option-is-preferred-by-businesses/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68035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CarSoft</a:t>
            </a:r>
            <a:r>
              <a:rPr lang="pl-PL" dirty="0"/>
              <a:t> inwestuje duże środki na początku</a:t>
            </a:r>
            <a:r>
              <a:rPr lang="en-US" dirty="0"/>
              <a:t> (CAPEX)</a:t>
            </a:r>
            <a:r>
              <a:rPr lang="pl-PL" dirty="0"/>
              <a:t>, ale potem musi utrzymywać system przez wiele lat</a:t>
            </a:r>
            <a:r>
              <a:rPr lang="en-US" dirty="0"/>
              <a:t> (OPEX)</a:t>
            </a:r>
          </a:p>
          <a:p>
            <a:endParaRPr lang="en-US" dirty="0"/>
          </a:p>
          <a:p>
            <a:r>
              <a:rPr lang="pl-PL" dirty="0"/>
              <a:t>https://www.accountsight.com/blog/capex-vs-opex-which-option-is-preferred-by-businesses/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8059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Budżet nie jest zgadywaniem. To wynik analizy, doświadczenia i uwzględnienia </a:t>
            </a:r>
            <a:r>
              <a:rPr lang="pl-PL" dirty="0" err="1"/>
              <a:t>niepewno</a:t>
            </a:r>
            <a:r>
              <a:rPr lang="en-US" dirty="0"/>
              <a:t>ć</a:t>
            </a:r>
          </a:p>
          <a:p>
            <a:endParaRPr lang="en-US" dirty="0"/>
          </a:p>
          <a:p>
            <a:r>
              <a:rPr lang="en-US" dirty="0"/>
              <a:t>Jak </a:t>
            </a:r>
            <a:r>
              <a:rPr lang="en-US" dirty="0" err="1"/>
              <a:t>wyglądała</a:t>
            </a:r>
            <a:r>
              <a:rPr lang="en-US" dirty="0"/>
              <a:t> </a:t>
            </a:r>
            <a:r>
              <a:rPr lang="en-US" dirty="0" err="1"/>
              <a:t>estymacja</a:t>
            </a:r>
            <a:r>
              <a:rPr lang="en-US" dirty="0"/>
              <a:t> </a:t>
            </a:r>
            <a:r>
              <a:rPr lang="en-US" dirty="0" err="1"/>
              <a:t>budżetu</a:t>
            </a:r>
            <a:r>
              <a:rPr lang="en-US" dirty="0"/>
              <a:t> w </a:t>
            </a:r>
            <a:r>
              <a:rPr lang="en-US" dirty="0" err="1"/>
              <a:t>CarSoft</a:t>
            </a:r>
            <a:r>
              <a:rPr lang="en-US" dirty="0"/>
              <a:t>? </a:t>
            </a:r>
            <a:r>
              <a:rPr lang="en-US" dirty="0" err="1"/>
              <a:t>Proces</a:t>
            </a:r>
            <a:r>
              <a:rPr lang="en-US" dirty="0"/>
              <a:t> ten </a:t>
            </a:r>
            <a:r>
              <a:rPr lang="en-US" dirty="0" err="1"/>
              <a:t>obejmował</a:t>
            </a:r>
            <a:r>
              <a:rPr lang="en-US" dirty="0"/>
              <a:t> </a:t>
            </a:r>
            <a:r>
              <a:rPr lang="en-US" dirty="0" err="1"/>
              <a:t>kroki</a:t>
            </a:r>
            <a:r>
              <a:rPr lang="en-US" dirty="0"/>
              <a:t> </a:t>
            </a:r>
            <a:r>
              <a:rPr lang="en-US" dirty="0" err="1"/>
              <a:t>takie</a:t>
            </a:r>
            <a:r>
              <a:rPr lang="en-US" dirty="0"/>
              <a:t> jak:</a:t>
            </a:r>
          </a:p>
          <a:p>
            <a:pPr marL="171450" indent="-171450">
              <a:buFontTx/>
              <a:buChar char="-"/>
            </a:pPr>
            <a:r>
              <a:rPr lang="pl-PL" dirty="0"/>
              <a:t>analiza funkcjonalności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estymacja pracy zespołu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dodanie buforów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zatwierdzenie przez zarząd</a:t>
            </a:r>
            <a:endParaRPr lang="en-US" dirty="0"/>
          </a:p>
          <a:p>
            <a:r>
              <a:rPr lang="en-US" dirty="0"/>
              <a:t>Po co </a:t>
            </a:r>
            <a:r>
              <a:rPr lang="en-US" dirty="0" err="1"/>
              <a:t>bufory</a:t>
            </a:r>
            <a:r>
              <a:rPr lang="en-US" dirty="0"/>
              <a:t>? </a:t>
            </a:r>
            <a:r>
              <a:rPr lang="pl-PL" dirty="0" err="1"/>
              <a:t>CarSoft</a:t>
            </a:r>
            <a:r>
              <a:rPr lang="pl-PL" dirty="0"/>
              <a:t> wiedział, że niedoszacowanie budżetu może zabić projekt dlatego uwzględnił również rezerwy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https://projectmakers.pl/jak-przygotowac-budzet-projektu-informatycznego/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43048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Projekt może być drogi, ale jeśli generuje większe przychody, nadal jest opłacalny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https://www.salesbook.com/pl/blog/sprzedaz/wskaznik-roi-co-to-jest-i-jak-go-prezentowac-klientom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87519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CarSoft</a:t>
            </a:r>
            <a:r>
              <a:rPr lang="pl-PL" dirty="0"/>
              <a:t> widzi, że inwestycja zacznie się zwracać po dwóch latach. To kluczowa informacja </a:t>
            </a:r>
            <a:r>
              <a:rPr lang="en-US" dirty="0"/>
              <a:t>(</a:t>
            </a:r>
            <a:r>
              <a:rPr lang="en-US" dirty="0" err="1"/>
              <a:t>głównie</a:t>
            </a:r>
            <a:r>
              <a:rPr lang="en-US" dirty="0"/>
              <a:t>) </a:t>
            </a:r>
            <a:r>
              <a:rPr lang="pl-PL" dirty="0"/>
              <a:t>dla zarządu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https://www.vd.pl/roi/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1157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Największy błąd to patrzenie tylko na koszt wdrożenia. TCO pokazuje prawdziwy koszt projektu.</a:t>
            </a:r>
            <a:endParaRPr lang="en-US" dirty="0"/>
          </a:p>
          <a:p>
            <a:endParaRPr lang="en-US" dirty="0"/>
          </a:p>
          <a:p>
            <a:r>
              <a:rPr lang="en-US" dirty="0"/>
              <a:t>W </a:t>
            </a:r>
            <a:r>
              <a:rPr lang="en-US" dirty="0" err="1"/>
              <a:t>CarSfot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TCO </a:t>
            </a:r>
            <a:r>
              <a:rPr lang="en-US" dirty="0" err="1"/>
              <a:t>daje</a:t>
            </a:r>
            <a:r>
              <a:rPr lang="en-US" dirty="0"/>
              <a:t> pełny </a:t>
            </a:r>
            <a:r>
              <a:rPr lang="en-US" dirty="0" err="1"/>
              <a:t>obraz</a:t>
            </a:r>
            <a:r>
              <a:rPr lang="en-US" dirty="0"/>
              <a:t> </a:t>
            </a:r>
            <a:r>
              <a:rPr lang="en-US" dirty="0" err="1"/>
              <a:t>inwestycji</a:t>
            </a:r>
            <a:r>
              <a:rPr lang="en-US" dirty="0"/>
              <a:t>, </a:t>
            </a:r>
            <a:r>
              <a:rPr lang="en-US" dirty="0" err="1"/>
              <a:t>uwzględnia</a:t>
            </a:r>
            <a:r>
              <a:rPr lang="en-US" dirty="0"/>
              <a:t>: </a:t>
            </a:r>
            <a:r>
              <a:rPr lang="pl-PL" dirty="0"/>
              <a:t>koszt </a:t>
            </a:r>
            <a:r>
              <a:rPr lang="en-US" dirty="0" err="1"/>
              <a:t>budowy</a:t>
            </a:r>
            <a:r>
              <a:rPr lang="en-US" dirty="0"/>
              <a:t> systemu, </a:t>
            </a:r>
            <a:r>
              <a:rPr lang="pl-PL" dirty="0"/>
              <a:t>koszt utrzymania</a:t>
            </a:r>
            <a:r>
              <a:rPr lang="en-US" dirty="0"/>
              <a:t>, </a:t>
            </a:r>
            <a:r>
              <a:rPr lang="pl-PL" dirty="0"/>
              <a:t>koszt rozwoju</a:t>
            </a:r>
            <a:r>
              <a:rPr lang="en-US" dirty="0"/>
              <a:t>, </a:t>
            </a:r>
            <a:r>
              <a:rPr lang="pl-PL" dirty="0"/>
              <a:t>koszt wsparcia </a:t>
            </a:r>
            <a:r>
              <a:rPr lang="en-US" dirty="0"/>
              <a:t>i </a:t>
            </a:r>
            <a:r>
              <a:rPr lang="en-US" dirty="0" err="1"/>
              <a:t>inne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pl-PL" dirty="0"/>
              <a:t>https://www.inboundlogistics.com/articles/total-cost-of-ownership/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17913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Dopóki go nie osiągniemy, projekt jest inwestycją, a nie źródłem zysku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https://www.vd.pl/prog-rentownosci/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1718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Największe koszty pojawiają się na początku. Ale to utrzymanie często generuje największe wydatki w długim okresie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https://mfiles.pl/pl/index.php/Cykl_%C5%BCycia_projektu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2930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CarSoft</a:t>
            </a:r>
            <a:r>
              <a:rPr lang="pl-PL" dirty="0"/>
              <a:t> zauważa, że projekt nie kończy się po wdrożeniu. Koszty będą pojawiać się przez cały cykl życia systemu</a:t>
            </a:r>
            <a:r>
              <a:rPr lang="en-US" dirty="0"/>
              <a:t>, </a:t>
            </a:r>
            <a:r>
              <a:rPr lang="en-US" dirty="0" err="1"/>
              <a:t>choć</a:t>
            </a:r>
            <a:r>
              <a:rPr lang="en-US" dirty="0"/>
              <a:t> </a:t>
            </a:r>
            <a:r>
              <a:rPr lang="en-US" dirty="0" err="1"/>
              <a:t>będą</a:t>
            </a:r>
            <a:r>
              <a:rPr lang="en-US" dirty="0"/>
              <a:t> zmienne.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https://mfiles.pl/pl/index.php/Cykl_%C5%BCycia_projektu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31565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Jakie </a:t>
            </a:r>
            <a:r>
              <a:rPr lang="en-US" dirty="0" err="1"/>
              <a:t>CarSoft</a:t>
            </a:r>
            <a:r>
              <a:rPr lang="en-US" dirty="0"/>
              <a:t> ma </a:t>
            </a:r>
            <a:r>
              <a:rPr lang="en-US" dirty="0" err="1"/>
              <a:t>rozwiązania</a:t>
            </a:r>
            <a:r>
              <a:rPr lang="en-US" dirty="0"/>
              <a:t>?</a:t>
            </a:r>
          </a:p>
          <a:p>
            <a:r>
              <a:rPr lang="en-US" dirty="0"/>
              <a:t>- </a:t>
            </a:r>
            <a:r>
              <a:rPr lang="pl-PL" dirty="0"/>
              <a:t>redukcja zakresu projektu </a:t>
            </a:r>
          </a:p>
          <a:p>
            <a:r>
              <a:rPr lang="en-US" dirty="0"/>
              <a:t>- </a:t>
            </a:r>
            <a:r>
              <a:rPr lang="pl-PL" dirty="0"/>
              <a:t>zwiększenie budżetu </a:t>
            </a:r>
          </a:p>
          <a:p>
            <a:r>
              <a:rPr lang="en-US" dirty="0"/>
              <a:t>- </a:t>
            </a:r>
            <a:r>
              <a:rPr lang="pl-PL" dirty="0"/>
              <a:t>optymalizacja pracy zespołu </a:t>
            </a:r>
          </a:p>
          <a:p>
            <a:pPr marL="0" indent="0">
              <a:buFontTx/>
              <a:buNone/>
            </a:pPr>
            <a:r>
              <a:rPr lang="en-US" dirty="0"/>
              <a:t>- </a:t>
            </a:r>
            <a:r>
              <a:rPr lang="pl-PL" dirty="0"/>
              <a:t>zmiana priorytetów</a:t>
            </a:r>
          </a:p>
          <a:p>
            <a:r>
              <a:rPr lang="en-US" dirty="0" err="1"/>
              <a:t>Niestety</a:t>
            </a:r>
            <a:r>
              <a:rPr lang="en-US" dirty="0"/>
              <a:t> n</a:t>
            </a:r>
            <a:r>
              <a:rPr lang="pl-PL" dirty="0" err="1"/>
              <a:t>ie</a:t>
            </a:r>
            <a:r>
              <a:rPr lang="pl-PL" dirty="0"/>
              <a:t> ma jednej dobrej odpowiedzi</a:t>
            </a:r>
            <a:r>
              <a:rPr lang="en-US" dirty="0"/>
              <a:t>… </a:t>
            </a:r>
            <a:r>
              <a:rPr lang="en-US" dirty="0" err="1"/>
              <a:t>każda</a:t>
            </a:r>
            <a:r>
              <a:rPr lang="en-US" dirty="0"/>
              <a:t> ma </a:t>
            </a:r>
            <a:r>
              <a:rPr lang="en-US" dirty="0" err="1"/>
              <a:t>swoje</a:t>
            </a:r>
            <a:r>
              <a:rPr lang="en-US" dirty="0"/>
              <a:t> </a:t>
            </a:r>
            <a:r>
              <a:rPr lang="en-US" dirty="0" err="1"/>
              <a:t>wady</a:t>
            </a:r>
            <a:r>
              <a:rPr lang="en-US" dirty="0"/>
              <a:t> I Zalety.</a:t>
            </a:r>
          </a:p>
          <a:p>
            <a:r>
              <a:rPr lang="en-US" dirty="0"/>
              <a:t>Co </a:t>
            </a:r>
            <a:r>
              <a:rPr lang="en-US" dirty="0" err="1"/>
              <a:t>postanowiono</a:t>
            </a:r>
            <a:r>
              <a:rPr lang="en-US" dirty="0"/>
              <a:t>? </a:t>
            </a:r>
            <a:r>
              <a:rPr lang="pl-PL" dirty="0" err="1"/>
              <a:t>CarSoft</a:t>
            </a:r>
            <a:r>
              <a:rPr lang="pl-PL" dirty="0"/>
              <a:t> zdecydował się ograniczyć zakres projektu, zamiast zwiększać budżet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9121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projektach IT najdroższe błędy to rozwijanie funkcji, których nikt nie potrzebuje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Przykładowo</a:t>
            </a:r>
            <a:r>
              <a:rPr lang="en-US" dirty="0"/>
              <a:t> w </a:t>
            </a:r>
            <a:r>
              <a:rPr lang="en-US" dirty="0" err="1"/>
              <a:t>CarSoft</a:t>
            </a:r>
            <a:r>
              <a:rPr lang="en-US" dirty="0"/>
              <a:t>:</a:t>
            </a:r>
          </a:p>
          <a:p>
            <a:r>
              <a:rPr lang="pl-PL" dirty="0"/>
              <a:t>moduł raportowy </a:t>
            </a:r>
            <a:r>
              <a:rPr lang="en-US" dirty="0"/>
              <a:t>–</a:t>
            </a:r>
            <a:r>
              <a:rPr lang="pl-PL" dirty="0"/>
              <a:t> wysoka wartość </a:t>
            </a:r>
            <a:endParaRPr lang="en-US" dirty="0"/>
          </a:p>
          <a:p>
            <a:r>
              <a:rPr lang="pl-PL" dirty="0"/>
              <a:t>dodatkowe opcje UI </a:t>
            </a:r>
            <a:r>
              <a:rPr lang="en-US" dirty="0"/>
              <a:t>–</a:t>
            </a:r>
            <a:r>
              <a:rPr lang="pl-PL" dirty="0"/>
              <a:t> niska wartość</a:t>
            </a:r>
            <a:endParaRPr lang="en-US" dirty="0"/>
          </a:p>
          <a:p>
            <a:r>
              <a:rPr lang="en-US" dirty="0"/>
              <a:t>Z </a:t>
            </a:r>
            <a:r>
              <a:rPr lang="en-US" dirty="0" err="1"/>
              <a:t>racji</a:t>
            </a:r>
            <a:r>
              <a:rPr lang="en-US" dirty="0"/>
              <a:t> </a:t>
            </a:r>
            <a:r>
              <a:rPr lang="en-US" dirty="0" err="1"/>
              <a:t>problemów</a:t>
            </a:r>
            <a:r>
              <a:rPr lang="en-US" dirty="0"/>
              <a:t>, </a:t>
            </a:r>
            <a:r>
              <a:rPr lang="pl-PL" dirty="0" err="1"/>
              <a:t>CarSoft</a:t>
            </a:r>
            <a:r>
              <a:rPr lang="pl-PL" dirty="0"/>
              <a:t> zaczął inwestować tylko w funkcje, które realnie zwiększają wartość biznesową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00314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Decyzje podejmowane są przy:</a:t>
            </a:r>
          </a:p>
          <a:p>
            <a:r>
              <a:rPr lang="en-US" dirty="0"/>
              <a:t>- </a:t>
            </a:r>
            <a:r>
              <a:rPr lang="pl-PL" dirty="0"/>
              <a:t>braku pełnych danych </a:t>
            </a:r>
          </a:p>
          <a:p>
            <a:r>
              <a:rPr lang="en-US" dirty="0"/>
              <a:t>- </a:t>
            </a:r>
            <a:r>
              <a:rPr lang="pl-PL" dirty="0"/>
              <a:t>zmiennych wymaganiach </a:t>
            </a:r>
          </a:p>
          <a:p>
            <a:r>
              <a:rPr lang="en-US" dirty="0"/>
              <a:t>- </a:t>
            </a:r>
            <a:r>
              <a:rPr lang="pl-PL" dirty="0"/>
              <a:t>ryzyku finansowym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https://mfiles.pl/pl/index.php/Warunki_podejmowania_decyzji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563222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SPI = EV / PV</a:t>
            </a:r>
            <a:br>
              <a:rPr lang="pl-PL" dirty="0"/>
            </a:br>
            <a:r>
              <a:rPr lang="pl-PL" dirty="0"/>
              <a:t>CPI = EV / AC</a:t>
            </a:r>
          </a:p>
          <a:p>
            <a:r>
              <a:rPr lang="pl-PL" dirty="0"/>
              <a:t>EV (</a:t>
            </a:r>
            <a:r>
              <a:rPr lang="pl-PL" dirty="0" err="1"/>
              <a:t>Earned</a:t>
            </a:r>
            <a:r>
              <a:rPr lang="pl-PL" dirty="0"/>
              <a:t> Value) </a:t>
            </a:r>
            <a:r>
              <a:rPr lang="en-US" dirty="0"/>
              <a:t>–</a:t>
            </a:r>
            <a:r>
              <a:rPr lang="pl-PL" dirty="0"/>
              <a:t> wartość wykonanej pracy</a:t>
            </a:r>
            <a:br>
              <a:rPr lang="pl-PL" dirty="0"/>
            </a:br>
            <a:r>
              <a:rPr lang="pl-PL" dirty="0"/>
              <a:t>PV (</a:t>
            </a:r>
            <a:r>
              <a:rPr lang="pl-PL" dirty="0" err="1"/>
              <a:t>Planned</a:t>
            </a:r>
            <a:r>
              <a:rPr lang="pl-PL" dirty="0"/>
              <a:t> Value) </a:t>
            </a:r>
            <a:r>
              <a:rPr lang="en-US" dirty="0"/>
              <a:t>–</a:t>
            </a:r>
            <a:r>
              <a:rPr lang="pl-PL" dirty="0"/>
              <a:t> wartość zaplanowanej pracy</a:t>
            </a:r>
            <a:br>
              <a:rPr lang="pl-PL" dirty="0"/>
            </a:br>
            <a:r>
              <a:rPr lang="pl-PL" dirty="0"/>
              <a:t>AC (</a:t>
            </a:r>
            <a:r>
              <a:rPr lang="pl-PL" dirty="0" err="1"/>
              <a:t>Actual</a:t>
            </a:r>
            <a:r>
              <a:rPr lang="pl-PL" dirty="0"/>
              <a:t> </a:t>
            </a:r>
            <a:r>
              <a:rPr lang="pl-PL" dirty="0" err="1"/>
              <a:t>Cost</a:t>
            </a:r>
            <a:r>
              <a:rPr lang="pl-PL" dirty="0"/>
              <a:t>) </a:t>
            </a:r>
            <a:r>
              <a:rPr lang="en-US" dirty="0"/>
              <a:t>–</a:t>
            </a:r>
            <a:r>
              <a:rPr lang="pl-PL" dirty="0"/>
              <a:t> rzeczywisty koszt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https://www.profit.co/blog/project-management/project-success-with-earned-value-management-evm-in-project-portfolio-management-ppm/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737660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Przykład w </a:t>
            </a:r>
            <a:r>
              <a:rPr lang="en-US" dirty="0" err="1"/>
              <a:t>CarSoft</a:t>
            </a:r>
            <a:r>
              <a:rPr lang="en-US" dirty="0"/>
              <a:t>:</a:t>
            </a:r>
          </a:p>
          <a:p>
            <a:r>
              <a:rPr lang="pl-PL" dirty="0"/>
              <a:t>EV = 500 tys. zł</a:t>
            </a:r>
            <a:br>
              <a:rPr lang="pl-PL" dirty="0"/>
            </a:br>
            <a:r>
              <a:rPr lang="pl-PL" dirty="0"/>
              <a:t>PV = 600 tys. zł</a:t>
            </a:r>
            <a:br>
              <a:rPr lang="pl-PL" dirty="0"/>
            </a:br>
            <a:r>
              <a:rPr lang="pl-PL" dirty="0"/>
              <a:t>AC = 700 tys. zł</a:t>
            </a:r>
          </a:p>
          <a:p>
            <a:r>
              <a:rPr lang="pl-PL" dirty="0"/>
              <a:t>SPI = 0,83</a:t>
            </a:r>
            <a:br>
              <a:rPr lang="pl-PL" dirty="0"/>
            </a:br>
            <a:r>
              <a:rPr lang="pl-PL" dirty="0"/>
              <a:t>CPI = 0,71</a:t>
            </a:r>
            <a:endParaRPr lang="en-US" dirty="0"/>
          </a:p>
          <a:p>
            <a:r>
              <a:rPr lang="en-US" dirty="0"/>
              <a:t>SPI &lt; 1 i CPI &lt; 1 – </a:t>
            </a:r>
            <a:r>
              <a:rPr lang="en-US" dirty="0" err="1"/>
              <a:t>lewa</a:t>
            </a:r>
            <a:r>
              <a:rPr lang="en-US" dirty="0"/>
              <a:t> </a:t>
            </a:r>
            <a:r>
              <a:rPr lang="en-US" dirty="0" err="1"/>
              <a:t>dolna</a:t>
            </a:r>
            <a:r>
              <a:rPr lang="en-US" dirty="0"/>
              <a:t> (</a:t>
            </a:r>
            <a:r>
              <a:rPr lang="en-US" dirty="0" err="1"/>
              <a:t>czerwona</a:t>
            </a:r>
            <a:r>
              <a:rPr lang="en-US" dirty="0"/>
              <a:t>) </a:t>
            </a:r>
            <a:r>
              <a:rPr lang="en-US" dirty="0" err="1"/>
              <a:t>część</a:t>
            </a:r>
            <a:r>
              <a:rPr lang="en-US" dirty="0"/>
              <a:t> </a:t>
            </a:r>
            <a:r>
              <a:rPr lang="en-US" dirty="0" err="1"/>
              <a:t>wykresu</a:t>
            </a:r>
            <a:endParaRPr lang="pl-PL" dirty="0"/>
          </a:p>
          <a:p>
            <a:r>
              <a:rPr lang="pl-PL" dirty="0" err="1"/>
              <a:t>CarSoft</a:t>
            </a:r>
            <a:r>
              <a:rPr lang="pl-PL" dirty="0"/>
              <a:t> widzi, że projekt jest opóźniony i przekracza budżet. To bardzo poważny sygnał ostrzegawczy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https://www.profit.co/blog/project-management/project-success-with-earned-value-management-evm-in-project-portfolio-management-ppm/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886705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CPI poniżej jedności oznacza, że wydajemy więcej pieniędzy, niż powinniśmy. To jeden z najważniejszych wskaźników dla zarządu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https://www.profit.co/blog/project-management/project-success-with-earned-value-management-evm-in-project-portfolio-management-ppm/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443773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Zastosowanie</a:t>
            </a:r>
            <a:r>
              <a:rPr lang="en-US" dirty="0"/>
              <a:t> EVM w </a:t>
            </a:r>
            <a:r>
              <a:rPr lang="en-US" dirty="0" err="1"/>
              <a:t>CarSofr</a:t>
            </a:r>
            <a:r>
              <a:rPr lang="en-US" dirty="0"/>
              <a:t> </a:t>
            </a:r>
            <a:r>
              <a:rPr lang="en-US" dirty="0" err="1"/>
              <a:t>pozwala</a:t>
            </a:r>
            <a:r>
              <a:rPr lang="en-US" dirty="0"/>
              <a:t> na:</a:t>
            </a:r>
          </a:p>
          <a:p>
            <a:pPr marL="171450" indent="-171450">
              <a:buFontTx/>
              <a:buChar char="-"/>
            </a:pPr>
            <a:r>
              <a:rPr lang="pl-PL" dirty="0"/>
              <a:t>porównanie planu z rzeczywistością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analiz</a:t>
            </a:r>
            <a:r>
              <a:rPr lang="en-US" dirty="0"/>
              <a:t>ę</a:t>
            </a:r>
            <a:r>
              <a:rPr lang="pl-PL" dirty="0"/>
              <a:t> odchyleń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prognozowanie przyszłości projektu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739973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 co się to </a:t>
            </a:r>
            <a:r>
              <a:rPr lang="en-US" dirty="0" err="1"/>
              <a:t>robi</a:t>
            </a:r>
            <a:r>
              <a:rPr lang="en-US" dirty="0"/>
              <a:t>?</a:t>
            </a:r>
          </a:p>
          <a:p>
            <a:r>
              <a:rPr lang="pl-PL" dirty="0" err="1"/>
              <a:t>CarSoft</a:t>
            </a:r>
            <a:r>
              <a:rPr lang="pl-PL" dirty="0"/>
              <a:t> zauważył, że </a:t>
            </a:r>
            <a:r>
              <a:rPr lang="en-US" dirty="0"/>
              <a:t>np. </a:t>
            </a:r>
            <a:r>
              <a:rPr lang="pl-PL" dirty="0"/>
              <a:t>oszczędzanie na testach prowadzi do większych kosztów później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https://www.finanseicontrolling.pl/zarzadzanie/koszty-jakosci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724277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Błąd znaleziony w firmie jest tani. Błąd znaleziony przez klienta </a:t>
            </a:r>
            <a:r>
              <a:rPr lang="en-US" dirty="0"/>
              <a:t>jest </a:t>
            </a:r>
            <a:r>
              <a:rPr lang="en-US" dirty="0" err="1"/>
              <a:t>zwykle</a:t>
            </a:r>
            <a:r>
              <a:rPr lang="pl-PL" dirty="0"/>
              <a:t> bardzo drogi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CarSoft</a:t>
            </a:r>
            <a:r>
              <a:rPr lang="en-US" dirty="0"/>
              <a:t>:</a:t>
            </a:r>
          </a:p>
          <a:p>
            <a:r>
              <a:rPr lang="pl-PL" dirty="0"/>
              <a:t>awaria wewnętrzna </a:t>
            </a:r>
            <a:r>
              <a:rPr lang="en-US" dirty="0"/>
              <a:t>=</a:t>
            </a:r>
            <a:r>
              <a:rPr lang="pl-PL" dirty="0"/>
              <a:t> poprawka w kodzie </a:t>
            </a:r>
            <a:endParaRPr lang="en-US" dirty="0"/>
          </a:p>
          <a:p>
            <a:r>
              <a:rPr lang="pl-PL" dirty="0"/>
              <a:t>awaria zewnętrzna </a:t>
            </a:r>
            <a:r>
              <a:rPr lang="en-US" dirty="0"/>
              <a:t>=</a:t>
            </a:r>
            <a:r>
              <a:rPr lang="pl-PL" dirty="0"/>
              <a:t> utrata klienta, reputacji</a:t>
            </a:r>
            <a:endParaRPr lang="en-US" dirty="0"/>
          </a:p>
          <a:p>
            <a:r>
              <a:rPr lang="pl-PL" dirty="0" err="1"/>
              <a:t>CarSoft</a:t>
            </a:r>
            <a:r>
              <a:rPr lang="pl-PL" dirty="0"/>
              <a:t> doświadczył błędu na produkcji, który kosztował więcej niż cały proces testów. To zmieniło podejście firmy do jakości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566476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 trzy najważniejsze wskaźniki, które pozwalają ocenić, czy projekt ma sens finansowy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Wartości </a:t>
            </a:r>
            <a:r>
              <a:rPr lang="en-US" dirty="0" err="1"/>
              <a:t>dodatnie</a:t>
            </a:r>
            <a:r>
              <a:rPr lang="en-US" dirty="0"/>
              <a:t> – </a:t>
            </a:r>
            <a:r>
              <a:rPr lang="en-US" dirty="0" err="1"/>
              <a:t>dobrze</a:t>
            </a:r>
            <a:r>
              <a:rPr lang="en-US" dirty="0"/>
              <a:t>, </a:t>
            </a:r>
            <a:r>
              <a:rPr lang="en-US" dirty="0" err="1"/>
              <a:t>projekt</a:t>
            </a:r>
            <a:r>
              <a:rPr lang="en-US" dirty="0"/>
              <a:t> się </a:t>
            </a:r>
            <a:r>
              <a:rPr lang="en-US" dirty="0" err="1"/>
              <a:t>rozwija</a:t>
            </a:r>
            <a:r>
              <a:rPr lang="en-US" dirty="0"/>
              <a:t>, jest </a:t>
            </a:r>
            <a:r>
              <a:rPr lang="en-US" dirty="0" err="1"/>
              <a:t>rentowny</a:t>
            </a:r>
            <a:endParaRPr lang="en-US" dirty="0"/>
          </a:p>
          <a:p>
            <a:r>
              <a:rPr lang="en-US" dirty="0"/>
              <a:t>Wartości </a:t>
            </a:r>
            <a:r>
              <a:rPr lang="en-US" dirty="0" err="1"/>
              <a:t>ujemne</a:t>
            </a:r>
            <a:r>
              <a:rPr lang="en-US" dirty="0"/>
              <a:t> – </a:t>
            </a:r>
            <a:r>
              <a:rPr lang="en-US" dirty="0" err="1"/>
              <a:t>źle</a:t>
            </a:r>
            <a:r>
              <a:rPr lang="en-US" dirty="0"/>
              <a:t>, </a:t>
            </a:r>
            <a:r>
              <a:rPr lang="en-US" dirty="0" err="1"/>
              <a:t>projekt</a:t>
            </a:r>
            <a:r>
              <a:rPr lang="en-US" dirty="0"/>
              <a:t> się nie </a:t>
            </a:r>
            <a:r>
              <a:rPr lang="en-US" dirty="0" err="1"/>
              <a:t>rozwija</a:t>
            </a:r>
            <a:r>
              <a:rPr lang="en-US" dirty="0"/>
              <a:t>, nie jest </a:t>
            </a:r>
            <a:r>
              <a:rPr lang="en-US" dirty="0" err="1"/>
              <a:t>rentowny</a:t>
            </a:r>
            <a:endParaRPr lang="en-US" dirty="0"/>
          </a:p>
          <a:p>
            <a:endParaRPr lang="en-US" dirty="0"/>
          </a:p>
          <a:p>
            <a:r>
              <a:rPr lang="en-US" dirty="0"/>
              <a:t>W </a:t>
            </a:r>
            <a:r>
              <a:rPr lang="en-US" dirty="0" err="1"/>
              <a:t>CarSoft</a:t>
            </a:r>
            <a:r>
              <a:rPr lang="en-US" dirty="0"/>
              <a:t> </a:t>
            </a:r>
            <a:r>
              <a:rPr lang="en-US" dirty="0" err="1"/>
              <a:t>wszystkie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3 </a:t>
            </a:r>
            <a:r>
              <a:rPr lang="en-US" dirty="0" err="1"/>
              <a:t>wskaźniki</a:t>
            </a:r>
            <a:r>
              <a:rPr lang="en-US" dirty="0"/>
              <a:t> </a:t>
            </a:r>
            <a:r>
              <a:rPr lang="en-US" dirty="0" err="1"/>
              <a:t>są</a:t>
            </a:r>
            <a:r>
              <a:rPr lang="en-US" dirty="0"/>
              <a:t> </a:t>
            </a:r>
            <a:r>
              <a:rPr lang="en-US" dirty="0" err="1"/>
              <a:t>dodatnie</a:t>
            </a:r>
            <a:r>
              <a:rPr lang="en-US" dirty="0"/>
              <a:t> – </a:t>
            </a:r>
            <a:r>
              <a:rPr lang="pl-PL" dirty="0"/>
              <a:t>projekt jest opłacalny</a:t>
            </a:r>
            <a:r>
              <a:rPr lang="en-US" dirty="0"/>
              <a:t> (</a:t>
            </a:r>
            <a:r>
              <a:rPr lang="pl-PL" dirty="0"/>
              <a:t>ale tylko dlatego, że podjęto trudne decyzje w trakcie jego realizacji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pl-PL" dirty="0"/>
              <a:t>https://mfiles.pl/pl/index.php/NPV</a:t>
            </a:r>
            <a:endParaRPr lang="en-US" dirty="0"/>
          </a:p>
          <a:p>
            <a:r>
              <a:rPr lang="pl-PL" dirty="0"/>
              <a:t>https://mfiles.pl/pl/index.php/Wewn%C4%99trzna_stopa_zwrotu</a:t>
            </a:r>
            <a:endParaRPr lang="en-US" dirty="0"/>
          </a:p>
          <a:p>
            <a:r>
              <a:rPr lang="pl-PL" dirty="0"/>
              <a:t>https://pl.wikipedia.org/wiki/ROI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813612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Agile nie zmieniamy budżetu i czasu. Zmieniamy zakres. To zupełnie inne podejście do planowania</a:t>
            </a:r>
            <a:r>
              <a:rPr lang="en-US" dirty="0"/>
              <a:t>.</a:t>
            </a:r>
          </a:p>
          <a:p>
            <a:r>
              <a:rPr lang="pl-PL" dirty="0" err="1"/>
              <a:t>CarSoft</a:t>
            </a:r>
            <a:r>
              <a:rPr lang="pl-PL" dirty="0"/>
              <a:t> zastosował podejście Agile i dostarczył mniej funkcji, ale o większej wartości biznesowej</a:t>
            </a:r>
            <a:r>
              <a:rPr lang="en-US" dirty="0"/>
              <a:t>:</a:t>
            </a:r>
          </a:p>
          <a:p>
            <a:pPr marL="171450" indent="-171450">
              <a:buFontTx/>
              <a:buChar char="-"/>
            </a:pPr>
            <a:r>
              <a:rPr lang="pl-PL" dirty="0"/>
              <a:t>ograniczenie funkcjonalności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utrzymanie budżetu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skupienie na wartości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https://mfiles.pl/pl/index.php/%C5%BBelazny_tr%C3%B3jk%C4%85t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149589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projektach IT wyniki mogą być sztucznie zawyżone, jeśli zespół wie, że jest oceniany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pl-PL" dirty="0"/>
              <a:t>https://pl.freepik.com/premium-wektory/efekt-hawthorne-odnosi-sie-do-zmiany-zachowania-jednostki-gdy-zdaje-sobie-sprawe-ze-ktos-ja-obserwuje_86813435.htm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611145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pl-PL" dirty="0"/>
              <a:t>https://pl.freepik.com/premium-wektory/efekt-hawthorne-odnosi-sie-do-zmiany-zachowania-jednostki-gdy-zdaje-sobie-sprawe-ze-ktos-ja-obserwuje_86813435.htm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516997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</a:t>
            </a:r>
            <a:r>
              <a:rPr lang="en-US" dirty="0" err="1"/>
              <a:t>CarSoft</a:t>
            </a:r>
            <a:r>
              <a:rPr lang="en-US" dirty="0"/>
              <a:t> </a:t>
            </a:r>
            <a:r>
              <a:rPr lang="en-US" dirty="0" err="1"/>
              <a:t>przykłądem</a:t>
            </a:r>
            <a:r>
              <a:rPr lang="en-US" dirty="0"/>
              <a:t> </a:t>
            </a:r>
            <a:r>
              <a:rPr lang="en-US" dirty="0" err="1"/>
              <a:t>metryki</a:t>
            </a:r>
            <a:r>
              <a:rPr lang="en-US" dirty="0"/>
              <a:t> </a:t>
            </a:r>
            <a:r>
              <a:rPr lang="en-US" dirty="0" err="1"/>
              <a:t>próżności</a:t>
            </a:r>
            <a:r>
              <a:rPr lang="en-US" dirty="0"/>
              <a:t> </a:t>
            </a:r>
            <a:r>
              <a:rPr lang="en-US" dirty="0" err="1"/>
              <a:t>może</a:t>
            </a:r>
            <a:r>
              <a:rPr lang="en-US" dirty="0"/>
              <a:t> być </a:t>
            </a:r>
            <a:r>
              <a:rPr lang="pl-PL" dirty="0"/>
              <a:t>wzrost liczby użytkowników </a:t>
            </a:r>
            <a:r>
              <a:rPr lang="en-US" dirty="0" err="1"/>
              <a:t>przy</a:t>
            </a:r>
            <a:r>
              <a:rPr lang="en-US" dirty="0"/>
              <a:t> </a:t>
            </a:r>
            <a:r>
              <a:rPr lang="en-US" dirty="0" err="1"/>
              <a:t>jednoczesnym</a:t>
            </a:r>
            <a:r>
              <a:rPr lang="en-US" dirty="0"/>
              <a:t> </a:t>
            </a:r>
            <a:r>
              <a:rPr lang="pl-PL" dirty="0"/>
              <a:t>brak</a:t>
            </a:r>
            <a:r>
              <a:rPr lang="en-US" dirty="0"/>
              <a:t>u</a:t>
            </a:r>
            <a:r>
              <a:rPr lang="pl-PL" dirty="0"/>
              <a:t> wzrostu przychodów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426393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Koszt zmiany rośnie wraz z postępem projektu:</a:t>
            </a:r>
          </a:p>
          <a:p>
            <a:r>
              <a:rPr lang="pl-PL" dirty="0"/>
              <a:t>na początku</a:t>
            </a:r>
            <a:r>
              <a:rPr lang="en-US" dirty="0"/>
              <a:t> –</a:t>
            </a:r>
            <a:r>
              <a:rPr lang="pl-PL" dirty="0"/>
              <a:t> niski </a:t>
            </a:r>
          </a:p>
          <a:p>
            <a:r>
              <a:rPr lang="pl-PL" dirty="0"/>
              <a:t>w trakcie </a:t>
            </a:r>
            <a:r>
              <a:rPr lang="en-US" dirty="0"/>
              <a:t>–</a:t>
            </a:r>
            <a:r>
              <a:rPr lang="pl-PL" dirty="0"/>
              <a:t> średni </a:t>
            </a:r>
          </a:p>
          <a:p>
            <a:r>
              <a:rPr lang="pl-PL" dirty="0"/>
              <a:t>po wdrożeniu </a:t>
            </a:r>
            <a:r>
              <a:rPr lang="en-US" dirty="0"/>
              <a:t>–</a:t>
            </a:r>
            <a:r>
              <a:rPr lang="pl-PL" dirty="0"/>
              <a:t> bardzo wysoki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144767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6643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Najlepsze projekty to te, które nie tylko działają technicznie, ale przede wszystkim mają sens ekonomiczny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E9991-C484-4E3C-86F9-7D77691234ED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20019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829800" cy="2387600"/>
          </a:xfrm>
        </p:spPr>
        <p:txBody>
          <a:bodyPr anchor="b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8298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9549D6DC-E1CB-4874-BF52-C3407230D20E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99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3E51-B7F7-4C24-B8E3-5471755DC0E0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0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1A59F-D956-4598-A3C1-AE72A5387751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509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BBD69-7BD3-4731-8064-242619E92CBE}" type="datetime1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097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9131"/>
            <a:ext cx="5157787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10625"/>
            <a:ext cx="5157787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9131"/>
            <a:ext cx="5183188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10625"/>
            <a:ext cx="5183188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77D9-239F-488B-9358-023C46BC7084}" type="datetime1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78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1C24-7140-4FDE-92F3-654C6E2D3C1C}" type="datetime1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12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6ACF-ECB9-4B5F-A429-08B8AC75E8EF}" type="datetime1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5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6326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31521"/>
            <a:ext cx="6172200" cy="512953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B429B-EE2A-486A-BDB9-0C848B4FAFDD}" type="datetime1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82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1564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7257"/>
            <a:ext cx="6172200" cy="517379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5FE4A-CB8D-40AB-BFFC-AAF37EA071CB}" type="datetime1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41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1D81-C4B9-4A87-89A7-22E29E6C9200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21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31520"/>
            <a:ext cx="2628900" cy="53780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31520"/>
            <a:ext cx="7734300" cy="53780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7718-69F7-427E-95A3-C1246AF46913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65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</a:extLst>
            </p:cNvPr>
            <p:cNvCxnSpPr>
              <a:cxnSpLocks/>
            </p:cNvCxnSpPr>
            <p:nvPr/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</a:extLst>
            </p:cNvPr>
            <p:cNvCxnSpPr>
              <a:cxnSpLocks/>
            </p:cNvCxnSpPr>
            <p:nvPr/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</a:extLst>
            </p:cNvPr>
            <p:cNvSpPr/>
            <p:nvPr/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</a:extLst>
            </p:cNvPr>
            <p:cNvSpPr/>
            <p:nvPr/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89408"/>
            <a:ext cx="10515600" cy="3821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0517C94-3B1E-4991-BED3-41F8B0158A00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467" y="3246434"/>
            <a:ext cx="628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73BAE12-D270-459D-897B-6833652BB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521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8827F1-3359-44F6-9009-43AE2B17F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"/>
            <a:ext cx="12192001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AFAD67-5350-4773-886F-D6DD7E66D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7346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1C24F-575F-68AB-5BA5-36841B5309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3346" r="1" b="1"/>
          <a:stretch>
            <a:fillRect/>
          </a:stretch>
        </p:blipFill>
        <p:spPr>
          <a:xfrm>
            <a:off x="20" y="-1"/>
            <a:ext cx="12189789" cy="6873457"/>
          </a:xfrm>
          <a:prstGeom prst="rect">
            <a:avLst/>
          </a:prstGeom>
          <a:ln w="12700">
            <a:noFill/>
          </a:ln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"/>
            <a:ext cx="12192000" cy="6857996"/>
            <a:chOff x="572" y="-1"/>
            <a:chExt cx="12192000" cy="685799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9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ADC2CA18-FF47-AA67-5251-9068B3DA8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3429000"/>
            <a:ext cx="7151357" cy="23876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pl-PL">
                <a:solidFill>
                  <a:srgbClr val="FFFFFF"/>
                </a:solidFill>
              </a:rPr>
              <a:t>EKONOMIKA PROJEKTÓW INFORMATYCZNYCH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DCA56F2-8836-5045-95E6-9EC3035EA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1040986"/>
            <a:ext cx="7151357" cy="2272483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Filip Hałys</a:t>
            </a:r>
          </a:p>
          <a:p>
            <a:r>
              <a:rPr lang="en-US" dirty="0" err="1">
                <a:solidFill>
                  <a:srgbClr val="FFFFFF"/>
                </a:solidFill>
              </a:rPr>
              <a:t>Geoinformatyka</a:t>
            </a:r>
            <a:r>
              <a:rPr lang="en-US" dirty="0">
                <a:solidFill>
                  <a:srgbClr val="FFFFFF"/>
                </a:solidFill>
              </a:rPr>
              <a:t> V </a:t>
            </a:r>
            <a:r>
              <a:rPr lang="en-US" dirty="0" err="1">
                <a:solidFill>
                  <a:srgbClr val="FFFFFF"/>
                </a:solidFill>
              </a:rPr>
              <a:t>rok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 err="1">
                <a:solidFill>
                  <a:srgbClr val="FFFFFF"/>
                </a:solidFill>
              </a:rPr>
              <a:t>Prezentacja</a:t>
            </a:r>
            <a:r>
              <a:rPr lang="en-US" dirty="0">
                <a:solidFill>
                  <a:srgbClr val="FFFFFF"/>
                </a:solidFill>
              </a:rPr>
              <a:t> VIII</a:t>
            </a:r>
            <a:endParaRPr lang="pl-PL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647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C4A48C-F8E4-40F0-B8C7-796C50B4C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123" y="2794702"/>
            <a:ext cx="10928970" cy="345118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3ECDB61-C78E-49AB-9D9C-862EAA5F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440" y="6472"/>
            <a:ext cx="12201012" cy="6866993"/>
            <a:chOff x="-8440" y="6472"/>
            <a:chExt cx="12201012" cy="686699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A84E4F0-03F3-4373-BC08-F3420C4DD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8440" y="6472"/>
              <a:ext cx="12201012" cy="6866993"/>
              <a:chOff x="-8440" y="6472"/>
              <a:chExt cx="12201012" cy="6866993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7DF65987-4A36-4202-998C-5ADCB2FB94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11557299" y="2794702"/>
                <a:ext cx="634699" cy="1268599"/>
                <a:chOff x="11597128" y="2762119"/>
                <a:chExt cx="594872" cy="1268599"/>
              </a:xfrm>
            </p:grpSpPr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F4238A89-F61E-46B4-A16C-1B27EEE4BDC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128" y="2762119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65F870BE-1537-4939-A7CB-36BD7778102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653" y="4030718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2D909DC-9CB0-43B2-BFFB-48C8D4B1A2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-8440" y="2794702"/>
                <a:ext cx="648551" cy="1268599"/>
                <a:chOff x="11597131" y="2762119"/>
                <a:chExt cx="594869" cy="1268599"/>
              </a:xfrm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1EABC700-4E95-4450-BE4B-1149BC0126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131" y="2762119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235CD64B-F95D-4CF3-B317-37DAF82F2E0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653" y="4030718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E5E01DCE-5018-4BED-8C6B-73E056494C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72" y="6472"/>
                <a:ext cx="12192000" cy="6866993"/>
                <a:chOff x="572" y="6472"/>
                <a:chExt cx="12192000" cy="6866993"/>
              </a:xfrm>
            </p:grpSpPr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25A04438-598C-4217-B5F5-3982C30626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667" y="6245884"/>
                  <a:ext cx="12189811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44B43FA3-78DB-4F9F-B889-D8B65C922B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572" y="596465"/>
                  <a:ext cx="12192000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769B4323-32F6-4DCF-94B4-36D819776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6200000">
                  <a:off x="8134324" y="3444509"/>
                  <a:ext cx="6857912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4214668-F898-4859-87D6-23D6EF0678A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6200000">
                  <a:off x="-2794261" y="3435428"/>
                  <a:ext cx="6857912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8F98E24-E208-40BF-B555-7B8DCEA31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34123" y="2794702"/>
              <a:ext cx="10923176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0ED50EE0-A133-8941-09FD-BE2A4AB2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6522"/>
            <a:ext cx="10515588" cy="1984671"/>
          </a:xfrm>
        </p:spPr>
        <p:txBody>
          <a:bodyPr anchor="ctr">
            <a:normAutofit/>
          </a:bodyPr>
          <a:lstStyle/>
          <a:p>
            <a:r>
              <a:rPr lang="pl-PL" sz="5200"/>
              <a:t>Firma CarSoft</a:t>
            </a: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1C888C1A-2FF6-AD52-63EB-6176BCAE7A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106206"/>
              </p:ext>
            </p:extLst>
          </p:nvPr>
        </p:nvGraphicFramePr>
        <p:xfrm>
          <a:off x="838200" y="3193787"/>
          <a:ext cx="10515600" cy="2653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31570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9AD101-BC08-433A-AD99-409B66C2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788242-4E16-4277-AC99-8601B722B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8A6DA13-ACAB-19AD-EE78-F405EDE31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3798436" cy="1914277"/>
          </a:xfrm>
        </p:spPr>
        <p:txBody>
          <a:bodyPr anchor="b">
            <a:normAutofit/>
          </a:bodyPr>
          <a:lstStyle/>
          <a:p>
            <a:r>
              <a:rPr lang="pl-PL" dirty="0"/>
              <a:t>Czym są koszty projektu IT?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1A490FB-C9B9-1578-3D51-25CD0FEB5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8920"/>
            <a:ext cx="3798436" cy="3388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Koszty projektu IT to wszystkie wydatki związane z realizacją projektu, od jego rozpoczęcia do utrzymania systemu.</a:t>
            </a:r>
            <a:br>
              <a:rPr lang="pl-PL" dirty="0"/>
            </a:br>
            <a:r>
              <a:rPr lang="pl-PL" dirty="0"/>
              <a:t>Obejmują zarówno koszty bezpośrednie, jak i pośrednie.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CB8D36-9DE0-44D4-B67A-16D4F2121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7689" y="-6437"/>
            <a:ext cx="6399627" cy="6864437"/>
            <a:chOff x="5167689" y="-6437"/>
            <a:chExt cx="6399627" cy="686443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B47A15-9292-4357-AA25-E187AC166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266E215-42AC-4D6A-A37F-B0C2E2FB9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DC49225-8670-4B30-BEA8-3CDE3C6DD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581337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2D652B-23A7-429E-A3E1-62ABA17B8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6276734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Graphic 6" descr="Pieniądze">
            <a:extLst>
              <a:ext uri="{FF2B5EF4-FFF2-40B4-BE49-F238E27FC236}">
                <a16:creationId xmlns:a16="http://schemas.microsoft.com/office/drawing/2014/main" id="{E240A38B-A784-9F35-D500-BF7653558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3287" y="914436"/>
            <a:ext cx="50292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6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6FA880E-41E3-7B5D-C8DF-2FC1EFD29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336"/>
            <a:ext cx="4076910" cy="5695389"/>
          </a:xfrm>
        </p:spPr>
        <p:txBody>
          <a:bodyPr anchor="ctr">
            <a:normAutofit/>
          </a:bodyPr>
          <a:lstStyle/>
          <a:p>
            <a:r>
              <a:rPr lang="pl-PL" sz="5200"/>
              <a:t>Składowe kosztów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C500373-6BCD-49C7-86D2-7DC695C43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535" y="-6437"/>
            <a:ext cx="6400800" cy="6864437"/>
            <a:chOff x="5171535" y="-6437"/>
            <a:chExt cx="6400800" cy="686443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C05CF5C-D74E-48AF-AAE5-61AEFB2C7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6724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5A6A4E3-DB84-4A86-933F-10273F0AE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62643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3928F34-C1F4-426C-A393-E2052F48D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990DE79-7D3C-40C4-926C-026AE277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421CD81-A9B5-FC77-BA82-F259035C0E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5668780"/>
              </p:ext>
            </p:extLst>
          </p:nvPr>
        </p:nvGraphicFramePr>
        <p:xfrm>
          <a:off x="5461176" y="788282"/>
          <a:ext cx="5826934" cy="5297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85715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11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 useBgFill="1">
        <p:nvSpPr>
          <p:cNvPr id="28" name="Rectangle 19">
            <a:extLst>
              <a:ext uri="{FF2B5EF4-FFF2-40B4-BE49-F238E27FC236}">
                <a16:creationId xmlns:a16="http://schemas.microsoft.com/office/drawing/2014/main" id="{55D20674-CF0C-4687-81B6-A613F871A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EA57DB2B-C83D-A8A7-158C-D00D24010A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/>
          </a:blip>
          <a:srcRect t="15709" b="3646"/>
          <a:stretch>
            <a:fillRect/>
          </a:stretch>
        </p:blipFill>
        <p:spPr>
          <a:xfrm>
            <a:off x="-44590" y="-85"/>
            <a:ext cx="12191980" cy="6857990"/>
          </a:xfrm>
          <a:prstGeom prst="rect">
            <a:avLst/>
          </a:prstGeom>
        </p:spPr>
      </p:pic>
      <p:sp>
        <p:nvSpPr>
          <p:cNvPr id="29" name="Rectangle 21">
            <a:extLst>
              <a:ext uri="{FF2B5EF4-FFF2-40B4-BE49-F238E27FC236}">
                <a16:creationId xmlns:a16="http://schemas.microsoft.com/office/drawing/2014/main" id="{6C819BFF-25C5-425C-8CD1-789F7A30D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1840754"/>
            <a:ext cx="12188952" cy="501724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1730385-03A6-4FC4-5817-B259CCEF2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0071" y="4436593"/>
            <a:ext cx="8731683" cy="116046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CAPEX VS OPEX</a:t>
            </a:r>
          </a:p>
        </p:txBody>
      </p:sp>
    </p:spTree>
    <p:extLst>
      <p:ext uri="{BB962C8B-B14F-4D97-AF65-F5344CB8AC3E}">
        <p14:creationId xmlns:p14="http://schemas.microsoft.com/office/powerpoint/2010/main" val="2299019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9AD101-BC08-433A-AD99-409B66C2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788242-4E16-4277-AC99-8601B722B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704579F-CF85-8EFF-0700-91EBDAB7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7323"/>
            <a:ext cx="5490073" cy="1914277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CAPEX VS OPEX</a:t>
            </a:r>
            <a:br>
              <a:rPr lang="en-US" dirty="0"/>
            </a:br>
            <a:r>
              <a:rPr lang="en-US" dirty="0"/>
              <a:t>W CARSOFT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A1AA70A-D64D-A822-60B3-9E77F89BA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327" y="3055777"/>
            <a:ext cx="5490073" cy="3388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CAPEX:</a:t>
            </a:r>
          </a:p>
          <a:p>
            <a:r>
              <a:rPr lang="pl-PL" dirty="0"/>
              <a:t>stworzenie platformy </a:t>
            </a:r>
          </a:p>
          <a:p>
            <a:pPr marL="0" indent="0">
              <a:buNone/>
            </a:pPr>
            <a:r>
              <a:rPr lang="pl-PL" dirty="0"/>
              <a:t>OPEX:</a:t>
            </a:r>
          </a:p>
          <a:p>
            <a:r>
              <a:rPr lang="pl-PL" dirty="0"/>
              <a:t>hosting </a:t>
            </a:r>
          </a:p>
          <a:p>
            <a:r>
              <a:rPr lang="pl-PL" dirty="0"/>
              <a:t>support </a:t>
            </a:r>
          </a:p>
          <a:p>
            <a:r>
              <a:rPr lang="pl-PL" dirty="0"/>
              <a:t>aktualizacje</a:t>
            </a:r>
          </a:p>
          <a:p>
            <a:endParaRPr lang="pl-PL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C7C3B1-A762-4683-8DC0-FDE202C7D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3816" y="-6437"/>
            <a:ext cx="4133500" cy="6864437"/>
            <a:chOff x="7433816" y="-6437"/>
            <a:chExt cx="4133500" cy="686443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19ED225-F3C7-4528-920C-245DFBA2E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3816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990343-EA5D-4B3B-8816-6084C5BE8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6B7FCFF-F925-4BD3-9747-281D76020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581337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256022A-471C-402E-8FB7-07349DE5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6276734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Graphic 6" descr="Chmura">
            <a:extLst>
              <a:ext uri="{FF2B5EF4-FFF2-40B4-BE49-F238E27FC236}">
                <a16:creationId xmlns:a16="http://schemas.microsoft.com/office/drawing/2014/main" id="{3DC24A4B-D263-239A-C1C3-E09A1D905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5482" y="1504224"/>
            <a:ext cx="3849624" cy="384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605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EFC530-2C5A-0821-DF18-B29AA644D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Jak oszacować budżet?</a:t>
            </a:r>
            <a:endParaRPr lang="pl-PL" dirty="0"/>
          </a:p>
        </p:txBody>
      </p:sp>
      <p:graphicFrame>
        <p:nvGraphicFramePr>
          <p:cNvPr id="25" name="Symbol zastępczy zawartości 2">
            <a:extLst>
              <a:ext uri="{FF2B5EF4-FFF2-40B4-BE49-F238E27FC236}">
                <a16:creationId xmlns:a16="http://schemas.microsoft.com/office/drawing/2014/main" id="{ED0DF87C-7424-249A-E81D-F37FE28B368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89408"/>
          <a:ext cx="10515600" cy="38217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43893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9AD101-BC08-433A-AD99-409B66C2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788242-4E16-4277-AC99-8601B722B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DB7549F-51A4-7EE7-85CB-59DAADDBB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3798436" cy="1914277"/>
          </a:xfrm>
        </p:spPr>
        <p:txBody>
          <a:bodyPr anchor="b">
            <a:normAutofit/>
          </a:bodyPr>
          <a:lstStyle/>
          <a:p>
            <a:r>
              <a:rPr lang="pl-PL" dirty="0"/>
              <a:t>ROI i przychód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94A6D78-18B1-0A9D-527A-8CEB411FE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8920"/>
            <a:ext cx="3798436" cy="3388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ROI (Return on Investment):</a:t>
            </a:r>
            <a:br>
              <a:rPr lang="pl-PL" dirty="0"/>
            </a:br>
            <a:r>
              <a:rPr lang="pl-PL" dirty="0"/>
              <a:t>stosunek zysku do kosztów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pl-PL" dirty="0" err="1"/>
              <a:t>Revenue</a:t>
            </a:r>
            <a:r>
              <a:rPr lang="pl-PL" dirty="0"/>
              <a:t>:</a:t>
            </a:r>
            <a:br>
              <a:rPr lang="pl-PL" dirty="0"/>
            </a:br>
            <a:r>
              <a:rPr lang="pl-PL" dirty="0"/>
              <a:t>przychód generowany przez projekt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CB8D36-9DE0-44D4-B67A-16D4F2121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7689" y="-6437"/>
            <a:ext cx="6399627" cy="6864437"/>
            <a:chOff x="5167689" y="-6437"/>
            <a:chExt cx="6399627" cy="686443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B47A15-9292-4357-AA25-E187AC166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266E215-42AC-4D6A-A37F-B0C2E2FB9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DC49225-8670-4B30-BEA8-3CDE3C6DD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581337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2D652B-23A7-429E-A3E1-62ABA17B8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6276734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Obraz 4">
            <a:extLst>
              <a:ext uri="{FF2B5EF4-FFF2-40B4-BE49-F238E27FC236}">
                <a16:creationId xmlns:a16="http://schemas.microsoft.com/office/drawing/2014/main" id="{2372B653-2857-7AA9-B588-71D85255E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647" y="1344640"/>
            <a:ext cx="5830480" cy="416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78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2">
            <a:extLst>
              <a:ext uri="{FF2B5EF4-FFF2-40B4-BE49-F238E27FC236}">
                <a16:creationId xmlns:a16="http://schemas.microsoft.com/office/drawing/2014/main" id="{059AD101-BC08-433A-AD99-409B66C2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3E788242-4E16-4277-AC99-8601B722B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FCE0DE8-E0B7-8767-54E8-ABE4D2729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7323"/>
            <a:ext cx="3842317" cy="1914277"/>
          </a:xfrm>
        </p:spPr>
        <p:txBody>
          <a:bodyPr anchor="b">
            <a:normAutofit/>
          </a:bodyPr>
          <a:lstStyle/>
          <a:p>
            <a:r>
              <a:rPr lang="en-US" dirty="0"/>
              <a:t>ROI w </a:t>
            </a:r>
            <a:r>
              <a:rPr lang="en-US" dirty="0" err="1"/>
              <a:t>CarSoft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20DE786-0C17-F832-63CD-34F27C87C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788920"/>
            <a:ext cx="3842317" cy="3388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Prosta</a:t>
            </a:r>
            <a:r>
              <a:rPr lang="en-US" dirty="0"/>
              <a:t> </a:t>
            </a:r>
            <a:r>
              <a:rPr lang="en-US" dirty="0" err="1"/>
              <a:t>kalkulacja</a:t>
            </a:r>
            <a:r>
              <a:rPr lang="en-US" dirty="0"/>
              <a:t>:</a:t>
            </a:r>
          </a:p>
          <a:p>
            <a:r>
              <a:rPr lang="pl-PL" dirty="0"/>
              <a:t>koszt projektu: 1 mln zł</a:t>
            </a:r>
            <a:endParaRPr lang="en-US" dirty="0"/>
          </a:p>
          <a:p>
            <a:r>
              <a:rPr lang="pl-PL" dirty="0"/>
              <a:t>przychód roczny: 500 tys. </a:t>
            </a:r>
            <a:r>
              <a:rPr lang="en-US" dirty="0"/>
              <a:t>z</a:t>
            </a:r>
            <a:r>
              <a:rPr lang="pl-PL" dirty="0"/>
              <a:t>ł</a:t>
            </a:r>
            <a:endParaRPr lang="en-US" dirty="0"/>
          </a:p>
          <a:p>
            <a:r>
              <a:rPr lang="en-US" dirty="0" err="1"/>
              <a:t>zatem</a:t>
            </a:r>
            <a:r>
              <a:rPr lang="pl-PL" dirty="0"/>
              <a:t> zwrot po 2 latach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CarSoft</a:t>
            </a:r>
            <a:r>
              <a:rPr lang="en-US" dirty="0"/>
              <a:t> </a:t>
            </a:r>
            <a:r>
              <a:rPr lang="en-US" dirty="0" err="1"/>
              <a:t>wykorztuje</a:t>
            </a:r>
            <a:r>
              <a:rPr lang="en-US" dirty="0"/>
              <a:t> prosty, </a:t>
            </a:r>
            <a:r>
              <a:rPr lang="en-US" dirty="0" err="1"/>
              <a:t>ogólny</a:t>
            </a:r>
            <a:r>
              <a:rPr lang="en-US" dirty="0"/>
              <a:t> </a:t>
            </a:r>
            <a:r>
              <a:rPr lang="en-US" dirty="0" err="1"/>
              <a:t>wzór</a:t>
            </a:r>
            <a:r>
              <a:rPr lang="en-US" dirty="0"/>
              <a:t> aby </a:t>
            </a:r>
            <a:r>
              <a:rPr lang="en-US" dirty="0" err="1"/>
              <a:t>obliczyć</a:t>
            </a:r>
            <a:r>
              <a:rPr lang="en-US" dirty="0"/>
              <a:t> ROI i </a:t>
            </a:r>
            <a:r>
              <a:rPr lang="en-US" dirty="0" err="1"/>
              <a:t>analizować</a:t>
            </a:r>
            <a:r>
              <a:rPr lang="en-US" dirty="0"/>
              <a:t> ten </a:t>
            </a:r>
            <a:r>
              <a:rPr lang="en-US" dirty="0" err="1"/>
              <a:t>wskaźnik</a:t>
            </a:r>
            <a:r>
              <a:rPr lang="en-US" dirty="0"/>
              <a:t> co </a:t>
            </a:r>
            <a:r>
              <a:rPr lang="en-US" dirty="0" err="1"/>
              <a:t>pewien</a:t>
            </a:r>
            <a:r>
              <a:rPr lang="en-US" dirty="0"/>
              <a:t> </a:t>
            </a:r>
            <a:r>
              <a:rPr lang="en-US" dirty="0" err="1"/>
              <a:t>okres</a:t>
            </a:r>
            <a:r>
              <a:rPr lang="en-US" dirty="0"/>
              <a:t> </a:t>
            </a:r>
            <a:r>
              <a:rPr lang="en-US" dirty="0" err="1"/>
              <a:t>czasu</a:t>
            </a:r>
            <a:r>
              <a:rPr lang="en-US" dirty="0"/>
              <a:t> </a:t>
            </a:r>
            <a:r>
              <a:rPr lang="en-US" dirty="0" err="1"/>
              <a:t>trwania</a:t>
            </a:r>
            <a:r>
              <a:rPr lang="en-US" dirty="0"/>
              <a:t> i </a:t>
            </a:r>
            <a:r>
              <a:rPr lang="en-US" dirty="0" err="1"/>
              <a:t>utrzymywania</a:t>
            </a:r>
            <a:r>
              <a:rPr lang="en-US" dirty="0"/>
              <a:t> </a:t>
            </a:r>
            <a:r>
              <a:rPr lang="en-US" dirty="0" err="1"/>
              <a:t>projektu</a:t>
            </a:r>
            <a:endParaRPr lang="pl-PL" dirty="0"/>
          </a:p>
        </p:txBody>
      </p:sp>
      <p:grpSp>
        <p:nvGrpSpPr>
          <p:cNvPr id="27" name="Group 16">
            <a:extLst>
              <a:ext uri="{FF2B5EF4-FFF2-40B4-BE49-F238E27FC236}">
                <a16:creationId xmlns:a16="http://schemas.microsoft.com/office/drawing/2014/main" id="{DD40659F-0901-40EA-A355-DC0ACCF0A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535" y="-6437"/>
            <a:ext cx="6400800" cy="6864437"/>
            <a:chOff x="5171535" y="-6437"/>
            <a:chExt cx="6400800" cy="686443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1C0599D-285C-4401-BD85-EF2C987A5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V="1">
              <a:off x="8344207" y="5761025"/>
              <a:ext cx="0" cy="51462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8">
              <a:extLst>
                <a:ext uri="{FF2B5EF4-FFF2-40B4-BE49-F238E27FC236}">
                  <a16:creationId xmlns:a16="http://schemas.microsoft.com/office/drawing/2014/main" id="{6B771B76-7AFB-4CC9-A810-248B717E6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V="1">
              <a:off x="8344207" y="575914"/>
              <a:ext cx="0" cy="457515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5673CE7-EF34-4121-BC14-3A52AF2C4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866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0">
              <a:extLst>
                <a:ext uri="{FF2B5EF4-FFF2-40B4-BE49-F238E27FC236}">
                  <a16:creationId xmlns:a16="http://schemas.microsoft.com/office/drawing/2014/main" id="{4A43A66C-B602-4C43-BAA6-F44B91987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1">
              <a:extLst>
                <a:ext uri="{FF2B5EF4-FFF2-40B4-BE49-F238E27FC236}">
                  <a16:creationId xmlns:a16="http://schemas.microsoft.com/office/drawing/2014/main" id="{F7942C19-49EA-4D9A-8D90-7A6FE9061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80248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6F1087F-4DBB-4EA5-BAA4-0CE13B4C9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75645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BC54F03-8638-46F4-83C4-8ED44BC78D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586979" y="1024758"/>
              <a:ext cx="5514457" cy="4736267"/>
            </a:xfrm>
            <a:custGeom>
              <a:avLst/>
              <a:gdLst>
                <a:gd name="connsiteX0" fmla="*/ 1700213 w 3400426"/>
                <a:gd name="connsiteY0" fmla="*/ 2920565 h 2920565"/>
                <a:gd name="connsiteX1" fmla="*/ 0 w 3400426"/>
                <a:gd name="connsiteY1" fmla="*/ 1220352 h 2920565"/>
                <a:gd name="connsiteX2" fmla="*/ 0 w 3400426"/>
                <a:gd name="connsiteY2" fmla="*/ 615515 h 2920565"/>
                <a:gd name="connsiteX3" fmla="*/ 0 w 3400426"/>
                <a:gd name="connsiteY3" fmla="*/ 0 h 2920565"/>
                <a:gd name="connsiteX4" fmla="*/ 3400426 w 3400426"/>
                <a:gd name="connsiteY4" fmla="*/ 0 h 2920565"/>
                <a:gd name="connsiteX5" fmla="*/ 3400426 w 3400426"/>
                <a:gd name="connsiteY5" fmla="*/ 1220352 h 2920565"/>
                <a:gd name="connsiteX6" fmla="*/ 1700213 w 3400426"/>
                <a:gd name="connsiteY6" fmla="*/ 2920565 h 2920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00426" h="2920565">
                  <a:moveTo>
                    <a:pt x="1700213" y="2920565"/>
                  </a:moveTo>
                  <a:cubicBezTo>
                    <a:pt x="761211" y="2920565"/>
                    <a:pt x="0" y="2159354"/>
                    <a:pt x="0" y="1220352"/>
                  </a:cubicBezTo>
                  <a:lnTo>
                    <a:pt x="0" y="615515"/>
                  </a:lnTo>
                  <a:lnTo>
                    <a:pt x="0" y="0"/>
                  </a:lnTo>
                  <a:lnTo>
                    <a:pt x="3400426" y="0"/>
                  </a:lnTo>
                  <a:lnTo>
                    <a:pt x="3400426" y="1220352"/>
                  </a:lnTo>
                  <a:cubicBezTo>
                    <a:pt x="3400426" y="2159354"/>
                    <a:pt x="2639215" y="2920565"/>
                    <a:pt x="1700213" y="292056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8" name="Obraz 7">
            <a:extLst>
              <a:ext uri="{FF2B5EF4-FFF2-40B4-BE49-F238E27FC236}">
                <a16:creationId xmlns:a16="http://schemas.microsoft.com/office/drawing/2014/main" id="{19B67A4E-E286-B920-AE7F-3E83C4910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687" y="3299452"/>
            <a:ext cx="3715758" cy="86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03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9AD101-BC08-433A-AD99-409B66C2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788242-4E16-4277-AC99-8601B722B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FB15869-2EFF-D9A4-E856-AF394DDBA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3798436" cy="1914277"/>
          </a:xfrm>
        </p:spPr>
        <p:txBody>
          <a:bodyPr anchor="b">
            <a:normAutofit/>
          </a:bodyPr>
          <a:lstStyle/>
          <a:p>
            <a:r>
              <a:rPr lang="pl-PL" dirty="0"/>
              <a:t>Czym jest TCO?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DE03A5A-EADD-9D69-130B-B37013083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8920"/>
            <a:ext cx="3798436" cy="3388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TCO (Total </a:t>
            </a:r>
            <a:r>
              <a:rPr lang="pl-PL" dirty="0" err="1"/>
              <a:t>Cost</a:t>
            </a:r>
            <a:r>
              <a:rPr lang="pl-PL" dirty="0"/>
              <a:t> of </a:t>
            </a:r>
            <a:r>
              <a:rPr lang="pl-PL" dirty="0" err="1"/>
              <a:t>Ownership</a:t>
            </a:r>
            <a:r>
              <a:rPr lang="pl-PL" dirty="0"/>
              <a:t>) to całkowity koszt posiadania systemu w całym jego cyklu życia.</a:t>
            </a:r>
            <a:br>
              <a:rPr lang="pl-PL" dirty="0"/>
            </a:br>
            <a:r>
              <a:rPr lang="pl-PL" dirty="0"/>
              <a:t>Obejmuje zarówno koszty początkowe, jak i operacyjne.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CB8D36-9DE0-44D4-B67A-16D4F2121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7689" y="-6437"/>
            <a:ext cx="6399627" cy="6864437"/>
            <a:chOff x="5167689" y="-6437"/>
            <a:chExt cx="6399627" cy="686443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B47A15-9292-4357-AA25-E187AC166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266E215-42AC-4D6A-A37F-B0C2E2FB9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DC49225-8670-4B30-BEA8-3CDE3C6DD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581337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2D652B-23A7-429E-A3E1-62ABA17B8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6276734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Obraz 4">
            <a:extLst>
              <a:ext uri="{FF2B5EF4-FFF2-40B4-BE49-F238E27FC236}">
                <a16:creationId xmlns:a16="http://schemas.microsoft.com/office/drawing/2014/main" id="{0DC747AE-9AFE-3DA0-1D54-63BE99483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647" y="1679892"/>
            <a:ext cx="5830480" cy="349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151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1">
            <a:extLst>
              <a:ext uri="{FF2B5EF4-FFF2-40B4-BE49-F238E27FC236}">
                <a16:creationId xmlns:a16="http://schemas.microsoft.com/office/drawing/2014/main" id="{059AD101-BC08-433A-AD99-409B66C2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3E788242-4E16-4277-AC99-8601B722B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C695E11-BF88-63BD-C794-2D829C2AA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81337"/>
            <a:ext cx="5490073" cy="2060263"/>
          </a:xfrm>
        </p:spPr>
        <p:txBody>
          <a:bodyPr anchor="b">
            <a:normAutofit/>
          </a:bodyPr>
          <a:lstStyle/>
          <a:p>
            <a:r>
              <a:rPr lang="pl-PL" dirty="0"/>
              <a:t>PRÓG RENTOWNOŚCI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D903AE9-E286-EDF7-6045-A382D5656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788920"/>
            <a:ext cx="5490073" cy="3388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Próg rentowności </a:t>
            </a:r>
            <a:r>
              <a:rPr lang="en-US" dirty="0"/>
              <a:t>(BEP) </a:t>
            </a:r>
            <a:r>
              <a:rPr lang="pl-PL" dirty="0"/>
              <a:t>to moment, w którym przychody z projektu pokrywają jego koszty.</a:t>
            </a:r>
            <a:br>
              <a:rPr lang="pl-PL" dirty="0"/>
            </a:br>
            <a:r>
              <a:rPr lang="pl-PL" dirty="0"/>
              <a:t>Od tego momentu projekt zaczyna generować zysk.</a:t>
            </a:r>
          </a:p>
        </p:txBody>
      </p:sp>
      <p:grpSp>
        <p:nvGrpSpPr>
          <p:cNvPr id="26" name="Group 15">
            <a:extLst>
              <a:ext uri="{FF2B5EF4-FFF2-40B4-BE49-F238E27FC236}">
                <a16:creationId xmlns:a16="http://schemas.microsoft.com/office/drawing/2014/main" id="{DCEB7F4D-1F80-4780-9EF1-250B6009D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25999" y="-6437"/>
            <a:ext cx="4141317" cy="6864437"/>
            <a:chOff x="7425999" y="-6437"/>
            <a:chExt cx="4141317" cy="686443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19ED225-F3C7-4528-920C-245DFBA2E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3816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4990343-EA5D-4B3B-8816-6084C5BE8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6B7FCFF-F925-4BD3-9747-281D76020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581337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256022A-471C-402E-8FB7-07349DE5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6276734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B12F126-3723-4BC7-9A66-9D50FFDF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25999" y="3429000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Obraz 6">
            <a:extLst>
              <a:ext uri="{FF2B5EF4-FFF2-40B4-BE49-F238E27FC236}">
                <a16:creationId xmlns:a16="http://schemas.microsoft.com/office/drawing/2014/main" id="{4D4386C3-6418-4039-B0E9-7FAE48CE9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88" y="1607084"/>
            <a:ext cx="3716713" cy="789801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4B3DD8C7-F470-2100-3286-4BCE4A166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88" y="4467639"/>
            <a:ext cx="3716713" cy="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17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A38CD54-70F7-999B-D0C7-4354EDDF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336"/>
            <a:ext cx="4076910" cy="5695389"/>
          </a:xfrm>
        </p:spPr>
        <p:txBody>
          <a:bodyPr anchor="ctr">
            <a:normAutofit/>
          </a:bodyPr>
          <a:lstStyle/>
          <a:p>
            <a:r>
              <a:rPr lang="pl-PL" sz="5200"/>
              <a:t>CYKL ŻYCIA KOSZTÓW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500373-6BCD-49C7-86D2-7DC695C43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535" y="-6437"/>
            <a:ext cx="6400800" cy="6864437"/>
            <a:chOff x="5171535" y="-6437"/>
            <a:chExt cx="6400800" cy="686443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C05CF5C-D74E-48AF-AAE5-61AEFB2C7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6724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5A6A4E3-DB84-4A86-933F-10273F0AE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62643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3928F34-C1F4-426C-A393-E2052F48D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90DE79-7D3C-40C4-926C-026AE277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50DC1815-EA4F-339B-7764-D93CA3A59E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506110"/>
              </p:ext>
            </p:extLst>
          </p:nvPr>
        </p:nvGraphicFramePr>
        <p:xfrm>
          <a:off x="5461176" y="788282"/>
          <a:ext cx="5826934" cy="5297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39775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67FF01E-C134-C940-87B0-599C5E8CD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336"/>
            <a:ext cx="4076910" cy="5695389"/>
          </a:xfrm>
        </p:spPr>
        <p:txBody>
          <a:bodyPr anchor="ctr">
            <a:normAutofit/>
          </a:bodyPr>
          <a:lstStyle/>
          <a:p>
            <a:r>
              <a:rPr lang="en-US" sz="5200"/>
              <a:t>CYKL ŻYCIA KOSZTÓW W CARSOFT</a:t>
            </a:r>
            <a:endParaRPr lang="pl-PL" sz="52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C500373-6BCD-49C7-86D2-7DC695C43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535" y="-6437"/>
            <a:ext cx="6400800" cy="6864437"/>
            <a:chOff x="5171535" y="-6437"/>
            <a:chExt cx="6400800" cy="686443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C05CF5C-D74E-48AF-AAE5-61AEFB2C7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6724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5A6A4E3-DB84-4A86-933F-10273F0AE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62643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3928F34-C1F4-426C-A393-E2052F48D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990DE79-7D3C-40C4-926C-026AE277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9605447-4151-4CD9-B690-33DA4C2C2A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6691987"/>
              </p:ext>
            </p:extLst>
          </p:nvPr>
        </p:nvGraphicFramePr>
        <p:xfrm>
          <a:off x="5461176" y="788282"/>
          <a:ext cx="5826934" cy="5297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98585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91B75AF-46D2-1B93-FCD0-DB0800DD6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336"/>
            <a:ext cx="4076910" cy="5695389"/>
          </a:xfrm>
        </p:spPr>
        <p:txBody>
          <a:bodyPr anchor="ctr">
            <a:normAutofit/>
          </a:bodyPr>
          <a:lstStyle/>
          <a:p>
            <a:r>
              <a:rPr lang="pl-PL" sz="4000"/>
              <a:t>PRZEKROCZENIE BUDŻETU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500373-6BCD-49C7-86D2-7DC695C43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535" y="-6437"/>
            <a:ext cx="6400800" cy="6864437"/>
            <a:chOff x="5171535" y="-6437"/>
            <a:chExt cx="6400800" cy="686443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C05CF5C-D74E-48AF-AAE5-61AEFB2C7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6724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5A6A4E3-DB84-4A86-933F-10273F0AE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62643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3928F34-C1F4-426C-A393-E2052F48D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90DE79-7D3C-40C4-926C-026AE277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E19A286F-5040-DF71-ED58-056F96890B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7785652"/>
              </p:ext>
            </p:extLst>
          </p:nvPr>
        </p:nvGraphicFramePr>
        <p:xfrm>
          <a:off x="5461176" y="788282"/>
          <a:ext cx="5826934" cy="5297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60081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4232D4-F62F-4221-D29D-83E8B1C34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Wartość funkcjonalności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19314569-CCC1-39BA-99D3-7008557BA30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89408"/>
          <a:ext cx="10515600" cy="38217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3518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71075D5-FB74-E6C2-9FE0-AA0E5E0D0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336"/>
            <a:ext cx="4076910" cy="5695389"/>
          </a:xfrm>
        </p:spPr>
        <p:txBody>
          <a:bodyPr anchor="ctr">
            <a:normAutofit/>
          </a:bodyPr>
          <a:lstStyle/>
          <a:p>
            <a:r>
              <a:rPr lang="pl-PL" sz="4800"/>
              <a:t>DECYZJE W WARUNKACH NIEPEWNOŚCI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500373-6BCD-49C7-86D2-7DC695C43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535" y="-6437"/>
            <a:ext cx="6400800" cy="6864437"/>
            <a:chOff x="5171535" y="-6437"/>
            <a:chExt cx="6400800" cy="686443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C05CF5C-D74E-48AF-AAE5-61AEFB2C7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6724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5A6A4E3-DB84-4A86-933F-10273F0AE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62643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3928F34-C1F4-426C-A393-E2052F48D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90DE79-7D3C-40C4-926C-026AE277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32FC2CF0-3D65-DF97-1EE6-3365841252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125041"/>
              </p:ext>
            </p:extLst>
          </p:nvPr>
        </p:nvGraphicFramePr>
        <p:xfrm>
          <a:off x="5461176" y="788282"/>
          <a:ext cx="5826934" cy="5297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85307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CE15A71-6F6F-909A-FD47-CFBB70E2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336"/>
            <a:ext cx="4076910" cy="5695389"/>
          </a:xfrm>
        </p:spPr>
        <p:txBody>
          <a:bodyPr anchor="ctr">
            <a:normAutofit/>
          </a:bodyPr>
          <a:lstStyle/>
          <a:p>
            <a:r>
              <a:rPr lang="pl-PL" sz="5200"/>
              <a:t>SPI I CPI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500373-6BCD-49C7-86D2-7DC695C43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535" y="-6437"/>
            <a:ext cx="6400800" cy="6864437"/>
            <a:chOff x="5171535" y="-6437"/>
            <a:chExt cx="6400800" cy="686443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C05CF5C-D74E-48AF-AAE5-61AEFB2C7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6724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5A6A4E3-DB84-4A86-933F-10273F0AE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62643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3928F34-C1F4-426C-A393-E2052F48D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90DE79-7D3C-40C4-926C-026AE277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1698883D-B37E-0094-A88C-0D77EEBBDD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4637353"/>
              </p:ext>
            </p:extLst>
          </p:nvPr>
        </p:nvGraphicFramePr>
        <p:xfrm>
          <a:off x="5461176" y="788282"/>
          <a:ext cx="5826934" cy="5297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33819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9AD101-BC08-433A-AD99-409B66C2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788242-4E16-4277-AC99-8601B722B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0941AC7-A345-F5BF-4A2D-CDF9614EE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3798436" cy="1914277"/>
          </a:xfrm>
        </p:spPr>
        <p:txBody>
          <a:bodyPr anchor="b">
            <a:normAutofit/>
          </a:bodyPr>
          <a:lstStyle/>
          <a:p>
            <a:r>
              <a:rPr lang="en-US" dirty="0"/>
              <a:t>SPI I CPI</a:t>
            </a:r>
            <a:endParaRPr lang="pl-PL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D164D8C-A212-F2D2-F35E-648579677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8920"/>
            <a:ext cx="3798436" cy="3388042"/>
          </a:xfrm>
        </p:spPr>
        <p:txBody>
          <a:bodyPr>
            <a:normAutofit/>
          </a:bodyPr>
          <a:lstStyle/>
          <a:p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7CB8D36-9DE0-44D4-B67A-16D4F2121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7689" y="-6437"/>
            <a:ext cx="6399627" cy="6864437"/>
            <a:chOff x="5167689" y="-6437"/>
            <a:chExt cx="6399627" cy="686443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3B47A15-9292-4357-AA25-E187AC166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266E215-42AC-4D6A-A37F-B0C2E2FB9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DC49225-8670-4B30-BEA8-3CDE3C6DD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581337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12D652B-23A7-429E-A3E1-62ABA17B8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6276734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2780DEBA-040C-1E45-BC43-D629F2013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647" y="1687180"/>
            <a:ext cx="5830480" cy="348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303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C4A48C-F8E4-40F0-B8C7-796C50B4C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123" y="2794702"/>
            <a:ext cx="10928970" cy="345118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3ECDB61-C78E-49AB-9D9C-862EAA5F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440" y="6472"/>
            <a:ext cx="12201012" cy="6866993"/>
            <a:chOff x="-8440" y="6472"/>
            <a:chExt cx="12201012" cy="686699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A84E4F0-03F3-4373-BC08-F3420C4DD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8440" y="6472"/>
              <a:ext cx="12201012" cy="6866993"/>
              <a:chOff x="-8440" y="6472"/>
              <a:chExt cx="12201012" cy="6866993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DF65987-4A36-4202-998C-5ADCB2FB94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11557299" y="2794702"/>
                <a:ext cx="634699" cy="1268599"/>
                <a:chOff x="11597128" y="2762119"/>
                <a:chExt cx="594872" cy="1268599"/>
              </a:xfrm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F4238A89-F61E-46B4-A16C-1B27EEE4BDC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128" y="2762119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5F870BE-1537-4939-A7CB-36BD7778102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653" y="4030718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2D909DC-9CB0-43B2-BFFB-48C8D4B1A2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-8440" y="2794702"/>
                <a:ext cx="648551" cy="1268599"/>
                <a:chOff x="11597131" y="2762119"/>
                <a:chExt cx="594869" cy="1268599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1EABC700-4E95-4450-BE4B-1149BC0126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131" y="2762119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235CD64B-F95D-4CF3-B317-37DAF82F2E0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653" y="4030718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E5E01DCE-5018-4BED-8C6B-73E056494C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72" y="6472"/>
                <a:ext cx="12192000" cy="6866993"/>
                <a:chOff x="572" y="6472"/>
                <a:chExt cx="12192000" cy="6866993"/>
              </a:xfrm>
            </p:grpSpPr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25A04438-598C-4217-B5F5-3982C30626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667" y="6245884"/>
                  <a:ext cx="12189811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44B43FA3-78DB-4F9F-B889-D8B65C922B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572" y="596465"/>
                  <a:ext cx="12192000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769B4323-32F6-4DCF-94B4-36D819776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6200000">
                  <a:off x="8134324" y="3444509"/>
                  <a:ext cx="6857912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F4214668-F898-4859-87D6-23D6EF0678A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6200000">
                  <a:off x="-2794261" y="3435428"/>
                  <a:ext cx="6857912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8F98E24-E208-40BF-B555-7B8DCEA31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34123" y="2794702"/>
              <a:ext cx="10923176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E7E07797-053E-DB03-D5C3-9BD709416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6522"/>
            <a:ext cx="10515588" cy="1984671"/>
          </a:xfrm>
        </p:spPr>
        <p:txBody>
          <a:bodyPr anchor="ctr">
            <a:normAutofit/>
          </a:bodyPr>
          <a:lstStyle/>
          <a:p>
            <a:r>
              <a:rPr lang="pl-PL" sz="5200"/>
              <a:t>Co oznacza CPI poniżej 1?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30CD8661-5B65-924B-7E52-919A881E50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5389818"/>
              </p:ext>
            </p:extLst>
          </p:nvPr>
        </p:nvGraphicFramePr>
        <p:xfrm>
          <a:off x="838200" y="3193787"/>
          <a:ext cx="10515600" cy="2653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4930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9AD101-BC08-433A-AD99-409B66C2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788242-4E16-4277-AC99-8601B722B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6EFA99D-7961-7867-5C13-4199A67D4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3798436" cy="1914277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pl-PL"/>
              <a:t>EARNED VALUE MANAGEMENT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820D0A9-33ED-5496-39E0-1FE9599E1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8920"/>
            <a:ext cx="3798436" cy="3388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/>
              <a:t>Earned Value Management to metoda łącząca:</a:t>
            </a:r>
          </a:p>
          <a:p>
            <a:r>
              <a:rPr lang="pl-PL"/>
              <a:t>zakres projektu </a:t>
            </a:r>
          </a:p>
          <a:p>
            <a:r>
              <a:rPr lang="pl-PL"/>
              <a:t>harmonogram </a:t>
            </a:r>
          </a:p>
          <a:p>
            <a:r>
              <a:rPr lang="pl-PL"/>
              <a:t>koszty </a:t>
            </a:r>
          </a:p>
          <a:p>
            <a:pPr marL="0" indent="0">
              <a:buNone/>
            </a:pPr>
            <a:r>
              <a:rPr lang="pl-PL"/>
              <a:t>Pozwala ocenić rzeczywisty stan projektu.</a:t>
            </a:r>
          </a:p>
          <a:p>
            <a:pPr marL="0" indent="0">
              <a:buNone/>
            </a:pPr>
            <a:endParaRPr lang="pl-PL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CB8D36-9DE0-44D4-B67A-16D4F2121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7689" y="-6437"/>
            <a:ext cx="6399627" cy="6864437"/>
            <a:chOff x="5167689" y="-6437"/>
            <a:chExt cx="6399627" cy="6864437"/>
          </a:xfrm>
        </p:grpSpPr>
        <p:cxnSp>
          <p:nvCxnSpPr>
            <p:cNvPr id="24" name="Straight Connector 14">
              <a:extLst>
                <a:ext uri="{FF2B5EF4-FFF2-40B4-BE49-F238E27FC236}">
                  <a16:creationId xmlns:a16="http://schemas.microsoft.com/office/drawing/2014/main" id="{43B47A15-9292-4357-AA25-E187AC166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266E215-42AC-4D6A-A37F-B0C2E2FB9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DC49225-8670-4B30-BEA8-3CDE3C6DD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581337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2D652B-23A7-429E-A3E1-62ABA17B8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6276734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Graphic 6" descr="Finansowe">
            <a:extLst>
              <a:ext uri="{FF2B5EF4-FFF2-40B4-BE49-F238E27FC236}">
                <a16:creationId xmlns:a16="http://schemas.microsoft.com/office/drawing/2014/main" id="{924ECD9C-27C9-4EB3-A345-3D9763608F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3287" y="914436"/>
            <a:ext cx="50292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98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9AD101-BC08-433A-AD99-409B66C2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788242-4E16-4277-AC99-8601B722B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7FB654E-155E-555B-34A6-9DA1BEA24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3798436" cy="19142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KOSZT JAKOŚCI (CoQ)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049B6019-72BE-5B88-15D3-6C8C7EE2A4C2}"/>
              </a:ext>
            </a:extLst>
          </p:cNvPr>
          <p:cNvSpPr txBox="1"/>
          <p:nvPr/>
        </p:nvSpPr>
        <p:spPr>
          <a:xfrm>
            <a:off x="838200" y="2788920"/>
            <a:ext cx="3798436" cy="3388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Koszty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zapobiegania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ponoszone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jako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nakłady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na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zapobieganie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ewentualnym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wadom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produktów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Najbardziej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popularnymi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kosztami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zapobiegania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są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szkolenia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testowanie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a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także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zapewnienie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surowców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i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materiałów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o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wymaganej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jakości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Koszty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oceny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koszty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ponoszone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na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określenie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uzyskanej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jakości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wyrobów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i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porównanie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jej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z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wymaganą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Jednym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z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głównych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kosztów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oceny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jest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koszt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audytów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dostawców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czy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też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kontrola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jakości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wyrobów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na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etapie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produkcji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Koszty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błędów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wewnętrznych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koszty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błędów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i wad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wykrytych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wewnątrz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firmy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przed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dostarczeniem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wyrobu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do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klienta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Przykładem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są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koszty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napraw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wad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produktów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oraz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koszty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utylizacji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Koszty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błędów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zewnętrznych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koszty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błędów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i wad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wykrytych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na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zewnątrz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firmy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po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dostarczeniu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produktów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do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klienta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Przykładem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mogą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być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koszty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reklamacji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7CB8D36-9DE0-44D4-B67A-16D4F2121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7689" y="-6437"/>
            <a:ext cx="6399627" cy="6864437"/>
            <a:chOff x="5167689" y="-6437"/>
            <a:chExt cx="6399627" cy="686443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B47A15-9292-4357-AA25-E187AC166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266E215-42AC-4D6A-A37F-B0C2E2FB9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DC49225-8670-4B30-BEA8-3CDE3C6DD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581337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12D652B-23A7-429E-A3E1-62ABA17B8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6276734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65C4E0EF-CCB3-1192-C559-62BBE5FBC4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00608" y="914436"/>
            <a:ext cx="4774557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879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C4A48C-F8E4-40F0-B8C7-796C50B4C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123" y="2794702"/>
            <a:ext cx="10928970" cy="345118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3ECDB61-C78E-49AB-9D9C-862EAA5F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440" y="6472"/>
            <a:ext cx="12201012" cy="6866993"/>
            <a:chOff x="-8440" y="6472"/>
            <a:chExt cx="12201012" cy="686699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A84E4F0-03F3-4373-BC08-F3420C4DD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8440" y="6472"/>
              <a:ext cx="12201012" cy="6866993"/>
              <a:chOff x="-8440" y="6472"/>
              <a:chExt cx="12201012" cy="6866993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DF65987-4A36-4202-998C-5ADCB2FB94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11557299" y="2794702"/>
                <a:ext cx="634699" cy="1268599"/>
                <a:chOff x="11597128" y="2762119"/>
                <a:chExt cx="594872" cy="1268599"/>
              </a:xfrm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F4238A89-F61E-46B4-A16C-1B27EEE4BDC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128" y="2762119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5F870BE-1537-4939-A7CB-36BD7778102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653" y="4030718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2D909DC-9CB0-43B2-BFFB-48C8D4B1A2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-8440" y="2794702"/>
                <a:ext cx="648551" cy="1268599"/>
                <a:chOff x="11597131" y="2762119"/>
                <a:chExt cx="594869" cy="1268599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1EABC700-4E95-4450-BE4B-1149BC0126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131" y="2762119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235CD64B-F95D-4CF3-B317-37DAF82F2E0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653" y="4030718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E5E01DCE-5018-4BED-8C6B-73E056494C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72" y="6472"/>
                <a:ext cx="12192000" cy="6866993"/>
                <a:chOff x="572" y="6472"/>
                <a:chExt cx="12192000" cy="6866993"/>
              </a:xfrm>
            </p:grpSpPr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25A04438-598C-4217-B5F5-3982C30626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667" y="6245884"/>
                  <a:ext cx="12189811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44B43FA3-78DB-4F9F-B889-D8B65C922B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572" y="596465"/>
                  <a:ext cx="12192000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769B4323-32F6-4DCF-94B4-36D819776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6200000">
                  <a:off x="8134324" y="3444509"/>
                  <a:ext cx="6857912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F4214668-F898-4859-87D6-23D6EF0678A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6200000">
                  <a:off x="-2794261" y="3435428"/>
                  <a:ext cx="6857912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8F98E24-E208-40BF-B555-7B8DCEA31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34123" y="2794702"/>
              <a:ext cx="10923176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4D4FF88F-47B2-495A-DDCA-B6C4FB950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6522"/>
            <a:ext cx="10515588" cy="1984671"/>
          </a:xfrm>
        </p:spPr>
        <p:txBody>
          <a:bodyPr anchor="ctr">
            <a:normAutofit/>
          </a:bodyPr>
          <a:lstStyle/>
          <a:p>
            <a:r>
              <a:rPr lang="pl-PL" sz="5200" dirty="0"/>
              <a:t>AWARIE WEWNĘTRZNE VS ZEWNĘTRZNE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28DCAA23-1825-2DD7-5640-E402CB8EB0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8398618"/>
              </p:ext>
            </p:extLst>
          </p:nvPr>
        </p:nvGraphicFramePr>
        <p:xfrm>
          <a:off x="838200" y="3193787"/>
          <a:ext cx="10515600" cy="2653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09847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C4A48C-F8E4-40F0-B8C7-796C50B4C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123" y="2794702"/>
            <a:ext cx="10928970" cy="345118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3ECDB61-C78E-49AB-9D9C-862EAA5F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440" y="6472"/>
            <a:ext cx="12201012" cy="6866993"/>
            <a:chOff x="-8440" y="6472"/>
            <a:chExt cx="12201012" cy="686699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A84E4F0-03F3-4373-BC08-F3420C4DD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8440" y="6472"/>
              <a:ext cx="12201012" cy="6866993"/>
              <a:chOff x="-8440" y="6472"/>
              <a:chExt cx="12201012" cy="6866993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DF65987-4A36-4202-998C-5ADCB2FB94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11557299" y="2794702"/>
                <a:ext cx="634699" cy="1268599"/>
                <a:chOff x="11597128" y="2762119"/>
                <a:chExt cx="594872" cy="1268599"/>
              </a:xfrm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F4238A89-F61E-46B4-A16C-1B27EEE4BDC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128" y="2762119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5F870BE-1537-4939-A7CB-36BD7778102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653" y="4030718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2D909DC-9CB0-43B2-BFFB-48C8D4B1A2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-8440" y="2794702"/>
                <a:ext cx="648551" cy="1268599"/>
                <a:chOff x="11597131" y="2762119"/>
                <a:chExt cx="594869" cy="1268599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1EABC700-4E95-4450-BE4B-1149BC0126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131" y="2762119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235CD64B-F95D-4CF3-B317-37DAF82F2E0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653" y="4030718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E5E01DCE-5018-4BED-8C6B-73E056494C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72" y="6472"/>
                <a:ext cx="12192000" cy="6866993"/>
                <a:chOff x="572" y="6472"/>
                <a:chExt cx="12192000" cy="6866993"/>
              </a:xfrm>
            </p:grpSpPr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25A04438-598C-4217-B5F5-3982C30626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667" y="6245884"/>
                  <a:ext cx="12189811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44B43FA3-78DB-4F9F-B889-D8B65C922B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572" y="596465"/>
                  <a:ext cx="12192000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769B4323-32F6-4DCF-94B4-36D819776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6200000">
                  <a:off x="8134324" y="3444509"/>
                  <a:ext cx="6857912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F4214668-F898-4859-87D6-23D6EF0678A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6200000">
                  <a:off x="-2794261" y="3435428"/>
                  <a:ext cx="6857912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8F98E24-E208-40BF-B555-7B8DCEA31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34123" y="2794702"/>
              <a:ext cx="10923176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499120FB-2426-4611-52B2-9DD2A7018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6522"/>
            <a:ext cx="10515588" cy="1984671"/>
          </a:xfrm>
        </p:spPr>
        <p:txBody>
          <a:bodyPr anchor="ctr">
            <a:normAutofit/>
          </a:bodyPr>
          <a:lstStyle/>
          <a:p>
            <a:r>
              <a:rPr lang="en-US" sz="5200" dirty="0"/>
              <a:t>MIARY OPŁACALNOŚCI</a:t>
            </a:r>
            <a:endParaRPr lang="pl-PL" sz="5200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C23273F7-30E8-9783-AD42-FFB198E396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44994"/>
              </p:ext>
            </p:extLst>
          </p:nvPr>
        </p:nvGraphicFramePr>
        <p:xfrm>
          <a:off x="838200" y="3193787"/>
          <a:ext cx="10515600" cy="2653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37415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C4A48C-F8E4-40F0-B8C7-796C50B4C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123" y="2794702"/>
            <a:ext cx="10928970" cy="345118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3ECDB61-C78E-49AB-9D9C-862EAA5F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440" y="6472"/>
            <a:ext cx="12201012" cy="6866993"/>
            <a:chOff x="-8440" y="6472"/>
            <a:chExt cx="12201012" cy="686699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A84E4F0-03F3-4373-BC08-F3420C4DD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8440" y="6472"/>
              <a:ext cx="12201012" cy="6866993"/>
              <a:chOff x="-8440" y="6472"/>
              <a:chExt cx="12201012" cy="6866993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DF65987-4A36-4202-998C-5ADCB2FB94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11557299" y="2794702"/>
                <a:ext cx="634699" cy="1268599"/>
                <a:chOff x="11597128" y="2762119"/>
                <a:chExt cx="594872" cy="1268599"/>
              </a:xfrm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F4238A89-F61E-46B4-A16C-1B27EEE4BDC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128" y="2762119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5F870BE-1537-4939-A7CB-36BD7778102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653" y="4030718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2D909DC-9CB0-43B2-BFFB-48C8D4B1A2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-8440" y="2794702"/>
                <a:ext cx="648551" cy="1268599"/>
                <a:chOff x="11597131" y="2762119"/>
                <a:chExt cx="594869" cy="1268599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1EABC700-4E95-4450-BE4B-1149BC0126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131" y="2762119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235CD64B-F95D-4CF3-B317-37DAF82F2E0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653" y="4030718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E5E01DCE-5018-4BED-8C6B-73E056494C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72" y="6472"/>
                <a:ext cx="12192000" cy="6866993"/>
                <a:chOff x="572" y="6472"/>
                <a:chExt cx="12192000" cy="6866993"/>
              </a:xfrm>
            </p:grpSpPr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25A04438-598C-4217-B5F5-3982C30626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667" y="6245884"/>
                  <a:ext cx="12189811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44B43FA3-78DB-4F9F-B889-D8B65C922B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572" y="596465"/>
                  <a:ext cx="12192000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769B4323-32F6-4DCF-94B4-36D819776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6200000">
                  <a:off x="8134324" y="3444509"/>
                  <a:ext cx="6857912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F4214668-F898-4859-87D6-23D6EF0678A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6200000">
                  <a:off x="-2794261" y="3435428"/>
                  <a:ext cx="6857912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8F98E24-E208-40BF-B555-7B8DCEA31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34123" y="2794702"/>
              <a:ext cx="10923176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4A868300-F00C-D7E1-0EBF-0B1ACFBE4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6522"/>
            <a:ext cx="10515588" cy="1984671"/>
          </a:xfrm>
        </p:spPr>
        <p:txBody>
          <a:bodyPr anchor="ctr">
            <a:normAutofit/>
          </a:bodyPr>
          <a:lstStyle/>
          <a:p>
            <a:r>
              <a:rPr lang="pl-PL" sz="5200"/>
              <a:t>ODWRÓCONY ŻELAZNY TRÓJKĄT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3F576C75-0C81-8B71-AE03-D96AC0F7C5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9155566"/>
              </p:ext>
            </p:extLst>
          </p:nvPr>
        </p:nvGraphicFramePr>
        <p:xfrm>
          <a:off x="838200" y="3193787"/>
          <a:ext cx="10515600" cy="2653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82961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9AD101-BC08-433A-AD99-409B66C2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788242-4E16-4277-AC99-8601B722B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119F0D8-AD31-B9EE-EBD4-A5FE90FD7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3798436" cy="1914277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pl-PL" sz="4100" dirty="0"/>
              <a:t>EFEKT HAWTHORNE’A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4176C40-B2A5-EE38-50A1-C5ADAA461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8920"/>
            <a:ext cx="3798436" cy="3388042"/>
          </a:xfrm>
        </p:spPr>
        <p:txBody>
          <a:bodyPr>
            <a:normAutofit/>
          </a:bodyPr>
          <a:lstStyle/>
          <a:p>
            <a:r>
              <a:rPr lang="pl-PL" dirty="0"/>
              <a:t>Ludzie zmieniają swoje zachowanie, gdy wiedzą, że są obserwowani.</a:t>
            </a:r>
          </a:p>
          <a:p>
            <a:r>
              <a:rPr lang="pl-PL" dirty="0"/>
              <a:t>Wpływa to na pomiary wydajności.</a:t>
            </a:r>
          </a:p>
          <a:p>
            <a:endParaRPr lang="pl-PL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CB8D36-9DE0-44D4-B67A-16D4F2121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7689" y="-6437"/>
            <a:ext cx="6399627" cy="6864437"/>
            <a:chOff x="5167689" y="-6437"/>
            <a:chExt cx="6399627" cy="686443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B47A15-9292-4357-AA25-E187AC166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266E215-42AC-4D6A-A37F-B0C2E2FB9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DC49225-8670-4B30-BEA8-3CDE3C6DD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581337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2D652B-23A7-429E-A3E1-62ABA17B8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6276734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Obraz 4">
            <a:extLst>
              <a:ext uri="{FF2B5EF4-FFF2-40B4-BE49-F238E27FC236}">
                <a16:creationId xmlns:a16="http://schemas.microsoft.com/office/drawing/2014/main" id="{22B1FF18-058D-ADEA-9C85-3E6671687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647" y="2007857"/>
            <a:ext cx="5830480" cy="284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60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EDBC9C2-2A39-44A2-9D95-D1DE9E2B1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0"/>
            <a:ext cx="12192000" cy="6857912"/>
            <a:chOff x="572" y="0"/>
            <a:chExt cx="12192000" cy="6857912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93379BC-3088-4AE8-8EF7-59370D7EB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41DE74C-25AE-4959-99D5-0A77F1DFC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D9235EF-4E81-496D-ADA8-13EED901E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7241A77-6415-454C-B86E-F42A28026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66069327-A2F6-5D23-D00A-37751598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4933950" cy="1596291"/>
          </a:xfrm>
        </p:spPr>
        <p:txBody>
          <a:bodyPr>
            <a:normAutofit/>
          </a:bodyPr>
          <a:lstStyle/>
          <a:p>
            <a:r>
              <a:rPr lang="pl-PL" dirty="0"/>
              <a:t>EFEKT HAWTHORNE’A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60AC14-0A62-360D-F657-1AC263DDD4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4196"/>
            <a:ext cx="4933950" cy="34305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wzrost wydajności podczas kontroli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spadek po jej zakończeniu </a:t>
            </a:r>
            <a:endParaRPr kumimoji="0" lang="en-US" altLang="pl-PL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pl-PL" dirty="0" err="1"/>
              <a:t>CarSoft</a:t>
            </a:r>
            <a:r>
              <a:rPr lang="pl-PL" dirty="0"/>
              <a:t> zauważył, że wyniki zespołu były lepsze tylko wtedy, gdy były mierzone. To pokazało, że dane trzeba interpretować ostrożnie</a:t>
            </a:r>
            <a:endParaRPr kumimoji="0" lang="pl-PL" altLang="pl-PL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32B0B7D-C67A-4103-B2F0-ACE40BD5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091410" y="574154"/>
            <a:ext cx="4590" cy="569388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Błąd">
            <a:extLst>
              <a:ext uri="{FF2B5EF4-FFF2-40B4-BE49-F238E27FC236}">
                <a16:creationId xmlns:a16="http://schemas.microsoft.com/office/drawing/2014/main" id="{5FD032E7-E22A-C1F8-C4BC-3891F00C6D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5260" y="1016317"/>
            <a:ext cx="4824168" cy="482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48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9AD101-BC08-433A-AD99-409B66C2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788242-4E16-4277-AC99-8601B722B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7D6DC7A-216F-DBB2-05FB-7F9CAA877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3798436" cy="1914277"/>
          </a:xfrm>
        </p:spPr>
        <p:txBody>
          <a:bodyPr anchor="b">
            <a:normAutofit/>
          </a:bodyPr>
          <a:lstStyle/>
          <a:p>
            <a:r>
              <a:rPr lang="pl-PL" dirty="0"/>
              <a:t>VANITY METRICS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888980-70E6-EACA-C582-98D19E020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8920"/>
            <a:ext cx="3798436" cy="3388042"/>
          </a:xfrm>
        </p:spPr>
        <p:txBody>
          <a:bodyPr>
            <a:normAutofit/>
          </a:bodyPr>
          <a:lstStyle/>
          <a:p>
            <a:r>
              <a:rPr lang="pl-PL" dirty="0" err="1"/>
              <a:t>Vanity</a:t>
            </a:r>
            <a:r>
              <a:rPr lang="pl-PL" dirty="0"/>
              <a:t> </a:t>
            </a:r>
            <a:r>
              <a:rPr lang="pl-PL" dirty="0" err="1"/>
              <a:t>metrics</a:t>
            </a:r>
            <a:r>
              <a:rPr lang="pl-PL" dirty="0"/>
              <a:t> to dane, które wyglądają dobrze, ale nie mają realnej wartości biznesowej.</a:t>
            </a:r>
            <a:endParaRPr lang="en-US" dirty="0"/>
          </a:p>
          <a:p>
            <a:r>
              <a:rPr lang="pl-PL" dirty="0"/>
              <a:t>Nie wszystko, co mierzymy, ma znaczenie. Niektóre wskaźniki tylko dobrze wyglądają w raportach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CB8D36-9DE0-44D4-B67A-16D4F2121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7689" y="-6437"/>
            <a:ext cx="6399627" cy="6864437"/>
            <a:chOff x="5167689" y="-6437"/>
            <a:chExt cx="6399627" cy="686443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B47A15-9292-4357-AA25-E187AC166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266E215-42AC-4D6A-A37F-B0C2E2FB9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DC49225-8670-4B30-BEA8-3CDE3C6DD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581337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2D652B-23A7-429E-A3E1-62ABA17B8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6276734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Obraz 4">
            <a:extLst>
              <a:ext uri="{FF2B5EF4-FFF2-40B4-BE49-F238E27FC236}">
                <a16:creationId xmlns:a16="http://schemas.microsoft.com/office/drawing/2014/main" id="{3416E4F2-3D46-5583-DDA1-AD9CE0B15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647" y="1381080"/>
            <a:ext cx="5830480" cy="409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644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916F6374-2300-41FF-BA7E-22FADCD95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7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864D9E-0A0C-482E-86DE-9C4E729C3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38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5F96329-52FC-7708-FE38-155947D77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6" y="579694"/>
            <a:ext cx="3910046" cy="29302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/>
              <a:t>COST OF CHANGE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9EF20D-5821-4F54-BD14-AB7D16330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535" y="-6437"/>
            <a:ext cx="6400800" cy="6864437"/>
            <a:chOff x="5171535" y="-6437"/>
            <a:chExt cx="6400800" cy="686443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58C3964-BF34-4211-835A-24B827B77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81337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C498194-83A5-4CCE-AA0B-12C3FE68E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76734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125AC6-B711-4F7C-B0D2-8369A8D671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V="1">
              <a:off x="5171535" y="0"/>
              <a:ext cx="0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543B8FC-DC9A-4AC0-BF25-85AF5B49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81E1E362-CDAE-E0ED-2234-1F990EE232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97075" y="1514609"/>
            <a:ext cx="5714598" cy="382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741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27E01C-3721-40E1-89B1-A36800C34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3EA50C-9047-40D9-AC97-30AFC62E9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191C3E-29A4-488E-89F5-8FA0F707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0269" y="-15381"/>
            <a:ext cx="10933011" cy="6880178"/>
            <a:chOff x="630269" y="-15381"/>
            <a:chExt cx="10933011" cy="688017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15A68DD-C28F-4D8D-AD04-1D8464416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V="1">
              <a:off x="2193087" y="0"/>
              <a:ext cx="0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F28ADE5-CCDE-4A48-9BC9-387ADD3B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6729241" y="3413575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FD6405F-BE54-4E53-9AB3-43E7EAA34B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30269" y="3413532"/>
              <a:ext cx="2585819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B789F75-CE96-48CA-96F0-0BC5B02BD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75913" y="3413529"/>
              <a:ext cx="258736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7FF7548-C939-4C7F-8DA7-AEE171438F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35841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Graphic 11">
              <a:extLst>
                <a:ext uri="{FF2B5EF4-FFF2-40B4-BE49-F238E27FC236}">
                  <a16:creationId xmlns:a16="http://schemas.microsoft.com/office/drawing/2014/main" id="{5299B37B-E6B7-41B7-BEC0-B0AB139CE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2063" y="702002"/>
              <a:ext cx="5759819" cy="6155995"/>
            </a:xfrm>
            <a:custGeom>
              <a:avLst/>
              <a:gdLst>
                <a:gd name="connsiteX0" fmla="*/ 0 w 4320540"/>
                <a:gd name="connsiteY0" fmla="*/ 4617720 h 4617719"/>
                <a:gd name="connsiteX1" fmla="*/ 0 w 4320540"/>
                <a:gd name="connsiteY1" fmla="*/ 4268439 h 4617719"/>
                <a:gd name="connsiteX2" fmla="*/ 0 w 4320540"/>
                <a:gd name="connsiteY2" fmla="*/ 2052352 h 4617719"/>
                <a:gd name="connsiteX3" fmla="*/ 2160270 w 4320540"/>
                <a:gd name="connsiteY3" fmla="*/ 0 h 4617719"/>
                <a:gd name="connsiteX4" fmla="*/ 2160270 w 4320540"/>
                <a:gd name="connsiteY4" fmla="*/ 0 h 4617719"/>
                <a:gd name="connsiteX5" fmla="*/ 4320540 w 4320540"/>
                <a:gd name="connsiteY5" fmla="*/ 2052352 h 4617719"/>
                <a:gd name="connsiteX6" fmla="*/ 4320540 w 4320540"/>
                <a:gd name="connsiteY6" fmla="*/ 2782443 h 4617719"/>
                <a:gd name="connsiteX7" fmla="*/ 4320540 w 4320540"/>
                <a:gd name="connsiteY7" fmla="*/ 4617720 h 4617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20540" h="4617719">
                  <a:moveTo>
                    <a:pt x="0" y="4617720"/>
                  </a:moveTo>
                  <a:lnTo>
                    <a:pt x="0" y="4268439"/>
                  </a:lnTo>
                  <a:lnTo>
                    <a:pt x="0" y="2052352"/>
                  </a:lnTo>
                  <a:cubicBezTo>
                    <a:pt x="0" y="918877"/>
                    <a:pt x="967169" y="0"/>
                    <a:pt x="2160270" y="0"/>
                  </a:cubicBezTo>
                  <a:lnTo>
                    <a:pt x="2160270" y="0"/>
                  </a:lnTo>
                  <a:cubicBezTo>
                    <a:pt x="3353372" y="0"/>
                    <a:pt x="4320540" y="918877"/>
                    <a:pt x="4320540" y="2052352"/>
                  </a:cubicBezTo>
                  <a:lnTo>
                    <a:pt x="4320540" y="2782443"/>
                  </a:lnTo>
                  <a:lnTo>
                    <a:pt x="4320540" y="4617720"/>
                  </a:ln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C02E633-BBFB-4B84-A702-1F4B65D82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35428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DE94BB0F-72BF-2683-66E4-D7C128251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5360" y="1880805"/>
            <a:ext cx="5313674" cy="1548191"/>
          </a:xfrm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pl-PL" sz="3100"/>
              <a:t>Najtańsze zmiany to te, które robimy na etapie analizy. Najdroższe </a:t>
            </a:r>
            <a:r>
              <a:rPr lang="en-US" sz="3100"/>
              <a:t>to</a:t>
            </a:r>
            <a:r>
              <a:rPr lang="pl-PL" sz="3100"/>
              <a:t> te po wdrożeniu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796E574-6573-12FC-50C9-AEB09982E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0832" y="3657600"/>
            <a:ext cx="5313674" cy="2606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dirty="0" err="1"/>
              <a:t>CarSoft</a:t>
            </a:r>
            <a:r>
              <a:rPr lang="pl-PL" dirty="0"/>
              <a:t> musiał wprowadzić </a:t>
            </a:r>
            <a:r>
              <a:rPr lang="en-US" dirty="0" err="1"/>
              <a:t>niewielką</a:t>
            </a:r>
            <a:r>
              <a:rPr lang="en-US" dirty="0"/>
              <a:t> </a:t>
            </a:r>
            <a:r>
              <a:rPr lang="pl-PL" dirty="0"/>
              <a:t>zmianę po wdrożeniu i kosztowała ona więcej niż </a:t>
            </a:r>
            <a:r>
              <a:rPr lang="en-US" dirty="0" err="1"/>
              <a:t>duża</a:t>
            </a:r>
            <a:r>
              <a:rPr lang="en-US" dirty="0"/>
              <a:t> </a:t>
            </a:r>
            <a:r>
              <a:rPr lang="en-US" dirty="0" err="1"/>
              <a:t>zmiana</a:t>
            </a:r>
            <a:r>
              <a:rPr lang="en-US" dirty="0"/>
              <a:t> </a:t>
            </a:r>
            <a:r>
              <a:rPr lang="en-US" dirty="0" err="1"/>
              <a:t>wprowadzona</a:t>
            </a:r>
            <a:r>
              <a:rPr lang="en-US" dirty="0"/>
              <a:t> na </a:t>
            </a:r>
            <a:r>
              <a:rPr lang="en-US" dirty="0" err="1"/>
              <a:t>etapie</a:t>
            </a:r>
            <a:r>
              <a:rPr lang="en-US" dirty="0"/>
              <a:t> analizy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69584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E6FDE22-1F54-452D-A9BA-1BE9FDB53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"/>
            <a:ext cx="12192001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4727BA-2777-4823-88E1-1B4B61968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7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B0E0E5-A956-4B80-A317-E670B96C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7346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iurko z przyborami biurowymi">
            <a:extLst>
              <a:ext uri="{FF2B5EF4-FFF2-40B4-BE49-F238E27FC236}">
                <a16:creationId xmlns:a16="http://schemas.microsoft.com/office/drawing/2014/main" id="{ED59237C-02DA-56F4-47D6-8FCD21909A5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15540"/>
          <a:stretch>
            <a:fillRect/>
          </a:stretch>
        </p:blipFill>
        <p:spPr>
          <a:xfrm>
            <a:off x="20" y="-1"/>
            <a:ext cx="12191980" cy="6873463"/>
          </a:xfrm>
          <a:prstGeom prst="rect">
            <a:avLst/>
          </a:prstGeom>
          <a:ln w="12700">
            <a:noFill/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42A1F82-CCEE-4C0C-A877-4479E6E69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8366" y="87"/>
            <a:ext cx="10933011" cy="6864710"/>
            <a:chOff x="628366" y="87"/>
            <a:chExt cx="10933011" cy="686471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F6120F-8C25-48EE-B58B-0B1A353014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1282750" y="3429044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55B033-D8E3-4A82-AB0E-173CAD44C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6688336" y="3429043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21F3F31-AC49-40C2-9F6E-441F41C575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28366" y="3413532"/>
              <a:ext cx="2585819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C820DA10-4D21-41E0-9E4D-DA1126254B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2063" y="702002"/>
              <a:ext cx="5759819" cy="6155995"/>
            </a:xfrm>
            <a:custGeom>
              <a:avLst/>
              <a:gdLst>
                <a:gd name="connsiteX0" fmla="*/ 0 w 4320540"/>
                <a:gd name="connsiteY0" fmla="*/ 4617720 h 4617719"/>
                <a:gd name="connsiteX1" fmla="*/ 0 w 4320540"/>
                <a:gd name="connsiteY1" fmla="*/ 4268439 h 4617719"/>
                <a:gd name="connsiteX2" fmla="*/ 0 w 4320540"/>
                <a:gd name="connsiteY2" fmla="*/ 2052352 h 4617719"/>
                <a:gd name="connsiteX3" fmla="*/ 2160270 w 4320540"/>
                <a:gd name="connsiteY3" fmla="*/ 0 h 4617719"/>
                <a:gd name="connsiteX4" fmla="*/ 2160270 w 4320540"/>
                <a:gd name="connsiteY4" fmla="*/ 0 h 4617719"/>
                <a:gd name="connsiteX5" fmla="*/ 4320540 w 4320540"/>
                <a:gd name="connsiteY5" fmla="*/ 2052352 h 4617719"/>
                <a:gd name="connsiteX6" fmla="*/ 4320540 w 4320540"/>
                <a:gd name="connsiteY6" fmla="*/ 2782443 h 4617719"/>
                <a:gd name="connsiteX7" fmla="*/ 4320540 w 4320540"/>
                <a:gd name="connsiteY7" fmla="*/ 4617720 h 4617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20540" h="4617719">
                  <a:moveTo>
                    <a:pt x="0" y="4617720"/>
                  </a:moveTo>
                  <a:lnTo>
                    <a:pt x="0" y="4268439"/>
                  </a:lnTo>
                  <a:lnTo>
                    <a:pt x="0" y="2052352"/>
                  </a:lnTo>
                  <a:cubicBezTo>
                    <a:pt x="0" y="918877"/>
                    <a:pt x="967169" y="0"/>
                    <a:pt x="2160270" y="0"/>
                  </a:cubicBezTo>
                  <a:lnTo>
                    <a:pt x="2160270" y="0"/>
                  </a:lnTo>
                  <a:cubicBezTo>
                    <a:pt x="3353372" y="0"/>
                    <a:pt x="4320540" y="918877"/>
                    <a:pt x="4320540" y="2052352"/>
                  </a:cubicBezTo>
                  <a:lnTo>
                    <a:pt x="4320540" y="2782443"/>
                  </a:lnTo>
                  <a:lnTo>
                    <a:pt x="4320540" y="4617720"/>
                  </a:ln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7B9E282-7D7D-4E37-A9EA-0FC764361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74010" y="3413529"/>
              <a:ext cx="258736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7D240B2-CB7B-4C39-9F1B-84F19DD7E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2421" y="3435841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FB17155-CD99-45E3-8E4D-9229AB42A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6164" y="3435428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AB520792-12B7-F686-F04A-1DA3BFE6C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547" y="1745130"/>
            <a:ext cx="5105400" cy="2109690"/>
          </a:xfrm>
        </p:spPr>
        <p:txBody>
          <a:bodyPr anchor="b">
            <a:normAutofit/>
          </a:bodyPr>
          <a:lstStyle/>
          <a:p>
            <a:pPr algn="ctr"/>
            <a:r>
              <a:rPr lang="pl-PL">
                <a:solidFill>
                  <a:srgbClr val="FFFFFF"/>
                </a:solidFill>
              </a:rPr>
              <a:t>PODSUMOWANIE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64268CF-D9FA-9BA1-D3E1-188572168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6547" y="4105835"/>
            <a:ext cx="5105400" cy="199542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l-PL" sz="1500" dirty="0">
                <a:solidFill>
                  <a:srgbClr val="FFFFFF"/>
                </a:solidFill>
              </a:rPr>
              <a:t>Projekt </a:t>
            </a:r>
            <a:r>
              <a:rPr lang="pl-PL" sz="1500" dirty="0" err="1">
                <a:solidFill>
                  <a:srgbClr val="FFFFFF"/>
                </a:solidFill>
              </a:rPr>
              <a:t>CarSoft</a:t>
            </a:r>
            <a:r>
              <a:rPr lang="pl-PL" sz="1500" dirty="0">
                <a:solidFill>
                  <a:srgbClr val="FFFFFF"/>
                </a:solidFill>
              </a:rPr>
              <a:t>:</a:t>
            </a:r>
          </a:p>
          <a:p>
            <a:pPr algn="ctr">
              <a:lnSpc>
                <a:spcPct val="100000"/>
              </a:lnSpc>
            </a:pPr>
            <a:r>
              <a:rPr lang="pl-PL" sz="1500" dirty="0">
                <a:solidFill>
                  <a:srgbClr val="FFFFFF"/>
                </a:solidFill>
              </a:rPr>
              <a:t>został przeanalizowany finansowo </a:t>
            </a:r>
          </a:p>
          <a:p>
            <a:pPr algn="ctr">
              <a:lnSpc>
                <a:spcPct val="100000"/>
              </a:lnSpc>
            </a:pPr>
            <a:r>
              <a:rPr lang="pl-PL" sz="1500" dirty="0">
                <a:solidFill>
                  <a:srgbClr val="FFFFFF"/>
                </a:solidFill>
              </a:rPr>
              <a:t>przeszedł przez trudne decyzje </a:t>
            </a:r>
          </a:p>
          <a:p>
            <a:pPr algn="ctr">
              <a:lnSpc>
                <a:spcPct val="100000"/>
              </a:lnSpc>
            </a:pPr>
            <a:r>
              <a:rPr lang="pl-PL" sz="1500" dirty="0">
                <a:solidFill>
                  <a:srgbClr val="FFFFFF"/>
                </a:solidFill>
              </a:rPr>
              <a:t>wykorzystał dane do zarządzania </a:t>
            </a:r>
          </a:p>
          <a:p>
            <a:pPr algn="ctr">
              <a:lnSpc>
                <a:spcPct val="100000"/>
              </a:lnSpc>
            </a:pPr>
            <a:r>
              <a:rPr lang="pl-PL" sz="1500" dirty="0">
                <a:solidFill>
                  <a:srgbClr val="FFFFFF"/>
                </a:solidFill>
              </a:rPr>
              <a:t>zakończył się sukcesem dzięki świadomemu podejściu</a:t>
            </a:r>
          </a:p>
          <a:p>
            <a:pPr algn="ctr">
              <a:lnSpc>
                <a:spcPct val="100000"/>
              </a:lnSpc>
            </a:pPr>
            <a:endParaRPr lang="pl-PL" sz="1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172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ArchVTI">
  <a:themeElements>
    <a:clrScheme name="Custom 42">
      <a:dk1>
        <a:sysClr val="windowText" lastClr="000000"/>
      </a:dk1>
      <a:lt1>
        <a:sysClr val="window" lastClr="FFFFFF"/>
      </a:lt1>
      <a:dk2>
        <a:srgbClr val="642626"/>
      </a:dk2>
      <a:lt2>
        <a:srgbClr val="F3F0E9"/>
      </a:lt2>
      <a:accent1>
        <a:srgbClr val="556D6F"/>
      </a:accent1>
      <a:accent2>
        <a:srgbClr val="C05050"/>
      </a:accent2>
      <a:accent3>
        <a:srgbClr val="BF873A"/>
      </a:accent3>
      <a:accent4>
        <a:srgbClr val="D8897E"/>
      </a:accent4>
      <a:accent5>
        <a:srgbClr val="A4976B"/>
      </a:accent5>
      <a:accent6>
        <a:srgbClr val="D49D8C"/>
      </a:accent6>
      <a:hlink>
        <a:srgbClr val="D13D6E"/>
      </a:hlink>
      <a:folHlink>
        <a:srgbClr val="6C9D92"/>
      </a:folHlink>
    </a:clrScheme>
    <a:fontScheme name="Custom 16">
      <a:majorFont>
        <a:latin typeface="Footlight MT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VTI" id="{23FE938F-4DF0-4C94-8546-C2AC6D26660D}" vid="{62E62DA1-385F-4EE3-8841-58A87FAE2068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1975</Words>
  <Application>Microsoft Office PowerPoint</Application>
  <PresentationFormat>Panoramiczny</PresentationFormat>
  <Paragraphs>273</Paragraphs>
  <Slides>30</Slides>
  <Notes>29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6" baseType="lpstr">
      <vt:lpstr>Aptos</vt:lpstr>
      <vt:lpstr>Arial</vt:lpstr>
      <vt:lpstr>Avenir Next LT Pro</vt:lpstr>
      <vt:lpstr>AvenirNext LT Pro Medium</vt:lpstr>
      <vt:lpstr>Footlight MT Light</vt:lpstr>
      <vt:lpstr>ArchVTI</vt:lpstr>
      <vt:lpstr>EKONOMIKA PROJEKTÓW INFORMATYCZNYCH</vt:lpstr>
      <vt:lpstr>Firma CarSoft</vt:lpstr>
      <vt:lpstr>Czym są koszty projektu IT?</vt:lpstr>
      <vt:lpstr>Składowe kosztów</vt:lpstr>
      <vt:lpstr>CAPEX VS OPEX</vt:lpstr>
      <vt:lpstr>CAPEX VS OPEX W CARSOFT</vt:lpstr>
      <vt:lpstr>Jak oszacować budżet?</vt:lpstr>
      <vt:lpstr>ROI i przychód</vt:lpstr>
      <vt:lpstr>ROI w CarSoft</vt:lpstr>
      <vt:lpstr>Czym jest TCO?</vt:lpstr>
      <vt:lpstr>PRÓG RENTOWNOŚCI</vt:lpstr>
      <vt:lpstr>CYKL ŻYCIA KOSZTÓW</vt:lpstr>
      <vt:lpstr>CYKL ŻYCIA KOSZTÓW W CARSOFT</vt:lpstr>
      <vt:lpstr>PRZEKROCZENIE BUDŻETU</vt:lpstr>
      <vt:lpstr>Wartość funkcjonalności</vt:lpstr>
      <vt:lpstr>DECYZJE W WARUNKACH NIEPEWNOŚCI</vt:lpstr>
      <vt:lpstr>SPI I CPI</vt:lpstr>
      <vt:lpstr>SPI I CPI</vt:lpstr>
      <vt:lpstr>Co oznacza CPI poniżej 1?</vt:lpstr>
      <vt:lpstr>EARNED VALUE MANAGEMENT</vt:lpstr>
      <vt:lpstr>KOSZT JAKOŚCI (CoQ)</vt:lpstr>
      <vt:lpstr>AWARIE WEWNĘTRZNE VS ZEWNĘTRZNE</vt:lpstr>
      <vt:lpstr>MIARY OPŁACALNOŚCI</vt:lpstr>
      <vt:lpstr>ODWRÓCONY ŻELAZNY TRÓJKĄT</vt:lpstr>
      <vt:lpstr>EFEKT HAWTHORNE’A</vt:lpstr>
      <vt:lpstr>EFEKT HAWTHORNE’A</vt:lpstr>
      <vt:lpstr>VANITY METRICS</vt:lpstr>
      <vt:lpstr>COST OF CHANGE</vt:lpstr>
      <vt:lpstr>Najtańsze zmiany to te, które robimy na etapie analizy. Najdroższe to te po wdrożeniu</vt:lpstr>
      <vt:lpstr>PODSUMOWANIE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 Hałys</dc:creator>
  <cp:lastModifiedBy>Filip Hałys</cp:lastModifiedBy>
  <cp:revision>5</cp:revision>
  <dcterms:created xsi:type="dcterms:W3CDTF">2026-03-28T19:41:22Z</dcterms:created>
  <dcterms:modified xsi:type="dcterms:W3CDTF">2026-03-28T20:51:04Z</dcterms:modified>
</cp:coreProperties>
</file>