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0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1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2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3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4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21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22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23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24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25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6667" autoAdjust="0"/>
  </p:normalViewPr>
  <p:slideViewPr>
    <p:cSldViewPr snapToGrid="0">
      <p:cViewPr varScale="1">
        <p:scale>
          <a:sx n="55" d="100"/>
          <a:sy n="55" d="100"/>
        </p:scale>
        <p:origin x="1742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ata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10" Type="http://schemas.openxmlformats.org/officeDocument/2006/relationships/image" Target="../media/image41.svg"/><Relationship Id="rId4" Type="http://schemas.openxmlformats.org/officeDocument/2006/relationships/image" Target="../media/image35.svg"/><Relationship Id="rId9" Type="http://schemas.openxmlformats.org/officeDocument/2006/relationships/image" Target="../media/image40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rawing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10" Type="http://schemas.openxmlformats.org/officeDocument/2006/relationships/image" Target="../media/image41.svg"/><Relationship Id="rId4" Type="http://schemas.openxmlformats.org/officeDocument/2006/relationships/image" Target="../media/image35.svg"/><Relationship Id="rId9" Type="http://schemas.openxmlformats.org/officeDocument/2006/relationships/image" Target="../media/image4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336C0F-4AE9-4765-9509-31A63448E17E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C618DE0-D183-4A6E-AF85-F74BFDFBC1DE}">
      <dgm:prSet/>
      <dgm:spPr/>
      <dgm:t>
        <a:bodyPr/>
        <a:lstStyle/>
        <a:p>
          <a:r>
            <a:rPr lang="pl-PL"/>
            <a:t>Filip </a:t>
          </a:r>
          <a:r>
            <a:rPr lang="en-US"/>
            <a:t>–</a:t>
          </a:r>
          <a:r>
            <a:rPr lang="pl-PL"/>
            <a:t> inżynier danych:</a:t>
          </a:r>
          <a:endParaRPr lang="en-US"/>
        </a:p>
      </dgm:t>
    </dgm:pt>
    <dgm:pt modelId="{A7BA022D-722E-40E2-B4E1-1AF61B983B8B}" type="parTrans" cxnId="{C1E3DF34-39E7-49F6-9E5B-5888CD232C2E}">
      <dgm:prSet/>
      <dgm:spPr/>
      <dgm:t>
        <a:bodyPr/>
        <a:lstStyle/>
        <a:p>
          <a:endParaRPr lang="en-US"/>
        </a:p>
      </dgm:t>
    </dgm:pt>
    <dgm:pt modelId="{453CB012-CF51-4401-AC87-298DDD8F427D}" type="sibTrans" cxnId="{C1E3DF34-39E7-49F6-9E5B-5888CD232C2E}">
      <dgm:prSet/>
      <dgm:spPr/>
      <dgm:t>
        <a:bodyPr/>
        <a:lstStyle/>
        <a:p>
          <a:endParaRPr lang="en-US"/>
        </a:p>
      </dgm:t>
    </dgm:pt>
    <dgm:pt modelId="{5F8FF1E4-9B14-4DDB-872A-01CCB9F05CEA}">
      <dgm:prSet/>
      <dgm:spPr/>
      <dgm:t>
        <a:bodyPr/>
        <a:lstStyle/>
        <a:p>
          <a:r>
            <a:rPr lang="pl-PL"/>
            <a:t>pracuje przy dużych projektach analitycznych </a:t>
          </a:r>
          <a:endParaRPr lang="en-US"/>
        </a:p>
      </dgm:t>
    </dgm:pt>
    <dgm:pt modelId="{624A1EB2-7ED7-4C50-9CFB-FE5B48DD4196}" type="parTrans" cxnId="{8295B037-8E3A-445C-B825-6E4FFE74F9C2}">
      <dgm:prSet/>
      <dgm:spPr/>
      <dgm:t>
        <a:bodyPr/>
        <a:lstStyle/>
        <a:p>
          <a:endParaRPr lang="en-US"/>
        </a:p>
      </dgm:t>
    </dgm:pt>
    <dgm:pt modelId="{F7A2A875-676D-409B-9477-C56971930177}" type="sibTrans" cxnId="{8295B037-8E3A-445C-B825-6E4FFE74F9C2}">
      <dgm:prSet/>
      <dgm:spPr/>
      <dgm:t>
        <a:bodyPr/>
        <a:lstStyle/>
        <a:p>
          <a:endParaRPr lang="en-US"/>
        </a:p>
      </dgm:t>
    </dgm:pt>
    <dgm:pt modelId="{969CD3AB-B46F-4E46-A88E-FF7282B1A064}">
      <dgm:prSet/>
      <dgm:spPr/>
      <dgm:t>
        <a:bodyPr/>
        <a:lstStyle/>
        <a:p>
          <a:r>
            <a:rPr lang="pl-PL"/>
            <a:t>tworzy pipeline’y danych i modele </a:t>
          </a:r>
          <a:endParaRPr lang="en-US"/>
        </a:p>
      </dgm:t>
    </dgm:pt>
    <dgm:pt modelId="{14B755DB-4125-48C3-9C07-279F0FD1CD5D}" type="parTrans" cxnId="{4A42AFA7-08E5-4458-92D8-33892CE6E090}">
      <dgm:prSet/>
      <dgm:spPr/>
      <dgm:t>
        <a:bodyPr/>
        <a:lstStyle/>
        <a:p>
          <a:endParaRPr lang="en-US"/>
        </a:p>
      </dgm:t>
    </dgm:pt>
    <dgm:pt modelId="{3969B8FC-86A7-4161-B549-F5EB08A03C3E}" type="sibTrans" cxnId="{4A42AFA7-08E5-4458-92D8-33892CE6E090}">
      <dgm:prSet/>
      <dgm:spPr/>
      <dgm:t>
        <a:bodyPr/>
        <a:lstStyle/>
        <a:p>
          <a:endParaRPr lang="en-US"/>
        </a:p>
      </dgm:t>
    </dgm:pt>
    <dgm:pt modelId="{F3D6EA85-B7BF-4250-84C3-0E9E7A98EDFB}">
      <dgm:prSet/>
      <dgm:spPr/>
      <dgm:t>
        <a:bodyPr/>
        <a:lstStyle/>
        <a:p>
          <a:r>
            <a:rPr lang="pl-PL"/>
            <a:t>często pracuje pod presją czasu</a:t>
          </a:r>
          <a:endParaRPr lang="en-US"/>
        </a:p>
      </dgm:t>
    </dgm:pt>
    <dgm:pt modelId="{61C4BBCF-22A8-417B-9FC0-1F892779F558}" type="parTrans" cxnId="{5D9C3D73-6801-4B99-9C4F-5FEEB2A3B0FE}">
      <dgm:prSet/>
      <dgm:spPr/>
      <dgm:t>
        <a:bodyPr/>
        <a:lstStyle/>
        <a:p>
          <a:endParaRPr lang="en-US"/>
        </a:p>
      </dgm:t>
    </dgm:pt>
    <dgm:pt modelId="{60A323C3-D5E3-4275-8C23-A40A2BFF48B3}" type="sibTrans" cxnId="{5D9C3D73-6801-4B99-9C4F-5FEEB2A3B0FE}">
      <dgm:prSet/>
      <dgm:spPr/>
      <dgm:t>
        <a:bodyPr/>
        <a:lstStyle/>
        <a:p>
          <a:endParaRPr lang="en-US"/>
        </a:p>
      </dgm:t>
    </dgm:pt>
    <dgm:pt modelId="{0999137A-3AF7-45CE-A476-23766C9CCFE7}" type="pres">
      <dgm:prSet presAssocID="{E3336C0F-4AE9-4765-9509-31A63448E17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B080C06-5825-48D9-AE3D-509EADE2FAC5}" type="pres">
      <dgm:prSet presAssocID="{5C618DE0-D183-4A6E-AF85-F74BFDFBC1DE}" presName="hierRoot1" presStyleCnt="0"/>
      <dgm:spPr/>
    </dgm:pt>
    <dgm:pt modelId="{6AD1E621-FF7E-4989-86F1-87139F304B19}" type="pres">
      <dgm:prSet presAssocID="{5C618DE0-D183-4A6E-AF85-F74BFDFBC1DE}" presName="composite" presStyleCnt="0"/>
      <dgm:spPr/>
    </dgm:pt>
    <dgm:pt modelId="{0E077319-6E05-404E-A48B-3DA09470C210}" type="pres">
      <dgm:prSet presAssocID="{5C618DE0-D183-4A6E-AF85-F74BFDFBC1DE}" presName="background" presStyleLbl="node0" presStyleIdx="0" presStyleCnt="1"/>
      <dgm:spPr/>
    </dgm:pt>
    <dgm:pt modelId="{0BF77248-C577-4F31-B6C7-C6DFDFC6C71A}" type="pres">
      <dgm:prSet presAssocID="{5C618DE0-D183-4A6E-AF85-F74BFDFBC1DE}" presName="text" presStyleLbl="fgAcc0" presStyleIdx="0" presStyleCnt="1">
        <dgm:presLayoutVars>
          <dgm:chPref val="3"/>
        </dgm:presLayoutVars>
      </dgm:prSet>
      <dgm:spPr/>
    </dgm:pt>
    <dgm:pt modelId="{3517CF57-12A9-4F81-B82B-50F87CBF9006}" type="pres">
      <dgm:prSet presAssocID="{5C618DE0-D183-4A6E-AF85-F74BFDFBC1DE}" presName="hierChild2" presStyleCnt="0"/>
      <dgm:spPr/>
    </dgm:pt>
    <dgm:pt modelId="{39364197-C499-4506-A9E8-B19F69C20DAC}" type="pres">
      <dgm:prSet presAssocID="{624A1EB2-7ED7-4C50-9CFB-FE5B48DD4196}" presName="Name10" presStyleLbl="parChTrans1D2" presStyleIdx="0" presStyleCnt="3"/>
      <dgm:spPr/>
    </dgm:pt>
    <dgm:pt modelId="{58B67F0C-B902-453C-8208-796FD04B2BF5}" type="pres">
      <dgm:prSet presAssocID="{5F8FF1E4-9B14-4DDB-872A-01CCB9F05CEA}" presName="hierRoot2" presStyleCnt="0"/>
      <dgm:spPr/>
    </dgm:pt>
    <dgm:pt modelId="{D8DA77F0-F3EA-451D-A053-1041BCD0553E}" type="pres">
      <dgm:prSet presAssocID="{5F8FF1E4-9B14-4DDB-872A-01CCB9F05CEA}" presName="composite2" presStyleCnt="0"/>
      <dgm:spPr/>
    </dgm:pt>
    <dgm:pt modelId="{68FB55BE-7B12-49A9-A24F-43BA3BEE4D4F}" type="pres">
      <dgm:prSet presAssocID="{5F8FF1E4-9B14-4DDB-872A-01CCB9F05CEA}" presName="background2" presStyleLbl="node2" presStyleIdx="0" presStyleCnt="3"/>
      <dgm:spPr/>
    </dgm:pt>
    <dgm:pt modelId="{BC84A91F-9DB5-4560-90A7-425D7C74DA85}" type="pres">
      <dgm:prSet presAssocID="{5F8FF1E4-9B14-4DDB-872A-01CCB9F05CEA}" presName="text2" presStyleLbl="fgAcc2" presStyleIdx="0" presStyleCnt="3">
        <dgm:presLayoutVars>
          <dgm:chPref val="3"/>
        </dgm:presLayoutVars>
      </dgm:prSet>
      <dgm:spPr/>
    </dgm:pt>
    <dgm:pt modelId="{1315DFCC-BB88-4935-9C12-D7603CF17CBE}" type="pres">
      <dgm:prSet presAssocID="{5F8FF1E4-9B14-4DDB-872A-01CCB9F05CEA}" presName="hierChild3" presStyleCnt="0"/>
      <dgm:spPr/>
    </dgm:pt>
    <dgm:pt modelId="{A0999FA6-560F-494D-AC95-DA653B45BEF9}" type="pres">
      <dgm:prSet presAssocID="{14B755DB-4125-48C3-9C07-279F0FD1CD5D}" presName="Name10" presStyleLbl="parChTrans1D2" presStyleIdx="1" presStyleCnt="3"/>
      <dgm:spPr/>
    </dgm:pt>
    <dgm:pt modelId="{177FE652-46CD-4F92-A819-DA48E9F4FB0F}" type="pres">
      <dgm:prSet presAssocID="{969CD3AB-B46F-4E46-A88E-FF7282B1A064}" presName="hierRoot2" presStyleCnt="0"/>
      <dgm:spPr/>
    </dgm:pt>
    <dgm:pt modelId="{B375A7AC-F56D-4621-879B-B65BF961CF37}" type="pres">
      <dgm:prSet presAssocID="{969CD3AB-B46F-4E46-A88E-FF7282B1A064}" presName="composite2" presStyleCnt="0"/>
      <dgm:spPr/>
    </dgm:pt>
    <dgm:pt modelId="{334C9254-7CD4-4DE3-995D-25EEDDA04449}" type="pres">
      <dgm:prSet presAssocID="{969CD3AB-B46F-4E46-A88E-FF7282B1A064}" presName="background2" presStyleLbl="node2" presStyleIdx="1" presStyleCnt="3"/>
      <dgm:spPr/>
    </dgm:pt>
    <dgm:pt modelId="{D160EEF4-948C-40CA-A783-5EF989AFBF5E}" type="pres">
      <dgm:prSet presAssocID="{969CD3AB-B46F-4E46-A88E-FF7282B1A064}" presName="text2" presStyleLbl="fgAcc2" presStyleIdx="1" presStyleCnt="3">
        <dgm:presLayoutVars>
          <dgm:chPref val="3"/>
        </dgm:presLayoutVars>
      </dgm:prSet>
      <dgm:spPr/>
    </dgm:pt>
    <dgm:pt modelId="{A27C5A10-60E7-4F61-8344-F4D36CD38B61}" type="pres">
      <dgm:prSet presAssocID="{969CD3AB-B46F-4E46-A88E-FF7282B1A064}" presName="hierChild3" presStyleCnt="0"/>
      <dgm:spPr/>
    </dgm:pt>
    <dgm:pt modelId="{8A4DF05F-BEB1-4A9C-BC07-A760BFE838EB}" type="pres">
      <dgm:prSet presAssocID="{61C4BBCF-22A8-417B-9FC0-1F892779F558}" presName="Name10" presStyleLbl="parChTrans1D2" presStyleIdx="2" presStyleCnt="3"/>
      <dgm:spPr/>
    </dgm:pt>
    <dgm:pt modelId="{3353893C-4D10-4C0F-8ED9-90D5B068F8BC}" type="pres">
      <dgm:prSet presAssocID="{F3D6EA85-B7BF-4250-84C3-0E9E7A98EDFB}" presName="hierRoot2" presStyleCnt="0"/>
      <dgm:spPr/>
    </dgm:pt>
    <dgm:pt modelId="{DEDC4073-A9D6-4FDE-812D-7C20FE8441E8}" type="pres">
      <dgm:prSet presAssocID="{F3D6EA85-B7BF-4250-84C3-0E9E7A98EDFB}" presName="composite2" presStyleCnt="0"/>
      <dgm:spPr/>
    </dgm:pt>
    <dgm:pt modelId="{EC89D4C3-9880-4729-A578-2F9E3D196FEC}" type="pres">
      <dgm:prSet presAssocID="{F3D6EA85-B7BF-4250-84C3-0E9E7A98EDFB}" presName="background2" presStyleLbl="node2" presStyleIdx="2" presStyleCnt="3"/>
      <dgm:spPr/>
    </dgm:pt>
    <dgm:pt modelId="{F4A5D867-9119-441E-A83D-5DB5F73B209C}" type="pres">
      <dgm:prSet presAssocID="{F3D6EA85-B7BF-4250-84C3-0E9E7A98EDFB}" presName="text2" presStyleLbl="fgAcc2" presStyleIdx="2" presStyleCnt="3">
        <dgm:presLayoutVars>
          <dgm:chPref val="3"/>
        </dgm:presLayoutVars>
      </dgm:prSet>
      <dgm:spPr/>
    </dgm:pt>
    <dgm:pt modelId="{A0A75C5D-A1D2-4A72-914F-74EE97C21864}" type="pres">
      <dgm:prSet presAssocID="{F3D6EA85-B7BF-4250-84C3-0E9E7A98EDFB}" presName="hierChild3" presStyleCnt="0"/>
      <dgm:spPr/>
    </dgm:pt>
  </dgm:ptLst>
  <dgm:cxnLst>
    <dgm:cxn modelId="{025C0B14-359B-4BA0-A772-8DF51436C3A8}" type="presOf" srcId="{14B755DB-4125-48C3-9C07-279F0FD1CD5D}" destId="{A0999FA6-560F-494D-AC95-DA653B45BEF9}" srcOrd="0" destOrd="0" presId="urn:microsoft.com/office/officeart/2005/8/layout/hierarchy1"/>
    <dgm:cxn modelId="{0FAAA01A-B953-46A7-90BE-49448961ABF0}" type="presOf" srcId="{F3D6EA85-B7BF-4250-84C3-0E9E7A98EDFB}" destId="{F4A5D867-9119-441E-A83D-5DB5F73B209C}" srcOrd="0" destOrd="0" presId="urn:microsoft.com/office/officeart/2005/8/layout/hierarchy1"/>
    <dgm:cxn modelId="{C1E3DF34-39E7-49F6-9E5B-5888CD232C2E}" srcId="{E3336C0F-4AE9-4765-9509-31A63448E17E}" destId="{5C618DE0-D183-4A6E-AF85-F74BFDFBC1DE}" srcOrd="0" destOrd="0" parTransId="{A7BA022D-722E-40E2-B4E1-1AF61B983B8B}" sibTransId="{453CB012-CF51-4401-AC87-298DDD8F427D}"/>
    <dgm:cxn modelId="{8295B037-8E3A-445C-B825-6E4FFE74F9C2}" srcId="{5C618DE0-D183-4A6E-AF85-F74BFDFBC1DE}" destId="{5F8FF1E4-9B14-4DDB-872A-01CCB9F05CEA}" srcOrd="0" destOrd="0" parTransId="{624A1EB2-7ED7-4C50-9CFB-FE5B48DD4196}" sibTransId="{F7A2A875-676D-409B-9477-C56971930177}"/>
    <dgm:cxn modelId="{81672864-F7BE-47A3-9F00-F0774A56B8CC}" type="presOf" srcId="{969CD3AB-B46F-4E46-A88E-FF7282B1A064}" destId="{D160EEF4-948C-40CA-A783-5EF989AFBF5E}" srcOrd="0" destOrd="0" presId="urn:microsoft.com/office/officeart/2005/8/layout/hierarchy1"/>
    <dgm:cxn modelId="{5D9C3D73-6801-4B99-9C4F-5FEEB2A3B0FE}" srcId="{5C618DE0-D183-4A6E-AF85-F74BFDFBC1DE}" destId="{F3D6EA85-B7BF-4250-84C3-0E9E7A98EDFB}" srcOrd="2" destOrd="0" parTransId="{61C4BBCF-22A8-417B-9FC0-1F892779F558}" sibTransId="{60A323C3-D5E3-4275-8C23-A40A2BFF48B3}"/>
    <dgm:cxn modelId="{2A0BB289-1603-4ACA-83A6-D3A0A383CC22}" type="presOf" srcId="{5C618DE0-D183-4A6E-AF85-F74BFDFBC1DE}" destId="{0BF77248-C577-4F31-B6C7-C6DFDFC6C71A}" srcOrd="0" destOrd="0" presId="urn:microsoft.com/office/officeart/2005/8/layout/hierarchy1"/>
    <dgm:cxn modelId="{4A42AFA7-08E5-4458-92D8-33892CE6E090}" srcId="{5C618DE0-D183-4A6E-AF85-F74BFDFBC1DE}" destId="{969CD3AB-B46F-4E46-A88E-FF7282B1A064}" srcOrd="1" destOrd="0" parTransId="{14B755DB-4125-48C3-9C07-279F0FD1CD5D}" sibTransId="{3969B8FC-86A7-4161-B549-F5EB08A03C3E}"/>
    <dgm:cxn modelId="{967486C9-D1D4-41BD-AD68-22D26B7A2497}" type="presOf" srcId="{5F8FF1E4-9B14-4DDB-872A-01CCB9F05CEA}" destId="{BC84A91F-9DB5-4560-90A7-425D7C74DA85}" srcOrd="0" destOrd="0" presId="urn:microsoft.com/office/officeart/2005/8/layout/hierarchy1"/>
    <dgm:cxn modelId="{028F83D6-4CB0-4318-B4A9-2BAFB0EBA452}" type="presOf" srcId="{E3336C0F-4AE9-4765-9509-31A63448E17E}" destId="{0999137A-3AF7-45CE-A476-23766C9CCFE7}" srcOrd="0" destOrd="0" presId="urn:microsoft.com/office/officeart/2005/8/layout/hierarchy1"/>
    <dgm:cxn modelId="{819499E0-BAA5-40F5-A93E-3E7156BE8199}" type="presOf" srcId="{61C4BBCF-22A8-417B-9FC0-1F892779F558}" destId="{8A4DF05F-BEB1-4A9C-BC07-A760BFE838EB}" srcOrd="0" destOrd="0" presId="urn:microsoft.com/office/officeart/2005/8/layout/hierarchy1"/>
    <dgm:cxn modelId="{40BD81EE-9068-4FAC-AEFC-D8F41BC257F8}" type="presOf" srcId="{624A1EB2-7ED7-4C50-9CFB-FE5B48DD4196}" destId="{39364197-C499-4506-A9E8-B19F69C20DAC}" srcOrd="0" destOrd="0" presId="urn:microsoft.com/office/officeart/2005/8/layout/hierarchy1"/>
    <dgm:cxn modelId="{6B6E24CF-5AC3-4FA1-848E-44C92E694083}" type="presParOf" srcId="{0999137A-3AF7-45CE-A476-23766C9CCFE7}" destId="{9B080C06-5825-48D9-AE3D-509EADE2FAC5}" srcOrd="0" destOrd="0" presId="urn:microsoft.com/office/officeart/2005/8/layout/hierarchy1"/>
    <dgm:cxn modelId="{6926B8E6-D9DB-45DF-BFD0-64AF67D7743C}" type="presParOf" srcId="{9B080C06-5825-48D9-AE3D-509EADE2FAC5}" destId="{6AD1E621-FF7E-4989-86F1-87139F304B19}" srcOrd="0" destOrd="0" presId="urn:microsoft.com/office/officeart/2005/8/layout/hierarchy1"/>
    <dgm:cxn modelId="{A93E600B-7D47-4764-BDB3-8861AA2C66A9}" type="presParOf" srcId="{6AD1E621-FF7E-4989-86F1-87139F304B19}" destId="{0E077319-6E05-404E-A48B-3DA09470C210}" srcOrd="0" destOrd="0" presId="urn:microsoft.com/office/officeart/2005/8/layout/hierarchy1"/>
    <dgm:cxn modelId="{FEF6EFCE-D8E9-407B-B2F4-D7E142F077FE}" type="presParOf" srcId="{6AD1E621-FF7E-4989-86F1-87139F304B19}" destId="{0BF77248-C577-4F31-B6C7-C6DFDFC6C71A}" srcOrd="1" destOrd="0" presId="urn:microsoft.com/office/officeart/2005/8/layout/hierarchy1"/>
    <dgm:cxn modelId="{48F4386B-CACC-46C5-A63E-5CE0F8D7401D}" type="presParOf" srcId="{9B080C06-5825-48D9-AE3D-509EADE2FAC5}" destId="{3517CF57-12A9-4F81-B82B-50F87CBF9006}" srcOrd="1" destOrd="0" presId="urn:microsoft.com/office/officeart/2005/8/layout/hierarchy1"/>
    <dgm:cxn modelId="{AAA05968-0BD1-468C-8E30-873F5853250C}" type="presParOf" srcId="{3517CF57-12A9-4F81-B82B-50F87CBF9006}" destId="{39364197-C499-4506-A9E8-B19F69C20DAC}" srcOrd="0" destOrd="0" presId="urn:microsoft.com/office/officeart/2005/8/layout/hierarchy1"/>
    <dgm:cxn modelId="{46FF399B-0229-4CDD-8A89-B44987BD173D}" type="presParOf" srcId="{3517CF57-12A9-4F81-B82B-50F87CBF9006}" destId="{58B67F0C-B902-453C-8208-796FD04B2BF5}" srcOrd="1" destOrd="0" presId="urn:microsoft.com/office/officeart/2005/8/layout/hierarchy1"/>
    <dgm:cxn modelId="{CEA84765-8F91-4757-A5E1-00F18B4658DC}" type="presParOf" srcId="{58B67F0C-B902-453C-8208-796FD04B2BF5}" destId="{D8DA77F0-F3EA-451D-A053-1041BCD0553E}" srcOrd="0" destOrd="0" presId="urn:microsoft.com/office/officeart/2005/8/layout/hierarchy1"/>
    <dgm:cxn modelId="{112DFF43-9417-4773-A90C-524FD271908F}" type="presParOf" srcId="{D8DA77F0-F3EA-451D-A053-1041BCD0553E}" destId="{68FB55BE-7B12-49A9-A24F-43BA3BEE4D4F}" srcOrd="0" destOrd="0" presId="urn:microsoft.com/office/officeart/2005/8/layout/hierarchy1"/>
    <dgm:cxn modelId="{D6BDDDE4-045B-488F-84F2-A7B4D2AA5AA4}" type="presParOf" srcId="{D8DA77F0-F3EA-451D-A053-1041BCD0553E}" destId="{BC84A91F-9DB5-4560-90A7-425D7C74DA85}" srcOrd="1" destOrd="0" presId="urn:microsoft.com/office/officeart/2005/8/layout/hierarchy1"/>
    <dgm:cxn modelId="{3668F158-FB2D-48FD-B68E-4B6A62A204C7}" type="presParOf" srcId="{58B67F0C-B902-453C-8208-796FD04B2BF5}" destId="{1315DFCC-BB88-4935-9C12-D7603CF17CBE}" srcOrd="1" destOrd="0" presId="urn:microsoft.com/office/officeart/2005/8/layout/hierarchy1"/>
    <dgm:cxn modelId="{E1E2194C-ADF2-41E8-B549-6B91D2C3BC5A}" type="presParOf" srcId="{3517CF57-12A9-4F81-B82B-50F87CBF9006}" destId="{A0999FA6-560F-494D-AC95-DA653B45BEF9}" srcOrd="2" destOrd="0" presId="urn:microsoft.com/office/officeart/2005/8/layout/hierarchy1"/>
    <dgm:cxn modelId="{1F59B169-5F22-4983-BAA5-B8ACB7DCEB97}" type="presParOf" srcId="{3517CF57-12A9-4F81-B82B-50F87CBF9006}" destId="{177FE652-46CD-4F92-A819-DA48E9F4FB0F}" srcOrd="3" destOrd="0" presId="urn:microsoft.com/office/officeart/2005/8/layout/hierarchy1"/>
    <dgm:cxn modelId="{93EF2F8B-5D51-4929-B05C-E170DDCF3E89}" type="presParOf" srcId="{177FE652-46CD-4F92-A819-DA48E9F4FB0F}" destId="{B375A7AC-F56D-4621-879B-B65BF961CF37}" srcOrd="0" destOrd="0" presId="urn:microsoft.com/office/officeart/2005/8/layout/hierarchy1"/>
    <dgm:cxn modelId="{682DFD1C-BDBE-4938-B1D1-BDCAC02073E4}" type="presParOf" srcId="{B375A7AC-F56D-4621-879B-B65BF961CF37}" destId="{334C9254-7CD4-4DE3-995D-25EEDDA04449}" srcOrd="0" destOrd="0" presId="urn:microsoft.com/office/officeart/2005/8/layout/hierarchy1"/>
    <dgm:cxn modelId="{5523F8D2-83F5-4191-98A1-E03C7F58F951}" type="presParOf" srcId="{B375A7AC-F56D-4621-879B-B65BF961CF37}" destId="{D160EEF4-948C-40CA-A783-5EF989AFBF5E}" srcOrd="1" destOrd="0" presId="urn:microsoft.com/office/officeart/2005/8/layout/hierarchy1"/>
    <dgm:cxn modelId="{DCA3C07E-3C32-4D88-A654-A01402B255F6}" type="presParOf" srcId="{177FE652-46CD-4F92-A819-DA48E9F4FB0F}" destId="{A27C5A10-60E7-4F61-8344-F4D36CD38B61}" srcOrd="1" destOrd="0" presId="urn:microsoft.com/office/officeart/2005/8/layout/hierarchy1"/>
    <dgm:cxn modelId="{E4D8C47A-3343-4F0F-B963-2B2FA6692AB5}" type="presParOf" srcId="{3517CF57-12A9-4F81-B82B-50F87CBF9006}" destId="{8A4DF05F-BEB1-4A9C-BC07-A760BFE838EB}" srcOrd="4" destOrd="0" presId="urn:microsoft.com/office/officeart/2005/8/layout/hierarchy1"/>
    <dgm:cxn modelId="{964047A3-D5FC-4444-9F31-2B6D72C94B4B}" type="presParOf" srcId="{3517CF57-12A9-4F81-B82B-50F87CBF9006}" destId="{3353893C-4D10-4C0F-8ED9-90D5B068F8BC}" srcOrd="5" destOrd="0" presId="urn:microsoft.com/office/officeart/2005/8/layout/hierarchy1"/>
    <dgm:cxn modelId="{14DD6EB0-08E8-4C37-8227-F6B921E577E4}" type="presParOf" srcId="{3353893C-4D10-4C0F-8ED9-90D5B068F8BC}" destId="{DEDC4073-A9D6-4FDE-812D-7C20FE8441E8}" srcOrd="0" destOrd="0" presId="urn:microsoft.com/office/officeart/2005/8/layout/hierarchy1"/>
    <dgm:cxn modelId="{C293B8DF-06E9-4DE2-A4FB-B846F5E934ED}" type="presParOf" srcId="{DEDC4073-A9D6-4FDE-812D-7C20FE8441E8}" destId="{EC89D4C3-9880-4729-A578-2F9E3D196FEC}" srcOrd="0" destOrd="0" presId="urn:microsoft.com/office/officeart/2005/8/layout/hierarchy1"/>
    <dgm:cxn modelId="{7B282992-3921-4617-976C-877BEF4E2914}" type="presParOf" srcId="{DEDC4073-A9D6-4FDE-812D-7C20FE8441E8}" destId="{F4A5D867-9119-441E-A83D-5DB5F73B209C}" srcOrd="1" destOrd="0" presId="urn:microsoft.com/office/officeart/2005/8/layout/hierarchy1"/>
    <dgm:cxn modelId="{B9FA6EC8-B327-40D8-98BC-B1F250ECE694}" type="presParOf" srcId="{3353893C-4D10-4C0F-8ED9-90D5B068F8BC}" destId="{A0A75C5D-A1D2-4A72-914F-74EE97C2186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F4556D-07F3-4486-8937-4E43B54DC36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C716AC7-8777-4A97-BE68-117E68CF620F}">
      <dgm:prSet/>
      <dgm:spPr/>
      <dgm:t>
        <a:bodyPr/>
        <a:lstStyle/>
        <a:p>
          <a:r>
            <a:rPr lang="pl-PL"/>
            <a:t>Personal Software Process (PSP) to metoda zarządzania własną prac</a:t>
          </a:r>
          <a:r>
            <a:rPr lang="en-US"/>
            <a:t>ą</a:t>
          </a:r>
          <a:r>
            <a:rPr lang="pl-PL"/>
            <a:t>.</a:t>
          </a:r>
          <a:endParaRPr lang="en-US"/>
        </a:p>
      </dgm:t>
    </dgm:pt>
    <dgm:pt modelId="{88B93FC7-3067-46BD-814E-3A1B7B5EC8DE}" type="parTrans" cxnId="{9463A57C-39C7-4A70-AA5E-0109D3350D80}">
      <dgm:prSet/>
      <dgm:spPr/>
      <dgm:t>
        <a:bodyPr/>
        <a:lstStyle/>
        <a:p>
          <a:endParaRPr lang="en-US"/>
        </a:p>
      </dgm:t>
    </dgm:pt>
    <dgm:pt modelId="{6492AB48-57A2-449B-83C8-2CCAD3A25AED}" type="sibTrans" cxnId="{9463A57C-39C7-4A70-AA5E-0109D3350D80}">
      <dgm:prSet/>
      <dgm:spPr/>
      <dgm:t>
        <a:bodyPr/>
        <a:lstStyle/>
        <a:p>
          <a:endParaRPr lang="en-US"/>
        </a:p>
      </dgm:t>
    </dgm:pt>
    <dgm:pt modelId="{2CBB2B79-5127-40D2-A220-B89F36E45FA6}">
      <dgm:prSet/>
      <dgm:spPr/>
      <dgm:t>
        <a:bodyPr/>
        <a:lstStyle/>
        <a:p>
          <a:r>
            <a:rPr lang="pl-PL"/>
            <a:t>Pozwala mierzyć, analizować i poprawiać jakość oraz produktywność.</a:t>
          </a:r>
          <a:endParaRPr lang="en-US"/>
        </a:p>
      </dgm:t>
    </dgm:pt>
    <dgm:pt modelId="{3BAE759F-0DD2-4A6D-8286-0FB18A00D252}" type="parTrans" cxnId="{4A77B424-7FC5-4572-9349-C687CAF186CF}">
      <dgm:prSet/>
      <dgm:spPr/>
      <dgm:t>
        <a:bodyPr/>
        <a:lstStyle/>
        <a:p>
          <a:endParaRPr lang="en-US"/>
        </a:p>
      </dgm:t>
    </dgm:pt>
    <dgm:pt modelId="{D1F2FB4F-83E1-4388-8632-FB9AB0EACC9A}" type="sibTrans" cxnId="{4A77B424-7FC5-4572-9349-C687CAF186CF}">
      <dgm:prSet/>
      <dgm:spPr/>
      <dgm:t>
        <a:bodyPr/>
        <a:lstStyle/>
        <a:p>
          <a:endParaRPr lang="en-US"/>
        </a:p>
      </dgm:t>
    </dgm:pt>
    <dgm:pt modelId="{2FA14E8D-A3C4-46E6-885A-CFAF65CC6190}">
      <dgm:prSet/>
      <dgm:spPr/>
      <dgm:t>
        <a:bodyPr/>
        <a:lstStyle/>
        <a:p>
          <a:r>
            <a:rPr lang="pl-PL"/>
            <a:t>PSP to podejście, które traktuje </a:t>
          </a:r>
          <a:r>
            <a:rPr lang="en-US"/>
            <a:t>pracownika (np. </a:t>
          </a:r>
          <a:r>
            <a:rPr lang="pl-PL"/>
            <a:t>Inżyniera</a:t>
          </a:r>
          <a:r>
            <a:rPr lang="en-US"/>
            <a:t> danych)</a:t>
          </a:r>
          <a:r>
            <a:rPr lang="pl-PL"/>
            <a:t> jak </a:t>
          </a:r>
          <a:r>
            <a:rPr lang="en-US"/>
            <a:t>“</a:t>
          </a:r>
          <a:r>
            <a:rPr lang="pl-PL"/>
            <a:t>mini</a:t>
          </a:r>
          <a:r>
            <a:rPr lang="en-US"/>
            <a:t> </a:t>
          </a:r>
          <a:r>
            <a:rPr lang="pl-PL"/>
            <a:t>proje</a:t>
          </a:r>
          <a:r>
            <a:rPr lang="en-US"/>
            <a:t>k</a:t>
          </a:r>
          <a:r>
            <a:rPr lang="pl-PL"/>
            <a:t>t</a:t>
          </a:r>
          <a:r>
            <a:rPr lang="en-US"/>
            <a:t>”</a:t>
          </a:r>
          <a:r>
            <a:rPr lang="pl-PL"/>
            <a:t>. To oznacza, że zarządza on swoją pracą tak, jak zarządza się całym projektem</a:t>
          </a:r>
          <a:endParaRPr lang="en-US"/>
        </a:p>
      </dgm:t>
    </dgm:pt>
    <dgm:pt modelId="{15A562F4-0874-480C-BBE8-2253B7E3496A}" type="parTrans" cxnId="{889C8193-DF35-45BB-99D7-81E4219BDB59}">
      <dgm:prSet/>
      <dgm:spPr/>
      <dgm:t>
        <a:bodyPr/>
        <a:lstStyle/>
        <a:p>
          <a:endParaRPr lang="en-US"/>
        </a:p>
      </dgm:t>
    </dgm:pt>
    <dgm:pt modelId="{36386090-18F6-4CF9-92E8-BF535F4609BE}" type="sibTrans" cxnId="{889C8193-DF35-45BB-99D7-81E4219BDB59}">
      <dgm:prSet/>
      <dgm:spPr/>
      <dgm:t>
        <a:bodyPr/>
        <a:lstStyle/>
        <a:p>
          <a:endParaRPr lang="en-US"/>
        </a:p>
      </dgm:t>
    </dgm:pt>
    <dgm:pt modelId="{52A40870-923F-444E-842A-C3DB5B16C4BD}" type="pres">
      <dgm:prSet presAssocID="{96F4556D-07F3-4486-8937-4E43B54DC36C}" presName="root" presStyleCnt="0">
        <dgm:presLayoutVars>
          <dgm:dir/>
          <dgm:resizeHandles val="exact"/>
        </dgm:presLayoutVars>
      </dgm:prSet>
      <dgm:spPr/>
    </dgm:pt>
    <dgm:pt modelId="{ECF19B2A-A703-43C6-8BBD-57D8DE8E32F1}" type="pres">
      <dgm:prSet presAssocID="{4C716AC7-8777-4A97-BE68-117E68CF620F}" presName="compNode" presStyleCnt="0"/>
      <dgm:spPr/>
    </dgm:pt>
    <dgm:pt modelId="{648D4A8F-9AB9-4014-8078-2B2B1BCE0FAF}" type="pres">
      <dgm:prSet presAssocID="{4C716AC7-8777-4A97-BE68-117E68CF620F}" presName="bgRect" presStyleLbl="bgShp" presStyleIdx="0" presStyleCnt="3"/>
      <dgm:spPr/>
    </dgm:pt>
    <dgm:pt modelId="{0149B545-A992-486E-90DB-F734398F010A}" type="pres">
      <dgm:prSet presAssocID="{4C716AC7-8777-4A97-BE68-117E68CF620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ia"/>
        </a:ext>
      </dgm:extLst>
    </dgm:pt>
    <dgm:pt modelId="{0E369FB3-F9FF-4A58-B249-E35F1F999EDB}" type="pres">
      <dgm:prSet presAssocID="{4C716AC7-8777-4A97-BE68-117E68CF620F}" presName="spaceRect" presStyleCnt="0"/>
      <dgm:spPr/>
    </dgm:pt>
    <dgm:pt modelId="{FACB5848-B6FC-4572-A79E-242E020301A1}" type="pres">
      <dgm:prSet presAssocID="{4C716AC7-8777-4A97-BE68-117E68CF620F}" presName="parTx" presStyleLbl="revTx" presStyleIdx="0" presStyleCnt="3">
        <dgm:presLayoutVars>
          <dgm:chMax val="0"/>
          <dgm:chPref val="0"/>
        </dgm:presLayoutVars>
      </dgm:prSet>
      <dgm:spPr/>
    </dgm:pt>
    <dgm:pt modelId="{5FAA3B15-0D03-4878-8257-2BDA80D8F134}" type="pres">
      <dgm:prSet presAssocID="{6492AB48-57A2-449B-83C8-2CCAD3A25AED}" presName="sibTrans" presStyleCnt="0"/>
      <dgm:spPr/>
    </dgm:pt>
    <dgm:pt modelId="{06B8FE52-1010-4849-9C88-DFBCA5FDD126}" type="pres">
      <dgm:prSet presAssocID="{2CBB2B79-5127-40D2-A220-B89F36E45FA6}" presName="compNode" presStyleCnt="0"/>
      <dgm:spPr/>
    </dgm:pt>
    <dgm:pt modelId="{F4BF97B3-A857-4DA6-AEEC-0C2F431DECA9}" type="pres">
      <dgm:prSet presAssocID="{2CBB2B79-5127-40D2-A220-B89F36E45FA6}" presName="bgRect" presStyleLbl="bgShp" presStyleIdx="1" presStyleCnt="3"/>
      <dgm:spPr/>
    </dgm:pt>
    <dgm:pt modelId="{7E178D63-F288-4B80-8C19-722ED95ED74F}" type="pres">
      <dgm:prSet presAssocID="{2CBB2B79-5127-40D2-A220-B89F36E45FA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ystyki"/>
        </a:ext>
      </dgm:extLst>
    </dgm:pt>
    <dgm:pt modelId="{24E35271-879F-4D8A-8B22-F6DC2DA61E1F}" type="pres">
      <dgm:prSet presAssocID="{2CBB2B79-5127-40D2-A220-B89F36E45FA6}" presName="spaceRect" presStyleCnt="0"/>
      <dgm:spPr/>
    </dgm:pt>
    <dgm:pt modelId="{DADB2026-D2A3-42EE-A01F-A0B9E38DB0D1}" type="pres">
      <dgm:prSet presAssocID="{2CBB2B79-5127-40D2-A220-B89F36E45FA6}" presName="parTx" presStyleLbl="revTx" presStyleIdx="1" presStyleCnt="3">
        <dgm:presLayoutVars>
          <dgm:chMax val="0"/>
          <dgm:chPref val="0"/>
        </dgm:presLayoutVars>
      </dgm:prSet>
      <dgm:spPr/>
    </dgm:pt>
    <dgm:pt modelId="{C701DD21-3B2F-481A-B225-C5C61A725DE6}" type="pres">
      <dgm:prSet presAssocID="{D1F2FB4F-83E1-4388-8632-FB9AB0EACC9A}" presName="sibTrans" presStyleCnt="0"/>
      <dgm:spPr/>
    </dgm:pt>
    <dgm:pt modelId="{DBE33DBF-DB21-4E4B-907C-7DBDE560D7D5}" type="pres">
      <dgm:prSet presAssocID="{2FA14E8D-A3C4-46E6-885A-CFAF65CC6190}" presName="compNode" presStyleCnt="0"/>
      <dgm:spPr/>
    </dgm:pt>
    <dgm:pt modelId="{1E801604-A7BE-4926-9DD6-8AA0B72F53BD}" type="pres">
      <dgm:prSet presAssocID="{2FA14E8D-A3C4-46E6-885A-CFAF65CC6190}" presName="bgRect" presStyleLbl="bgShp" presStyleIdx="2" presStyleCnt="3"/>
      <dgm:spPr/>
    </dgm:pt>
    <dgm:pt modelId="{8001F722-0131-4862-B2CC-55ED3D9F920C}" type="pres">
      <dgm:prSet presAssocID="{2FA14E8D-A3C4-46E6-885A-CFAF65CC619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fused Face with No Fill"/>
        </a:ext>
      </dgm:extLst>
    </dgm:pt>
    <dgm:pt modelId="{8AEB3D58-CD7D-4C53-BE14-33D151D0E598}" type="pres">
      <dgm:prSet presAssocID="{2FA14E8D-A3C4-46E6-885A-CFAF65CC6190}" presName="spaceRect" presStyleCnt="0"/>
      <dgm:spPr/>
    </dgm:pt>
    <dgm:pt modelId="{7C7DF04F-173B-405F-80AE-31156481A292}" type="pres">
      <dgm:prSet presAssocID="{2FA14E8D-A3C4-46E6-885A-CFAF65CC619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2201A21-2135-4F4E-8F56-4C3964EA7E3C}" type="presOf" srcId="{2FA14E8D-A3C4-46E6-885A-CFAF65CC6190}" destId="{7C7DF04F-173B-405F-80AE-31156481A292}" srcOrd="0" destOrd="0" presId="urn:microsoft.com/office/officeart/2018/2/layout/IconVerticalSolidList"/>
    <dgm:cxn modelId="{4A77B424-7FC5-4572-9349-C687CAF186CF}" srcId="{96F4556D-07F3-4486-8937-4E43B54DC36C}" destId="{2CBB2B79-5127-40D2-A220-B89F36E45FA6}" srcOrd="1" destOrd="0" parTransId="{3BAE759F-0DD2-4A6D-8286-0FB18A00D252}" sibTransId="{D1F2FB4F-83E1-4388-8632-FB9AB0EACC9A}"/>
    <dgm:cxn modelId="{97473C2B-D397-4FBF-9252-F97D8E93A393}" type="presOf" srcId="{4C716AC7-8777-4A97-BE68-117E68CF620F}" destId="{FACB5848-B6FC-4572-A79E-242E020301A1}" srcOrd="0" destOrd="0" presId="urn:microsoft.com/office/officeart/2018/2/layout/IconVerticalSolidList"/>
    <dgm:cxn modelId="{9463A57C-39C7-4A70-AA5E-0109D3350D80}" srcId="{96F4556D-07F3-4486-8937-4E43B54DC36C}" destId="{4C716AC7-8777-4A97-BE68-117E68CF620F}" srcOrd="0" destOrd="0" parTransId="{88B93FC7-3067-46BD-814E-3A1B7B5EC8DE}" sibTransId="{6492AB48-57A2-449B-83C8-2CCAD3A25AED}"/>
    <dgm:cxn modelId="{889C8193-DF35-45BB-99D7-81E4219BDB59}" srcId="{96F4556D-07F3-4486-8937-4E43B54DC36C}" destId="{2FA14E8D-A3C4-46E6-885A-CFAF65CC6190}" srcOrd="2" destOrd="0" parTransId="{15A562F4-0874-480C-BBE8-2253B7E3496A}" sibTransId="{36386090-18F6-4CF9-92E8-BF535F4609BE}"/>
    <dgm:cxn modelId="{A5FCB0D1-E7A7-4D14-941A-6D535AD678BB}" type="presOf" srcId="{96F4556D-07F3-4486-8937-4E43B54DC36C}" destId="{52A40870-923F-444E-842A-C3DB5B16C4BD}" srcOrd="0" destOrd="0" presId="urn:microsoft.com/office/officeart/2018/2/layout/IconVerticalSolidList"/>
    <dgm:cxn modelId="{5787BBD9-9096-43BB-8DF2-5E6EA1E270AE}" type="presOf" srcId="{2CBB2B79-5127-40D2-A220-B89F36E45FA6}" destId="{DADB2026-D2A3-42EE-A01F-A0B9E38DB0D1}" srcOrd="0" destOrd="0" presId="urn:microsoft.com/office/officeart/2018/2/layout/IconVerticalSolidList"/>
    <dgm:cxn modelId="{119F70A2-D0CD-4AE2-8201-4C073101FE1E}" type="presParOf" srcId="{52A40870-923F-444E-842A-C3DB5B16C4BD}" destId="{ECF19B2A-A703-43C6-8BBD-57D8DE8E32F1}" srcOrd="0" destOrd="0" presId="urn:microsoft.com/office/officeart/2018/2/layout/IconVerticalSolidList"/>
    <dgm:cxn modelId="{0675F854-5CA0-47A7-A8E6-742A3937D490}" type="presParOf" srcId="{ECF19B2A-A703-43C6-8BBD-57D8DE8E32F1}" destId="{648D4A8F-9AB9-4014-8078-2B2B1BCE0FAF}" srcOrd="0" destOrd="0" presId="urn:microsoft.com/office/officeart/2018/2/layout/IconVerticalSolidList"/>
    <dgm:cxn modelId="{A82D5770-0958-4655-BBAD-E0ACB8081887}" type="presParOf" srcId="{ECF19B2A-A703-43C6-8BBD-57D8DE8E32F1}" destId="{0149B545-A992-486E-90DB-F734398F010A}" srcOrd="1" destOrd="0" presId="urn:microsoft.com/office/officeart/2018/2/layout/IconVerticalSolidList"/>
    <dgm:cxn modelId="{1F21EC01-8FA6-4371-A595-1C085D7EEEB9}" type="presParOf" srcId="{ECF19B2A-A703-43C6-8BBD-57D8DE8E32F1}" destId="{0E369FB3-F9FF-4A58-B249-E35F1F999EDB}" srcOrd="2" destOrd="0" presId="urn:microsoft.com/office/officeart/2018/2/layout/IconVerticalSolidList"/>
    <dgm:cxn modelId="{D9E362C5-B0EC-4BDC-8A91-285F60D51FF0}" type="presParOf" srcId="{ECF19B2A-A703-43C6-8BBD-57D8DE8E32F1}" destId="{FACB5848-B6FC-4572-A79E-242E020301A1}" srcOrd="3" destOrd="0" presId="urn:microsoft.com/office/officeart/2018/2/layout/IconVerticalSolidList"/>
    <dgm:cxn modelId="{1E319633-71A1-4863-8B5C-18A95DE3B7DE}" type="presParOf" srcId="{52A40870-923F-444E-842A-C3DB5B16C4BD}" destId="{5FAA3B15-0D03-4878-8257-2BDA80D8F134}" srcOrd="1" destOrd="0" presId="urn:microsoft.com/office/officeart/2018/2/layout/IconVerticalSolidList"/>
    <dgm:cxn modelId="{AE0EC17C-B31B-4047-BB63-57573A0D48E4}" type="presParOf" srcId="{52A40870-923F-444E-842A-C3DB5B16C4BD}" destId="{06B8FE52-1010-4849-9C88-DFBCA5FDD126}" srcOrd="2" destOrd="0" presId="urn:microsoft.com/office/officeart/2018/2/layout/IconVerticalSolidList"/>
    <dgm:cxn modelId="{EE8D9CB2-7E17-4268-A386-C009AE4C1C77}" type="presParOf" srcId="{06B8FE52-1010-4849-9C88-DFBCA5FDD126}" destId="{F4BF97B3-A857-4DA6-AEEC-0C2F431DECA9}" srcOrd="0" destOrd="0" presId="urn:microsoft.com/office/officeart/2018/2/layout/IconVerticalSolidList"/>
    <dgm:cxn modelId="{D4D1B681-22BB-42BD-AEA2-D8D5BB1B0F1B}" type="presParOf" srcId="{06B8FE52-1010-4849-9C88-DFBCA5FDD126}" destId="{7E178D63-F288-4B80-8C19-722ED95ED74F}" srcOrd="1" destOrd="0" presId="urn:microsoft.com/office/officeart/2018/2/layout/IconVerticalSolidList"/>
    <dgm:cxn modelId="{3CEF2E83-0719-4CD8-9D25-0276921B717E}" type="presParOf" srcId="{06B8FE52-1010-4849-9C88-DFBCA5FDD126}" destId="{24E35271-879F-4D8A-8B22-F6DC2DA61E1F}" srcOrd="2" destOrd="0" presId="urn:microsoft.com/office/officeart/2018/2/layout/IconVerticalSolidList"/>
    <dgm:cxn modelId="{E87132F9-EBA9-406C-8BBD-2E1E4F988B6E}" type="presParOf" srcId="{06B8FE52-1010-4849-9C88-DFBCA5FDD126}" destId="{DADB2026-D2A3-42EE-A01F-A0B9E38DB0D1}" srcOrd="3" destOrd="0" presId="urn:microsoft.com/office/officeart/2018/2/layout/IconVerticalSolidList"/>
    <dgm:cxn modelId="{119D2A4F-7F1C-4C1E-9F13-920CA9B87B63}" type="presParOf" srcId="{52A40870-923F-444E-842A-C3DB5B16C4BD}" destId="{C701DD21-3B2F-481A-B225-C5C61A725DE6}" srcOrd="3" destOrd="0" presId="urn:microsoft.com/office/officeart/2018/2/layout/IconVerticalSolidList"/>
    <dgm:cxn modelId="{CBA36C0A-6B31-4FC7-9E0F-0BA33D65EF1D}" type="presParOf" srcId="{52A40870-923F-444E-842A-C3DB5B16C4BD}" destId="{DBE33DBF-DB21-4E4B-907C-7DBDE560D7D5}" srcOrd="4" destOrd="0" presId="urn:microsoft.com/office/officeart/2018/2/layout/IconVerticalSolidList"/>
    <dgm:cxn modelId="{33F67C48-0CDE-42C0-8341-054D6317500F}" type="presParOf" srcId="{DBE33DBF-DB21-4E4B-907C-7DBDE560D7D5}" destId="{1E801604-A7BE-4926-9DD6-8AA0B72F53BD}" srcOrd="0" destOrd="0" presId="urn:microsoft.com/office/officeart/2018/2/layout/IconVerticalSolidList"/>
    <dgm:cxn modelId="{3CFFF146-3974-4317-8018-A4511067E7C6}" type="presParOf" srcId="{DBE33DBF-DB21-4E4B-907C-7DBDE560D7D5}" destId="{8001F722-0131-4862-B2CC-55ED3D9F920C}" srcOrd="1" destOrd="0" presId="urn:microsoft.com/office/officeart/2018/2/layout/IconVerticalSolidList"/>
    <dgm:cxn modelId="{240B3BFF-D1CC-48F0-B0A8-D234C768A3AE}" type="presParOf" srcId="{DBE33DBF-DB21-4E4B-907C-7DBDE560D7D5}" destId="{8AEB3D58-CD7D-4C53-BE14-33D151D0E598}" srcOrd="2" destOrd="0" presId="urn:microsoft.com/office/officeart/2018/2/layout/IconVerticalSolidList"/>
    <dgm:cxn modelId="{E577A3EF-D20A-4D2B-94B6-4E5B78AAD601}" type="presParOf" srcId="{DBE33DBF-DB21-4E4B-907C-7DBDE560D7D5}" destId="{7C7DF04F-173B-405F-80AE-31156481A29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8379EBC-D395-4F69-AA3A-DB1126AAF85E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B33ADE0-B82C-4FB2-8392-883E6284F777}">
      <dgm:prSet/>
      <dgm:spPr/>
      <dgm:t>
        <a:bodyPr/>
        <a:lstStyle/>
        <a:p>
          <a:r>
            <a:rPr lang="pl-PL"/>
            <a:t>Produktywność to stosunek efektów pracy do czasu.</a:t>
          </a:r>
          <a:br>
            <a:rPr lang="pl-PL"/>
          </a:br>
          <a:r>
            <a:rPr lang="pl-PL"/>
            <a:t>Może być mierzona poprzez:</a:t>
          </a:r>
          <a:endParaRPr lang="en-US"/>
        </a:p>
      </dgm:t>
    </dgm:pt>
    <dgm:pt modelId="{C1AF92BC-5BDF-494C-AC3A-705D6FA08C9E}" type="parTrans" cxnId="{F4E5DCCA-2A34-4DE4-AC58-A2E5F935133A}">
      <dgm:prSet/>
      <dgm:spPr/>
      <dgm:t>
        <a:bodyPr/>
        <a:lstStyle/>
        <a:p>
          <a:endParaRPr lang="en-US"/>
        </a:p>
      </dgm:t>
    </dgm:pt>
    <dgm:pt modelId="{1C66FA62-0E32-461E-98C1-563320032AC7}" type="sibTrans" cxnId="{F4E5DCCA-2A34-4DE4-AC58-A2E5F935133A}">
      <dgm:prSet/>
      <dgm:spPr/>
      <dgm:t>
        <a:bodyPr/>
        <a:lstStyle/>
        <a:p>
          <a:endParaRPr lang="en-US"/>
        </a:p>
      </dgm:t>
    </dgm:pt>
    <dgm:pt modelId="{54FF3C19-705E-41A5-B61E-F57F9AE37DC3}">
      <dgm:prSet/>
      <dgm:spPr/>
      <dgm:t>
        <a:bodyPr/>
        <a:lstStyle/>
        <a:p>
          <a:r>
            <a:rPr lang="en-US" dirty="0"/>
            <a:t>- </a:t>
          </a:r>
          <a:r>
            <a:rPr lang="pl-PL" dirty="0"/>
            <a:t>liczbę wykonanych zadań </a:t>
          </a:r>
          <a:endParaRPr lang="en-US" dirty="0"/>
        </a:p>
      </dgm:t>
    </dgm:pt>
    <dgm:pt modelId="{7E95EDD6-96BB-4583-B8A2-7C880A55B11C}" type="parTrans" cxnId="{F2CD4422-A00B-4E5B-90AF-90F3B5631677}">
      <dgm:prSet/>
      <dgm:spPr/>
      <dgm:t>
        <a:bodyPr/>
        <a:lstStyle/>
        <a:p>
          <a:endParaRPr lang="en-US"/>
        </a:p>
      </dgm:t>
    </dgm:pt>
    <dgm:pt modelId="{8A8C5767-E5DB-46F7-8265-4BDB64EADD3B}" type="sibTrans" cxnId="{F2CD4422-A00B-4E5B-90AF-90F3B5631677}">
      <dgm:prSet/>
      <dgm:spPr/>
      <dgm:t>
        <a:bodyPr/>
        <a:lstStyle/>
        <a:p>
          <a:endParaRPr lang="en-US"/>
        </a:p>
      </dgm:t>
    </dgm:pt>
    <dgm:pt modelId="{18E22C56-19B9-47F8-9B81-D3A8BF8B679C}">
      <dgm:prSet/>
      <dgm:spPr/>
      <dgm:t>
        <a:bodyPr/>
        <a:lstStyle/>
        <a:p>
          <a:r>
            <a:rPr lang="en-US" dirty="0"/>
            <a:t>- </a:t>
          </a:r>
          <a:r>
            <a:rPr lang="pl-PL" dirty="0"/>
            <a:t>jakość kodu </a:t>
          </a:r>
          <a:endParaRPr lang="en-US" dirty="0"/>
        </a:p>
      </dgm:t>
    </dgm:pt>
    <dgm:pt modelId="{6F3AB214-BFDB-4A4C-8193-35AAE2785780}" type="parTrans" cxnId="{EBDF141F-F1C4-4CCF-8F0B-1A5811B4A3C1}">
      <dgm:prSet/>
      <dgm:spPr/>
      <dgm:t>
        <a:bodyPr/>
        <a:lstStyle/>
        <a:p>
          <a:endParaRPr lang="en-US"/>
        </a:p>
      </dgm:t>
    </dgm:pt>
    <dgm:pt modelId="{4854B237-6366-44DE-AAE1-BE5C234F01B7}" type="sibTrans" cxnId="{EBDF141F-F1C4-4CCF-8F0B-1A5811B4A3C1}">
      <dgm:prSet/>
      <dgm:spPr/>
      <dgm:t>
        <a:bodyPr/>
        <a:lstStyle/>
        <a:p>
          <a:endParaRPr lang="en-US"/>
        </a:p>
      </dgm:t>
    </dgm:pt>
    <dgm:pt modelId="{BAD55955-C620-4AFB-BC7F-74150D7B5190}">
      <dgm:prSet/>
      <dgm:spPr/>
      <dgm:t>
        <a:bodyPr/>
        <a:lstStyle/>
        <a:p>
          <a:r>
            <a:rPr lang="en-US" dirty="0"/>
            <a:t>- </a:t>
          </a:r>
          <a:r>
            <a:rPr lang="pl-PL" dirty="0"/>
            <a:t>liczbę błędów </a:t>
          </a:r>
          <a:endParaRPr lang="en-US" dirty="0"/>
        </a:p>
      </dgm:t>
    </dgm:pt>
    <dgm:pt modelId="{0C94F3E9-E19D-462F-B282-EBA91EC25434}" type="parTrans" cxnId="{01B0B8DB-5DA7-4C35-BCD3-49876C64C39C}">
      <dgm:prSet/>
      <dgm:spPr/>
      <dgm:t>
        <a:bodyPr/>
        <a:lstStyle/>
        <a:p>
          <a:endParaRPr lang="en-US"/>
        </a:p>
      </dgm:t>
    </dgm:pt>
    <dgm:pt modelId="{607F633E-AE28-4DE3-BD6F-E28EFAA134E6}" type="sibTrans" cxnId="{01B0B8DB-5DA7-4C35-BCD3-49876C64C39C}">
      <dgm:prSet/>
      <dgm:spPr/>
      <dgm:t>
        <a:bodyPr/>
        <a:lstStyle/>
        <a:p>
          <a:endParaRPr lang="en-US"/>
        </a:p>
      </dgm:t>
    </dgm:pt>
    <dgm:pt modelId="{3D47DA9A-A33B-4B43-BB60-11B950F7EFA3}">
      <dgm:prSet/>
      <dgm:spPr/>
      <dgm:t>
        <a:bodyPr/>
        <a:lstStyle/>
        <a:p>
          <a:r>
            <a:rPr lang="en-US" dirty="0"/>
            <a:t>- </a:t>
          </a:r>
          <a:r>
            <a:rPr lang="pl-PL" dirty="0"/>
            <a:t>czas realizacji</a:t>
          </a:r>
          <a:endParaRPr lang="en-US" dirty="0"/>
        </a:p>
      </dgm:t>
    </dgm:pt>
    <dgm:pt modelId="{26A5D110-4E46-4E1E-9540-32213EA9610A}" type="parTrans" cxnId="{46C57130-AA85-45BE-BCE1-5B2ECD346729}">
      <dgm:prSet/>
      <dgm:spPr/>
      <dgm:t>
        <a:bodyPr/>
        <a:lstStyle/>
        <a:p>
          <a:endParaRPr lang="en-US"/>
        </a:p>
      </dgm:t>
    </dgm:pt>
    <dgm:pt modelId="{0E91AA38-1ECF-48ED-AD7B-6A6C8954BBA8}" type="sibTrans" cxnId="{46C57130-AA85-45BE-BCE1-5B2ECD346729}">
      <dgm:prSet/>
      <dgm:spPr/>
      <dgm:t>
        <a:bodyPr/>
        <a:lstStyle/>
        <a:p>
          <a:endParaRPr lang="en-US"/>
        </a:p>
      </dgm:t>
    </dgm:pt>
    <dgm:pt modelId="{D0D1B1D3-0E08-4FE7-A784-AAE0506FA744}" type="pres">
      <dgm:prSet presAssocID="{B8379EBC-D395-4F69-AA3A-DB1126AAF85E}" presName="linear" presStyleCnt="0">
        <dgm:presLayoutVars>
          <dgm:animLvl val="lvl"/>
          <dgm:resizeHandles val="exact"/>
        </dgm:presLayoutVars>
      </dgm:prSet>
      <dgm:spPr/>
    </dgm:pt>
    <dgm:pt modelId="{A9B37C21-056D-464B-88B1-8A591F20AD7A}" type="pres">
      <dgm:prSet presAssocID="{7B33ADE0-B82C-4FB2-8392-883E6284F77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DF167CF-9942-4A75-A56E-1F75B26D5D22}" type="pres">
      <dgm:prSet presAssocID="{1C66FA62-0E32-461E-98C1-563320032AC7}" presName="spacer" presStyleCnt="0"/>
      <dgm:spPr/>
    </dgm:pt>
    <dgm:pt modelId="{AB004762-448E-40C1-A8EA-F155DF82F040}" type="pres">
      <dgm:prSet presAssocID="{54FF3C19-705E-41A5-B61E-F57F9AE37DC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0FC6B8D-C465-4D89-B380-F4E62A300463}" type="pres">
      <dgm:prSet presAssocID="{8A8C5767-E5DB-46F7-8265-4BDB64EADD3B}" presName="spacer" presStyleCnt="0"/>
      <dgm:spPr/>
    </dgm:pt>
    <dgm:pt modelId="{7E01D462-3590-4438-A0DC-C09ED0453945}" type="pres">
      <dgm:prSet presAssocID="{18E22C56-19B9-47F8-9B81-D3A8BF8B679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6B8B076-BFA6-4E93-ABE2-E11C8986243B}" type="pres">
      <dgm:prSet presAssocID="{4854B237-6366-44DE-AAE1-BE5C234F01B7}" presName="spacer" presStyleCnt="0"/>
      <dgm:spPr/>
    </dgm:pt>
    <dgm:pt modelId="{A6BFCB07-2576-41C0-B075-461AAC507A9E}" type="pres">
      <dgm:prSet presAssocID="{BAD55955-C620-4AFB-BC7F-74150D7B519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3A2E80D-2281-4F5F-B7F2-7BEEECDB8653}" type="pres">
      <dgm:prSet presAssocID="{607F633E-AE28-4DE3-BD6F-E28EFAA134E6}" presName="spacer" presStyleCnt="0"/>
      <dgm:spPr/>
    </dgm:pt>
    <dgm:pt modelId="{49E3FD1E-7B1E-4982-BFCB-C4A0C2C8501F}" type="pres">
      <dgm:prSet presAssocID="{3D47DA9A-A33B-4B43-BB60-11B950F7EFA3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A5E3009-9888-4A1A-A1BA-FCD05A97967E}" type="presOf" srcId="{BAD55955-C620-4AFB-BC7F-74150D7B5190}" destId="{A6BFCB07-2576-41C0-B075-461AAC507A9E}" srcOrd="0" destOrd="0" presId="urn:microsoft.com/office/officeart/2005/8/layout/vList2"/>
    <dgm:cxn modelId="{85A4FB09-9B7F-4233-917B-8153C1A44C75}" type="presOf" srcId="{54FF3C19-705E-41A5-B61E-F57F9AE37DC3}" destId="{AB004762-448E-40C1-A8EA-F155DF82F040}" srcOrd="0" destOrd="0" presId="urn:microsoft.com/office/officeart/2005/8/layout/vList2"/>
    <dgm:cxn modelId="{EBDF141F-F1C4-4CCF-8F0B-1A5811B4A3C1}" srcId="{B8379EBC-D395-4F69-AA3A-DB1126AAF85E}" destId="{18E22C56-19B9-47F8-9B81-D3A8BF8B679C}" srcOrd="2" destOrd="0" parTransId="{6F3AB214-BFDB-4A4C-8193-35AAE2785780}" sibTransId="{4854B237-6366-44DE-AAE1-BE5C234F01B7}"/>
    <dgm:cxn modelId="{F2CD4422-A00B-4E5B-90AF-90F3B5631677}" srcId="{B8379EBC-D395-4F69-AA3A-DB1126AAF85E}" destId="{54FF3C19-705E-41A5-B61E-F57F9AE37DC3}" srcOrd="1" destOrd="0" parTransId="{7E95EDD6-96BB-4583-B8A2-7C880A55B11C}" sibTransId="{8A8C5767-E5DB-46F7-8265-4BDB64EADD3B}"/>
    <dgm:cxn modelId="{46C57130-AA85-45BE-BCE1-5B2ECD346729}" srcId="{B8379EBC-D395-4F69-AA3A-DB1126AAF85E}" destId="{3D47DA9A-A33B-4B43-BB60-11B950F7EFA3}" srcOrd="4" destOrd="0" parTransId="{26A5D110-4E46-4E1E-9540-32213EA9610A}" sibTransId="{0E91AA38-1ECF-48ED-AD7B-6A6C8954BBA8}"/>
    <dgm:cxn modelId="{D8DA6749-5DAE-4F8B-88C2-D891EE2C74A9}" type="presOf" srcId="{B8379EBC-D395-4F69-AA3A-DB1126AAF85E}" destId="{D0D1B1D3-0E08-4FE7-A784-AAE0506FA744}" srcOrd="0" destOrd="0" presId="urn:microsoft.com/office/officeart/2005/8/layout/vList2"/>
    <dgm:cxn modelId="{C77B5690-4F03-41A2-A9D8-0D9ADCFF80D9}" type="presOf" srcId="{3D47DA9A-A33B-4B43-BB60-11B950F7EFA3}" destId="{49E3FD1E-7B1E-4982-BFCB-C4A0C2C8501F}" srcOrd="0" destOrd="0" presId="urn:microsoft.com/office/officeart/2005/8/layout/vList2"/>
    <dgm:cxn modelId="{15CBD6B7-8050-4484-9DE8-33A5FA54BDDA}" type="presOf" srcId="{18E22C56-19B9-47F8-9B81-D3A8BF8B679C}" destId="{7E01D462-3590-4438-A0DC-C09ED0453945}" srcOrd="0" destOrd="0" presId="urn:microsoft.com/office/officeart/2005/8/layout/vList2"/>
    <dgm:cxn modelId="{F4E5DCCA-2A34-4DE4-AC58-A2E5F935133A}" srcId="{B8379EBC-D395-4F69-AA3A-DB1126AAF85E}" destId="{7B33ADE0-B82C-4FB2-8392-883E6284F777}" srcOrd="0" destOrd="0" parTransId="{C1AF92BC-5BDF-494C-AC3A-705D6FA08C9E}" sibTransId="{1C66FA62-0E32-461E-98C1-563320032AC7}"/>
    <dgm:cxn modelId="{01B0B8DB-5DA7-4C35-BCD3-49876C64C39C}" srcId="{B8379EBC-D395-4F69-AA3A-DB1126AAF85E}" destId="{BAD55955-C620-4AFB-BC7F-74150D7B5190}" srcOrd="3" destOrd="0" parTransId="{0C94F3E9-E19D-462F-B282-EBA91EC25434}" sibTransId="{607F633E-AE28-4DE3-BD6F-E28EFAA134E6}"/>
    <dgm:cxn modelId="{A8F7B0EE-33E9-420B-A52D-F3D72E1F38FA}" type="presOf" srcId="{7B33ADE0-B82C-4FB2-8392-883E6284F777}" destId="{A9B37C21-056D-464B-88B1-8A591F20AD7A}" srcOrd="0" destOrd="0" presId="urn:microsoft.com/office/officeart/2005/8/layout/vList2"/>
    <dgm:cxn modelId="{7971D8DC-656D-4DA4-9E27-166B2F1C8155}" type="presParOf" srcId="{D0D1B1D3-0E08-4FE7-A784-AAE0506FA744}" destId="{A9B37C21-056D-464B-88B1-8A591F20AD7A}" srcOrd="0" destOrd="0" presId="urn:microsoft.com/office/officeart/2005/8/layout/vList2"/>
    <dgm:cxn modelId="{7DE7F081-A409-40A5-8C2F-C1CABC6BE122}" type="presParOf" srcId="{D0D1B1D3-0E08-4FE7-A784-AAE0506FA744}" destId="{6DF167CF-9942-4A75-A56E-1F75B26D5D22}" srcOrd="1" destOrd="0" presId="urn:microsoft.com/office/officeart/2005/8/layout/vList2"/>
    <dgm:cxn modelId="{9A409DC5-728C-4C3D-9F5C-62CC5645D3A2}" type="presParOf" srcId="{D0D1B1D3-0E08-4FE7-A784-AAE0506FA744}" destId="{AB004762-448E-40C1-A8EA-F155DF82F040}" srcOrd="2" destOrd="0" presId="urn:microsoft.com/office/officeart/2005/8/layout/vList2"/>
    <dgm:cxn modelId="{25489196-DCEA-4808-B470-56236C9E6095}" type="presParOf" srcId="{D0D1B1D3-0E08-4FE7-A784-AAE0506FA744}" destId="{30FC6B8D-C465-4D89-B380-F4E62A300463}" srcOrd="3" destOrd="0" presId="urn:microsoft.com/office/officeart/2005/8/layout/vList2"/>
    <dgm:cxn modelId="{BBBDE934-8D78-420A-807E-F6EB1795D5B8}" type="presParOf" srcId="{D0D1B1D3-0E08-4FE7-A784-AAE0506FA744}" destId="{7E01D462-3590-4438-A0DC-C09ED0453945}" srcOrd="4" destOrd="0" presId="urn:microsoft.com/office/officeart/2005/8/layout/vList2"/>
    <dgm:cxn modelId="{8BA3E475-E5F0-4E07-86A7-5CD81FB17217}" type="presParOf" srcId="{D0D1B1D3-0E08-4FE7-A784-AAE0506FA744}" destId="{56B8B076-BFA6-4E93-ABE2-E11C8986243B}" srcOrd="5" destOrd="0" presId="urn:microsoft.com/office/officeart/2005/8/layout/vList2"/>
    <dgm:cxn modelId="{3ABD7949-20D0-48D4-8195-564C64F465AE}" type="presParOf" srcId="{D0D1B1D3-0E08-4FE7-A784-AAE0506FA744}" destId="{A6BFCB07-2576-41C0-B075-461AAC507A9E}" srcOrd="6" destOrd="0" presId="urn:microsoft.com/office/officeart/2005/8/layout/vList2"/>
    <dgm:cxn modelId="{1E9E1AA4-AF22-4B8D-AD50-C54A514A6F10}" type="presParOf" srcId="{D0D1B1D3-0E08-4FE7-A784-AAE0506FA744}" destId="{B3A2E80D-2281-4F5F-B7F2-7BEEECDB8653}" srcOrd="7" destOrd="0" presId="urn:microsoft.com/office/officeart/2005/8/layout/vList2"/>
    <dgm:cxn modelId="{89B106B9-8F51-4920-B845-F0D48360B520}" type="presParOf" srcId="{D0D1B1D3-0E08-4FE7-A784-AAE0506FA744}" destId="{49E3FD1E-7B1E-4982-BFCB-C4A0C2C8501F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D47DB45-FF27-428C-B875-3A237C7811E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A0AA314-80AF-42DF-810D-23E31EE72D7E}">
      <dgm:prSet/>
      <dgm:spPr/>
      <dgm:t>
        <a:bodyPr/>
        <a:lstStyle/>
        <a:p>
          <a:r>
            <a:rPr lang="pl-PL"/>
            <a:t>Planowanie pracy indywidualnej jest równie ważne jak planowanie całego projektu</a:t>
          </a:r>
          <a:r>
            <a:rPr lang="en-US"/>
            <a:t>. Obejmuje:</a:t>
          </a:r>
        </a:p>
      </dgm:t>
    </dgm:pt>
    <dgm:pt modelId="{2438871C-1119-44B3-BAF3-C7DD76A4BECC}" type="parTrans" cxnId="{72801E59-4D11-4801-BE88-B779C65F2D41}">
      <dgm:prSet/>
      <dgm:spPr/>
      <dgm:t>
        <a:bodyPr/>
        <a:lstStyle/>
        <a:p>
          <a:endParaRPr lang="en-US"/>
        </a:p>
      </dgm:t>
    </dgm:pt>
    <dgm:pt modelId="{5491E066-98D7-4701-B8F3-B4441BB9635D}" type="sibTrans" cxnId="{72801E59-4D11-4801-BE88-B779C65F2D41}">
      <dgm:prSet/>
      <dgm:spPr/>
      <dgm:t>
        <a:bodyPr/>
        <a:lstStyle/>
        <a:p>
          <a:endParaRPr lang="en-US"/>
        </a:p>
      </dgm:t>
    </dgm:pt>
    <dgm:pt modelId="{B23DAB28-FF6A-4F4E-BFCE-E27A91A34438}">
      <dgm:prSet/>
      <dgm:spPr/>
      <dgm:t>
        <a:bodyPr/>
        <a:lstStyle/>
        <a:p>
          <a:r>
            <a:rPr lang="pl-PL"/>
            <a:t>podział pracy na zadania</a:t>
          </a:r>
          <a:endParaRPr lang="en-US"/>
        </a:p>
      </dgm:t>
    </dgm:pt>
    <dgm:pt modelId="{9771142C-FE91-4A0B-A27C-D7A3A1CC4DA5}" type="parTrans" cxnId="{926C243F-E100-4147-8DA9-7558EAC69DC3}">
      <dgm:prSet/>
      <dgm:spPr/>
      <dgm:t>
        <a:bodyPr/>
        <a:lstStyle/>
        <a:p>
          <a:endParaRPr lang="en-US"/>
        </a:p>
      </dgm:t>
    </dgm:pt>
    <dgm:pt modelId="{B1B19FA1-564D-467D-AEF3-74BC3A4EC8BD}" type="sibTrans" cxnId="{926C243F-E100-4147-8DA9-7558EAC69DC3}">
      <dgm:prSet/>
      <dgm:spPr/>
      <dgm:t>
        <a:bodyPr/>
        <a:lstStyle/>
        <a:p>
          <a:endParaRPr lang="en-US"/>
        </a:p>
      </dgm:t>
    </dgm:pt>
    <dgm:pt modelId="{28FE6031-1384-461C-9B38-494327646A25}">
      <dgm:prSet/>
      <dgm:spPr/>
      <dgm:t>
        <a:bodyPr/>
        <a:lstStyle/>
        <a:p>
          <a:r>
            <a:rPr lang="pl-PL"/>
            <a:t>estymację czasu</a:t>
          </a:r>
          <a:endParaRPr lang="en-US"/>
        </a:p>
      </dgm:t>
    </dgm:pt>
    <dgm:pt modelId="{F4B57A02-0248-4560-8970-1FBE087BEC26}" type="parTrans" cxnId="{DB5B8B26-40EA-4F05-95BC-9122ADFB97C5}">
      <dgm:prSet/>
      <dgm:spPr/>
      <dgm:t>
        <a:bodyPr/>
        <a:lstStyle/>
        <a:p>
          <a:endParaRPr lang="en-US"/>
        </a:p>
      </dgm:t>
    </dgm:pt>
    <dgm:pt modelId="{0A330672-9DA2-4134-B59A-6C3809440440}" type="sibTrans" cxnId="{DB5B8B26-40EA-4F05-95BC-9122ADFB97C5}">
      <dgm:prSet/>
      <dgm:spPr/>
      <dgm:t>
        <a:bodyPr/>
        <a:lstStyle/>
        <a:p>
          <a:endParaRPr lang="en-US"/>
        </a:p>
      </dgm:t>
    </dgm:pt>
    <dgm:pt modelId="{0E2FE325-D472-4603-B9B3-F195D67C7999}">
      <dgm:prSet/>
      <dgm:spPr/>
      <dgm:t>
        <a:bodyPr/>
        <a:lstStyle/>
        <a:p>
          <a:r>
            <a:rPr lang="pl-PL"/>
            <a:t>określenie priorytetów</a:t>
          </a:r>
          <a:endParaRPr lang="en-US"/>
        </a:p>
      </dgm:t>
    </dgm:pt>
    <dgm:pt modelId="{5193B7A8-A9C5-46F0-B826-13332F273ACF}" type="parTrans" cxnId="{B998C4B4-7F27-40DA-86D5-466B35438B49}">
      <dgm:prSet/>
      <dgm:spPr/>
      <dgm:t>
        <a:bodyPr/>
        <a:lstStyle/>
        <a:p>
          <a:endParaRPr lang="en-US"/>
        </a:p>
      </dgm:t>
    </dgm:pt>
    <dgm:pt modelId="{FF364C3D-AF03-4156-945A-3872A0597637}" type="sibTrans" cxnId="{B998C4B4-7F27-40DA-86D5-466B35438B49}">
      <dgm:prSet/>
      <dgm:spPr/>
      <dgm:t>
        <a:bodyPr/>
        <a:lstStyle/>
        <a:p>
          <a:endParaRPr lang="en-US"/>
        </a:p>
      </dgm:t>
    </dgm:pt>
    <dgm:pt modelId="{F3246687-AB83-44DC-A375-946C2BC1444F}">
      <dgm:prSet/>
      <dgm:spPr/>
      <dgm:t>
        <a:bodyPr/>
        <a:lstStyle/>
        <a:p>
          <a:r>
            <a:rPr lang="pl-PL"/>
            <a:t>uwzględnienie ryzyka</a:t>
          </a:r>
          <a:endParaRPr lang="en-US"/>
        </a:p>
      </dgm:t>
    </dgm:pt>
    <dgm:pt modelId="{5A3E6D26-0BFA-4CFE-8F60-8AC8AE65BF32}" type="parTrans" cxnId="{60670A9B-B32B-48D2-A910-D163557A1B59}">
      <dgm:prSet/>
      <dgm:spPr/>
      <dgm:t>
        <a:bodyPr/>
        <a:lstStyle/>
        <a:p>
          <a:endParaRPr lang="en-US"/>
        </a:p>
      </dgm:t>
    </dgm:pt>
    <dgm:pt modelId="{053A5BFE-9795-4965-9F6F-0FFEF311B880}" type="sibTrans" cxnId="{60670A9B-B32B-48D2-A910-D163557A1B59}">
      <dgm:prSet/>
      <dgm:spPr/>
      <dgm:t>
        <a:bodyPr/>
        <a:lstStyle/>
        <a:p>
          <a:endParaRPr lang="en-US"/>
        </a:p>
      </dgm:t>
    </dgm:pt>
    <dgm:pt modelId="{415CA69E-4101-485C-99B6-A610DEA3A826}" type="pres">
      <dgm:prSet presAssocID="{4D47DB45-FF27-428C-B875-3A237C7811E5}" presName="root" presStyleCnt="0">
        <dgm:presLayoutVars>
          <dgm:dir/>
          <dgm:resizeHandles val="exact"/>
        </dgm:presLayoutVars>
      </dgm:prSet>
      <dgm:spPr/>
    </dgm:pt>
    <dgm:pt modelId="{ABE5C598-5F41-4A7D-9A1A-F5AAADCC5D80}" type="pres">
      <dgm:prSet presAssocID="{9A0AA314-80AF-42DF-810D-23E31EE72D7E}" presName="compNode" presStyleCnt="0"/>
      <dgm:spPr/>
    </dgm:pt>
    <dgm:pt modelId="{E8FDEF01-67B1-4E99-9B52-5357E0FD71A4}" type="pres">
      <dgm:prSet presAssocID="{9A0AA314-80AF-42DF-810D-23E31EE72D7E}" presName="bgRect" presStyleLbl="bgShp" presStyleIdx="0" presStyleCnt="5"/>
      <dgm:spPr/>
    </dgm:pt>
    <dgm:pt modelId="{A381B0A1-2369-4129-9C7B-BFB1B3142A5D}" type="pres">
      <dgm:prSet presAssocID="{9A0AA314-80AF-42DF-810D-23E31EE72D7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480B4D61-F7A9-46DB-A74B-F4068378E0B5}" type="pres">
      <dgm:prSet presAssocID="{9A0AA314-80AF-42DF-810D-23E31EE72D7E}" presName="spaceRect" presStyleCnt="0"/>
      <dgm:spPr/>
    </dgm:pt>
    <dgm:pt modelId="{4845DA5A-A3AA-4E54-A96A-B471FCB432EC}" type="pres">
      <dgm:prSet presAssocID="{9A0AA314-80AF-42DF-810D-23E31EE72D7E}" presName="parTx" presStyleLbl="revTx" presStyleIdx="0" presStyleCnt="5">
        <dgm:presLayoutVars>
          <dgm:chMax val="0"/>
          <dgm:chPref val="0"/>
        </dgm:presLayoutVars>
      </dgm:prSet>
      <dgm:spPr/>
    </dgm:pt>
    <dgm:pt modelId="{121A31E9-C942-4EDF-A5BF-CA25EDFEAC49}" type="pres">
      <dgm:prSet presAssocID="{5491E066-98D7-4701-B8F3-B4441BB9635D}" presName="sibTrans" presStyleCnt="0"/>
      <dgm:spPr/>
    </dgm:pt>
    <dgm:pt modelId="{37B9E1DC-B1C9-4C42-A6FD-391BE6017C8A}" type="pres">
      <dgm:prSet presAssocID="{B23DAB28-FF6A-4F4E-BFCE-E27A91A34438}" presName="compNode" presStyleCnt="0"/>
      <dgm:spPr/>
    </dgm:pt>
    <dgm:pt modelId="{9B68A06A-A33F-4C7A-867F-585B868F809C}" type="pres">
      <dgm:prSet presAssocID="{B23DAB28-FF6A-4F4E-BFCE-E27A91A34438}" presName="bgRect" presStyleLbl="bgShp" presStyleIdx="1" presStyleCnt="5"/>
      <dgm:spPr/>
    </dgm:pt>
    <dgm:pt modelId="{601BA0EE-779A-4905-BDE5-B89D7B582431}" type="pres">
      <dgm:prSet presAssocID="{B23DAB28-FF6A-4F4E-BFCE-E27A91A3443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a kontrolna"/>
        </a:ext>
      </dgm:extLst>
    </dgm:pt>
    <dgm:pt modelId="{800DC639-B907-43B6-B51C-9FC27E60EA5E}" type="pres">
      <dgm:prSet presAssocID="{B23DAB28-FF6A-4F4E-BFCE-E27A91A34438}" presName="spaceRect" presStyleCnt="0"/>
      <dgm:spPr/>
    </dgm:pt>
    <dgm:pt modelId="{94E0BFB7-7124-4AE0-A6FB-B26340319E39}" type="pres">
      <dgm:prSet presAssocID="{B23DAB28-FF6A-4F4E-BFCE-E27A91A34438}" presName="parTx" presStyleLbl="revTx" presStyleIdx="1" presStyleCnt="5">
        <dgm:presLayoutVars>
          <dgm:chMax val="0"/>
          <dgm:chPref val="0"/>
        </dgm:presLayoutVars>
      </dgm:prSet>
      <dgm:spPr/>
    </dgm:pt>
    <dgm:pt modelId="{C1855A3F-9ED9-4CC9-B051-2C2BFD4B44DD}" type="pres">
      <dgm:prSet presAssocID="{B1B19FA1-564D-467D-AEF3-74BC3A4EC8BD}" presName="sibTrans" presStyleCnt="0"/>
      <dgm:spPr/>
    </dgm:pt>
    <dgm:pt modelId="{BAF2527C-CF4C-4369-9D84-A45D672EBA7E}" type="pres">
      <dgm:prSet presAssocID="{28FE6031-1384-461C-9B38-494327646A25}" presName="compNode" presStyleCnt="0"/>
      <dgm:spPr/>
    </dgm:pt>
    <dgm:pt modelId="{0DF2F091-0D11-4B8D-8637-F865F206C151}" type="pres">
      <dgm:prSet presAssocID="{28FE6031-1384-461C-9B38-494327646A25}" presName="bgRect" presStyleLbl="bgShp" presStyleIdx="2" presStyleCnt="5"/>
      <dgm:spPr/>
    </dgm:pt>
    <dgm:pt modelId="{1422E48E-B1C4-47EC-86C8-AD837867D604}" type="pres">
      <dgm:prSet presAssocID="{28FE6031-1384-461C-9B38-494327646A2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er"/>
        </a:ext>
      </dgm:extLst>
    </dgm:pt>
    <dgm:pt modelId="{7C0BAF0D-D9E7-4C49-BB0A-FB7AF463FE69}" type="pres">
      <dgm:prSet presAssocID="{28FE6031-1384-461C-9B38-494327646A25}" presName="spaceRect" presStyleCnt="0"/>
      <dgm:spPr/>
    </dgm:pt>
    <dgm:pt modelId="{1D98B9DB-32F0-44E9-AF01-248B2232C091}" type="pres">
      <dgm:prSet presAssocID="{28FE6031-1384-461C-9B38-494327646A25}" presName="parTx" presStyleLbl="revTx" presStyleIdx="2" presStyleCnt="5">
        <dgm:presLayoutVars>
          <dgm:chMax val="0"/>
          <dgm:chPref val="0"/>
        </dgm:presLayoutVars>
      </dgm:prSet>
      <dgm:spPr/>
    </dgm:pt>
    <dgm:pt modelId="{F905FD84-DDE2-4D0C-A7F1-3A5EB882E9B6}" type="pres">
      <dgm:prSet presAssocID="{0A330672-9DA2-4134-B59A-6C3809440440}" presName="sibTrans" presStyleCnt="0"/>
      <dgm:spPr/>
    </dgm:pt>
    <dgm:pt modelId="{EE1FB514-DEC0-422D-85B2-E9AC5DC095CA}" type="pres">
      <dgm:prSet presAssocID="{0E2FE325-D472-4603-B9B3-F195D67C7999}" presName="compNode" presStyleCnt="0"/>
      <dgm:spPr/>
    </dgm:pt>
    <dgm:pt modelId="{376D2815-E230-45DC-889B-1B4E64FA1D99}" type="pres">
      <dgm:prSet presAssocID="{0E2FE325-D472-4603-B9B3-F195D67C7999}" presName="bgRect" presStyleLbl="bgShp" presStyleIdx="3" presStyleCnt="5"/>
      <dgm:spPr/>
    </dgm:pt>
    <dgm:pt modelId="{9D578F7D-88AA-4E9A-85F6-F789AD71F025}" type="pres">
      <dgm:prSet presAssocID="{0E2FE325-D472-4603-B9B3-F195D67C799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nacznik wyboru"/>
        </a:ext>
      </dgm:extLst>
    </dgm:pt>
    <dgm:pt modelId="{F2B6ACBE-86B8-42A7-B2B3-83625D8B4EEA}" type="pres">
      <dgm:prSet presAssocID="{0E2FE325-D472-4603-B9B3-F195D67C7999}" presName="spaceRect" presStyleCnt="0"/>
      <dgm:spPr/>
    </dgm:pt>
    <dgm:pt modelId="{C5F1B519-A75A-4A7B-B50E-DF77CE1BB985}" type="pres">
      <dgm:prSet presAssocID="{0E2FE325-D472-4603-B9B3-F195D67C7999}" presName="parTx" presStyleLbl="revTx" presStyleIdx="3" presStyleCnt="5">
        <dgm:presLayoutVars>
          <dgm:chMax val="0"/>
          <dgm:chPref val="0"/>
        </dgm:presLayoutVars>
      </dgm:prSet>
      <dgm:spPr/>
    </dgm:pt>
    <dgm:pt modelId="{05068767-26E6-4A94-AC16-A44AD93BCFFF}" type="pres">
      <dgm:prSet presAssocID="{FF364C3D-AF03-4156-945A-3872A0597637}" presName="sibTrans" presStyleCnt="0"/>
      <dgm:spPr/>
    </dgm:pt>
    <dgm:pt modelId="{34E4CA96-7320-418E-8386-4E583A07B4F6}" type="pres">
      <dgm:prSet presAssocID="{F3246687-AB83-44DC-A375-946C2BC1444F}" presName="compNode" presStyleCnt="0"/>
      <dgm:spPr/>
    </dgm:pt>
    <dgm:pt modelId="{F02FDDF9-66A2-4307-91C4-3A113760D237}" type="pres">
      <dgm:prSet presAssocID="{F3246687-AB83-44DC-A375-946C2BC1444F}" presName="bgRect" presStyleLbl="bgShp" presStyleIdx="4" presStyleCnt="5"/>
      <dgm:spPr/>
    </dgm:pt>
    <dgm:pt modelId="{FBA23CED-E1E5-407D-880F-B87840D5E1A8}" type="pres">
      <dgm:prSet presAssocID="{F3246687-AB83-44DC-A375-946C2BC1444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strzeżenie"/>
        </a:ext>
      </dgm:extLst>
    </dgm:pt>
    <dgm:pt modelId="{0A403FC1-7CB3-4BBA-BDCA-A471786F520C}" type="pres">
      <dgm:prSet presAssocID="{F3246687-AB83-44DC-A375-946C2BC1444F}" presName="spaceRect" presStyleCnt="0"/>
      <dgm:spPr/>
    </dgm:pt>
    <dgm:pt modelId="{177D7F9D-77C2-4F7C-BF98-8769C6695541}" type="pres">
      <dgm:prSet presAssocID="{F3246687-AB83-44DC-A375-946C2BC1444F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92A6915-7591-4B0A-AFC1-18A82F8D4412}" type="presOf" srcId="{B23DAB28-FF6A-4F4E-BFCE-E27A91A34438}" destId="{94E0BFB7-7124-4AE0-A6FB-B26340319E39}" srcOrd="0" destOrd="0" presId="urn:microsoft.com/office/officeart/2018/2/layout/IconVerticalSolidList"/>
    <dgm:cxn modelId="{3E3C5619-2E5C-4E2E-B360-2DA4BF052460}" type="presOf" srcId="{9A0AA314-80AF-42DF-810D-23E31EE72D7E}" destId="{4845DA5A-A3AA-4E54-A96A-B471FCB432EC}" srcOrd="0" destOrd="0" presId="urn:microsoft.com/office/officeart/2018/2/layout/IconVerticalSolidList"/>
    <dgm:cxn modelId="{DB5B8B26-40EA-4F05-95BC-9122ADFB97C5}" srcId="{4D47DB45-FF27-428C-B875-3A237C7811E5}" destId="{28FE6031-1384-461C-9B38-494327646A25}" srcOrd="2" destOrd="0" parTransId="{F4B57A02-0248-4560-8970-1FBE087BEC26}" sibTransId="{0A330672-9DA2-4134-B59A-6C3809440440}"/>
    <dgm:cxn modelId="{926C243F-E100-4147-8DA9-7558EAC69DC3}" srcId="{4D47DB45-FF27-428C-B875-3A237C7811E5}" destId="{B23DAB28-FF6A-4F4E-BFCE-E27A91A34438}" srcOrd="1" destOrd="0" parTransId="{9771142C-FE91-4A0B-A27C-D7A3A1CC4DA5}" sibTransId="{B1B19FA1-564D-467D-AEF3-74BC3A4EC8BD}"/>
    <dgm:cxn modelId="{72801E59-4D11-4801-BE88-B779C65F2D41}" srcId="{4D47DB45-FF27-428C-B875-3A237C7811E5}" destId="{9A0AA314-80AF-42DF-810D-23E31EE72D7E}" srcOrd="0" destOrd="0" parTransId="{2438871C-1119-44B3-BAF3-C7DD76A4BECC}" sibTransId="{5491E066-98D7-4701-B8F3-B4441BB9635D}"/>
    <dgm:cxn modelId="{D8C0CB88-B0AA-439D-B983-51515706D37A}" type="presOf" srcId="{28FE6031-1384-461C-9B38-494327646A25}" destId="{1D98B9DB-32F0-44E9-AF01-248B2232C091}" srcOrd="0" destOrd="0" presId="urn:microsoft.com/office/officeart/2018/2/layout/IconVerticalSolidList"/>
    <dgm:cxn modelId="{60670A9B-B32B-48D2-A910-D163557A1B59}" srcId="{4D47DB45-FF27-428C-B875-3A237C7811E5}" destId="{F3246687-AB83-44DC-A375-946C2BC1444F}" srcOrd="4" destOrd="0" parTransId="{5A3E6D26-0BFA-4CFE-8F60-8AC8AE65BF32}" sibTransId="{053A5BFE-9795-4965-9F6F-0FFEF311B880}"/>
    <dgm:cxn modelId="{B998C4B4-7F27-40DA-86D5-466B35438B49}" srcId="{4D47DB45-FF27-428C-B875-3A237C7811E5}" destId="{0E2FE325-D472-4603-B9B3-F195D67C7999}" srcOrd="3" destOrd="0" parTransId="{5193B7A8-A9C5-46F0-B826-13332F273ACF}" sibTransId="{FF364C3D-AF03-4156-945A-3872A0597637}"/>
    <dgm:cxn modelId="{2756CABF-B8E6-4E1B-A939-7B12AA7D3BF3}" type="presOf" srcId="{0E2FE325-D472-4603-B9B3-F195D67C7999}" destId="{C5F1B519-A75A-4A7B-B50E-DF77CE1BB985}" srcOrd="0" destOrd="0" presId="urn:microsoft.com/office/officeart/2018/2/layout/IconVerticalSolidList"/>
    <dgm:cxn modelId="{6F1989C0-43EA-4A86-94D8-61CD027C2050}" type="presOf" srcId="{F3246687-AB83-44DC-A375-946C2BC1444F}" destId="{177D7F9D-77C2-4F7C-BF98-8769C6695541}" srcOrd="0" destOrd="0" presId="urn:microsoft.com/office/officeart/2018/2/layout/IconVerticalSolidList"/>
    <dgm:cxn modelId="{05D77DFD-91DB-4641-9CD1-627B9D12CFCD}" type="presOf" srcId="{4D47DB45-FF27-428C-B875-3A237C7811E5}" destId="{415CA69E-4101-485C-99B6-A610DEA3A826}" srcOrd="0" destOrd="0" presId="urn:microsoft.com/office/officeart/2018/2/layout/IconVerticalSolidList"/>
    <dgm:cxn modelId="{CF4128AC-1F23-4808-BB97-55F0A8BFA2E4}" type="presParOf" srcId="{415CA69E-4101-485C-99B6-A610DEA3A826}" destId="{ABE5C598-5F41-4A7D-9A1A-F5AAADCC5D80}" srcOrd="0" destOrd="0" presId="urn:microsoft.com/office/officeart/2018/2/layout/IconVerticalSolidList"/>
    <dgm:cxn modelId="{81F932D3-B9F5-45A5-9330-8B0950B652FB}" type="presParOf" srcId="{ABE5C598-5F41-4A7D-9A1A-F5AAADCC5D80}" destId="{E8FDEF01-67B1-4E99-9B52-5357E0FD71A4}" srcOrd="0" destOrd="0" presId="urn:microsoft.com/office/officeart/2018/2/layout/IconVerticalSolidList"/>
    <dgm:cxn modelId="{1C5F7C41-954E-4EAA-A107-84CD9C56A297}" type="presParOf" srcId="{ABE5C598-5F41-4A7D-9A1A-F5AAADCC5D80}" destId="{A381B0A1-2369-4129-9C7B-BFB1B3142A5D}" srcOrd="1" destOrd="0" presId="urn:microsoft.com/office/officeart/2018/2/layout/IconVerticalSolidList"/>
    <dgm:cxn modelId="{42DE8BF8-622A-438B-B902-D63E80353D8A}" type="presParOf" srcId="{ABE5C598-5F41-4A7D-9A1A-F5AAADCC5D80}" destId="{480B4D61-F7A9-46DB-A74B-F4068378E0B5}" srcOrd="2" destOrd="0" presId="urn:microsoft.com/office/officeart/2018/2/layout/IconVerticalSolidList"/>
    <dgm:cxn modelId="{0E65EF6B-D2E2-4544-B35E-7CDE1BAD4B44}" type="presParOf" srcId="{ABE5C598-5F41-4A7D-9A1A-F5AAADCC5D80}" destId="{4845DA5A-A3AA-4E54-A96A-B471FCB432EC}" srcOrd="3" destOrd="0" presId="urn:microsoft.com/office/officeart/2018/2/layout/IconVerticalSolidList"/>
    <dgm:cxn modelId="{0A4D04B3-5CEB-473A-A649-FA029AF9DD3C}" type="presParOf" srcId="{415CA69E-4101-485C-99B6-A610DEA3A826}" destId="{121A31E9-C942-4EDF-A5BF-CA25EDFEAC49}" srcOrd="1" destOrd="0" presId="urn:microsoft.com/office/officeart/2018/2/layout/IconVerticalSolidList"/>
    <dgm:cxn modelId="{025E99EF-8827-4E03-B94B-A3493D9D3DC2}" type="presParOf" srcId="{415CA69E-4101-485C-99B6-A610DEA3A826}" destId="{37B9E1DC-B1C9-4C42-A6FD-391BE6017C8A}" srcOrd="2" destOrd="0" presId="urn:microsoft.com/office/officeart/2018/2/layout/IconVerticalSolidList"/>
    <dgm:cxn modelId="{251F1019-B7CE-47A7-94A3-F2B240D89EC8}" type="presParOf" srcId="{37B9E1DC-B1C9-4C42-A6FD-391BE6017C8A}" destId="{9B68A06A-A33F-4C7A-867F-585B868F809C}" srcOrd="0" destOrd="0" presId="urn:microsoft.com/office/officeart/2018/2/layout/IconVerticalSolidList"/>
    <dgm:cxn modelId="{11F7629C-AB16-427A-9DB4-0B7DDD77F830}" type="presParOf" srcId="{37B9E1DC-B1C9-4C42-A6FD-391BE6017C8A}" destId="{601BA0EE-779A-4905-BDE5-B89D7B582431}" srcOrd="1" destOrd="0" presId="urn:microsoft.com/office/officeart/2018/2/layout/IconVerticalSolidList"/>
    <dgm:cxn modelId="{BCE86C9F-F19B-4663-B489-C77AAB3ED34E}" type="presParOf" srcId="{37B9E1DC-B1C9-4C42-A6FD-391BE6017C8A}" destId="{800DC639-B907-43B6-B51C-9FC27E60EA5E}" srcOrd="2" destOrd="0" presId="urn:microsoft.com/office/officeart/2018/2/layout/IconVerticalSolidList"/>
    <dgm:cxn modelId="{893E776B-A105-448C-90E5-79FD93738C19}" type="presParOf" srcId="{37B9E1DC-B1C9-4C42-A6FD-391BE6017C8A}" destId="{94E0BFB7-7124-4AE0-A6FB-B26340319E39}" srcOrd="3" destOrd="0" presId="urn:microsoft.com/office/officeart/2018/2/layout/IconVerticalSolidList"/>
    <dgm:cxn modelId="{0BF1D010-C136-41B3-AD5F-E1773CF5B8F4}" type="presParOf" srcId="{415CA69E-4101-485C-99B6-A610DEA3A826}" destId="{C1855A3F-9ED9-4CC9-B051-2C2BFD4B44DD}" srcOrd="3" destOrd="0" presId="urn:microsoft.com/office/officeart/2018/2/layout/IconVerticalSolidList"/>
    <dgm:cxn modelId="{E61C0B82-65BC-4E10-9796-B26DBE4FD737}" type="presParOf" srcId="{415CA69E-4101-485C-99B6-A610DEA3A826}" destId="{BAF2527C-CF4C-4369-9D84-A45D672EBA7E}" srcOrd="4" destOrd="0" presId="urn:microsoft.com/office/officeart/2018/2/layout/IconVerticalSolidList"/>
    <dgm:cxn modelId="{343BE819-4D09-42DD-8FB9-3A65F4974B32}" type="presParOf" srcId="{BAF2527C-CF4C-4369-9D84-A45D672EBA7E}" destId="{0DF2F091-0D11-4B8D-8637-F865F206C151}" srcOrd="0" destOrd="0" presId="urn:microsoft.com/office/officeart/2018/2/layout/IconVerticalSolidList"/>
    <dgm:cxn modelId="{E9AF8539-B5A2-41DC-98C2-D86D8B57E238}" type="presParOf" srcId="{BAF2527C-CF4C-4369-9D84-A45D672EBA7E}" destId="{1422E48E-B1C4-47EC-86C8-AD837867D604}" srcOrd="1" destOrd="0" presId="urn:microsoft.com/office/officeart/2018/2/layout/IconVerticalSolidList"/>
    <dgm:cxn modelId="{22573D38-CBB6-4D99-9363-A6005444AFEB}" type="presParOf" srcId="{BAF2527C-CF4C-4369-9D84-A45D672EBA7E}" destId="{7C0BAF0D-D9E7-4C49-BB0A-FB7AF463FE69}" srcOrd="2" destOrd="0" presId="urn:microsoft.com/office/officeart/2018/2/layout/IconVerticalSolidList"/>
    <dgm:cxn modelId="{0AD19474-2594-4B54-A61D-BC6CEA0EDAE3}" type="presParOf" srcId="{BAF2527C-CF4C-4369-9D84-A45D672EBA7E}" destId="{1D98B9DB-32F0-44E9-AF01-248B2232C091}" srcOrd="3" destOrd="0" presId="urn:microsoft.com/office/officeart/2018/2/layout/IconVerticalSolidList"/>
    <dgm:cxn modelId="{0665ACB4-45FE-4039-9CF2-857C6F625BFD}" type="presParOf" srcId="{415CA69E-4101-485C-99B6-A610DEA3A826}" destId="{F905FD84-DDE2-4D0C-A7F1-3A5EB882E9B6}" srcOrd="5" destOrd="0" presId="urn:microsoft.com/office/officeart/2018/2/layout/IconVerticalSolidList"/>
    <dgm:cxn modelId="{C38E4BE3-D098-4D9C-BB12-C711ABF7BC01}" type="presParOf" srcId="{415CA69E-4101-485C-99B6-A610DEA3A826}" destId="{EE1FB514-DEC0-422D-85B2-E9AC5DC095CA}" srcOrd="6" destOrd="0" presId="urn:microsoft.com/office/officeart/2018/2/layout/IconVerticalSolidList"/>
    <dgm:cxn modelId="{4308CFBD-CCE3-489C-80FA-FF5C0FC6B63B}" type="presParOf" srcId="{EE1FB514-DEC0-422D-85B2-E9AC5DC095CA}" destId="{376D2815-E230-45DC-889B-1B4E64FA1D99}" srcOrd="0" destOrd="0" presId="urn:microsoft.com/office/officeart/2018/2/layout/IconVerticalSolidList"/>
    <dgm:cxn modelId="{F90124E2-FC15-4B8B-8DF1-DC972ECA78AA}" type="presParOf" srcId="{EE1FB514-DEC0-422D-85B2-E9AC5DC095CA}" destId="{9D578F7D-88AA-4E9A-85F6-F789AD71F025}" srcOrd="1" destOrd="0" presId="urn:microsoft.com/office/officeart/2018/2/layout/IconVerticalSolidList"/>
    <dgm:cxn modelId="{FB5F398C-15B4-4667-B647-2EFF61B0C21D}" type="presParOf" srcId="{EE1FB514-DEC0-422D-85B2-E9AC5DC095CA}" destId="{F2B6ACBE-86B8-42A7-B2B3-83625D8B4EEA}" srcOrd="2" destOrd="0" presId="urn:microsoft.com/office/officeart/2018/2/layout/IconVerticalSolidList"/>
    <dgm:cxn modelId="{217F530B-CC9D-4BB9-8E06-A7A7907CC174}" type="presParOf" srcId="{EE1FB514-DEC0-422D-85B2-E9AC5DC095CA}" destId="{C5F1B519-A75A-4A7B-B50E-DF77CE1BB985}" srcOrd="3" destOrd="0" presId="urn:microsoft.com/office/officeart/2018/2/layout/IconVerticalSolidList"/>
    <dgm:cxn modelId="{D4736B5A-0896-4C23-BCD9-F44009936188}" type="presParOf" srcId="{415CA69E-4101-485C-99B6-A610DEA3A826}" destId="{05068767-26E6-4A94-AC16-A44AD93BCFFF}" srcOrd="7" destOrd="0" presId="urn:microsoft.com/office/officeart/2018/2/layout/IconVerticalSolidList"/>
    <dgm:cxn modelId="{FE844C90-C124-4169-ADB8-C37174BFC11B}" type="presParOf" srcId="{415CA69E-4101-485C-99B6-A610DEA3A826}" destId="{34E4CA96-7320-418E-8386-4E583A07B4F6}" srcOrd="8" destOrd="0" presId="urn:microsoft.com/office/officeart/2018/2/layout/IconVerticalSolidList"/>
    <dgm:cxn modelId="{006E0F39-3E3B-4CB3-A4AA-D2424E775EFD}" type="presParOf" srcId="{34E4CA96-7320-418E-8386-4E583A07B4F6}" destId="{F02FDDF9-66A2-4307-91C4-3A113760D237}" srcOrd="0" destOrd="0" presId="urn:microsoft.com/office/officeart/2018/2/layout/IconVerticalSolidList"/>
    <dgm:cxn modelId="{7482BA02-7668-43CC-960D-38904285DD67}" type="presParOf" srcId="{34E4CA96-7320-418E-8386-4E583A07B4F6}" destId="{FBA23CED-E1E5-407D-880F-B87840D5E1A8}" srcOrd="1" destOrd="0" presId="urn:microsoft.com/office/officeart/2018/2/layout/IconVerticalSolidList"/>
    <dgm:cxn modelId="{6DBDF475-CDC5-4B29-84ED-A33F9E1A34E2}" type="presParOf" srcId="{34E4CA96-7320-418E-8386-4E583A07B4F6}" destId="{0A403FC1-7CB3-4BBA-BDCA-A471786F520C}" srcOrd="2" destOrd="0" presId="urn:microsoft.com/office/officeart/2018/2/layout/IconVerticalSolidList"/>
    <dgm:cxn modelId="{C5A40E7A-9940-4D34-9F48-6520CEB6FB03}" type="presParOf" srcId="{34E4CA96-7320-418E-8386-4E583A07B4F6}" destId="{177D7F9D-77C2-4F7C-BF98-8769C669554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8DB2BAF-30CD-4B48-AD39-A517E993859D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02F0A20-E3F8-4864-A162-E0B916B94003}">
      <dgm:prSet/>
      <dgm:spPr/>
      <dgm:t>
        <a:bodyPr/>
        <a:lstStyle/>
        <a:p>
          <a:pPr algn="ctr"/>
          <a:r>
            <a:rPr lang="pl-PL" dirty="0"/>
            <a:t>Filip zbiera dane o swojej pracy.</a:t>
          </a:r>
          <a:endParaRPr lang="en-US" dirty="0"/>
        </a:p>
      </dgm:t>
    </dgm:pt>
    <dgm:pt modelId="{059AC5D5-D7C5-4478-8889-461C29318D95}" type="parTrans" cxnId="{69BCC954-629C-48D5-81CE-75DBAFBC6F39}">
      <dgm:prSet/>
      <dgm:spPr/>
      <dgm:t>
        <a:bodyPr/>
        <a:lstStyle/>
        <a:p>
          <a:endParaRPr lang="en-US"/>
        </a:p>
      </dgm:t>
    </dgm:pt>
    <dgm:pt modelId="{D8616682-DD0F-4580-84FC-E6094B15C8BE}" type="sibTrans" cxnId="{69BCC954-629C-48D5-81CE-75DBAFBC6F39}">
      <dgm:prSet phldrT="1"/>
      <dgm:spPr/>
      <dgm:t>
        <a:bodyPr/>
        <a:lstStyle/>
        <a:p>
          <a:r>
            <a:rPr lang="en-US"/>
            <a:t>1</a:t>
          </a:r>
        </a:p>
      </dgm:t>
    </dgm:pt>
    <dgm:pt modelId="{58E538D9-BC30-462A-8546-BE8D0B582E3F}">
      <dgm:prSet/>
      <dgm:spPr/>
      <dgm:t>
        <a:bodyPr/>
        <a:lstStyle/>
        <a:p>
          <a:pPr algn="ctr"/>
          <a:r>
            <a:rPr lang="pl-PL" dirty="0"/>
            <a:t>Zaczyna rozumieć swoje błędy i ograniczenia.</a:t>
          </a:r>
          <a:endParaRPr lang="en-US" dirty="0"/>
        </a:p>
      </dgm:t>
    </dgm:pt>
    <dgm:pt modelId="{F418F17F-ED42-491D-8E86-CADB6871AA5F}" type="parTrans" cxnId="{7EF7079F-BA8F-4DE9-862D-5AB860791129}">
      <dgm:prSet/>
      <dgm:spPr/>
      <dgm:t>
        <a:bodyPr/>
        <a:lstStyle/>
        <a:p>
          <a:endParaRPr lang="en-US"/>
        </a:p>
      </dgm:t>
    </dgm:pt>
    <dgm:pt modelId="{F1A51D46-40E4-4C5D-A854-F62B03101907}" type="sibTrans" cxnId="{7EF7079F-BA8F-4DE9-862D-5AB860791129}">
      <dgm:prSet phldrT="2"/>
      <dgm:spPr/>
      <dgm:t>
        <a:bodyPr/>
        <a:lstStyle/>
        <a:p>
          <a:r>
            <a:rPr lang="en-US"/>
            <a:t>2</a:t>
          </a:r>
        </a:p>
      </dgm:t>
    </dgm:pt>
    <dgm:pt modelId="{DC0EE270-AFAC-467D-8A6A-9EFA84DF7279}">
      <dgm:prSet/>
      <dgm:spPr/>
      <dgm:t>
        <a:bodyPr/>
        <a:lstStyle/>
        <a:p>
          <a:pPr algn="ctr"/>
          <a:r>
            <a:rPr lang="pl-PL" dirty="0"/>
            <a:t>Teraz chce świadomie się rozwijać.</a:t>
          </a:r>
          <a:endParaRPr lang="en-US" dirty="0"/>
        </a:p>
      </dgm:t>
    </dgm:pt>
    <dgm:pt modelId="{9CE123B0-2483-48A2-B0D2-9C653E7063B0}" type="parTrans" cxnId="{9A8D756C-01DB-48B9-8077-0942C46331E1}">
      <dgm:prSet/>
      <dgm:spPr/>
      <dgm:t>
        <a:bodyPr/>
        <a:lstStyle/>
        <a:p>
          <a:endParaRPr lang="en-US"/>
        </a:p>
      </dgm:t>
    </dgm:pt>
    <dgm:pt modelId="{1D04EC9F-116A-4C20-B4B8-1949599FA0A4}" type="sibTrans" cxnId="{9A8D756C-01DB-48B9-8077-0942C46331E1}">
      <dgm:prSet phldrT="3"/>
      <dgm:spPr/>
      <dgm:t>
        <a:bodyPr/>
        <a:lstStyle/>
        <a:p>
          <a:r>
            <a:rPr lang="en-US"/>
            <a:t>3</a:t>
          </a:r>
        </a:p>
      </dgm:t>
    </dgm:pt>
    <dgm:pt modelId="{B3ED8129-3697-4959-818D-175A45C61694}" type="pres">
      <dgm:prSet presAssocID="{58DB2BAF-30CD-4B48-AD39-A517E993859D}" presName="Name0" presStyleCnt="0">
        <dgm:presLayoutVars>
          <dgm:animLvl val="lvl"/>
          <dgm:resizeHandles val="exact"/>
        </dgm:presLayoutVars>
      </dgm:prSet>
      <dgm:spPr/>
    </dgm:pt>
    <dgm:pt modelId="{B2AF0BB6-22C9-44EB-AF97-A0D89425871A}" type="pres">
      <dgm:prSet presAssocID="{702F0A20-E3F8-4864-A162-E0B916B94003}" presName="compositeNode" presStyleCnt="0">
        <dgm:presLayoutVars>
          <dgm:bulletEnabled val="1"/>
        </dgm:presLayoutVars>
      </dgm:prSet>
      <dgm:spPr/>
    </dgm:pt>
    <dgm:pt modelId="{E6355CE4-9981-49FA-9EDA-3F8FADC598D7}" type="pres">
      <dgm:prSet presAssocID="{702F0A20-E3F8-4864-A162-E0B916B94003}" presName="bgRect" presStyleLbl="bgAccFollowNode1" presStyleIdx="0" presStyleCnt="3"/>
      <dgm:spPr/>
    </dgm:pt>
    <dgm:pt modelId="{3AD70F43-5544-4A34-880B-C9ADCE262E57}" type="pres">
      <dgm:prSet presAssocID="{D8616682-DD0F-4580-84FC-E6094B15C8BE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F9333058-37C7-4155-90AB-8EBB7557223C}" type="pres">
      <dgm:prSet presAssocID="{702F0A20-E3F8-4864-A162-E0B916B94003}" presName="bottomLine" presStyleLbl="alignNode1" presStyleIdx="1" presStyleCnt="6">
        <dgm:presLayoutVars/>
      </dgm:prSet>
      <dgm:spPr/>
    </dgm:pt>
    <dgm:pt modelId="{E4F48127-C201-4DF2-8302-11DA2BC823E3}" type="pres">
      <dgm:prSet presAssocID="{702F0A20-E3F8-4864-A162-E0B916B94003}" presName="nodeText" presStyleLbl="bgAccFollowNode1" presStyleIdx="0" presStyleCnt="3">
        <dgm:presLayoutVars>
          <dgm:bulletEnabled val="1"/>
        </dgm:presLayoutVars>
      </dgm:prSet>
      <dgm:spPr/>
    </dgm:pt>
    <dgm:pt modelId="{2A5BADAD-4428-42E7-B850-3B32FC7EBC55}" type="pres">
      <dgm:prSet presAssocID="{D8616682-DD0F-4580-84FC-E6094B15C8BE}" presName="sibTrans" presStyleCnt="0"/>
      <dgm:spPr/>
    </dgm:pt>
    <dgm:pt modelId="{7752109B-50AE-458E-A5FF-2E263758749A}" type="pres">
      <dgm:prSet presAssocID="{58E538D9-BC30-462A-8546-BE8D0B582E3F}" presName="compositeNode" presStyleCnt="0">
        <dgm:presLayoutVars>
          <dgm:bulletEnabled val="1"/>
        </dgm:presLayoutVars>
      </dgm:prSet>
      <dgm:spPr/>
    </dgm:pt>
    <dgm:pt modelId="{C2DFF41F-D544-4ACB-9869-D6A1FD14091C}" type="pres">
      <dgm:prSet presAssocID="{58E538D9-BC30-462A-8546-BE8D0B582E3F}" presName="bgRect" presStyleLbl="bgAccFollowNode1" presStyleIdx="1" presStyleCnt="3"/>
      <dgm:spPr/>
    </dgm:pt>
    <dgm:pt modelId="{651A2FE3-EE76-41D9-B128-283070E99013}" type="pres">
      <dgm:prSet presAssocID="{F1A51D46-40E4-4C5D-A854-F62B03101907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B2474FE8-CEAF-4E9E-AB2D-557FD5D46B2B}" type="pres">
      <dgm:prSet presAssocID="{58E538D9-BC30-462A-8546-BE8D0B582E3F}" presName="bottomLine" presStyleLbl="alignNode1" presStyleIdx="3" presStyleCnt="6">
        <dgm:presLayoutVars/>
      </dgm:prSet>
      <dgm:spPr/>
    </dgm:pt>
    <dgm:pt modelId="{FBF8751E-0A48-4ACC-A023-24CAD36BAA87}" type="pres">
      <dgm:prSet presAssocID="{58E538D9-BC30-462A-8546-BE8D0B582E3F}" presName="nodeText" presStyleLbl="bgAccFollowNode1" presStyleIdx="1" presStyleCnt="3">
        <dgm:presLayoutVars>
          <dgm:bulletEnabled val="1"/>
        </dgm:presLayoutVars>
      </dgm:prSet>
      <dgm:spPr/>
    </dgm:pt>
    <dgm:pt modelId="{7A7DA4C7-AB7B-4E45-B10B-C41ACEC4E662}" type="pres">
      <dgm:prSet presAssocID="{F1A51D46-40E4-4C5D-A854-F62B03101907}" presName="sibTrans" presStyleCnt="0"/>
      <dgm:spPr/>
    </dgm:pt>
    <dgm:pt modelId="{3C733079-53AF-491D-A36B-A145771825D1}" type="pres">
      <dgm:prSet presAssocID="{DC0EE270-AFAC-467D-8A6A-9EFA84DF7279}" presName="compositeNode" presStyleCnt="0">
        <dgm:presLayoutVars>
          <dgm:bulletEnabled val="1"/>
        </dgm:presLayoutVars>
      </dgm:prSet>
      <dgm:spPr/>
    </dgm:pt>
    <dgm:pt modelId="{988E2C52-D931-42E4-ACF9-20DB49FCF248}" type="pres">
      <dgm:prSet presAssocID="{DC0EE270-AFAC-467D-8A6A-9EFA84DF7279}" presName="bgRect" presStyleLbl="bgAccFollowNode1" presStyleIdx="2" presStyleCnt="3"/>
      <dgm:spPr/>
    </dgm:pt>
    <dgm:pt modelId="{6B54CBB2-377C-452B-AA08-DCFFC7F6AA68}" type="pres">
      <dgm:prSet presAssocID="{1D04EC9F-116A-4C20-B4B8-1949599FA0A4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4E4FED9A-4BC9-4489-BCAD-9F0C3F5C7C9C}" type="pres">
      <dgm:prSet presAssocID="{DC0EE270-AFAC-467D-8A6A-9EFA84DF7279}" presName="bottomLine" presStyleLbl="alignNode1" presStyleIdx="5" presStyleCnt="6">
        <dgm:presLayoutVars/>
      </dgm:prSet>
      <dgm:spPr/>
    </dgm:pt>
    <dgm:pt modelId="{FC08902B-D391-45F5-94D0-89AD3E2C9918}" type="pres">
      <dgm:prSet presAssocID="{DC0EE270-AFAC-467D-8A6A-9EFA84DF7279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212F7606-E5B2-4B41-9799-AE4BCA23B253}" type="presOf" srcId="{58DB2BAF-30CD-4B48-AD39-A517E993859D}" destId="{B3ED8129-3697-4959-818D-175A45C61694}" srcOrd="0" destOrd="0" presId="urn:microsoft.com/office/officeart/2016/7/layout/BasicLinearProcessNumbered"/>
    <dgm:cxn modelId="{7E524820-58A3-4BC7-A73F-8ECE1A52C113}" type="presOf" srcId="{58E538D9-BC30-462A-8546-BE8D0B582E3F}" destId="{FBF8751E-0A48-4ACC-A023-24CAD36BAA87}" srcOrd="1" destOrd="0" presId="urn:microsoft.com/office/officeart/2016/7/layout/BasicLinearProcessNumbered"/>
    <dgm:cxn modelId="{52F7A72C-CEFD-4126-A59A-B8972D2F3D37}" type="presOf" srcId="{DC0EE270-AFAC-467D-8A6A-9EFA84DF7279}" destId="{FC08902B-D391-45F5-94D0-89AD3E2C9918}" srcOrd="1" destOrd="0" presId="urn:microsoft.com/office/officeart/2016/7/layout/BasicLinearProcessNumbered"/>
    <dgm:cxn modelId="{F2FDCE3B-9392-45CA-A60D-22984714A746}" type="presOf" srcId="{702F0A20-E3F8-4864-A162-E0B916B94003}" destId="{E6355CE4-9981-49FA-9EDA-3F8FADC598D7}" srcOrd="0" destOrd="0" presId="urn:microsoft.com/office/officeart/2016/7/layout/BasicLinearProcessNumbered"/>
    <dgm:cxn modelId="{59F9FC68-2536-4F24-B6D8-9C727630F080}" type="presOf" srcId="{DC0EE270-AFAC-467D-8A6A-9EFA84DF7279}" destId="{988E2C52-D931-42E4-ACF9-20DB49FCF248}" srcOrd="0" destOrd="0" presId="urn:microsoft.com/office/officeart/2016/7/layout/BasicLinearProcessNumbered"/>
    <dgm:cxn modelId="{9A8D756C-01DB-48B9-8077-0942C46331E1}" srcId="{58DB2BAF-30CD-4B48-AD39-A517E993859D}" destId="{DC0EE270-AFAC-467D-8A6A-9EFA84DF7279}" srcOrd="2" destOrd="0" parTransId="{9CE123B0-2483-48A2-B0D2-9C653E7063B0}" sibTransId="{1D04EC9F-116A-4C20-B4B8-1949599FA0A4}"/>
    <dgm:cxn modelId="{69BCC954-629C-48D5-81CE-75DBAFBC6F39}" srcId="{58DB2BAF-30CD-4B48-AD39-A517E993859D}" destId="{702F0A20-E3F8-4864-A162-E0B916B94003}" srcOrd="0" destOrd="0" parTransId="{059AC5D5-D7C5-4478-8889-461C29318D95}" sibTransId="{D8616682-DD0F-4580-84FC-E6094B15C8BE}"/>
    <dgm:cxn modelId="{85875B57-D048-4D2A-AF80-E6454A7F28B2}" type="presOf" srcId="{702F0A20-E3F8-4864-A162-E0B916B94003}" destId="{E4F48127-C201-4DF2-8302-11DA2BC823E3}" srcOrd="1" destOrd="0" presId="urn:microsoft.com/office/officeart/2016/7/layout/BasicLinearProcessNumbered"/>
    <dgm:cxn modelId="{7EF7079F-BA8F-4DE9-862D-5AB860791129}" srcId="{58DB2BAF-30CD-4B48-AD39-A517E993859D}" destId="{58E538D9-BC30-462A-8546-BE8D0B582E3F}" srcOrd="1" destOrd="0" parTransId="{F418F17F-ED42-491D-8E86-CADB6871AA5F}" sibTransId="{F1A51D46-40E4-4C5D-A854-F62B03101907}"/>
    <dgm:cxn modelId="{E3A498AC-E485-440D-BD29-5CDB3C0C0918}" type="presOf" srcId="{D8616682-DD0F-4580-84FC-E6094B15C8BE}" destId="{3AD70F43-5544-4A34-880B-C9ADCE262E57}" srcOrd="0" destOrd="0" presId="urn:microsoft.com/office/officeart/2016/7/layout/BasicLinearProcessNumbered"/>
    <dgm:cxn modelId="{391695AD-AC90-4E51-B850-82CC47128E68}" type="presOf" srcId="{58E538D9-BC30-462A-8546-BE8D0B582E3F}" destId="{C2DFF41F-D544-4ACB-9869-D6A1FD14091C}" srcOrd="0" destOrd="0" presId="urn:microsoft.com/office/officeart/2016/7/layout/BasicLinearProcessNumbered"/>
    <dgm:cxn modelId="{C9BBECC3-CAD8-4F49-BCA2-A43AF6326B0F}" type="presOf" srcId="{F1A51D46-40E4-4C5D-A854-F62B03101907}" destId="{651A2FE3-EE76-41D9-B128-283070E99013}" srcOrd="0" destOrd="0" presId="urn:microsoft.com/office/officeart/2016/7/layout/BasicLinearProcessNumbered"/>
    <dgm:cxn modelId="{A1D263D2-FE5F-4A3B-AE8C-41B7483F7E83}" type="presOf" srcId="{1D04EC9F-116A-4C20-B4B8-1949599FA0A4}" destId="{6B54CBB2-377C-452B-AA08-DCFFC7F6AA68}" srcOrd="0" destOrd="0" presId="urn:microsoft.com/office/officeart/2016/7/layout/BasicLinearProcessNumbered"/>
    <dgm:cxn modelId="{C135779B-9CE8-4CF3-9571-4C0D82BFDFC7}" type="presParOf" srcId="{B3ED8129-3697-4959-818D-175A45C61694}" destId="{B2AF0BB6-22C9-44EB-AF97-A0D89425871A}" srcOrd="0" destOrd="0" presId="urn:microsoft.com/office/officeart/2016/7/layout/BasicLinearProcessNumbered"/>
    <dgm:cxn modelId="{D7D97107-835F-4B2F-83C9-02B24AB820E8}" type="presParOf" srcId="{B2AF0BB6-22C9-44EB-AF97-A0D89425871A}" destId="{E6355CE4-9981-49FA-9EDA-3F8FADC598D7}" srcOrd="0" destOrd="0" presId="urn:microsoft.com/office/officeart/2016/7/layout/BasicLinearProcessNumbered"/>
    <dgm:cxn modelId="{6DEF3E01-D71B-4FB8-A44F-FFC906BD27E0}" type="presParOf" srcId="{B2AF0BB6-22C9-44EB-AF97-A0D89425871A}" destId="{3AD70F43-5544-4A34-880B-C9ADCE262E57}" srcOrd="1" destOrd="0" presId="urn:microsoft.com/office/officeart/2016/7/layout/BasicLinearProcessNumbered"/>
    <dgm:cxn modelId="{97263AFB-7405-4591-BF6C-0A04F6B267EB}" type="presParOf" srcId="{B2AF0BB6-22C9-44EB-AF97-A0D89425871A}" destId="{F9333058-37C7-4155-90AB-8EBB7557223C}" srcOrd="2" destOrd="0" presId="urn:microsoft.com/office/officeart/2016/7/layout/BasicLinearProcessNumbered"/>
    <dgm:cxn modelId="{1DE81E95-EBBB-4DF1-9C27-7F9A45E121EE}" type="presParOf" srcId="{B2AF0BB6-22C9-44EB-AF97-A0D89425871A}" destId="{E4F48127-C201-4DF2-8302-11DA2BC823E3}" srcOrd="3" destOrd="0" presId="urn:microsoft.com/office/officeart/2016/7/layout/BasicLinearProcessNumbered"/>
    <dgm:cxn modelId="{0A9759A5-92B6-4EDE-A30D-16E279ACCD38}" type="presParOf" srcId="{B3ED8129-3697-4959-818D-175A45C61694}" destId="{2A5BADAD-4428-42E7-B850-3B32FC7EBC55}" srcOrd="1" destOrd="0" presId="urn:microsoft.com/office/officeart/2016/7/layout/BasicLinearProcessNumbered"/>
    <dgm:cxn modelId="{E09BA0A3-9C2F-4598-95E6-5F5846834706}" type="presParOf" srcId="{B3ED8129-3697-4959-818D-175A45C61694}" destId="{7752109B-50AE-458E-A5FF-2E263758749A}" srcOrd="2" destOrd="0" presId="urn:microsoft.com/office/officeart/2016/7/layout/BasicLinearProcessNumbered"/>
    <dgm:cxn modelId="{C556FBCA-A86E-40C1-AFD3-21019E457150}" type="presParOf" srcId="{7752109B-50AE-458E-A5FF-2E263758749A}" destId="{C2DFF41F-D544-4ACB-9869-D6A1FD14091C}" srcOrd="0" destOrd="0" presId="urn:microsoft.com/office/officeart/2016/7/layout/BasicLinearProcessNumbered"/>
    <dgm:cxn modelId="{3E7F8D40-7577-41E0-910B-3C7880CEED0A}" type="presParOf" srcId="{7752109B-50AE-458E-A5FF-2E263758749A}" destId="{651A2FE3-EE76-41D9-B128-283070E99013}" srcOrd="1" destOrd="0" presId="urn:microsoft.com/office/officeart/2016/7/layout/BasicLinearProcessNumbered"/>
    <dgm:cxn modelId="{7A3C73C6-BB77-425A-A284-F992CF9EB90F}" type="presParOf" srcId="{7752109B-50AE-458E-A5FF-2E263758749A}" destId="{B2474FE8-CEAF-4E9E-AB2D-557FD5D46B2B}" srcOrd="2" destOrd="0" presId="urn:microsoft.com/office/officeart/2016/7/layout/BasicLinearProcessNumbered"/>
    <dgm:cxn modelId="{4D00E57A-363C-4F4F-8E9D-19929C8025CD}" type="presParOf" srcId="{7752109B-50AE-458E-A5FF-2E263758749A}" destId="{FBF8751E-0A48-4ACC-A023-24CAD36BAA87}" srcOrd="3" destOrd="0" presId="urn:microsoft.com/office/officeart/2016/7/layout/BasicLinearProcessNumbered"/>
    <dgm:cxn modelId="{B55F641C-0695-4BFF-B31E-FBE400FDF8EC}" type="presParOf" srcId="{B3ED8129-3697-4959-818D-175A45C61694}" destId="{7A7DA4C7-AB7B-4E45-B10B-C41ACEC4E662}" srcOrd="3" destOrd="0" presId="urn:microsoft.com/office/officeart/2016/7/layout/BasicLinearProcessNumbered"/>
    <dgm:cxn modelId="{72F88314-80A4-46DC-80FE-0F59C4B7EE3A}" type="presParOf" srcId="{B3ED8129-3697-4959-818D-175A45C61694}" destId="{3C733079-53AF-491D-A36B-A145771825D1}" srcOrd="4" destOrd="0" presId="urn:microsoft.com/office/officeart/2016/7/layout/BasicLinearProcessNumbered"/>
    <dgm:cxn modelId="{BDE59296-10D6-4499-8FB8-28E69E7DEAC9}" type="presParOf" srcId="{3C733079-53AF-491D-A36B-A145771825D1}" destId="{988E2C52-D931-42E4-ACF9-20DB49FCF248}" srcOrd="0" destOrd="0" presId="urn:microsoft.com/office/officeart/2016/7/layout/BasicLinearProcessNumbered"/>
    <dgm:cxn modelId="{180941E3-0314-4AB2-BA82-64558BD21451}" type="presParOf" srcId="{3C733079-53AF-491D-A36B-A145771825D1}" destId="{6B54CBB2-377C-452B-AA08-DCFFC7F6AA68}" srcOrd="1" destOrd="0" presId="urn:microsoft.com/office/officeart/2016/7/layout/BasicLinearProcessNumbered"/>
    <dgm:cxn modelId="{A224BEB2-F5A8-46E7-996B-9CD1291B94F9}" type="presParOf" srcId="{3C733079-53AF-491D-A36B-A145771825D1}" destId="{4E4FED9A-4BC9-4489-BCAD-9F0C3F5C7C9C}" srcOrd="2" destOrd="0" presId="urn:microsoft.com/office/officeart/2016/7/layout/BasicLinearProcessNumbered"/>
    <dgm:cxn modelId="{04384795-9659-4E89-B2D2-8D794A1998AD}" type="presParOf" srcId="{3C733079-53AF-491D-A36B-A145771825D1}" destId="{FC08902B-D391-45F5-94D0-89AD3E2C9918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F27B59A-680A-4FC8-B77D-F6CF560A218D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7676354-2B8D-47F8-9697-2A8E7A8C49DD}">
      <dgm:prSet/>
      <dgm:spPr/>
      <dgm:t>
        <a:bodyPr/>
        <a:lstStyle/>
        <a:p>
          <a:r>
            <a:rPr lang="pl-PL"/>
            <a:t>Estymacje często są:</a:t>
          </a:r>
          <a:endParaRPr lang="en-US"/>
        </a:p>
      </dgm:t>
    </dgm:pt>
    <dgm:pt modelId="{815D840C-6AA9-4933-9AB8-508DAFE84522}" type="parTrans" cxnId="{8F3ECF28-2C71-4F74-9F92-A279C8127890}">
      <dgm:prSet/>
      <dgm:spPr/>
      <dgm:t>
        <a:bodyPr/>
        <a:lstStyle/>
        <a:p>
          <a:endParaRPr lang="en-US"/>
        </a:p>
      </dgm:t>
    </dgm:pt>
    <dgm:pt modelId="{8E1C522B-BDFF-4B1F-9114-16E3C872239F}" type="sibTrans" cxnId="{8F3ECF28-2C71-4F74-9F92-A279C8127890}">
      <dgm:prSet/>
      <dgm:spPr/>
      <dgm:t>
        <a:bodyPr/>
        <a:lstStyle/>
        <a:p>
          <a:endParaRPr lang="en-US"/>
        </a:p>
      </dgm:t>
    </dgm:pt>
    <dgm:pt modelId="{49287D88-E58C-42BD-9B43-327596AEC896}">
      <dgm:prSet/>
      <dgm:spPr/>
      <dgm:t>
        <a:bodyPr/>
        <a:lstStyle/>
        <a:p>
          <a:r>
            <a:rPr lang="pl-PL"/>
            <a:t>zbyt optymistyczne </a:t>
          </a:r>
          <a:endParaRPr lang="en-US"/>
        </a:p>
      </dgm:t>
    </dgm:pt>
    <dgm:pt modelId="{F5A09108-671B-4E35-B31B-4940AFC64C91}" type="parTrans" cxnId="{DB0677EB-173B-4582-98AC-B320F1B12347}">
      <dgm:prSet/>
      <dgm:spPr/>
      <dgm:t>
        <a:bodyPr/>
        <a:lstStyle/>
        <a:p>
          <a:endParaRPr lang="en-US"/>
        </a:p>
      </dgm:t>
    </dgm:pt>
    <dgm:pt modelId="{EEF24E1D-518D-4951-AD01-345893CD2338}" type="sibTrans" cxnId="{DB0677EB-173B-4582-98AC-B320F1B12347}">
      <dgm:prSet/>
      <dgm:spPr/>
      <dgm:t>
        <a:bodyPr/>
        <a:lstStyle/>
        <a:p>
          <a:endParaRPr lang="en-US"/>
        </a:p>
      </dgm:t>
    </dgm:pt>
    <dgm:pt modelId="{BD21348B-E03E-4725-80D8-80444622AEDD}">
      <dgm:prSet/>
      <dgm:spPr/>
      <dgm:t>
        <a:bodyPr/>
        <a:lstStyle/>
        <a:p>
          <a:r>
            <a:rPr lang="pl-PL"/>
            <a:t>niedokładne </a:t>
          </a:r>
          <a:endParaRPr lang="en-US"/>
        </a:p>
      </dgm:t>
    </dgm:pt>
    <dgm:pt modelId="{2C466861-54E5-4A86-B4A9-ED3B1A1AD819}" type="parTrans" cxnId="{9C8E8271-29CF-4A41-AEE8-0145B0E4B52B}">
      <dgm:prSet/>
      <dgm:spPr/>
      <dgm:t>
        <a:bodyPr/>
        <a:lstStyle/>
        <a:p>
          <a:endParaRPr lang="en-US"/>
        </a:p>
      </dgm:t>
    </dgm:pt>
    <dgm:pt modelId="{3DCE16C2-E086-490E-A932-4D8B44157E37}" type="sibTrans" cxnId="{9C8E8271-29CF-4A41-AEE8-0145B0E4B52B}">
      <dgm:prSet/>
      <dgm:spPr/>
      <dgm:t>
        <a:bodyPr/>
        <a:lstStyle/>
        <a:p>
          <a:endParaRPr lang="en-US"/>
        </a:p>
      </dgm:t>
    </dgm:pt>
    <dgm:pt modelId="{2A3677D2-C2E0-4932-B833-6AFB2AACD4FC}">
      <dgm:prSet/>
      <dgm:spPr/>
      <dgm:t>
        <a:bodyPr/>
        <a:lstStyle/>
        <a:p>
          <a:r>
            <a:rPr lang="pl-PL"/>
            <a:t>oparte na intuicji</a:t>
          </a:r>
          <a:endParaRPr lang="en-US"/>
        </a:p>
      </dgm:t>
    </dgm:pt>
    <dgm:pt modelId="{0FA79E39-4122-47D9-8565-7A046F32BC36}" type="parTrans" cxnId="{EDB7BCDB-EC05-4D2A-9B5C-556371B02CB8}">
      <dgm:prSet/>
      <dgm:spPr/>
      <dgm:t>
        <a:bodyPr/>
        <a:lstStyle/>
        <a:p>
          <a:endParaRPr lang="en-US"/>
        </a:p>
      </dgm:t>
    </dgm:pt>
    <dgm:pt modelId="{EB226BA6-F5A5-461D-BC3C-461DDA9D11AE}" type="sibTrans" cxnId="{EDB7BCDB-EC05-4D2A-9B5C-556371B02CB8}">
      <dgm:prSet/>
      <dgm:spPr/>
      <dgm:t>
        <a:bodyPr/>
        <a:lstStyle/>
        <a:p>
          <a:endParaRPr lang="en-US"/>
        </a:p>
      </dgm:t>
    </dgm:pt>
    <dgm:pt modelId="{C371567E-D500-41C1-80FA-8FA759EF8667}" type="pres">
      <dgm:prSet presAssocID="{BF27B59A-680A-4FC8-B77D-F6CF560A218D}" presName="Name0" presStyleCnt="0">
        <dgm:presLayoutVars>
          <dgm:dir/>
          <dgm:animLvl val="lvl"/>
          <dgm:resizeHandles val="exact"/>
        </dgm:presLayoutVars>
      </dgm:prSet>
      <dgm:spPr/>
    </dgm:pt>
    <dgm:pt modelId="{A5E8C04C-E6AF-480C-9D1B-ACD5E43A076E}" type="pres">
      <dgm:prSet presAssocID="{47676354-2B8D-47F8-9697-2A8E7A8C49DD}" presName="linNode" presStyleCnt="0"/>
      <dgm:spPr/>
    </dgm:pt>
    <dgm:pt modelId="{4A0C8FD8-2705-4ED5-8E6A-37F0EBBD1B0C}" type="pres">
      <dgm:prSet presAssocID="{47676354-2B8D-47F8-9697-2A8E7A8C49DD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5DA1E6A1-A732-4158-A616-FF1074EAA17E}" type="pres">
      <dgm:prSet presAssocID="{47676354-2B8D-47F8-9697-2A8E7A8C49DD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8F3ECF28-2C71-4F74-9F92-A279C8127890}" srcId="{BF27B59A-680A-4FC8-B77D-F6CF560A218D}" destId="{47676354-2B8D-47F8-9697-2A8E7A8C49DD}" srcOrd="0" destOrd="0" parTransId="{815D840C-6AA9-4933-9AB8-508DAFE84522}" sibTransId="{8E1C522B-BDFF-4B1F-9114-16E3C872239F}"/>
    <dgm:cxn modelId="{633B1032-E12B-4D87-880B-2FD481EC4FD6}" type="presOf" srcId="{2A3677D2-C2E0-4932-B833-6AFB2AACD4FC}" destId="{5DA1E6A1-A732-4158-A616-FF1074EAA17E}" srcOrd="0" destOrd="2" presId="urn:microsoft.com/office/officeart/2005/8/layout/vList5"/>
    <dgm:cxn modelId="{A413B836-866E-4A94-8806-6C57DA0EFF79}" type="presOf" srcId="{49287D88-E58C-42BD-9B43-327596AEC896}" destId="{5DA1E6A1-A732-4158-A616-FF1074EAA17E}" srcOrd="0" destOrd="0" presId="urn:microsoft.com/office/officeart/2005/8/layout/vList5"/>
    <dgm:cxn modelId="{9C8E8271-29CF-4A41-AEE8-0145B0E4B52B}" srcId="{47676354-2B8D-47F8-9697-2A8E7A8C49DD}" destId="{BD21348B-E03E-4725-80D8-80444622AEDD}" srcOrd="1" destOrd="0" parTransId="{2C466861-54E5-4A86-B4A9-ED3B1A1AD819}" sibTransId="{3DCE16C2-E086-490E-A932-4D8B44157E37}"/>
    <dgm:cxn modelId="{52A453AB-B071-4FF0-A0FF-33736717087F}" type="presOf" srcId="{BF27B59A-680A-4FC8-B77D-F6CF560A218D}" destId="{C371567E-D500-41C1-80FA-8FA759EF8667}" srcOrd="0" destOrd="0" presId="urn:microsoft.com/office/officeart/2005/8/layout/vList5"/>
    <dgm:cxn modelId="{754D82CA-62A6-4B83-A7E5-96AD353BD1A0}" type="presOf" srcId="{BD21348B-E03E-4725-80D8-80444622AEDD}" destId="{5DA1E6A1-A732-4158-A616-FF1074EAA17E}" srcOrd="0" destOrd="1" presId="urn:microsoft.com/office/officeart/2005/8/layout/vList5"/>
    <dgm:cxn modelId="{EDB7BCDB-EC05-4D2A-9B5C-556371B02CB8}" srcId="{47676354-2B8D-47F8-9697-2A8E7A8C49DD}" destId="{2A3677D2-C2E0-4932-B833-6AFB2AACD4FC}" srcOrd="2" destOrd="0" parTransId="{0FA79E39-4122-47D9-8565-7A046F32BC36}" sibTransId="{EB226BA6-F5A5-461D-BC3C-461DDA9D11AE}"/>
    <dgm:cxn modelId="{DB0677EB-173B-4582-98AC-B320F1B12347}" srcId="{47676354-2B8D-47F8-9697-2A8E7A8C49DD}" destId="{49287D88-E58C-42BD-9B43-327596AEC896}" srcOrd="0" destOrd="0" parTransId="{F5A09108-671B-4E35-B31B-4940AFC64C91}" sibTransId="{EEF24E1D-518D-4951-AD01-345893CD2338}"/>
    <dgm:cxn modelId="{22BD63F2-E088-442A-9BB6-86B4A61A60D3}" type="presOf" srcId="{47676354-2B8D-47F8-9697-2A8E7A8C49DD}" destId="{4A0C8FD8-2705-4ED5-8E6A-37F0EBBD1B0C}" srcOrd="0" destOrd="0" presId="urn:microsoft.com/office/officeart/2005/8/layout/vList5"/>
    <dgm:cxn modelId="{B315DA64-B42E-4E9C-B9FC-25F86CD2BC12}" type="presParOf" srcId="{C371567E-D500-41C1-80FA-8FA759EF8667}" destId="{A5E8C04C-E6AF-480C-9D1B-ACD5E43A076E}" srcOrd="0" destOrd="0" presId="urn:microsoft.com/office/officeart/2005/8/layout/vList5"/>
    <dgm:cxn modelId="{E2CD4D01-38C5-4080-ADE5-558076E68097}" type="presParOf" srcId="{A5E8C04C-E6AF-480C-9D1B-ACD5E43A076E}" destId="{4A0C8FD8-2705-4ED5-8E6A-37F0EBBD1B0C}" srcOrd="0" destOrd="0" presId="urn:microsoft.com/office/officeart/2005/8/layout/vList5"/>
    <dgm:cxn modelId="{639879DA-E780-475C-A444-1D6BB65AF27B}" type="presParOf" srcId="{A5E8C04C-E6AF-480C-9D1B-ACD5E43A076E}" destId="{5DA1E6A1-A732-4158-A616-FF1074EAA17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D472A18-796C-4BCF-A07B-EA8B1D92AE34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7270AB6-5A02-4A17-AB9B-7FEC55AD3695}">
      <dgm:prSet/>
      <dgm:spPr/>
      <dgm:t>
        <a:bodyPr/>
        <a:lstStyle/>
        <a:p>
          <a:r>
            <a:rPr lang="pl-PL" b="0" i="0" baseline="0"/>
            <a:t>korzystanie z danych historycznych </a:t>
          </a:r>
          <a:endParaRPr lang="en-US"/>
        </a:p>
      </dgm:t>
    </dgm:pt>
    <dgm:pt modelId="{ACA22A77-E581-4B10-89F9-CB38681F212C}" type="parTrans" cxnId="{CB11205E-56D5-43B1-8B23-E29FADB91A78}">
      <dgm:prSet/>
      <dgm:spPr/>
      <dgm:t>
        <a:bodyPr/>
        <a:lstStyle/>
        <a:p>
          <a:endParaRPr lang="en-US"/>
        </a:p>
      </dgm:t>
    </dgm:pt>
    <dgm:pt modelId="{6012CAC8-B652-4E51-BF95-F2E4675AB7B7}" type="sibTrans" cxnId="{CB11205E-56D5-43B1-8B23-E29FADB91A78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BCB2F3C4-186D-45F7-8B0D-02D6A8390183}">
      <dgm:prSet/>
      <dgm:spPr/>
      <dgm:t>
        <a:bodyPr/>
        <a:lstStyle/>
        <a:p>
          <a:r>
            <a:rPr lang="pl-PL" b="0" i="0" baseline="0"/>
            <a:t>rozbijanie zadań na mniejsze części </a:t>
          </a:r>
          <a:endParaRPr lang="en-US"/>
        </a:p>
      </dgm:t>
    </dgm:pt>
    <dgm:pt modelId="{246A79F1-6144-4556-BF9B-3881B8B3FDFF}" type="parTrans" cxnId="{34CF6813-0DB5-4885-8C95-FADAF4E91DDE}">
      <dgm:prSet/>
      <dgm:spPr/>
      <dgm:t>
        <a:bodyPr/>
        <a:lstStyle/>
        <a:p>
          <a:endParaRPr lang="en-US"/>
        </a:p>
      </dgm:t>
    </dgm:pt>
    <dgm:pt modelId="{EAFCCE42-3916-4B4D-BF3E-7633BD527235}" type="sibTrans" cxnId="{34CF6813-0DB5-4885-8C95-FADAF4E91DDE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18D4E10A-1C67-4500-B685-C7AFACD2E850}">
      <dgm:prSet/>
      <dgm:spPr/>
      <dgm:t>
        <a:bodyPr/>
        <a:lstStyle/>
        <a:p>
          <a:r>
            <a:rPr lang="pl-PL" b="0" i="0" baseline="0"/>
            <a:t>porównywanie planu z rzeczywistością </a:t>
          </a:r>
          <a:endParaRPr lang="en-US"/>
        </a:p>
      </dgm:t>
    </dgm:pt>
    <dgm:pt modelId="{DAE1E3A2-894C-4075-911F-ADEF5B923496}" type="parTrans" cxnId="{A34C4318-E4BC-41DF-9969-25801193A70F}">
      <dgm:prSet/>
      <dgm:spPr/>
      <dgm:t>
        <a:bodyPr/>
        <a:lstStyle/>
        <a:p>
          <a:endParaRPr lang="en-US"/>
        </a:p>
      </dgm:t>
    </dgm:pt>
    <dgm:pt modelId="{CEEED9C6-FBC0-4416-A967-2C67DE59F233}" type="sibTrans" cxnId="{A34C4318-E4BC-41DF-9969-25801193A70F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0EE71A75-903D-4552-9E1C-A802406A87D6}">
      <dgm:prSet/>
      <dgm:spPr/>
      <dgm:t>
        <a:bodyPr/>
        <a:lstStyle/>
        <a:p>
          <a:r>
            <a:rPr lang="pl-PL" b="0" i="0" baseline="0"/>
            <a:t>analiza błędów estymacji </a:t>
          </a:r>
          <a:endParaRPr lang="en-US"/>
        </a:p>
      </dgm:t>
    </dgm:pt>
    <dgm:pt modelId="{E3E3962E-4103-445D-815A-D8F26A165294}" type="parTrans" cxnId="{B2D12B81-0244-4312-A6D5-D34E70F3417A}">
      <dgm:prSet/>
      <dgm:spPr/>
      <dgm:t>
        <a:bodyPr/>
        <a:lstStyle/>
        <a:p>
          <a:endParaRPr lang="en-US"/>
        </a:p>
      </dgm:t>
    </dgm:pt>
    <dgm:pt modelId="{448DC315-1943-4CBE-9B74-C933D47005A5}" type="sibTrans" cxnId="{B2D12B81-0244-4312-A6D5-D34E70F3417A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6EC6B1C1-8CE5-459D-A94F-6411EA0D72BD}" type="pres">
      <dgm:prSet presAssocID="{1D472A18-796C-4BCF-A07B-EA8B1D92AE34}" presName="Name0" presStyleCnt="0">
        <dgm:presLayoutVars>
          <dgm:animLvl val="lvl"/>
          <dgm:resizeHandles val="exact"/>
        </dgm:presLayoutVars>
      </dgm:prSet>
      <dgm:spPr/>
    </dgm:pt>
    <dgm:pt modelId="{4FF117C0-23C6-4E2E-BB23-E9D682D0037A}" type="pres">
      <dgm:prSet presAssocID="{87270AB6-5A02-4A17-AB9B-7FEC55AD3695}" presName="compositeNode" presStyleCnt="0">
        <dgm:presLayoutVars>
          <dgm:bulletEnabled val="1"/>
        </dgm:presLayoutVars>
      </dgm:prSet>
      <dgm:spPr/>
    </dgm:pt>
    <dgm:pt modelId="{7EADDAEB-655E-4EF7-AFA8-13BE86C9A78D}" type="pres">
      <dgm:prSet presAssocID="{87270AB6-5A02-4A17-AB9B-7FEC55AD3695}" presName="bgRect" presStyleLbl="alignNode1" presStyleIdx="0" presStyleCnt="4"/>
      <dgm:spPr/>
    </dgm:pt>
    <dgm:pt modelId="{4784BA05-4DF1-477C-843B-182CC9C35ED3}" type="pres">
      <dgm:prSet presAssocID="{6012CAC8-B652-4E51-BF95-F2E4675AB7B7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CB80244D-3766-4732-A7BF-3510A502F681}" type="pres">
      <dgm:prSet presAssocID="{87270AB6-5A02-4A17-AB9B-7FEC55AD3695}" presName="nodeRect" presStyleLbl="alignNode1" presStyleIdx="0" presStyleCnt="4">
        <dgm:presLayoutVars>
          <dgm:bulletEnabled val="1"/>
        </dgm:presLayoutVars>
      </dgm:prSet>
      <dgm:spPr/>
    </dgm:pt>
    <dgm:pt modelId="{CBCAA5E1-AE99-470D-B55B-ADCDA8A20A2C}" type="pres">
      <dgm:prSet presAssocID="{6012CAC8-B652-4E51-BF95-F2E4675AB7B7}" presName="sibTrans" presStyleCnt="0"/>
      <dgm:spPr/>
    </dgm:pt>
    <dgm:pt modelId="{C7CBC821-7E94-4A9C-9D60-31480C8CE98C}" type="pres">
      <dgm:prSet presAssocID="{BCB2F3C4-186D-45F7-8B0D-02D6A8390183}" presName="compositeNode" presStyleCnt="0">
        <dgm:presLayoutVars>
          <dgm:bulletEnabled val="1"/>
        </dgm:presLayoutVars>
      </dgm:prSet>
      <dgm:spPr/>
    </dgm:pt>
    <dgm:pt modelId="{5FB74D1A-A89E-4A3A-8F32-029AD802B6D2}" type="pres">
      <dgm:prSet presAssocID="{BCB2F3C4-186D-45F7-8B0D-02D6A8390183}" presName="bgRect" presStyleLbl="alignNode1" presStyleIdx="1" presStyleCnt="4"/>
      <dgm:spPr/>
    </dgm:pt>
    <dgm:pt modelId="{3EFBF218-2A7B-429B-A706-2253F80C5D7B}" type="pres">
      <dgm:prSet presAssocID="{EAFCCE42-3916-4B4D-BF3E-7633BD527235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839B5611-3A52-47B9-B353-363B0951AE8F}" type="pres">
      <dgm:prSet presAssocID="{BCB2F3C4-186D-45F7-8B0D-02D6A8390183}" presName="nodeRect" presStyleLbl="alignNode1" presStyleIdx="1" presStyleCnt="4">
        <dgm:presLayoutVars>
          <dgm:bulletEnabled val="1"/>
        </dgm:presLayoutVars>
      </dgm:prSet>
      <dgm:spPr/>
    </dgm:pt>
    <dgm:pt modelId="{741A38D6-AD8A-4ECE-A84A-E0BF6B321D31}" type="pres">
      <dgm:prSet presAssocID="{EAFCCE42-3916-4B4D-BF3E-7633BD527235}" presName="sibTrans" presStyleCnt="0"/>
      <dgm:spPr/>
    </dgm:pt>
    <dgm:pt modelId="{CF4A587C-324E-498E-BB5D-75603101A64E}" type="pres">
      <dgm:prSet presAssocID="{18D4E10A-1C67-4500-B685-C7AFACD2E850}" presName="compositeNode" presStyleCnt="0">
        <dgm:presLayoutVars>
          <dgm:bulletEnabled val="1"/>
        </dgm:presLayoutVars>
      </dgm:prSet>
      <dgm:spPr/>
    </dgm:pt>
    <dgm:pt modelId="{15736578-3A5B-4C40-BAE8-6C04AD3C9C89}" type="pres">
      <dgm:prSet presAssocID="{18D4E10A-1C67-4500-B685-C7AFACD2E850}" presName="bgRect" presStyleLbl="alignNode1" presStyleIdx="2" presStyleCnt="4"/>
      <dgm:spPr/>
    </dgm:pt>
    <dgm:pt modelId="{0C6029BF-D2FC-4C98-8FD5-DAB03728E090}" type="pres">
      <dgm:prSet presAssocID="{CEEED9C6-FBC0-4416-A967-2C67DE59F233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85F53CA3-7371-4980-89F2-64C65AF70A7A}" type="pres">
      <dgm:prSet presAssocID="{18D4E10A-1C67-4500-B685-C7AFACD2E850}" presName="nodeRect" presStyleLbl="alignNode1" presStyleIdx="2" presStyleCnt="4">
        <dgm:presLayoutVars>
          <dgm:bulletEnabled val="1"/>
        </dgm:presLayoutVars>
      </dgm:prSet>
      <dgm:spPr/>
    </dgm:pt>
    <dgm:pt modelId="{542E9896-D22C-4DA8-81C8-0F414A081267}" type="pres">
      <dgm:prSet presAssocID="{CEEED9C6-FBC0-4416-A967-2C67DE59F233}" presName="sibTrans" presStyleCnt="0"/>
      <dgm:spPr/>
    </dgm:pt>
    <dgm:pt modelId="{C28D4F07-4857-455D-B6BA-21D674BACCFC}" type="pres">
      <dgm:prSet presAssocID="{0EE71A75-903D-4552-9E1C-A802406A87D6}" presName="compositeNode" presStyleCnt="0">
        <dgm:presLayoutVars>
          <dgm:bulletEnabled val="1"/>
        </dgm:presLayoutVars>
      </dgm:prSet>
      <dgm:spPr/>
    </dgm:pt>
    <dgm:pt modelId="{8F5816D2-F250-4E10-A818-40ADA38A0A60}" type="pres">
      <dgm:prSet presAssocID="{0EE71A75-903D-4552-9E1C-A802406A87D6}" presName="bgRect" presStyleLbl="alignNode1" presStyleIdx="3" presStyleCnt="4"/>
      <dgm:spPr/>
    </dgm:pt>
    <dgm:pt modelId="{AC5E054B-B62D-41A1-A1C9-9D44EFDC2D0F}" type="pres">
      <dgm:prSet presAssocID="{448DC315-1943-4CBE-9B74-C933D47005A5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90B064AF-D078-4AB7-8DFB-BED5C42BBD0F}" type="pres">
      <dgm:prSet presAssocID="{0EE71A75-903D-4552-9E1C-A802406A87D6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90100B03-1857-4123-BB54-69DCCF577433}" type="presOf" srcId="{18D4E10A-1C67-4500-B685-C7AFACD2E850}" destId="{85F53CA3-7371-4980-89F2-64C65AF70A7A}" srcOrd="1" destOrd="0" presId="urn:microsoft.com/office/officeart/2016/7/layout/LinearBlockProcessNumbered"/>
    <dgm:cxn modelId="{82484E11-736C-49E3-A149-235B2EAA0551}" type="presOf" srcId="{6012CAC8-B652-4E51-BF95-F2E4675AB7B7}" destId="{4784BA05-4DF1-477C-843B-182CC9C35ED3}" srcOrd="0" destOrd="0" presId="urn:microsoft.com/office/officeart/2016/7/layout/LinearBlockProcessNumbered"/>
    <dgm:cxn modelId="{34CF6813-0DB5-4885-8C95-FADAF4E91DDE}" srcId="{1D472A18-796C-4BCF-A07B-EA8B1D92AE34}" destId="{BCB2F3C4-186D-45F7-8B0D-02D6A8390183}" srcOrd="1" destOrd="0" parTransId="{246A79F1-6144-4556-BF9B-3881B8B3FDFF}" sibTransId="{EAFCCE42-3916-4B4D-BF3E-7633BD527235}"/>
    <dgm:cxn modelId="{A34C4318-E4BC-41DF-9969-25801193A70F}" srcId="{1D472A18-796C-4BCF-A07B-EA8B1D92AE34}" destId="{18D4E10A-1C67-4500-B685-C7AFACD2E850}" srcOrd="2" destOrd="0" parTransId="{DAE1E3A2-894C-4075-911F-ADEF5B923496}" sibTransId="{CEEED9C6-FBC0-4416-A967-2C67DE59F233}"/>
    <dgm:cxn modelId="{663EE31C-7D78-4EA9-9C63-AC2916F1A8F6}" type="presOf" srcId="{1D472A18-796C-4BCF-A07B-EA8B1D92AE34}" destId="{6EC6B1C1-8CE5-459D-A94F-6411EA0D72BD}" srcOrd="0" destOrd="0" presId="urn:microsoft.com/office/officeart/2016/7/layout/LinearBlockProcessNumbered"/>
    <dgm:cxn modelId="{B0FA5D2B-F600-40B5-8A5C-365B749DF7E8}" type="presOf" srcId="{0EE71A75-903D-4552-9E1C-A802406A87D6}" destId="{90B064AF-D078-4AB7-8DFB-BED5C42BBD0F}" srcOrd="1" destOrd="0" presId="urn:microsoft.com/office/officeart/2016/7/layout/LinearBlockProcessNumbered"/>
    <dgm:cxn modelId="{5AB84A2C-3714-4587-B82C-9C76A3CFE3FB}" type="presOf" srcId="{0EE71A75-903D-4552-9E1C-A802406A87D6}" destId="{8F5816D2-F250-4E10-A818-40ADA38A0A60}" srcOrd="0" destOrd="0" presId="urn:microsoft.com/office/officeart/2016/7/layout/LinearBlockProcessNumbered"/>
    <dgm:cxn modelId="{D7DA6330-35C0-4E0F-85BF-5F70D69C9A05}" type="presOf" srcId="{BCB2F3C4-186D-45F7-8B0D-02D6A8390183}" destId="{839B5611-3A52-47B9-B353-363B0951AE8F}" srcOrd="1" destOrd="0" presId="urn:microsoft.com/office/officeart/2016/7/layout/LinearBlockProcessNumbered"/>
    <dgm:cxn modelId="{CB11205E-56D5-43B1-8B23-E29FADB91A78}" srcId="{1D472A18-796C-4BCF-A07B-EA8B1D92AE34}" destId="{87270AB6-5A02-4A17-AB9B-7FEC55AD3695}" srcOrd="0" destOrd="0" parTransId="{ACA22A77-E581-4B10-89F9-CB38681F212C}" sibTransId="{6012CAC8-B652-4E51-BF95-F2E4675AB7B7}"/>
    <dgm:cxn modelId="{C6021961-A537-4444-A762-9F499303586B}" type="presOf" srcId="{BCB2F3C4-186D-45F7-8B0D-02D6A8390183}" destId="{5FB74D1A-A89E-4A3A-8F32-029AD802B6D2}" srcOrd="0" destOrd="0" presId="urn:microsoft.com/office/officeart/2016/7/layout/LinearBlockProcessNumbered"/>
    <dgm:cxn modelId="{B2D12B81-0244-4312-A6D5-D34E70F3417A}" srcId="{1D472A18-796C-4BCF-A07B-EA8B1D92AE34}" destId="{0EE71A75-903D-4552-9E1C-A802406A87D6}" srcOrd="3" destOrd="0" parTransId="{E3E3962E-4103-445D-815A-D8F26A165294}" sibTransId="{448DC315-1943-4CBE-9B74-C933D47005A5}"/>
    <dgm:cxn modelId="{C62D809B-18A4-4E22-B929-BE5B31740B11}" type="presOf" srcId="{CEEED9C6-FBC0-4416-A967-2C67DE59F233}" destId="{0C6029BF-D2FC-4C98-8FD5-DAB03728E090}" srcOrd="0" destOrd="0" presId="urn:microsoft.com/office/officeart/2016/7/layout/LinearBlockProcessNumbered"/>
    <dgm:cxn modelId="{AD4770A5-AA9F-450F-A39C-1926804FB1F6}" type="presOf" srcId="{18D4E10A-1C67-4500-B685-C7AFACD2E850}" destId="{15736578-3A5B-4C40-BAE8-6C04AD3C9C89}" srcOrd="0" destOrd="0" presId="urn:microsoft.com/office/officeart/2016/7/layout/LinearBlockProcessNumbered"/>
    <dgm:cxn modelId="{DA3119B1-3856-4D02-A746-06BBC3391F41}" type="presOf" srcId="{EAFCCE42-3916-4B4D-BF3E-7633BD527235}" destId="{3EFBF218-2A7B-429B-A706-2253F80C5D7B}" srcOrd="0" destOrd="0" presId="urn:microsoft.com/office/officeart/2016/7/layout/LinearBlockProcessNumbered"/>
    <dgm:cxn modelId="{6EA696BB-28F9-4BBA-9E98-50387A665716}" type="presOf" srcId="{448DC315-1943-4CBE-9B74-C933D47005A5}" destId="{AC5E054B-B62D-41A1-A1C9-9D44EFDC2D0F}" srcOrd="0" destOrd="0" presId="urn:microsoft.com/office/officeart/2016/7/layout/LinearBlockProcessNumbered"/>
    <dgm:cxn modelId="{20BF3ABE-CD5B-473B-AEBE-8754E8697080}" type="presOf" srcId="{87270AB6-5A02-4A17-AB9B-7FEC55AD3695}" destId="{7EADDAEB-655E-4EF7-AFA8-13BE86C9A78D}" srcOrd="0" destOrd="0" presId="urn:microsoft.com/office/officeart/2016/7/layout/LinearBlockProcessNumbered"/>
    <dgm:cxn modelId="{C821D8F5-A634-43FF-A995-FBC51ED0835E}" type="presOf" srcId="{87270AB6-5A02-4A17-AB9B-7FEC55AD3695}" destId="{CB80244D-3766-4732-A7BF-3510A502F681}" srcOrd="1" destOrd="0" presId="urn:microsoft.com/office/officeart/2016/7/layout/LinearBlockProcessNumbered"/>
    <dgm:cxn modelId="{0901E571-0F9F-4E9E-9285-80BB01E935D2}" type="presParOf" srcId="{6EC6B1C1-8CE5-459D-A94F-6411EA0D72BD}" destId="{4FF117C0-23C6-4E2E-BB23-E9D682D0037A}" srcOrd="0" destOrd="0" presId="urn:microsoft.com/office/officeart/2016/7/layout/LinearBlockProcessNumbered"/>
    <dgm:cxn modelId="{7CB62FD8-1C01-4F42-B19B-9CBFABA8B790}" type="presParOf" srcId="{4FF117C0-23C6-4E2E-BB23-E9D682D0037A}" destId="{7EADDAEB-655E-4EF7-AFA8-13BE86C9A78D}" srcOrd="0" destOrd="0" presId="urn:microsoft.com/office/officeart/2016/7/layout/LinearBlockProcessNumbered"/>
    <dgm:cxn modelId="{82B1F3F7-C069-4E53-9ED9-9740AD26A52D}" type="presParOf" srcId="{4FF117C0-23C6-4E2E-BB23-E9D682D0037A}" destId="{4784BA05-4DF1-477C-843B-182CC9C35ED3}" srcOrd="1" destOrd="0" presId="urn:microsoft.com/office/officeart/2016/7/layout/LinearBlockProcessNumbered"/>
    <dgm:cxn modelId="{304031A6-670F-4EC0-A391-18815B04FBA0}" type="presParOf" srcId="{4FF117C0-23C6-4E2E-BB23-E9D682D0037A}" destId="{CB80244D-3766-4732-A7BF-3510A502F681}" srcOrd="2" destOrd="0" presId="urn:microsoft.com/office/officeart/2016/7/layout/LinearBlockProcessNumbered"/>
    <dgm:cxn modelId="{C88E8712-B5E0-4D09-A478-D5DAC04158E5}" type="presParOf" srcId="{6EC6B1C1-8CE5-459D-A94F-6411EA0D72BD}" destId="{CBCAA5E1-AE99-470D-B55B-ADCDA8A20A2C}" srcOrd="1" destOrd="0" presId="urn:microsoft.com/office/officeart/2016/7/layout/LinearBlockProcessNumbered"/>
    <dgm:cxn modelId="{C4AE2522-B93D-4F91-B24C-62EC6A56A355}" type="presParOf" srcId="{6EC6B1C1-8CE5-459D-A94F-6411EA0D72BD}" destId="{C7CBC821-7E94-4A9C-9D60-31480C8CE98C}" srcOrd="2" destOrd="0" presId="urn:microsoft.com/office/officeart/2016/7/layout/LinearBlockProcessNumbered"/>
    <dgm:cxn modelId="{877E280C-EFCF-4CCA-99F9-A96B444D050C}" type="presParOf" srcId="{C7CBC821-7E94-4A9C-9D60-31480C8CE98C}" destId="{5FB74D1A-A89E-4A3A-8F32-029AD802B6D2}" srcOrd="0" destOrd="0" presId="urn:microsoft.com/office/officeart/2016/7/layout/LinearBlockProcessNumbered"/>
    <dgm:cxn modelId="{4AF672D6-BFEC-42D7-B42D-30EF4BDDA53C}" type="presParOf" srcId="{C7CBC821-7E94-4A9C-9D60-31480C8CE98C}" destId="{3EFBF218-2A7B-429B-A706-2253F80C5D7B}" srcOrd="1" destOrd="0" presId="urn:microsoft.com/office/officeart/2016/7/layout/LinearBlockProcessNumbered"/>
    <dgm:cxn modelId="{96E80F11-1214-4979-8682-5B89B5B3C47C}" type="presParOf" srcId="{C7CBC821-7E94-4A9C-9D60-31480C8CE98C}" destId="{839B5611-3A52-47B9-B353-363B0951AE8F}" srcOrd="2" destOrd="0" presId="urn:microsoft.com/office/officeart/2016/7/layout/LinearBlockProcessNumbered"/>
    <dgm:cxn modelId="{90013100-4425-48FE-BA47-99EC464F8179}" type="presParOf" srcId="{6EC6B1C1-8CE5-459D-A94F-6411EA0D72BD}" destId="{741A38D6-AD8A-4ECE-A84A-E0BF6B321D31}" srcOrd="3" destOrd="0" presId="urn:microsoft.com/office/officeart/2016/7/layout/LinearBlockProcessNumbered"/>
    <dgm:cxn modelId="{D7D2A0F1-3242-4169-BE3E-0BAB22420B31}" type="presParOf" srcId="{6EC6B1C1-8CE5-459D-A94F-6411EA0D72BD}" destId="{CF4A587C-324E-498E-BB5D-75603101A64E}" srcOrd="4" destOrd="0" presId="urn:microsoft.com/office/officeart/2016/7/layout/LinearBlockProcessNumbered"/>
    <dgm:cxn modelId="{C7450162-C8A1-45DE-BDE1-18473BBA4B13}" type="presParOf" srcId="{CF4A587C-324E-498E-BB5D-75603101A64E}" destId="{15736578-3A5B-4C40-BAE8-6C04AD3C9C89}" srcOrd="0" destOrd="0" presId="urn:microsoft.com/office/officeart/2016/7/layout/LinearBlockProcessNumbered"/>
    <dgm:cxn modelId="{CBB7D278-D902-4201-8FD8-23DB2838461A}" type="presParOf" srcId="{CF4A587C-324E-498E-BB5D-75603101A64E}" destId="{0C6029BF-D2FC-4C98-8FD5-DAB03728E090}" srcOrd="1" destOrd="0" presId="urn:microsoft.com/office/officeart/2016/7/layout/LinearBlockProcessNumbered"/>
    <dgm:cxn modelId="{AF889A62-54C7-4F62-9165-359ACDE4377D}" type="presParOf" srcId="{CF4A587C-324E-498E-BB5D-75603101A64E}" destId="{85F53CA3-7371-4980-89F2-64C65AF70A7A}" srcOrd="2" destOrd="0" presId="urn:microsoft.com/office/officeart/2016/7/layout/LinearBlockProcessNumbered"/>
    <dgm:cxn modelId="{039B7E4C-AD7F-4AF3-9C41-99C8A9C09595}" type="presParOf" srcId="{6EC6B1C1-8CE5-459D-A94F-6411EA0D72BD}" destId="{542E9896-D22C-4DA8-81C8-0F414A081267}" srcOrd="5" destOrd="0" presId="urn:microsoft.com/office/officeart/2016/7/layout/LinearBlockProcessNumbered"/>
    <dgm:cxn modelId="{E62CDEAF-5E27-4B61-8A6D-9EE8DF19CFBB}" type="presParOf" srcId="{6EC6B1C1-8CE5-459D-A94F-6411EA0D72BD}" destId="{C28D4F07-4857-455D-B6BA-21D674BACCFC}" srcOrd="6" destOrd="0" presId="urn:microsoft.com/office/officeart/2016/7/layout/LinearBlockProcessNumbered"/>
    <dgm:cxn modelId="{D02C45A1-6476-4096-B1BB-60D80FAAF07B}" type="presParOf" srcId="{C28D4F07-4857-455D-B6BA-21D674BACCFC}" destId="{8F5816D2-F250-4E10-A818-40ADA38A0A60}" srcOrd="0" destOrd="0" presId="urn:microsoft.com/office/officeart/2016/7/layout/LinearBlockProcessNumbered"/>
    <dgm:cxn modelId="{763085F9-995C-4E6F-8356-474E61BF4660}" type="presParOf" srcId="{C28D4F07-4857-455D-B6BA-21D674BACCFC}" destId="{AC5E054B-B62D-41A1-A1C9-9D44EFDC2D0F}" srcOrd="1" destOrd="0" presId="urn:microsoft.com/office/officeart/2016/7/layout/LinearBlockProcessNumbered"/>
    <dgm:cxn modelId="{E8175ED2-B00B-4496-AD94-A3A3134349DF}" type="presParOf" srcId="{C28D4F07-4857-455D-B6BA-21D674BACCFC}" destId="{90B064AF-D078-4AB7-8DFB-BED5C42BBD0F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5C18CC5-C07A-4602-A844-E15FC0C2A798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B693DDB-36B2-483C-BECD-C9EDA411AC8A}">
      <dgm:prSet/>
      <dgm:spPr/>
      <dgm:t>
        <a:bodyPr/>
        <a:lstStyle/>
        <a:p>
          <a:r>
            <a:rPr lang="pl-PL" b="0" i="0" baseline="0"/>
            <a:t>liczba błędów na zadanie </a:t>
          </a:r>
          <a:endParaRPr lang="en-US"/>
        </a:p>
      </dgm:t>
    </dgm:pt>
    <dgm:pt modelId="{D282878C-6C3D-4BD5-B47E-A296548C5656}" type="parTrans" cxnId="{38F11596-33B7-4EEB-8379-855664718B34}">
      <dgm:prSet/>
      <dgm:spPr/>
      <dgm:t>
        <a:bodyPr/>
        <a:lstStyle/>
        <a:p>
          <a:endParaRPr lang="en-US"/>
        </a:p>
      </dgm:t>
    </dgm:pt>
    <dgm:pt modelId="{2B788EAE-7411-4DFA-80CC-261FD25C6B2F}" type="sibTrans" cxnId="{38F11596-33B7-4EEB-8379-855664718B34}">
      <dgm:prSet/>
      <dgm:spPr/>
      <dgm:t>
        <a:bodyPr/>
        <a:lstStyle/>
        <a:p>
          <a:endParaRPr lang="en-US"/>
        </a:p>
      </dgm:t>
    </dgm:pt>
    <dgm:pt modelId="{E41613F2-9020-41C8-872B-2FF4F0112806}">
      <dgm:prSet/>
      <dgm:spPr/>
      <dgm:t>
        <a:bodyPr/>
        <a:lstStyle/>
        <a:p>
          <a:r>
            <a:rPr lang="pl-PL" b="0" i="0" baseline="0"/>
            <a:t>czas naprawy błędów </a:t>
          </a:r>
          <a:endParaRPr lang="en-US"/>
        </a:p>
      </dgm:t>
    </dgm:pt>
    <dgm:pt modelId="{448304F2-2554-40A7-82BA-1A665639FC4A}" type="parTrans" cxnId="{D5B09366-0FEC-45F6-BC8B-A4E25003E506}">
      <dgm:prSet/>
      <dgm:spPr/>
      <dgm:t>
        <a:bodyPr/>
        <a:lstStyle/>
        <a:p>
          <a:endParaRPr lang="en-US"/>
        </a:p>
      </dgm:t>
    </dgm:pt>
    <dgm:pt modelId="{35FBEE8A-2410-49B9-8C0A-A10962B2E6CD}" type="sibTrans" cxnId="{D5B09366-0FEC-45F6-BC8B-A4E25003E506}">
      <dgm:prSet/>
      <dgm:spPr/>
      <dgm:t>
        <a:bodyPr/>
        <a:lstStyle/>
        <a:p>
          <a:endParaRPr lang="en-US"/>
        </a:p>
      </dgm:t>
    </dgm:pt>
    <dgm:pt modelId="{275AE8C2-2342-4861-BF71-2F8A75ED34E3}">
      <dgm:prSet/>
      <dgm:spPr/>
      <dgm:t>
        <a:bodyPr/>
        <a:lstStyle/>
        <a:p>
          <a:r>
            <a:rPr lang="pl-PL" b="0" i="0" baseline="0"/>
            <a:t>produktywność (czas vs efekt) </a:t>
          </a:r>
          <a:endParaRPr lang="en-US"/>
        </a:p>
      </dgm:t>
    </dgm:pt>
    <dgm:pt modelId="{5A0B9A34-1B62-4C17-9AA3-5FEA00A7C511}" type="parTrans" cxnId="{3CC1FB7D-DCBC-4AB9-9AEB-2F513F114413}">
      <dgm:prSet/>
      <dgm:spPr/>
      <dgm:t>
        <a:bodyPr/>
        <a:lstStyle/>
        <a:p>
          <a:endParaRPr lang="en-US"/>
        </a:p>
      </dgm:t>
    </dgm:pt>
    <dgm:pt modelId="{98A96C5E-76EB-4071-8F2B-60EB6B7A11F8}" type="sibTrans" cxnId="{3CC1FB7D-DCBC-4AB9-9AEB-2F513F114413}">
      <dgm:prSet/>
      <dgm:spPr/>
      <dgm:t>
        <a:bodyPr/>
        <a:lstStyle/>
        <a:p>
          <a:endParaRPr lang="en-US"/>
        </a:p>
      </dgm:t>
    </dgm:pt>
    <dgm:pt modelId="{59C75F37-DC98-4C4D-ACB9-5BBF254C4B1A}">
      <dgm:prSet/>
      <dgm:spPr/>
      <dgm:t>
        <a:bodyPr/>
        <a:lstStyle/>
        <a:p>
          <a:r>
            <a:rPr lang="pl-PL" b="0" i="0" baseline="0"/>
            <a:t>dokładność estymacji </a:t>
          </a:r>
          <a:endParaRPr lang="en-US"/>
        </a:p>
      </dgm:t>
    </dgm:pt>
    <dgm:pt modelId="{1F8AC9C1-48A5-49C7-B8CE-E3D24CDF3DB4}" type="parTrans" cxnId="{8EBAE4F2-916A-4C9C-8CF0-303A92B215A0}">
      <dgm:prSet/>
      <dgm:spPr/>
      <dgm:t>
        <a:bodyPr/>
        <a:lstStyle/>
        <a:p>
          <a:endParaRPr lang="en-US"/>
        </a:p>
      </dgm:t>
    </dgm:pt>
    <dgm:pt modelId="{AD9786BB-E27D-444F-86E8-02600C6761D0}" type="sibTrans" cxnId="{8EBAE4F2-916A-4C9C-8CF0-303A92B215A0}">
      <dgm:prSet/>
      <dgm:spPr/>
      <dgm:t>
        <a:bodyPr/>
        <a:lstStyle/>
        <a:p>
          <a:endParaRPr lang="en-US"/>
        </a:p>
      </dgm:t>
    </dgm:pt>
    <dgm:pt modelId="{394693DD-D572-4AC5-AC00-29EB46DA060B}" type="pres">
      <dgm:prSet presAssocID="{85C18CC5-C07A-4602-A844-E15FC0C2A79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3762D75-B860-481E-BD72-B65587C0D057}" type="pres">
      <dgm:prSet presAssocID="{0B693DDB-36B2-483C-BECD-C9EDA411AC8A}" presName="hierRoot1" presStyleCnt="0"/>
      <dgm:spPr/>
    </dgm:pt>
    <dgm:pt modelId="{660B0518-8E2F-4340-903F-6B6E35E6492D}" type="pres">
      <dgm:prSet presAssocID="{0B693DDB-36B2-483C-BECD-C9EDA411AC8A}" presName="composite" presStyleCnt="0"/>
      <dgm:spPr/>
    </dgm:pt>
    <dgm:pt modelId="{F7EC702E-13C1-4BC8-A4FA-AA9C0645C48B}" type="pres">
      <dgm:prSet presAssocID="{0B693DDB-36B2-483C-BECD-C9EDA411AC8A}" presName="background" presStyleLbl="node0" presStyleIdx="0" presStyleCnt="4"/>
      <dgm:spPr/>
    </dgm:pt>
    <dgm:pt modelId="{01452509-9D49-4277-941E-962077286283}" type="pres">
      <dgm:prSet presAssocID="{0B693DDB-36B2-483C-BECD-C9EDA411AC8A}" presName="text" presStyleLbl="fgAcc0" presStyleIdx="0" presStyleCnt="4">
        <dgm:presLayoutVars>
          <dgm:chPref val="3"/>
        </dgm:presLayoutVars>
      </dgm:prSet>
      <dgm:spPr/>
    </dgm:pt>
    <dgm:pt modelId="{BA575BB2-D784-46D0-BDDA-0240B46EF1FF}" type="pres">
      <dgm:prSet presAssocID="{0B693DDB-36B2-483C-BECD-C9EDA411AC8A}" presName="hierChild2" presStyleCnt="0"/>
      <dgm:spPr/>
    </dgm:pt>
    <dgm:pt modelId="{B7E38257-5822-4D5D-8730-F8BA1685DCE3}" type="pres">
      <dgm:prSet presAssocID="{E41613F2-9020-41C8-872B-2FF4F0112806}" presName="hierRoot1" presStyleCnt="0"/>
      <dgm:spPr/>
    </dgm:pt>
    <dgm:pt modelId="{5F0A89D6-074D-40E9-A559-BC1A431A0CFD}" type="pres">
      <dgm:prSet presAssocID="{E41613F2-9020-41C8-872B-2FF4F0112806}" presName="composite" presStyleCnt="0"/>
      <dgm:spPr/>
    </dgm:pt>
    <dgm:pt modelId="{A192A120-63B8-4AFE-954D-B0E52E3470CC}" type="pres">
      <dgm:prSet presAssocID="{E41613F2-9020-41C8-872B-2FF4F0112806}" presName="background" presStyleLbl="node0" presStyleIdx="1" presStyleCnt="4"/>
      <dgm:spPr/>
    </dgm:pt>
    <dgm:pt modelId="{6E633780-5842-4857-9D0E-0CE337C1F36E}" type="pres">
      <dgm:prSet presAssocID="{E41613F2-9020-41C8-872B-2FF4F0112806}" presName="text" presStyleLbl="fgAcc0" presStyleIdx="1" presStyleCnt="4">
        <dgm:presLayoutVars>
          <dgm:chPref val="3"/>
        </dgm:presLayoutVars>
      </dgm:prSet>
      <dgm:spPr/>
    </dgm:pt>
    <dgm:pt modelId="{AD7E9589-0112-4565-8BAD-4399045D25DB}" type="pres">
      <dgm:prSet presAssocID="{E41613F2-9020-41C8-872B-2FF4F0112806}" presName="hierChild2" presStyleCnt="0"/>
      <dgm:spPr/>
    </dgm:pt>
    <dgm:pt modelId="{67A08605-63FF-4529-A9A4-FA1AF76C2773}" type="pres">
      <dgm:prSet presAssocID="{275AE8C2-2342-4861-BF71-2F8A75ED34E3}" presName="hierRoot1" presStyleCnt="0"/>
      <dgm:spPr/>
    </dgm:pt>
    <dgm:pt modelId="{0919F4FD-D689-491C-8085-AA202834CF5D}" type="pres">
      <dgm:prSet presAssocID="{275AE8C2-2342-4861-BF71-2F8A75ED34E3}" presName="composite" presStyleCnt="0"/>
      <dgm:spPr/>
    </dgm:pt>
    <dgm:pt modelId="{C868F0CF-3901-447D-AE28-A9F20557184C}" type="pres">
      <dgm:prSet presAssocID="{275AE8C2-2342-4861-BF71-2F8A75ED34E3}" presName="background" presStyleLbl="node0" presStyleIdx="2" presStyleCnt="4"/>
      <dgm:spPr/>
    </dgm:pt>
    <dgm:pt modelId="{87781F77-553B-4743-BC34-47AA416CB4C4}" type="pres">
      <dgm:prSet presAssocID="{275AE8C2-2342-4861-BF71-2F8A75ED34E3}" presName="text" presStyleLbl="fgAcc0" presStyleIdx="2" presStyleCnt="4">
        <dgm:presLayoutVars>
          <dgm:chPref val="3"/>
        </dgm:presLayoutVars>
      </dgm:prSet>
      <dgm:spPr/>
    </dgm:pt>
    <dgm:pt modelId="{D8FB42EE-F322-4633-9720-4D14B5DA8460}" type="pres">
      <dgm:prSet presAssocID="{275AE8C2-2342-4861-BF71-2F8A75ED34E3}" presName="hierChild2" presStyleCnt="0"/>
      <dgm:spPr/>
    </dgm:pt>
    <dgm:pt modelId="{23C6B3F3-20B4-45A2-9F09-B5E677E3A8AA}" type="pres">
      <dgm:prSet presAssocID="{59C75F37-DC98-4C4D-ACB9-5BBF254C4B1A}" presName="hierRoot1" presStyleCnt="0"/>
      <dgm:spPr/>
    </dgm:pt>
    <dgm:pt modelId="{FF28BCE7-4560-4B06-863B-27F2FF995673}" type="pres">
      <dgm:prSet presAssocID="{59C75F37-DC98-4C4D-ACB9-5BBF254C4B1A}" presName="composite" presStyleCnt="0"/>
      <dgm:spPr/>
    </dgm:pt>
    <dgm:pt modelId="{DCEBDC1E-847B-4BCC-8EF5-D79C76D28D98}" type="pres">
      <dgm:prSet presAssocID="{59C75F37-DC98-4C4D-ACB9-5BBF254C4B1A}" presName="background" presStyleLbl="node0" presStyleIdx="3" presStyleCnt="4"/>
      <dgm:spPr/>
    </dgm:pt>
    <dgm:pt modelId="{18993410-6549-4F4C-B985-6E39F46E374F}" type="pres">
      <dgm:prSet presAssocID="{59C75F37-DC98-4C4D-ACB9-5BBF254C4B1A}" presName="text" presStyleLbl="fgAcc0" presStyleIdx="3" presStyleCnt="4">
        <dgm:presLayoutVars>
          <dgm:chPref val="3"/>
        </dgm:presLayoutVars>
      </dgm:prSet>
      <dgm:spPr/>
    </dgm:pt>
    <dgm:pt modelId="{8182A387-EBBB-4208-BE21-2FD597C74EAA}" type="pres">
      <dgm:prSet presAssocID="{59C75F37-DC98-4C4D-ACB9-5BBF254C4B1A}" presName="hierChild2" presStyleCnt="0"/>
      <dgm:spPr/>
    </dgm:pt>
  </dgm:ptLst>
  <dgm:cxnLst>
    <dgm:cxn modelId="{9B6CD80B-29AD-4A45-A2ED-9598144174BB}" type="presOf" srcId="{E41613F2-9020-41C8-872B-2FF4F0112806}" destId="{6E633780-5842-4857-9D0E-0CE337C1F36E}" srcOrd="0" destOrd="0" presId="urn:microsoft.com/office/officeart/2005/8/layout/hierarchy1"/>
    <dgm:cxn modelId="{E5D44B41-C9A5-40EF-9CD7-88CFA338DD7C}" type="presOf" srcId="{0B693DDB-36B2-483C-BECD-C9EDA411AC8A}" destId="{01452509-9D49-4277-941E-962077286283}" srcOrd="0" destOrd="0" presId="urn:microsoft.com/office/officeart/2005/8/layout/hierarchy1"/>
    <dgm:cxn modelId="{D5B09366-0FEC-45F6-BC8B-A4E25003E506}" srcId="{85C18CC5-C07A-4602-A844-E15FC0C2A798}" destId="{E41613F2-9020-41C8-872B-2FF4F0112806}" srcOrd="1" destOrd="0" parTransId="{448304F2-2554-40A7-82BA-1A665639FC4A}" sibTransId="{35FBEE8A-2410-49B9-8C0A-A10962B2E6CD}"/>
    <dgm:cxn modelId="{31885A58-458C-4517-B848-73FAD885F810}" type="presOf" srcId="{85C18CC5-C07A-4602-A844-E15FC0C2A798}" destId="{394693DD-D572-4AC5-AC00-29EB46DA060B}" srcOrd="0" destOrd="0" presId="urn:microsoft.com/office/officeart/2005/8/layout/hierarchy1"/>
    <dgm:cxn modelId="{3CC1FB7D-DCBC-4AB9-9AEB-2F513F114413}" srcId="{85C18CC5-C07A-4602-A844-E15FC0C2A798}" destId="{275AE8C2-2342-4861-BF71-2F8A75ED34E3}" srcOrd="2" destOrd="0" parTransId="{5A0B9A34-1B62-4C17-9AA3-5FEA00A7C511}" sibTransId="{98A96C5E-76EB-4071-8F2B-60EB6B7A11F8}"/>
    <dgm:cxn modelId="{B170808C-14DF-4F24-AF9E-92ADFA50E462}" type="presOf" srcId="{275AE8C2-2342-4861-BF71-2F8A75ED34E3}" destId="{87781F77-553B-4743-BC34-47AA416CB4C4}" srcOrd="0" destOrd="0" presId="urn:microsoft.com/office/officeart/2005/8/layout/hierarchy1"/>
    <dgm:cxn modelId="{38F11596-33B7-4EEB-8379-855664718B34}" srcId="{85C18CC5-C07A-4602-A844-E15FC0C2A798}" destId="{0B693DDB-36B2-483C-BECD-C9EDA411AC8A}" srcOrd="0" destOrd="0" parTransId="{D282878C-6C3D-4BD5-B47E-A296548C5656}" sibTransId="{2B788EAE-7411-4DFA-80CC-261FD25C6B2F}"/>
    <dgm:cxn modelId="{BEFC64E9-E91D-48DF-AD5E-43AE7E764015}" type="presOf" srcId="{59C75F37-DC98-4C4D-ACB9-5BBF254C4B1A}" destId="{18993410-6549-4F4C-B985-6E39F46E374F}" srcOrd="0" destOrd="0" presId="urn:microsoft.com/office/officeart/2005/8/layout/hierarchy1"/>
    <dgm:cxn modelId="{8EBAE4F2-916A-4C9C-8CF0-303A92B215A0}" srcId="{85C18CC5-C07A-4602-A844-E15FC0C2A798}" destId="{59C75F37-DC98-4C4D-ACB9-5BBF254C4B1A}" srcOrd="3" destOrd="0" parTransId="{1F8AC9C1-48A5-49C7-B8CE-E3D24CDF3DB4}" sibTransId="{AD9786BB-E27D-444F-86E8-02600C6761D0}"/>
    <dgm:cxn modelId="{4F56FDB3-1CE0-4F24-9FE3-D3D9103AB992}" type="presParOf" srcId="{394693DD-D572-4AC5-AC00-29EB46DA060B}" destId="{C3762D75-B860-481E-BD72-B65587C0D057}" srcOrd="0" destOrd="0" presId="urn:microsoft.com/office/officeart/2005/8/layout/hierarchy1"/>
    <dgm:cxn modelId="{E77D7F21-363E-4625-AB30-3F10CDD0180D}" type="presParOf" srcId="{C3762D75-B860-481E-BD72-B65587C0D057}" destId="{660B0518-8E2F-4340-903F-6B6E35E6492D}" srcOrd="0" destOrd="0" presId="urn:microsoft.com/office/officeart/2005/8/layout/hierarchy1"/>
    <dgm:cxn modelId="{A8167C8F-FE38-495B-B6C2-B86709CAF9C2}" type="presParOf" srcId="{660B0518-8E2F-4340-903F-6B6E35E6492D}" destId="{F7EC702E-13C1-4BC8-A4FA-AA9C0645C48B}" srcOrd="0" destOrd="0" presId="urn:microsoft.com/office/officeart/2005/8/layout/hierarchy1"/>
    <dgm:cxn modelId="{E7344351-C058-4759-BBAD-D418524E2CE6}" type="presParOf" srcId="{660B0518-8E2F-4340-903F-6B6E35E6492D}" destId="{01452509-9D49-4277-941E-962077286283}" srcOrd="1" destOrd="0" presId="urn:microsoft.com/office/officeart/2005/8/layout/hierarchy1"/>
    <dgm:cxn modelId="{A2D2ED05-2362-4A84-9E1E-51CB656BE166}" type="presParOf" srcId="{C3762D75-B860-481E-BD72-B65587C0D057}" destId="{BA575BB2-D784-46D0-BDDA-0240B46EF1FF}" srcOrd="1" destOrd="0" presId="urn:microsoft.com/office/officeart/2005/8/layout/hierarchy1"/>
    <dgm:cxn modelId="{E1A86E86-CC5B-43AC-81B0-26FE137917B8}" type="presParOf" srcId="{394693DD-D572-4AC5-AC00-29EB46DA060B}" destId="{B7E38257-5822-4D5D-8730-F8BA1685DCE3}" srcOrd="1" destOrd="0" presId="urn:microsoft.com/office/officeart/2005/8/layout/hierarchy1"/>
    <dgm:cxn modelId="{FFFCC63D-F706-48A4-84DA-138A08752D9E}" type="presParOf" srcId="{B7E38257-5822-4D5D-8730-F8BA1685DCE3}" destId="{5F0A89D6-074D-40E9-A559-BC1A431A0CFD}" srcOrd="0" destOrd="0" presId="urn:microsoft.com/office/officeart/2005/8/layout/hierarchy1"/>
    <dgm:cxn modelId="{83DD148A-D565-49BE-B21B-6BA571AEBAF5}" type="presParOf" srcId="{5F0A89D6-074D-40E9-A559-BC1A431A0CFD}" destId="{A192A120-63B8-4AFE-954D-B0E52E3470CC}" srcOrd="0" destOrd="0" presId="urn:microsoft.com/office/officeart/2005/8/layout/hierarchy1"/>
    <dgm:cxn modelId="{42318E89-F7F6-44BF-ABAA-786F70F0E5D2}" type="presParOf" srcId="{5F0A89D6-074D-40E9-A559-BC1A431A0CFD}" destId="{6E633780-5842-4857-9D0E-0CE337C1F36E}" srcOrd="1" destOrd="0" presId="urn:microsoft.com/office/officeart/2005/8/layout/hierarchy1"/>
    <dgm:cxn modelId="{BA562D83-9D67-453B-910A-3C3708B02E16}" type="presParOf" srcId="{B7E38257-5822-4D5D-8730-F8BA1685DCE3}" destId="{AD7E9589-0112-4565-8BAD-4399045D25DB}" srcOrd="1" destOrd="0" presId="urn:microsoft.com/office/officeart/2005/8/layout/hierarchy1"/>
    <dgm:cxn modelId="{B9557F04-70CC-4225-87EF-6B4C71ADA4D5}" type="presParOf" srcId="{394693DD-D572-4AC5-AC00-29EB46DA060B}" destId="{67A08605-63FF-4529-A9A4-FA1AF76C2773}" srcOrd="2" destOrd="0" presId="urn:microsoft.com/office/officeart/2005/8/layout/hierarchy1"/>
    <dgm:cxn modelId="{9F3D949D-56E2-4A01-96E0-A08A3C528E27}" type="presParOf" srcId="{67A08605-63FF-4529-A9A4-FA1AF76C2773}" destId="{0919F4FD-D689-491C-8085-AA202834CF5D}" srcOrd="0" destOrd="0" presId="urn:microsoft.com/office/officeart/2005/8/layout/hierarchy1"/>
    <dgm:cxn modelId="{568F9B25-F942-4EC1-B6E5-54AEF956F8C3}" type="presParOf" srcId="{0919F4FD-D689-491C-8085-AA202834CF5D}" destId="{C868F0CF-3901-447D-AE28-A9F20557184C}" srcOrd="0" destOrd="0" presId="urn:microsoft.com/office/officeart/2005/8/layout/hierarchy1"/>
    <dgm:cxn modelId="{F05584C2-FCF7-4857-8A37-BA83627054BC}" type="presParOf" srcId="{0919F4FD-D689-491C-8085-AA202834CF5D}" destId="{87781F77-553B-4743-BC34-47AA416CB4C4}" srcOrd="1" destOrd="0" presId="urn:microsoft.com/office/officeart/2005/8/layout/hierarchy1"/>
    <dgm:cxn modelId="{250C7DFC-A409-432A-8B5A-D6E32F70EE56}" type="presParOf" srcId="{67A08605-63FF-4529-A9A4-FA1AF76C2773}" destId="{D8FB42EE-F322-4633-9720-4D14B5DA8460}" srcOrd="1" destOrd="0" presId="urn:microsoft.com/office/officeart/2005/8/layout/hierarchy1"/>
    <dgm:cxn modelId="{00753ED0-3DAD-43BD-B930-AE25E95FCD3A}" type="presParOf" srcId="{394693DD-D572-4AC5-AC00-29EB46DA060B}" destId="{23C6B3F3-20B4-45A2-9F09-B5E677E3A8AA}" srcOrd="3" destOrd="0" presId="urn:microsoft.com/office/officeart/2005/8/layout/hierarchy1"/>
    <dgm:cxn modelId="{E099809B-6944-4D4A-ACC5-CDBCF1C2AA3A}" type="presParOf" srcId="{23C6B3F3-20B4-45A2-9F09-B5E677E3A8AA}" destId="{FF28BCE7-4560-4B06-863B-27F2FF995673}" srcOrd="0" destOrd="0" presId="urn:microsoft.com/office/officeart/2005/8/layout/hierarchy1"/>
    <dgm:cxn modelId="{FC59778D-4731-4FD3-8C05-769F9B043D70}" type="presParOf" srcId="{FF28BCE7-4560-4B06-863B-27F2FF995673}" destId="{DCEBDC1E-847B-4BCC-8EF5-D79C76D28D98}" srcOrd="0" destOrd="0" presId="urn:microsoft.com/office/officeart/2005/8/layout/hierarchy1"/>
    <dgm:cxn modelId="{0932D416-75DD-4537-A427-2ADFE457F101}" type="presParOf" srcId="{FF28BCE7-4560-4B06-863B-27F2FF995673}" destId="{18993410-6549-4F4C-B985-6E39F46E374F}" srcOrd="1" destOrd="0" presId="urn:microsoft.com/office/officeart/2005/8/layout/hierarchy1"/>
    <dgm:cxn modelId="{5B4233B8-B1B6-4667-8EED-84D118A084D5}" type="presParOf" srcId="{23C6B3F3-20B4-45A2-9F09-B5E677E3A8AA}" destId="{8182A387-EBBB-4208-BE21-2FD597C74EA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A49B5C5-9761-4F98-924B-0BCE27220577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D977948-B262-4814-A71C-5C7F9550046B}">
      <dgm:prSet/>
      <dgm:spPr/>
      <dgm:t>
        <a:bodyPr/>
        <a:lstStyle/>
        <a:p>
          <a:r>
            <a:rPr lang="pl-PL"/>
            <a:t>Największym wyzwaniem PSP nie jest technika, tylko dyscyplina</a:t>
          </a:r>
          <a:r>
            <a:rPr lang="en-US"/>
            <a:t>. Wymaga ona:</a:t>
          </a:r>
        </a:p>
      </dgm:t>
    </dgm:pt>
    <dgm:pt modelId="{9D78C525-C391-48DD-913F-BA7F3D28E619}" type="parTrans" cxnId="{18D08DF3-C54D-46F7-AA38-2A3D9E6751B4}">
      <dgm:prSet/>
      <dgm:spPr/>
      <dgm:t>
        <a:bodyPr/>
        <a:lstStyle/>
        <a:p>
          <a:endParaRPr lang="en-US"/>
        </a:p>
      </dgm:t>
    </dgm:pt>
    <dgm:pt modelId="{7A25C682-6A7F-4894-AF79-7D38667F54A1}" type="sibTrans" cxnId="{18D08DF3-C54D-46F7-AA38-2A3D9E6751B4}">
      <dgm:prSet/>
      <dgm:spPr/>
      <dgm:t>
        <a:bodyPr/>
        <a:lstStyle/>
        <a:p>
          <a:endParaRPr lang="en-US"/>
        </a:p>
      </dgm:t>
    </dgm:pt>
    <dgm:pt modelId="{AAA44808-CAA7-4880-8FC0-F23D25F7CE95}">
      <dgm:prSet/>
      <dgm:spPr/>
      <dgm:t>
        <a:bodyPr/>
        <a:lstStyle/>
        <a:p>
          <a:r>
            <a:rPr lang="pl-PL"/>
            <a:t>Systematyczności</a:t>
          </a:r>
          <a:endParaRPr lang="en-US"/>
        </a:p>
      </dgm:t>
    </dgm:pt>
    <dgm:pt modelId="{815CA002-2BE3-41CA-ABE4-FBDFB60D1AB9}" type="parTrans" cxnId="{B87E2CE3-5636-4C7A-8C67-FB7546627F0F}">
      <dgm:prSet/>
      <dgm:spPr/>
      <dgm:t>
        <a:bodyPr/>
        <a:lstStyle/>
        <a:p>
          <a:endParaRPr lang="en-US"/>
        </a:p>
      </dgm:t>
    </dgm:pt>
    <dgm:pt modelId="{33863F5D-3487-4A2E-B51B-3AE0B35D3C25}" type="sibTrans" cxnId="{B87E2CE3-5636-4C7A-8C67-FB7546627F0F}">
      <dgm:prSet/>
      <dgm:spPr/>
      <dgm:t>
        <a:bodyPr/>
        <a:lstStyle/>
        <a:p>
          <a:endParaRPr lang="en-US"/>
        </a:p>
      </dgm:t>
    </dgm:pt>
    <dgm:pt modelId="{F2EAD119-CC14-4476-BF94-2932795D0146}">
      <dgm:prSet/>
      <dgm:spPr/>
      <dgm:t>
        <a:bodyPr/>
        <a:lstStyle/>
        <a:p>
          <a:r>
            <a:rPr lang="pl-PL"/>
            <a:t>Dokładności</a:t>
          </a:r>
          <a:endParaRPr lang="en-US"/>
        </a:p>
      </dgm:t>
    </dgm:pt>
    <dgm:pt modelId="{5F0C89BB-DAD0-493E-B6B6-C19E54B4DCDB}" type="parTrans" cxnId="{41364402-813E-446F-BBA9-82935BBF8523}">
      <dgm:prSet/>
      <dgm:spPr/>
      <dgm:t>
        <a:bodyPr/>
        <a:lstStyle/>
        <a:p>
          <a:endParaRPr lang="en-US"/>
        </a:p>
      </dgm:t>
    </dgm:pt>
    <dgm:pt modelId="{075EF5CD-7575-4590-9045-0E7DBA8AE78C}" type="sibTrans" cxnId="{41364402-813E-446F-BBA9-82935BBF8523}">
      <dgm:prSet/>
      <dgm:spPr/>
      <dgm:t>
        <a:bodyPr/>
        <a:lstStyle/>
        <a:p>
          <a:endParaRPr lang="en-US"/>
        </a:p>
      </dgm:t>
    </dgm:pt>
    <dgm:pt modelId="{A773B32F-A7EC-4FA6-80E4-24723EF622CD}">
      <dgm:prSet/>
      <dgm:spPr/>
      <dgm:t>
        <a:bodyPr/>
        <a:lstStyle/>
        <a:p>
          <a:r>
            <a:rPr lang="en-US"/>
            <a:t>Ko</a:t>
          </a:r>
          <a:r>
            <a:rPr lang="pl-PL"/>
            <a:t>nsekwencji</a:t>
          </a:r>
          <a:endParaRPr lang="en-US"/>
        </a:p>
      </dgm:t>
    </dgm:pt>
    <dgm:pt modelId="{77DB4CFF-0FE3-4F34-86C5-D72249192EDD}" type="parTrans" cxnId="{E74B74DD-EC9D-46C2-A852-3CCC0B5608B1}">
      <dgm:prSet/>
      <dgm:spPr/>
      <dgm:t>
        <a:bodyPr/>
        <a:lstStyle/>
        <a:p>
          <a:endParaRPr lang="en-US"/>
        </a:p>
      </dgm:t>
    </dgm:pt>
    <dgm:pt modelId="{0B75210A-8AFD-4DDF-B106-54780F87E948}" type="sibTrans" cxnId="{E74B74DD-EC9D-46C2-A852-3CCC0B5608B1}">
      <dgm:prSet/>
      <dgm:spPr/>
      <dgm:t>
        <a:bodyPr/>
        <a:lstStyle/>
        <a:p>
          <a:endParaRPr lang="en-US"/>
        </a:p>
      </dgm:t>
    </dgm:pt>
    <dgm:pt modelId="{9B7804BB-2886-43C0-BA25-958142B5D26B}" type="pres">
      <dgm:prSet presAssocID="{BA49B5C5-9761-4F98-924B-0BCE27220577}" presName="vert0" presStyleCnt="0">
        <dgm:presLayoutVars>
          <dgm:dir/>
          <dgm:animOne val="branch"/>
          <dgm:animLvl val="lvl"/>
        </dgm:presLayoutVars>
      </dgm:prSet>
      <dgm:spPr/>
    </dgm:pt>
    <dgm:pt modelId="{F06FA738-DF5B-49F0-8FB4-528AA721C339}" type="pres">
      <dgm:prSet presAssocID="{7D977948-B262-4814-A71C-5C7F9550046B}" presName="thickLine" presStyleLbl="alignNode1" presStyleIdx="0" presStyleCnt="4"/>
      <dgm:spPr/>
    </dgm:pt>
    <dgm:pt modelId="{14AEC0FD-F5E9-4034-88A9-9B1A91F9793B}" type="pres">
      <dgm:prSet presAssocID="{7D977948-B262-4814-A71C-5C7F9550046B}" presName="horz1" presStyleCnt="0"/>
      <dgm:spPr/>
    </dgm:pt>
    <dgm:pt modelId="{2CB6F467-00D8-4B67-9958-D2B484E09875}" type="pres">
      <dgm:prSet presAssocID="{7D977948-B262-4814-A71C-5C7F9550046B}" presName="tx1" presStyleLbl="revTx" presStyleIdx="0" presStyleCnt="4"/>
      <dgm:spPr/>
    </dgm:pt>
    <dgm:pt modelId="{39753576-38B7-4028-85CA-CD2AFC5F5342}" type="pres">
      <dgm:prSet presAssocID="{7D977948-B262-4814-A71C-5C7F9550046B}" presName="vert1" presStyleCnt="0"/>
      <dgm:spPr/>
    </dgm:pt>
    <dgm:pt modelId="{F65E3644-6BCA-4DC6-8CF7-F1B926B2EA67}" type="pres">
      <dgm:prSet presAssocID="{AAA44808-CAA7-4880-8FC0-F23D25F7CE95}" presName="thickLine" presStyleLbl="alignNode1" presStyleIdx="1" presStyleCnt="4"/>
      <dgm:spPr/>
    </dgm:pt>
    <dgm:pt modelId="{7CAC641F-CB84-42F6-8FDD-4316446CEE6B}" type="pres">
      <dgm:prSet presAssocID="{AAA44808-CAA7-4880-8FC0-F23D25F7CE95}" presName="horz1" presStyleCnt="0"/>
      <dgm:spPr/>
    </dgm:pt>
    <dgm:pt modelId="{11BEEB24-6FBC-4D56-ABB9-DB56E2F16208}" type="pres">
      <dgm:prSet presAssocID="{AAA44808-CAA7-4880-8FC0-F23D25F7CE95}" presName="tx1" presStyleLbl="revTx" presStyleIdx="1" presStyleCnt="4"/>
      <dgm:spPr/>
    </dgm:pt>
    <dgm:pt modelId="{0A4C8B92-A80A-468A-9AEF-6EECB931F990}" type="pres">
      <dgm:prSet presAssocID="{AAA44808-CAA7-4880-8FC0-F23D25F7CE95}" presName="vert1" presStyleCnt="0"/>
      <dgm:spPr/>
    </dgm:pt>
    <dgm:pt modelId="{902671E8-F872-46BA-A661-567A55E9081A}" type="pres">
      <dgm:prSet presAssocID="{F2EAD119-CC14-4476-BF94-2932795D0146}" presName="thickLine" presStyleLbl="alignNode1" presStyleIdx="2" presStyleCnt="4"/>
      <dgm:spPr/>
    </dgm:pt>
    <dgm:pt modelId="{DC26D2AF-D44F-4D2C-AC14-60B6AA65E107}" type="pres">
      <dgm:prSet presAssocID="{F2EAD119-CC14-4476-BF94-2932795D0146}" presName="horz1" presStyleCnt="0"/>
      <dgm:spPr/>
    </dgm:pt>
    <dgm:pt modelId="{9BBCD9B0-ED57-4A9E-BF74-B507699CE186}" type="pres">
      <dgm:prSet presAssocID="{F2EAD119-CC14-4476-BF94-2932795D0146}" presName="tx1" presStyleLbl="revTx" presStyleIdx="2" presStyleCnt="4"/>
      <dgm:spPr/>
    </dgm:pt>
    <dgm:pt modelId="{40EF0C42-AEBB-474D-BABB-A507E81DF405}" type="pres">
      <dgm:prSet presAssocID="{F2EAD119-CC14-4476-BF94-2932795D0146}" presName="vert1" presStyleCnt="0"/>
      <dgm:spPr/>
    </dgm:pt>
    <dgm:pt modelId="{EF3D6147-AC91-4E5E-824C-99244CC9FADF}" type="pres">
      <dgm:prSet presAssocID="{A773B32F-A7EC-4FA6-80E4-24723EF622CD}" presName="thickLine" presStyleLbl="alignNode1" presStyleIdx="3" presStyleCnt="4"/>
      <dgm:spPr/>
    </dgm:pt>
    <dgm:pt modelId="{57FBA6A4-11E0-40C5-B540-7593D0E51B6C}" type="pres">
      <dgm:prSet presAssocID="{A773B32F-A7EC-4FA6-80E4-24723EF622CD}" presName="horz1" presStyleCnt="0"/>
      <dgm:spPr/>
    </dgm:pt>
    <dgm:pt modelId="{A31B891B-5EC3-437D-8B2F-78439B34114D}" type="pres">
      <dgm:prSet presAssocID="{A773B32F-A7EC-4FA6-80E4-24723EF622CD}" presName="tx1" presStyleLbl="revTx" presStyleIdx="3" presStyleCnt="4"/>
      <dgm:spPr/>
    </dgm:pt>
    <dgm:pt modelId="{272FDA48-2E47-4226-95C7-992888484184}" type="pres">
      <dgm:prSet presAssocID="{A773B32F-A7EC-4FA6-80E4-24723EF622CD}" presName="vert1" presStyleCnt="0"/>
      <dgm:spPr/>
    </dgm:pt>
  </dgm:ptLst>
  <dgm:cxnLst>
    <dgm:cxn modelId="{41364402-813E-446F-BBA9-82935BBF8523}" srcId="{BA49B5C5-9761-4F98-924B-0BCE27220577}" destId="{F2EAD119-CC14-4476-BF94-2932795D0146}" srcOrd="2" destOrd="0" parTransId="{5F0C89BB-DAD0-493E-B6B6-C19E54B4DCDB}" sibTransId="{075EF5CD-7575-4590-9045-0E7DBA8AE78C}"/>
    <dgm:cxn modelId="{DE175E51-5C2F-4640-8DFC-2A6A094CD0C5}" type="presOf" srcId="{BA49B5C5-9761-4F98-924B-0BCE27220577}" destId="{9B7804BB-2886-43C0-BA25-958142B5D26B}" srcOrd="0" destOrd="0" presId="urn:microsoft.com/office/officeart/2008/layout/LinedList"/>
    <dgm:cxn modelId="{1F4BB698-227C-4A5D-89FE-0E8A770F34E8}" type="presOf" srcId="{AAA44808-CAA7-4880-8FC0-F23D25F7CE95}" destId="{11BEEB24-6FBC-4D56-ABB9-DB56E2F16208}" srcOrd="0" destOrd="0" presId="urn:microsoft.com/office/officeart/2008/layout/LinedList"/>
    <dgm:cxn modelId="{FB95309D-0F57-41D4-BAB0-5AA36214A1E0}" type="presOf" srcId="{A773B32F-A7EC-4FA6-80E4-24723EF622CD}" destId="{A31B891B-5EC3-437D-8B2F-78439B34114D}" srcOrd="0" destOrd="0" presId="urn:microsoft.com/office/officeart/2008/layout/LinedList"/>
    <dgm:cxn modelId="{E74B74DD-EC9D-46C2-A852-3CCC0B5608B1}" srcId="{BA49B5C5-9761-4F98-924B-0BCE27220577}" destId="{A773B32F-A7EC-4FA6-80E4-24723EF622CD}" srcOrd="3" destOrd="0" parTransId="{77DB4CFF-0FE3-4F34-86C5-D72249192EDD}" sibTransId="{0B75210A-8AFD-4DDF-B106-54780F87E948}"/>
    <dgm:cxn modelId="{5549B1DD-1475-40DC-B1E2-1A4698A1C848}" type="presOf" srcId="{F2EAD119-CC14-4476-BF94-2932795D0146}" destId="{9BBCD9B0-ED57-4A9E-BF74-B507699CE186}" srcOrd="0" destOrd="0" presId="urn:microsoft.com/office/officeart/2008/layout/LinedList"/>
    <dgm:cxn modelId="{B87E2CE3-5636-4C7A-8C67-FB7546627F0F}" srcId="{BA49B5C5-9761-4F98-924B-0BCE27220577}" destId="{AAA44808-CAA7-4880-8FC0-F23D25F7CE95}" srcOrd="1" destOrd="0" parTransId="{815CA002-2BE3-41CA-ABE4-FBDFB60D1AB9}" sibTransId="{33863F5D-3487-4A2E-B51B-3AE0B35D3C25}"/>
    <dgm:cxn modelId="{18D08DF3-C54D-46F7-AA38-2A3D9E6751B4}" srcId="{BA49B5C5-9761-4F98-924B-0BCE27220577}" destId="{7D977948-B262-4814-A71C-5C7F9550046B}" srcOrd="0" destOrd="0" parTransId="{9D78C525-C391-48DD-913F-BA7F3D28E619}" sibTransId="{7A25C682-6A7F-4894-AF79-7D38667F54A1}"/>
    <dgm:cxn modelId="{EC9740FE-5685-4772-907B-72D00222269A}" type="presOf" srcId="{7D977948-B262-4814-A71C-5C7F9550046B}" destId="{2CB6F467-00D8-4B67-9958-D2B484E09875}" srcOrd="0" destOrd="0" presId="urn:microsoft.com/office/officeart/2008/layout/LinedList"/>
    <dgm:cxn modelId="{D0C77E88-0F73-4157-84F8-FC0BE1F2001E}" type="presParOf" srcId="{9B7804BB-2886-43C0-BA25-958142B5D26B}" destId="{F06FA738-DF5B-49F0-8FB4-528AA721C339}" srcOrd="0" destOrd="0" presId="urn:microsoft.com/office/officeart/2008/layout/LinedList"/>
    <dgm:cxn modelId="{4CC6F49A-0C41-482B-8BB0-8D306BBB5E3C}" type="presParOf" srcId="{9B7804BB-2886-43C0-BA25-958142B5D26B}" destId="{14AEC0FD-F5E9-4034-88A9-9B1A91F9793B}" srcOrd="1" destOrd="0" presId="urn:microsoft.com/office/officeart/2008/layout/LinedList"/>
    <dgm:cxn modelId="{B9D32B46-4C23-4699-8FBA-386FC0A80931}" type="presParOf" srcId="{14AEC0FD-F5E9-4034-88A9-9B1A91F9793B}" destId="{2CB6F467-00D8-4B67-9958-D2B484E09875}" srcOrd="0" destOrd="0" presId="urn:microsoft.com/office/officeart/2008/layout/LinedList"/>
    <dgm:cxn modelId="{590D5E02-38B6-4F71-938B-D0C1809C2CCA}" type="presParOf" srcId="{14AEC0FD-F5E9-4034-88A9-9B1A91F9793B}" destId="{39753576-38B7-4028-85CA-CD2AFC5F5342}" srcOrd="1" destOrd="0" presId="urn:microsoft.com/office/officeart/2008/layout/LinedList"/>
    <dgm:cxn modelId="{276CB620-1C43-4CBB-A9DA-DC491457B566}" type="presParOf" srcId="{9B7804BB-2886-43C0-BA25-958142B5D26B}" destId="{F65E3644-6BCA-4DC6-8CF7-F1B926B2EA67}" srcOrd="2" destOrd="0" presId="urn:microsoft.com/office/officeart/2008/layout/LinedList"/>
    <dgm:cxn modelId="{5CDC1C9F-684D-457A-9FC3-572DF082C711}" type="presParOf" srcId="{9B7804BB-2886-43C0-BA25-958142B5D26B}" destId="{7CAC641F-CB84-42F6-8FDD-4316446CEE6B}" srcOrd="3" destOrd="0" presId="urn:microsoft.com/office/officeart/2008/layout/LinedList"/>
    <dgm:cxn modelId="{119870A9-61F5-4F96-B073-7BB4ACE19DD7}" type="presParOf" srcId="{7CAC641F-CB84-42F6-8FDD-4316446CEE6B}" destId="{11BEEB24-6FBC-4D56-ABB9-DB56E2F16208}" srcOrd="0" destOrd="0" presId="urn:microsoft.com/office/officeart/2008/layout/LinedList"/>
    <dgm:cxn modelId="{FB48CD6B-74FE-478C-8740-44EF4B7AE1B3}" type="presParOf" srcId="{7CAC641F-CB84-42F6-8FDD-4316446CEE6B}" destId="{0A4C8B92-A80A-468A-9AEF-6EECB931F990}" srcOrd="1" destOrd="0" presId="urn:microsoft.com/office/officeart/2008/layout/LinedList"/>
    <dgm:cxn modelId="{66F74C70-FF4B-4B80-B39C-B5D6DCDF824A}" type="presParOf" srcId="{9B7804BB-2886-43C0-BA25-958142B5D26B}" destId="{902671E8-F872-46BA-A661-567A55E9081A}" srcOrd="4" destOrd="0" presId="urn:microsoft.com/office/officeart/2008/layout/LinedList"/>
    <dgm:cxn modelId="{59F5EF8B-F08B-472D-B50C-A2B520E5B7F3}" type="presParOf" srcId="{9B7804BB-2886-43C0-BA25-958142B5D26B}" destId="{DC26D2AF-D44F-4D2C-AC14-60B6AA65E107}" srcOrd="5" destOrd="0" presId="urn:microsoft.com/office/officeart/2008/layout/LinedList"/>
    <dgm:cxn modelId="{B9C0BE69-5178-481F-99B4-299F23E9CB33}" type="presParOf" srcId="{DC26D2AF-D44F-4D2C-AC14-60B6AA65E107}" destId="{9BBCD9B0-ED57-4A9E-BF74-B507699CE186}" srcOrd="0" destOrd="0" presId="urn:microsoft.com/office/officeart/2008/layout/LinedList"/>
    <dgm:cxn modelId="{363AD46B-AFF7-4052-8A21-27A329E7D4CC}" type="presParOf" srcId="{DC26D2AF-D44F-4D2C-AC14-60B6AA65E107}" destId="{40EF0C42-AEBB-474D-BABB-A507E81DF405}" srcOrd="1" destOrd="0" presId="urn:microsoft.com/office/officeart/2008/layout/LinedList"/>
    <dgm:cxn modelId="{4E8B8A87-1D42-4110-AC37-BAEB33FE3097}" type="presParOf" srcId="{9B7804BB-2886-43C0-BA25-958142B5D26B}" destId="{EF3D6147-AC91-4E5E-824C-99244CC9FADF}" srcOrd="6" destOrd="0" presId="urn:microsoft.com/office/officeart/2008/layout/LinedList"/>
    <dgm:cxn modelId="{C19F2C56-D4E6-4807-86DC-2BAEF70FA3E2}" type="presParOf" srcId="{9B7804BB-2886-43C0-BA25-958142B5D26B}" destId="{57FBA6A4-11E0-40C5-B540-7593D0E51B6C}" srcOrd="7" destOrd="0" presId="urn:microsoft.com/office/officeart/2008/layout/LinedList"/>
    <dgm:cxn modelId="{8C21C7CE-BDDD-46B0-8228-99F09E831933}" type="presParOf" srcId="{57FBA6A4-11E0-40C5-B540-7593D0E51B6C}" destId="{A31B891B-5EC3-437D-8B2F-78439B34114D}" srcOrd="0" destOrd="0" presId="urn:microsoft.com/office/officeart/2008/layout/LinedList"/>
    <dgm:cxn modelId="{FE395C26-1105-43CD-BB8F-252E387CECBF}" type="presParOf" srcId="{57FBA6A4-11E0-40C5-B540-7593D0E51B6C}" destId="{272FDA48-2E47-4226-95C7-99288848418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1F6A52D-6F83-4B43-974F-8BEB4009A59F}" type="doc">
      <dgm:prSet loTypeId="urn:microsoft.com/office/officeart/2005/8/layout/vProcess5" loCatId="process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7C9D7E15-4E7B-4FE4-8B48-DC046C4CC17A}">
      <dgm:prSet/>
      <dgm:spPr/>
      <dgm:t>
        <a:bodyPr/>
        <a:lstStyle/>
        <a:p>
          <a:r>
            <a:rPr lang="pl-PL"/>
            <a:t>Indywidualna jakość wpływa na:</a:t>
          </a:r>
          <a:endParaRPr lang="en-US"/>
        </a:p>
      </dgm:t>
    </dgm:pt>
    <dgm:pt modelId="{C6F9D658-0629-49DC-A03F-66A549605374}" type="parTrans" cxnId="{DA14ED64-5128-4420-A803-455547F268C2}">
      <dgm:prSet/>
      <dgm:spPr/>
      <dgm:t>
        <a:bodyPr/>
        <a:lstStyle/>
        <a:p>
          <a:endParaRPr lang="en-US"/>
        </a:p>
      </dgm:t>
    </dgm:pt>
    <dgm:pt modelId="{CF6D8AC5-A116-4D58-A89A-FD06A667C6A3}" type="sibTrans" cxnId="{DA14ED64-5128-4420-A803-455547F268C2}">
      <dgm:prSet/>
      <dgm:spPr/>
      <dgm:t>
        <a:bodyPr/>
        <a:lstStyle/>
        <a:p>
          <a:endParaRPr lang="en-US"/>
        </a:p>
      </dgm:t>
    </dgm:pt>
    <dgm:pt modelId="{9FBF89DB-B88E-4A45-B966-A085B33470EF}">
      <dgm:prSet/>
      <dgm:spPr/>
      <dgm:t>
        <a:bodyPr/>
        <a:lstStyle/>
        <a:p>
          <a:r>
            <a:rPr lang="pl-PL"/>
            <a:t>jakość kodu zespołu </a:t>
          </a:r>
          <a:endParaRPr lang="en-US"/>
        </a:p>
      </dgm:t>
    </dgm:pt>
    <dgm:pt modelId="{DAF60C82-5F51-45E0-A468-AE84D913C9E2}" type="parTrans" cxnId="{855007E5-BA5F-413A-89AD-10256C015587}">
      <dgm:prSet/>
      <dgm:spPr/>
      <dgm:t>
        <a:bodyPr/>
        <a:lstStyle/>
        <a:p>
          <a:endParaRPr lang="en-US"/>
        </a:p>
      </dgm:t>
    </dgm:pt>
    <dgm:pt modelId="{AA7B3071-D91C-4F7B-9231-4B8A3EF0FD6F}" type="sibTrans" cxnId="{855007E5-BA5F-413A-89AD-10256C015587}">
      <dgm:prSet/>
      <dgm:spPr/>
      <dgm:t>
        <a:bodyPr/>
        <a:lstStyle/>
        <a:p>
          <a:endParaRPr lang="en-US"/>
        </a:p>
      </dgm:t>
    </dgm:pt>
    <dgm:pt modelId="{2D18FC31-400B-464F-91AC-F1A614A2D990}">
      <dgm:prSet/>
      <dgm:spPr/>
      <dgm:t>
        <a:bodyPr/>
        <a:lstStyle/>
        <a:p>
          <a:r>
            <a:rPr lang="pl-PL"/>
            <a:t>mniej błędów </a:t>
          </a:r>
          <a:endParaRPr lang="en-US"/>
        </a:p>
      </dgm:t>
    </dgm:pt>
    <dgm:pt modelId="{C2AA2EBE-55FF-4070-94D9-E525C88D7BC8}" type="parTrans" cxnId="{AD1621F4-BAEF-40B8-96BC-095838B9309A}">
      <dgm:prSet/>
      <dgm:spPr/>
      <dgm:t>
        <a:bodyPr/>
        <a:lstStyle/>
        <a:p>
          <a:endParaRPr lang="en-US"/>
        </a:p>
      </dgm:t>
    </dgm:pt>
    <dgm:pt modelId="{2363FD5F-3A19-4124-A0D5-E112512EDA02}" type="sibTrans" cxnId="{AD1621F4-BAEF-40B8-96BC-095838B9309A}">
      <dgm:prSet/>
      <dgm:spPr/>
      <dgm:t>
        <a:bodyPr/>
        <a:lstStyle/>
        <a:p>
          <a:endParaRPr lang="en-US"/>
        </a:p>
      </dgm:t>
    </dgm:pt>
    <dgm:pt modelId="{D43C916E-1AD9-42FD-A911-E19E98D503EB}">
      <dgm:prSet/>
      <dgm:spPr/>
      <dgm:t>
        <a:bodyPr/>
        <a:lstStyle/>
        <a:p>
          <a:r>
            <a:rPr lang="pl-PL"/>
            <a:t>lepszą współpracę </a:t>
          </a:r>
          <a:endParaRPr lang="en-US"/>
        </a:p>
      </dgm:t>
    </dgm:pt>
    <dgm:pt modelId="{B340E37D-F58E-4118-83ED-6173C509EA3D}" type="parTrans" cxnId="{F948406F-0CF5-4BF1-B860-945780356252}">
      <dgm:prSet/>
      <dgm:spPr/>
      <dgm:t>
        <a:bodyPr/>
        <a:lstStyle/>
        <a:p>
          <a:endParaRPr lang="en-US"/>
        </a:p>
      </dgm:t>
    </dgm:pt>
    <dgm:pt modelId="{379564AD-F4B7-473D-A972-FF3651A875CE}" type="sibTrans" cxnId="{F948406F-0CF5-4BF1-B860-945780356252}">
      <dgm:prSet/>
      <dgm:spPr/>
      <dgm:t>
        <a:bodyPr/>
        <a:lstStyle/>
        <a:p>
          <a:endParaRPr lang="en-US"/>
        </a:p>
      </dgm:t>
    </dgm:pt>
    <dgm:pt modelId="{998C2BFC-C692-4513-9951-275D3D820D0D}">
      <dgm:prSet/>
      <dgm:spPr/>
      <dgm:t>
        <a:bodyPr/>
        <a:lstStyle/>
        <a:p>
          <a:r>
            <a:rPr lang="pl-PL"/>
            <a:t>większą przewidywalność</a:t>
          </a:r>
          <a:endParaRPr lang="en-US"/>
        </a:p>
      </dgm:t>
    </dgm:pt>
    <dgm:pt modelId="{97E60F01-1E27-49DC-AE2A-6B880078A678}" type="parTrans" cxnId="{70FACFFE-3F44-41B0-9B31-4388E28C335F}">
      <dgm:prSet/>
      <dgm:spPr/>
      <dgm:t>
        <a:bodyPr/>
        <a:lstStyle/>
        <a:p>
          <a:endParaRPr lang="en-US"/>
        </a:p>
      </dgm:t>
    </dgm:pt>
    <dgm:pt modelId="{AB478C54-BD9C-4EE8-999D-7E982F093EBE}" type="sibTrans" cxnId="{70FACFFE-3F44-41B0-9B31-4388E28C335F}">
      <dgm:prSet/>
      <dgm:spPr/>
      <dgm:t>
        <a:bodyPr/>
        <a:lstStyle/>
        <a:p>
          <a:endParaRPr lang="en-US"/>
        </a:p>
      </dgm:t>
    </dgm:pt>
    <dgm:pt modelId="{8B9BA0E9-5835-495C-92C8-597BAD801BBE}" type="pres">
      <dgm:prSet presAssocID="{91F6A52D-6F83-4B43-974F-8BEB4009A59F}" presName="outerComposite" presStyleCnt="0">
        <dgm:presLayoutVars>
          <dgm:chMax val="5"/>
          <dgm:dir/>
          <dgm:resizeHandles val="exact"/>
        </dgm:presLayoutVars>
      </dgm:prSet>
      <dgm:spPr/>
    </dgm:pt>
    <dgm:pt modelId="{F63C7C0A-1D8E-44D0-AE6C-689D031BEA8C}" type="pres">
      <dgm:prSet presAssocID="{91F6A52D-6F83-4B43-974F-8BEB4009A59F}" presName="dummyMaxCanvas" presStyleCnt="0">
        <dgm:presLayoutVars/>
      </dgm:prSet>
      <dgm:spPr/>
    </dgm:pt>
    <dgm:pt modelId="{F8373B00-23C8-4326-BE65-05A63D3BD986}" type="pres">
      <dgm:prSet presAssocID="{91F6A52D-6F83-4B43-974F-8BEB4009A59F}" presName="FiveNodes_1" presStyleLbl="node1" presStyleIdx="0" presStyleCnt="5">
        <dgm:presLayoutVars>
          <dgm:bulletEnabled val="1"/>
        </dgm:presLayoutVars>
      </dgm:prSet>
      <dgm:spPr/>
    </dgm:pt>
    <dgm:pt modelId="{01CDD670-024A-417D-8D36-A0D256025C5B}" type="pres">
      <dgm:prSet presAssocID="{91F6A52D-6F83-4B43-974F-8BEB4009A59F}" presName="FiveNodes_2" presStyleLbl="node1" presStyleIdx="1" presStyleCnt="5">
        <dgm:presLayoutVars>
          <dgm:bulletEnabled val="1"/>
        </dgm:presLayoutVars>
      </dgm:prSet>
      <dgm:spPr/>
    </dgm:pt>
    <dgm:pt modelId="{DD2DBB0E-9B1C-4BAD-9AFE-A64E87636CFD}" type="pres">
      <dgm:prSet presAssocID="{91F6A52D-6F83-4B43-974F-8BEB4009A59F}" presName="FiveNodes_3" presStyleLbl="node1" presStyleIdx="2" presStyleCnt="5">
        <dgm:presLayoutVars>
          <dgm:bulletEnabled val="1"/>
        </dgm:presLayoutVars>
      </dgm:prSet>
      <dgm:spPr/>
    </dgm:pt>
    <dgm:pt modelId="{9B305F6B-D8DE-41B8-836A-903A0EDE0B11}" type="pres">
      <dgm:prSet presAssocID="{91F6A52D-6F83-4B43-974F-8BEB4009A59F}" presName="FiveNodes_4" presStyleLbl="node1" presStyleIdx="3" presStyleCnt="5">
        <dgm:presLayoutVars>
          <dgm:bulletEnabled val="1"/>
        </dgm:presLayoutVars>
      </dgm:prSet>
      <dgm:spPr/>
    </dgm:pt>
    <dgm:pt modelId="{D5ABB732-9174-4F63-9374-F4F0C8B3FAD7}" type="pres">
      <dgm:prSet presAssocID="{91F6A52D-6F83-4B43-974F-8BEB4009A59F}" presName="FiveNodes_5" presStyleLbl="node1" presStyleIdx="4" presStyleCnt="5">
        <dgm:presLayoutVars>
          <dgm:bulletEnabled val="1"/>
        </dgm:presLayoutVars>
      </dgm:prSet>
      <dgm:spPr/>
    </dgm:pt>
    <dgm:pt modelId="{B83D30E5-14F1-49BA-AF6F-5082F4DC8019}" type="pres">
      <dgm:prSet presAssocID="{91F6A52D-6F83-4B43-974F-8BEB4009A59F}" presName="FiveConn_1-2" presStyleLbl="fgAccFollowNode1" presStyleIdx="0" presStyleCnt="4">
        <dgm:presLayoutVars>
          <dgm:bulletEnabled val="1"/>
        </dgm:presLayoutVars>
      </dgm:prSet>
      <dgm:spPr/>
    </dgm:pt>
    <dgm:pt modelId="{FEF912F5-AE9F-49F7-BD29-5CD5B86AD9CC}" type="pres">
      <dgm:prSet presAssocID="{91F6A52D-6F83-4B43-974F-8BEB4009A59F}" presName="FiveConn_2-3" presStyleLbl="fgAccFollowNode1" presStyleIdx="1" presStyleCnt="4">
        <dgm:presLayoutVars>
          <dgm:bulletEnabled val="1"/>
        </dgm:presLayoutVars>
      </dgm:prSet>
      <dgm:spPr/>
    </dgm:pt>
    <dgm:pt modelId="{EB0A9065-F126-43B5-B615-1802B0A4784E}" type="pres">
      <dgm:prSet presAssocID="{91F6A52D-6F83-4B43-974F-8BEB4009A59F}" presName="FiveConn_3-4" presStyleLbl="fgAccFollowNode1" presStyleIdx="2" presStyleCnt="4">
        <dgm:presLayoutVars>
          <dgm:bulletEnabled val="1"/>
        </dgm:presLayoutVars>
      </dgm:prSet>
      <dgm:spPr/>
    </dgm:pt>
    <dgm:pt modelId="{A42728DE-9780-4792-AE38-200BF3899023}" type="pres">
      <dgm:prSet presAssocID="{91F6A52D-6F83-4B43-974F-8BEB4009A59F}" presName="FiveConn_4-5" presStyleLbl="fgAccFollowNode1" presStyleIdx="3" presStyleCnt="4">
        <dgm:presLayoutVars>
          <dgm:bulletEnabled val="1"/>
        </dgm:presLayoutVars>
      </dgm:prSet>
      <dgm:spPr/>
    </dgm:pt>
    <dgm:pt modelId="{1D2BFB3D-8FFD-4AAD-9405-4F71B07BA503}" type="pres">
      <dgm:prSet presAssocID="{91F6A52D-6F83-4B43-974F-8BEB4009A59F}" presName="FiveNodes_1_text" presStyleLbl="node1" presStyleIdx="4" presStyleCnt="5">
        <dgm:presLayoutVars>
          <dgm:bulletEnabled val="1"/>
        </dgm:presLayoutVars>
      </dgm:prSet>
      <dgm:spPr/>
    </dgm:pt>
    <dgm:pt modelId="{9C01D478-1B92-42C1-9B26-46A03BF89FA7}" type="pres">
      <dgm:prSet presAssocID="{91F6A52D-6F83-4B43-974F-8BEB4009A59F}" presName="FiveNodes_2_text" presStyleLbl="node1" presStyleIdx="4" presStyleCnt="5">
        <dgm:presLayoutVars>
          <dgm:bulletEnabled val="1"/>
        </dgm:presLayoutVars>
      </dgm:prSet>
      <dgm:spPr/>
    </dgm:pt>
    <dgm:pt modelId="{9FD8C6A1-71C0-49E9-8896-E6D404671302}" type="pres">
      <dgm:prSet presAssocID="{91F6A52D-6F83-4B43-974F-8BEB4009A59F}" presName="FiveNodes_3_text" presStyleLbl="node1" presStyleIdx="4" presStyleCnt="5">
        <dgm:presLayoutVars>
          <dgm:bulletEnabled val="1"/>
        </dgm:presLayoutVars>
      </dgm:prSet>
      <dgm:spPr/>
    </dgm:pt>
    <dgm:pt modelId="{FAC4D2DB-3D6A-486F-84E8-0199CAFB6788}" type="pres">
      <dgm:prSet presAssocID="{91F6A52D-6F83-4B43-974F-8BEB4009A59F}" presName="FiveNodes_4_text" presStyleLbl="node1" presStyleIdx="4" presStyleCnt="5">
        <dgm:presLayoutVars>
          <dgm:bulletEnabled val="1"/>
        </dgm:presLayoutVars>
      </dgm:prSet>
      <dgm:spPr/>
    </dgm:pt>
    <dgm:pt modelId="{CD69C0CB-CA49-41BC-8E5E-14CD3F4F9F60}" type="pres">
      <dgm:prSet presAssocID="{91F6A52D-6F83-4B43-974F-8BEB4009A59F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E7993626-820D-4D04-9E53-5201EA2ADC56}" type="presOf" srcId="{CF6D8AC5-A116-4D58-A89A-FD06A667C6A3}" destId="{B83D30E5-14F1-49BA-AF6F-5082F4DC8019}" srcOrd="0" destOrd="0" presId="urn:microsoft.com/office/officeart/2005/8/layout/vProcess5"/>
    <dgm:cxn modelId="{97AF372C-B772-4499-A1D9-425925F37351}" type="presOf" srcId="{91F6A52D-6F83-4B43-974F-8BEB4009A59F}" destId="{8B9BA0E9-5835-495C-92C8-597BAD801BBE}" srcOrd="0" destOrd="0" presId="urn:microsoft.com/office/officeart/2005/8/layout/vProcess5"/>
    <dgm:cxn modelId="{DA14ED64-5128-4420-A803-455547F268C2}" srcId="{91F6A52D-6F83-4B43-974F-8BEB4009A59F}" destId="{7C9D7E15-4E7B-4FE4-8B48-DC046C4CC17A}" srcOrd="0" destOrd="0" parTransId="{C6F9D658-0629-49DC-A03F-66A549605374}" sibTransId="{CF6D8AC5-A116-4D58-A89A-FD06A667C6A3}"/>
    <dgm:cxn modelId="{F948406F-0CF5-4BF1-B860-945780356252}" srcId="{91F6A52D-6F83-4B43-974F-8BEB4009A59F}" destId="{D43C916E-1AD9-42FD-A911-E19E98D503EB}" srcOrd="3" destOrd="0" parTransId="{B340E37D-F58E-4118-83ED-6173C509EA3D}" sibTransId="{379564AD-F4B7-473D-A972-FF3651A875CE}"/>
    <dgm:cxn modelId="{DE659870-E2B1-49A9-B216-99D7D342A15D}" type="presOf" srcId="{9FBF89DB-B88E-4A45-B966-A085B33470EF}" destId="{01CDD670-024A-417D-8D36-A0D256025C5B}" srcOrd="0" destOrd="0" presId="urn:microsoft.com/office/officeart/2005/8/layout/vProcess5"/>
    <dgm:cxn modelId="{CA407858-4912-4A32-8851-ECC949DDAB6E}" type="presOf" srcId="{7C9D7E15-4E7B-4FE4-8B48-DC046C4CC17A}" destId="{F8373B00-23C8-4326-BE65-05A63D3BD986}" srcOrd="0" destOrd="0" presId="urn:microsoft.com/office/officeart/2005/8/layout/vProcess5"/>
    <dgm:cxn modelId="{7C9CA895-6911-459A-BB98-EFFE0DAC06E2}" type="presOf" srcId="{9FBF89DB-B88E-4A45-B966-A085B33470EF}" destId="{9C01D478-1B92-42C1-9B26-46A03BF89FA7}" srcOrd="1" destOrd="0" presId="urn:microsoft.com/office/officeart/2005/8/layout/vProcess5"/>
    <dgm:cxn modelId="{884FB09B-E11E-4FF5-85E4-5FD234D91CC2}" type="presOf" srcId="{7C9D7E15-4E7B-4FE4-8B48-DC046C4CC17A}" destId="{1D2BFB3D-8FFD-4AAD-9405-4F71B07BA503}" srcOrd="1" destOrd="0" presId="urn:microsoft.com/office/officeart/2005/8/layout/vProcess5"/>
    <dgm:cxn modelId="{0ECD63A6-4CAB-451D-B2DF-6EA4FB22B68C}" type="presOf" srcId="{2363FD5F-3A19-4124-A0D5-E112512EDA02}" destId="{EB0A9065-F126-43B5-B615-1802B0A4784E}" srcOrd="0" destOrd="0" presId="urn:microsoft.com/office/officeart/2005/8/layout/vProcess5"/>
    <dgm:cxn modelId="{BA12AFB6-AD86-4B63-BC7C-AA525438E2AC}" type="presOf" srcId="{998C2BFC-C692-4513-9951-275D3D820D0D}" destId="{D5ABB732-9174-4F63-9374-F4F0C8B3FAD7}" srcOrd="0" destOrd="0" presId="urn:microsoft.com/office/officeart/2005/8/layout/vProcess5"/>
    <dgm:cxn modelId="{0CFC12BD-9E19-4B68-B5B9-D6077E06D39C}" type="presOf" srcId="{D43C916E-1AD9-42FD-A911-E19E98D503EB}" destId="{9B305F6B-D8DE-41B8-836A-903A0EDE0B11}" srcOrd="0" destOrd="0" presId="urn:microsoft.com/office/officeart/2005/8/layout/vProcess5"/>
    <dgm:cxn modelId="{9C5976C2-AB35-478E-9E8C-823F63D80A2E}" type="presOf" srcId="{2D18FC31-400B-464F-91AC-F1A614A2D990}" destId="{9FD8C6A1-71C0-49E9-8896-E6D404671302}" srcOrd="1" destOrd="0" presId="urn:microsoft.com/office/officeart/2005/8/layout/vProcess5"/>
    <dgm:cxn modelId="{A5C6BBCC-F380-4E2A-BD27-9CE0D6106BA4}" type="presOf" srcId="{998C2BFC-C692-4513-9951-275D3D820D0D}" destId="{CD69C0CB-CA49-41BC-8E5E-14CD3F4F9F60}" srcOrd="1" destOrd="0" presId="urn:microsoft.com/office/officeart/2005/8/layout/vProcess5"/>
    <dgm:cxn modelId="{7CC580D2-45D6-4D80-BDA4-0A1A5BEF802E}" type="presOf" srcId="{D43C916E-1AD9-42FD-A911-E19E98D503EB}" destId="{FAC4D2DB-3D6A-486F-84E8-0199CAFB6788}" srcOrd="1" destOrd="0" presId="urn:microsoft.com/office/officeart/2005/8/layout/vProcess5"/>
    <dgm:cxn modelId="{B1D7B3DE-7FC7-4540-994C-276774746CC9}" type="presOf" srcId="{2D18FC31-400B-464F-91AC-F1A614A2D990}" destId="{DD2DBB0E-9B1C-4BAD-9AFE-A64E87636CFD}" srcOrd="0" destOrd="0" presId="urn:microsoft.com/office/officeart/2005/8/layout/vProcess5"/>
    <dgm:cxn modelId="{855007E5-BA5F-413A-89AD-10256C015587}" srcId="{91F6A52D-6F83-4B43-974F-8BEB4009A59F}" destId="{9FBF89DB-B88E-4A45-B966-A085B33470EF}" srcOrd="1" destOrd="0" parTransId="{DAF60C82-5F51-45E0-A468-AE84D913C9E2}" sibTransId="{AA7B3071-D91C-4F7B-9231-4B8A3EF0FD6F}"/>
    <dgm:cxn modelId="{50D9B5E5-11A6-437B-BE2D-8E4446CD1CC3}" type="presOf" srcId="{AA7B3071-D91C-4F7B-9231-4B8A3EF0FD6F}" destId="{FEF912F5-AE9F-49F7-BD29-5CD5B86AD9CC}" srcOrd="0" destOrd="0" presId="urn:microsoft.com/office/officeart/2005/8/layout/vProcess5"/>
    <dgm:cxn modelId="{F88CBAE6-252A-4E5C-9162-02AFCA18B438}" type="presOf" srcId="{379564AD-F4B7-473D-A972-FF3651A875CE}" destId="{A42728DE-9780-4792-AE38-200BF3899023}" srcOrd="0" destOrd="0" presId="urn:microsoft.com/office/officeart/2005/8/layout/vProcess5"/>
    <dgm:cxn modelId="{AD1621F4-BAEF-40B8-96BC-095838B9309A}" srcId="{91F6A52D-6F83-4B43-974F-8BEB4009A59F}" destId="{2D18FC31-400B-464F-91AC-F1A614A2D990}" srcOrd="2" destOrd="0" parTransId="{C2AA2EBE-55FF-4070-94D9-E525C88D7BC8}" sibTransId="{2363FD5F-3A19-4124-A0D5-E112512EDA02}"/>
    <dgm:cxn modelId="{70FACFFE-3F44-41B0-9B31-4388E28C335F}" srcId="{91F6A52D-6F83-4B43-974F-8BEB4009A59F}" destId="{998C2BFC-C692-4513-9951-275D3D820D0D}" srcOrd="4" destOrd="0" parTransId="{97E60F01-1E27-49DC-AE2A-6B880078A678}" sibTransId="{AB478C54-BD9C-4EE8-999D-7E982F093EBE}"/>
    <dgm:cxn modelId="{7D942A21-4AB5-45A7-97DB-4F4425CB4974}" type="presParOf" srcId="{8B9BA0E9-5835-495C-92C8-597BAD801BBE}" destId="{F63C7C0A-1D8E-44D0-AE6C-689D031BEA8C}" srcOrd="0" destOrd="0" presId="urn:microsoft.com/office/officeart/2005/8/layout/vProcess5"/>
    <dgm:cxn modelId="{8F4E1A21-204E-404B-84A8-4ACFBD62F7E7}" type="presParOf" srcId="{8B9BA0E9-5835-495C-92C8-597BAD801BBE}" destId="{F8373B00-23C8-4326-BE65-05A63D3BD986}" srcOrd="1" destOrd="0" presId="urn:microsoft.com/office/officeart/2005/8/layout/vProcess5"/>
    <dgm:cxn modelId="{7EE492F6-17DB-43B3-9EE1-1F5F62103CEE}" type="presParOf" srcId="{8B9BA0E9-5835-495C-92C8-597BAD801BBE}" destId="{01CDD670-024A-417D-8D36-A0D256025C5B}" srcOrd="2" destOrd="0" presId="urn:microsoft.com/office/officeart/2005/8/layout/vProcess5"/>
    <dgm:cxn modelId="{F5CE5235-3994-4B96-8F8C-50A2F70E18BD}" type="presParOf" srcId="{8B9BA0E9-5835-495C-92C8-597BAD801BBE}" destId="{DD2DBB0E-9B1C-4BAD-9AFE-A64E87636CFD}" srcOrd="3" destOrd="0" presId="urn:microsoft.com/office/officeart/2005/8/layout/vProcess5"/>
    <dgm:cxn modelId="{B45F7618-04BA-4716-86EB-3627CACADA11}" type="presParOf" srcId="{8B9BA0E9-5835-495C-92C8-597BAD801BBE}" destId="{9B305F6B-D8DE-41B8-836A-903A0EDE0B11}" srcOrd="4" destOrd="0" presId="urn:microsoft.com/office/officeart/2005/8/layout/vProcess5"/>
    <dgm:cxn modelId="{8EC3422D-6277-475C-B8AA-1DF46E85C8C5}" type="presParOf" srcId="{8B9BA0E9-5835-495C-92C8-597BAD801BBE}" destId="{D5ABB732-9174-4F63-9374-F4F0C8B3FAD7}" srcOrd="5" destOrd="0" presId="urn:microsoft.com/office/officeart/2005/8/layout/vProcess5"/>
    <dgm:cxn modelId="{CF92C90F-867D-4095-84BC-29DA460AD9D1}" type="presParOf" srcId="{8B9BA0E9-5835-495C-92C8-597BAD801BBE}" destId="{B83D30E5-14F1-49BA-AF6F-5082F4DC8019}" srcOrd="6" destOrd="0" presId="urn:microsoft.com/office/officeart/2005/8/layout/vProcess5"/>
    <dgm:cxn modelId="{27878927-0FEF-4555-901D-CBC9DC16E288}" type="presParOf" srcId="{8B9BA0E9-5835-495C-92C8-597BAD801BBE}" destId="{FEF912F5-AE9F-49F7-BD29-5CD5B86AD9CC}" srcOrd="7" destOrd="0" presId="urn:microsoft.com/office/officeart/2005/8/layout/vProcess5"/>
    <dgm:cxn modelId="{C253E2B4-4679-42EA-91A7-0E617617BB0B}" type="presParOf" srcId="{8B9BA0E9-5835-495C-92C8-597BAD801BBE}" destId="{EB0A9065-F126-43B5-B615-1802B0A4784E}" srcOrd="8" destOrd="0" presId="urn:microsoft.com/office/officeart/2005/8/layout/vProcess5"/>
    <dgm:cxn modelId="{F8F47D28-74A6-4772-94CA-90F19A2152D3}" type="presParOf" srcId="{8B9BA0E9-5835-495C-92C8-597BAD801BBE}" destId="{A42728DE-9780-4792-AE38-200BF3899023}" srcOrd="9" destOrd="0" presId="urn:microsoft.com/office/officeart/2005/8/layout/vProcess5"/>
    <dgm:cxn modelId="{DDBAB517-67E8-4219-997F-F3F4B041AB57}" type="presParOf" srcId="{8B9BA0E9-5835-495C-92C8-597BAD801BBE}" destId="{1D2BFB3D-8FFD-4AAD-9405-4F71B07BA503}" srcOrd="10" destOrd="0" presId="urn:microsoft.com/office/officeart/2005/8/layout/vProcess5"/>
    <dgm:cxn modelId="{4FE0F93A-709F-41E4-9032-DED595159E73}" type="presParOf" srcId="{8B9BA0E9-5835-495C-92C8-597BAD801BBE}" destId="{9C01D478-1B92-42C1-9B26-46A03BF89FA7}" srcOrd="11" destOrd="0" presId="urn:microsoft.com/office/officeart/2005/8/layout/vProcess5"/>
    <dgm:cxn modelId="{287352F9-01B0-49B3-93F7-5F3BF3D5A8DC}" type="presParOf" srcId="{8B9BA0E9-5835-495C-92C8-597BAD801BBE}" destId="{9FD8C6A1-71C0-49E9-8896-E6D404671302}" srcOrd="12" destOrd="0" presId="urn:microsoft.com/office/officeart/2005/8/layout/vProcess5"/>
    <dgm:cxn modelId="{A91176E7-493A-400A-A6CC-1BF0B20E1311}" type="presParOf" srcId="{8B9BA0E9-5835-495C-92C8-597BAD801BBE}" destId="{FAC4D2DB-3D6A-486F-84E8-0199CAFB6788}" srcOrd="13" destOrd="0" presId="urn:microsoft.com/office/officeart/2005/8/layout/vProcess5"/>
    <dgm:cxn modelId="{8EA05BFB-4D62-493F-A5AC-C2FB672A9704}" type="presParOf" srcId="{8B9BA0E9-5835-495C-92C8-597BAD801BBE}" destId="{CD69C0CB-CA49-41BC-8E5E-14CD3F4F9F60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DB8D8708-6DEA-4DE1-A757-509040A19AD9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D6526DA-679A-4A67-AA9B-5EB312D5F633}">
      <dgm:prSet/>
      <dgm:spPr/>
      <dgm:t>
        <a:bodyPr/>
        <a:lstStyle/>
        <a:p>
          <a:r>
            <a:rPr lang="pl-PL"/>
            <a:t>Inżynier PSP:</a:t>
          </a:r>
          <a:endParaRPr lang="en-US"/>
        </a:p>
      </dgm:t>
    </dgm:pt>
    <dgm:pt modelId="{32BE5666-ECD4-4F32-8402-0C029A1643E7}" type="parTrans" cxnId="{7549A31F-F89B-409A-BE71-9A5C40FF71C7}">
      <dgm:prSet/>
      <dgm:spPr/>
      <dgm:t>
        <a:bodyPr/>
        <a:lstStyle/>
        <a:p>
          <a:endParaRPr lang="en-US"/>
        </a:p>
      </dgm:t>
    </dgm:pt>
    <dgm:pt modelId="{48C99A9C-7761-4AFE-BB44-03E5041D6ABD}" type="sibTrans" cxnId="{7549A31F-F89B-409A-BE71-9A5C40FF71C7}">
      <dgm:prSet/>
      <dgm:spPr/>
      <dgm:t>
        <a:bodyPr/>
        <a:lstStyle/>
        <a:p>
          <a:endParaRPr lang="en-US"/>
        </a:p>
      </dgm:t>
    </dgm:pt>
    <dgm:pt modelId="{754D7F3C-D436-4720-BABF-03934E357C15}">
      <dgm:prSet/>
      <dgm:spPr/>
      <dgm:t>
        <a:bodyPr/>
        <a:lstStyle/>
        <a:p>
          <a:r>
            <a:rPr lang="pl-PL"/>
            <a:t>odpowiada za jakość swojej pracy </a:t>
          </a:r>
          <a:endParaRPr lang="en-US"/>
        </a:p>
      </dgm:t>
    </dgm:pt>
    <dgm:pt modelId="{D24BE428-F754-43FC-B69E-1CD214B8B23C}" type="parTrans" cxnId="{DEE69CF7-8200-4163-9197-78FB536D02CB}">
      <dgm:prSet/>
      <dgm:spPr/>
      <dgm:t>
        <a:bodyPr/>
        <a:lstStyle/>
        <a:p>
          <a:endParaRPr lang="en-US"/>
        </a:p>
      </dgm:t>
    </dgm:pt>
    <dgm:pt modelId="{692B0187-1786-4043-A61D-4C70315281C8}" type="sibTrans" cxnId="{DEE69CF7-8200-4163-9197-78FB536D02CB}">
      <dgm:prSet/>
      <dgm:spPr/>
      <dgm:t>
        <a:bodyPr/>
        <a:lstStyle/>
        <a:p>
          <a:endParaRPr lang="en-US"/>
        </a:p>
      </dgm:t>
    </dgm:pt>
    <dgm:pt modelId="{6606B202-A890-48ED-8798-A3A6CD88F7CE}">
      <dgm:prSet/>
      <dgm:spPr/>
      <dgm:t>
        <a:bodyPr/>
        <a:lstStyle/>
        <a:p>
          <a:r>
            <a:rPr lang="pl-PL"/>
            <a:t>nie przerzuca odpowiedzialności </a:t>
          </a:r>
          <a:endParaRPr lang="en-US"/>
        </a:p>
      </dgm:t>
    </dgm:pt>
    <dgm:pt modelId="{BB38EC2E-4ABB-4FB4-AA4D-683C4A05ADCF}" type="parTrans" cxnId="{3AEC3631-4F30-4FD4-BB2C-8CDFAC9B9E02}">
      <dgm:prSet/>
      <dgm:spPr/>
      <dgm:t>
        <a:bodyPr/>
        <a:lstStyle/>
        <a:p>
          <a:endParaRPr lang="en-US"/>
        </a:p>
      </dgm:t>
    </dgm:pt>
    <dgm:pt modelId="{8CFC29E7-0031-48AE-BC84-B166A897EFA6}" type="sibTrans" cxnId="{3AEC3631-4F30-4FD4-BB2C-8CDFAC9B9E02}">
      <dgm:prSet/>
      <dgm:spPr/>
      <dgm:t>
        <a:bodyPr/>
        <a:lstStyle/>
        <a:p>
          <a:endParaRPr lang="en-US"/>
        </a:p>
      </dgm:t>
    </dgm:pt>
    <dgm:pt modelId="{F149ED51-BBD0-459B-8C9A-33F85D2E8E58}">
      <dgm:prSet/>
      <dgm:spPr/>
      <dgm:t>
        <a:bodyPr/>
        <a:lstStyle/>
        <a:p>
          <a:r>
            <a:rPr lang="pl-PL"/>
            <a:t>analizuje własne błędy </a:t>
          </a:r>
          <a:endParaRPr lang="en-US"/>
        </a:p>
      </dgm:t>
    </dgm:pt>
    <dgm:pt modelId="{E6EFFAC3-6873-4B88-8C48-B09C24CB85A4}" type="parTrans" cxnId="{AA2580E2-EC58-45E1-9783-84A2D5A1E5AB}">
      <dgm:prSet/>
      <dgm:spPr/>
      <dgm:t>
        <a:bodyPr/>
        <a:lstStyle/>
        <a:p>
          <a:endParaRPr lang="en-US"/>
        </a:p>
      </dgm:t>
    </dgm:pt>
    <dgm:pt modelId="{F55C4D28-C6F9-4B84-BDB5-268178A54B6A}" type="sibTrans" cxnId="{AA2580E2-EC58-45E1-9783-84A2D5A1E5AB}">
      <dgm:prSet/>
      <dgm:spPr/>
      <dgm:t>
        <a:bodyPr/>
        <a:lstStyle/>
        <a:p>
          <a:endParaRPr lang="en-US"/>
        </a:p>
      </dgm:t>
    </dgm:pt>
    <dgm:pt modelId="{5C02B1F8-D3A2-4D48-B475-6BED7228D30A}">
      <dgm:prSet/>
      <dgm:spPr/>
      <dgm:t>
        <a:bodyPr/>
        <a:lstStyle/>
        <a:p>
          <a:r>
            <a:rPr lang="pl-PL"/>
            <a:t>dąży do ciągłego doskonalenia</a:t>
          </a:r>
          <a:endParaRPr lang="en-US"/>
        </a:p>
      </dgm:t>
    </dgm:pt>
    <dgm:pt modelId="{E0610F53-7713-4285-83CD-3608B0A596BD}" type="parTrans" cxnId="{2F6E00BC-32D8-4179-A4AE-D6FD29FB37A1}">
      <dgm:prSet/>
      <dgm:spPr/>
      <dgm:t>
        <a:bodyPr/>
        <a:lstStyle/>
        <a:p>
          <a:endParaRPr lang="en-US"/>
        </a:p>
      </dgm:t>
    </dgm:pt>
    <dgm:pt modelId="{8D994E97-5D1A-4EF9-97B4-F4DA4E20CA44}" type="sibTrans" cxnId="{2F6E00BC-32D8-4179-A4AE-D6FD29FB37A1}">
      <dgm:prSet/>
      <dgm:spPr/>
      <dgm:t>
        <a:bodyPr/>
        <a:lstStyle/>
        <a:p>
          <a:endParaRPr lang="en-US"/>
        </a:p>
      </dgm:t>
    </dgm:pt>
    <dgm:pt modelId="{68F6B327-AE21-4A54-A117-FD37B17CDD17}" type="pres">
      <dgm:prSet presAssocID="{DB8D8708-6DEA-4DE1-A757-509040A19AD9}" presName="vert0" presStyleCnt="0">
        <dgm:presLayoutVars>
          <dgm:dir/>
          <dgm:animOne val="branch"/>
          <dgm:animLvl val="lvl"/>
        </dgm:presLayoutVars>
      </dgm:prSet>
      <dgm:spPr/>
    </dgm:pt>
    <dgm:pt modelId="{D5C5628C-A63B-4419-B70F-DEDC3BC0E485}" type="pres">
      <dgm:prSet presAssocID="{8D6526DA-679A-4A67-AA9B-5EB312D5F633}" presName="thickLine" presStyleLbl="alignNode1" presStyleIdx="0" presStyleCnt="1"/>
      <dgm:spPr/>
    </dgm:pt>
    <dgm:pt modelId="{9EBEE57C-3173-474F-848D-41FDD71787EE}" type="pres">
      <dgm:prSet presAssocID="{8D6526DA-679A-4A67-AA9B-5EB312D5F633}" presName="horz1" presStyleCnt="0"/>
      <dgm:spPr/>
    </dgm:pt>
    <dgm:pt modelId="{EA99D8E9-0181-44AD-9028-FFFBAB503676}" type="pres">
      <dgm:prSet presAssocID="{8D6526DA-679A-4A67-AA9B-5EB312D5F633}" presName="tx1" presStyleLbl="revTx" presStyleIdx="0" presStyleCnt="5"/>
      <dgm:spPr/>
    </dgm:pt>
    <dgm:pt modelId="{CA3D9681-1191-41F0-A54D-D99B7C4AD454}" type="pres">
      <dgm:prSet presAssocID="{8D6526DA-679A-4A67-AA9B-5EB312D5F633}" presName="vert1" presStyleCnt="0"/>
      <dgm:spPr/>
    </dgm:pt>
    <dgm:pt modelId="{8ABBEEB2-B7A4-4307-BBA4-0B4A4F8B2E69}" type="pres">
      <dgm:prSet presAssocID="{754D7F3C-D436-4720-BABF-03934E357C15}" presName="vertSpace2a" presStyleCnt="0"/>
      <dgm:spPr/>
    </dgm:pt>
    <dgm:pt modelId="{29FF3448-75AC-4EB2-8AE2-7F5273A6BB18}" type="pres">
      <dgm:prSet presAssocID="{754D7F3C-D436-4720-BABF-03934E357C15}" presName="horz2" presStyleCnt="0"/>
      <dgm:spPr/>
    </dgm:pt>
    <dgm:pt modelId="{73B1A900-68D0-49ED-BEBA-F2F3479C6784}" type="pres">
      <dgm:prSet presAssocID="{754D7F3C-D436-4720-BABF-03934E357C15}" presName="horzSpace2" presStyleCnt="0"/>
      <dgm:spPr/>
    </dgm:pt>
    <dgm:pt modelId="{589AC39B-675E-4289-925E-232C7552A168}" type="pres">
      <dgm:prSet presAssocID="{754D7F3C-D436-4720-BABF-03934E357C15}" presName="tx2" presStyleLbl="revTx" presStyleIdx="1" presStyleCnt="5"/>
      <dgm:spPr/>
    </dgm:pt>
    <dgm:pt modelId="{D328350A-38D4-4D9C-B8B5-0EDCFB534053}" type="pres">
      <dgm:prSet presAssocID="{754D7F3C-D436-4720-BABF-03934E357C15}" presName="vert2" presStyleCnt="0"/>
      <dgm:spPr/>
    </dgm:pt>
    <dgm:pt modelId="{F3376377-5B87-4A59-B157-7FBCBC8FA46C}" type="pres">
      <dgm:prSet presAssocID="{754D7F3C-D436-4720-BABF-03934E357C15}" presName="thinLine2b" presStyleLbl="callout" presStyleIdx="0" presStyleCnt="4"/>
      <dgm:spPr/>
    </dgm:pt>
    <dgm:pt modelId="{A6D1F2F0-C1AF-4B87-B990-6DE7EBF0293E}" type="pres">
      <dgm:prSet presAssocID="{754D7F3C-D436-4720-BABF-03934E357C15}" presName="vertSpace2b" presStyleCnt="0"/>
      <dgm:spPr/>
    </dgm:pt>
    <dgm:pt modelId="{AEF3A44B-3CDD-47A1-A59C-14FAA10F74E7}" type="pres">
      <dgm:prSet presAssocID="{6606B202-A890-48ED-8798-A3A6CD88F7CE}" presName="horz2" presStyleCnt="0"/>
      <dgm:spPr/>
    </dgm:pt>
    <dgm:pt modelId="{820E37F5-EDE4-476E-8078-8A02C005932C}" type="pres">
      <dgm:prSet presAssocID="{6606B202-A890-48ED-8798-A3A6CD88F7CE}" presName="horzSpace2" presStyleCnt="0"/>
      <dgm:spPr/>
    </dgm:pt>
    <dgm:pt modelId="{19F5D87C-0266-487F-9108-5DE63841AE46}" type="pres">
      <dgm:prSet presAssocID="{6606B202-A890-48ED-8798-A3A6CD88F7CE}" presName="tx2" presStyleLbl="revTx" presStyleIdx="2" presStyleCnt="5"/>
      <dgm:spPr/>
    </dgm:pt>
    <dgm:pt modelId="{A5462AE4-CEF7-4696-8E45-FE8C9F37399C}" type="pres">
      <dgm:prSet presAssocID="{6606B202-A890-48ED-8798-A3A6CD88F7CE}" presName="vert2" presStyleCnt="0"/>
      <dgm:spPr/>
    </dgm:pt>
    <dgm:pt modelId="{22C54050-C998-48F4-A560-9D1A2B44BC93}" type="pres">
      <dgm:prSet presAssocID="{6606B202-A890-48ED-8798-A3A6CD88F7CE}" presName="thinLine2b" presStyleLbl="callout" presStyleIdx="1" presStyleCnt="4"/>
      <dgm:spPr/>
    </dgm:pt>
    <dgm:pt modelId="{419FC58F-E7EA-4C9B-9A6B-B8D75E5BA54D}" type="pres">
      <dgm:prSet presAssocID="{6606B202-A890-48ED-8798-A3A6CD88F7CE}" presName="vertSpace2b" presStyleCnt="0"/>
      <dgm:spPr/>
    </dgm:pt>
    <dgm:pt modelId="{EFED0699-56B9-49AC-A52C-19ED7DA882C4}" type="pres">
      <dgm:prSet presAssocID="{F149ED51-BBD0-459B-8C9A-33F85D2E8E58}" presName="horz2" presStyleCnt="0"/>
      <dgm:spPr/>
    </dgm:pt>
    <dgm:pt modelId="{6497568F-9B94-4B5A-B844-95C4D1068EFE}" type="pres">
      <dgm:prSet presAssocID="{F149ED51-BBD0-459B-8C9A-33F85D2E8E58}" presName="horzSpace2" presStyleCnt="0"/>
      <dgm:spPr/>
    </dgm:pt>
    <dgm:pt modelId="{4D1589A9-F317-4355-A123-22F7797CABAA}" type="pres">
      <dgm:prSet presAssocID="{F149ED51-BBD0-459B-8C9A-33F85D2E8E58}" presName="tx2" presStyleLbl="revTx" presStyleIdx="3" presStyleCnt="5"/>
      <dgm:spPr/>
    </dgm:pt>
    <dgm:pt modelId="{2B4AED22-577A-45C3-B6DE-81DCD5AFE431}" type="pres">
      <dgm:prSet presAssocID="{F149ED51-BBD0-459B-8C9A-33F85D2E8E58}" presName="vert2" presStyleCnt="0"/>
      <dgm:spPr/>
    </dgm:pt>
    <dgm:pt modelId="{6B036A31-46E9-42DB-AD78-F1C8C15DA30D}" type="pres">
      <dgm:prSet presAssocID="{F149ED51-BBD0-459B-8C9A-33F85D2E8E58}" presName="thinLine2b" presStyleLbl="callout" presStyleIdx="2" presStyleCnt="4"/>
      <dgm:spPr/>
    </dgm:pt>
    <dgm:pt modelId="{F4A723E4-02FF-4853-9310-464E432DAB67}" type="pres">
      <dgm:prSet presAssocID="{F149ED51-BBD0-459B-8C9A-33F85D2E8E58}" presName="vertSpace2b" presStyleCnt="0"/>
      <dgm:spPr/>
    </dgm:pt>
    <dgm:pt modelId="{AD5D5EB5-41D8-430D-AF2E-4F2B94D499CB}" type="pres">
      <dgm:prSet presAssocID="{5C02B1F8-D3A2-4D48-B475-6BED7228D30A}" presName="horz2" presStyleCnt="0"/>
      <dgm:spPr/>
    </dgm:pt>
    <dgm:pt modelId="{D833079A-C767-48B5-B891-3924A5956B0A}" type="pres">
      <dgm:prSet presAssocID="{5C02B1F8-D3A2-4D48-B475-6BED7228D30A}" presName="horzSpace2" presStyleCnt="0"/>
      <dgm:spPr/>
    </dgm:pt>
    <dgm:pt modelId="{B6D11BEF-2AC7-4463-9481-58C61439F3D9}" type="pres">
      <dgm:prSet presAssocID="{5C02B1F8-D3A2-4D48-B475-6BED7228D30A}" presName="tx2" presStyleLbl="revTx" presStyleIdx="4" presStyleCnt="5"/>
      <dgm:spPr/>
    </dgm:pt>
    <dgm:pt modelId="{819B4994-DC50-4C78-92B5-4A01D3FE1DC3}" type="pres">
      <dgm:prSet presAssocID="{5C02B1F8-D3A2-4D48-B475-6BED7228D30A}" presName="vert2" presStyleCnt="0"/>
      <dgm:spPr/>
    </dgm:pt>
    <dgm:pt modelId="{52701D8D-ED7D-455A-9DEB-CBB1CB28B4E2}" type="pres">
      <dgm:prSet presAssocID="{5C02B1F8-D3A2-4D48-B475-6BED7228D30A}" presName="thinLine2b" presStyleLbl="callout" presStyleIdx="3" presStyleCnt="4"/>
      <dgm:spPr/>
    </dgm:pt>
    <dgm:pt modelId="{26EDD4A5-4BAC-4260-A4A4-097AD9F6D1E2}" type="pres">
      <dgm:prSet presAssocID="{5C02B1F8-D3A2-4D48-B475-6BED7228D30A}" presName="vertSpace2b" presStyleCnt="0"/>
      <dgm:spPr/>
    </dgm:pt>
  </dgm:ptLst>
  <dgm:cxnLst>
    <dgm:cxn modelId="{F80FB615-2C0B-4136-8599-E258921FB4FA}" type="presOf" srcId="{F149ED51-BBD0-459B-8C9A-33F85D2E8E58}" destId="{4D1589A9-F317-4355-A123-22F7797CABAA}" srcOrd="0" destOrd="0" presId="urn:microsoft.com/office/officeart/2008/layout/LinedList"/>
    <dgm:cxn modelId="{7549A31F-F89B-409A-BE71-9A5C40FF71C7}" srcId="{DB8D8708-6DEA-4DE1-A757-509040A19AD9}" destId="{8D6526DA-679A-4A67-AA9B-5EB312D5F633}" srcOrd="0" destOrd="0" parTransId="{32BE5666-ECD4-4F32-8402-0C029A1643E7}" sibTransId="{48C99A9C-7761-4AFE-BB44-03E5041D6ABD}"/>
    <dgm:cxn modelId="{3AEC3631-4F30-4FD4-BB2C-8CDFAC9B9E02}" srcId="{8D6526DA-679A-4A67-AA9B-5EB312D5F633}" destId="{6606B202-A890-48ED-8798-A3A6CD88F7CE}" srcOrd="1" destOrd="0" parTransId="{BB38EC2E-4ABB-4FB4-AA4D-683C4A05ADCF}" sibTransId="{8CFC29E7-0031-48AE-BC84-B166A897EFA6}"/>
    <dgm:cxn modelId="{85760383-6313-4BAF-A374-AEF80A200435}" type="presOf" srcId="{6606B202-A890-48ED-8798-A3A6CD88F7CE}" destId="{19F5D87C-0266-487F-9108-5DE63841AE46}" srcOrd="0" destOrd="0" presId="urn:microsoft.com/office/officeart/2008/layout/LinedList"/>
    <dgm:cxn modelId="{39B5A995-7D21-4B6F-A6D4-09D8AE49988C}" type="presOf" srcId="{5C02B1F8-D3A2-4D48-B475-6BED7228D30A}" destId="{B6D11BEF-2AC7-4463-9481-58C61439F3D9}" srcOrd="0" destOrd="0" presId="urn:microsoft.com/office/officeart/2008/layout/LinedList"/>
    <dgm:cxn modelId="{59998CA9-56DC-4DD9-9A5B-37285DA5CC3E}" type="presOf" srcId="{8D6526DA-679A-4A67-AA9B-5EB312D5F633}" destId="{EA99D8E9-0181-44AD-9028-FFFBAB503676}" srcOrd="0" destOrd="0" presId="urn:microsoft.com/office/officeart/2008/layout/LinedList"/>
    <dgm:cxn modelId="{2F6E00BC-32D8-4179-A4AE-D6FD29FB37A1}" srcId="{8D6526DA-679A-4A67-AA9B-5EB312D5F633}" destId="{5C02B1F8-D3A2-4D48-B475-6BED7228D30A}" srcOrd="3" destOrd="0" parTransId="{E0610F53-7713-4285-83CD-3608B0A596BD}" sibTransId="{8D994E97-5D1A-4EF9-97B4-F4DA4E20CA44}"/>
    <dgm:cxn modelId="{C3FF5BBF-9096-4B09-AC61-9BACC629695F}" type="presOf" srcId="{754D7F3C-D436-4720-BABF-03934E357C15}" destId="{589AC39B-675E-4289-925E-232C7552A168}" srcOrd="0" destOrd="0" presId="urn:microsoft.com/office/officeart/2008/layout/LinedList"/>
    <dgm:cxn modelId="{AA2580E2-EC58-45E1-9783-84A2D5A1E5AB}" srcId="{8D6526DA-679A-4A67-AA9B-5EB312D5F633}" destId="{F149ED51-BBD0-459B-8C9A-33F85D2E8E58}" srcOrd="2" destOrd="0" parTransId="{E6EFFAC3-6873-4B88-8C48-B09C24CB85A4}" sibTransId="{F55C4D28-C6F9-4B84-BDB5-268178A54B6A}"/>
    <dgm:cxn modelId="{DEE69CF7-8200-4163-9197-78FB536D02CB}" srcId="{8D6526DA-679A-4A67-AA9B-5EB312D5F633}" destId="{754D7F3C-D436-4720-BABF-03934E357C15}" srcOrd="0" destOrd="0" parTransId="{D24BE428-F754-43FC-B69E-1CD214B8B23C}" sibTransId="{692B0187-1786-4043-A61D-4C70315281C8}"/>
    <dgm:cxn modelId="{AEE689FE-0845-4081-9A90-75B87B2A3556}" type="presOf" srcId="{DB8D8708-6DEA-4DE1-A757-509040A19AD9}" destId="{68F6B327-AE21-4A54-A117-FD37B17CDD17}" srcOrd="0" destOrd="0" presId="urn:microsoft.com/office/officeart/2008/layout/LinedList"/>
    <dgm:cxn modelId="{130C2A6B-9DB2-41B0-A215-5E6BF86F1AE9}" type="presParOf" srcId="{68F6B327-AE21-4A54-A117-FD37B17CDD17}" destId="{D5C5628C-A63B-4419-B70F-DEDC3BC0E485}" srcOrd="0" destOrd="0" presId="urn:microsoft.com/office/officeart/2008/layout/LinedList"/>
    <dgm:cxn modelId="{C67B6BDC-B893-401E-A0D2-692534D88874}" type="presParOf" srcId="{68F6B327-AE21-4A54-A117-FD37B17CDD17}" destId="{9EBEE57C-3173-474F-848D-41FDD71787EE}" srcOrd="1" destOrd="0" presId="urn:microsoft.com/office/officeart/2008/layout/LinedList"/>
    <dgm:cxn modelId="{B19CC4DB-DBEC-4DCE-ADB7-BECE2A687803}" type="presParOf" srcId="{9EBEE57C-3173-474F-848D-41FDD71787EE}" destId="{EA99D8E9-0181-44AD-9028-FFFBAB503676}" srcOrd="0" destOrd="0" presId="urn:microsoft.com/office/officeart/2008/layout/LinedList"/>
    <dgm:cxn modelId="{801A79DB-9AC9-4D0D-9F55-DCBDB771776D}" type="presParOf" srcId="{9EBEE57C-3173-474F-848D-41FDD71787EE}" destId="{CA3D9681-1191-41F0-A54D-D99B7C4AD454}" srcOrd="1" destOrd="0" presId="urn:microsoft.com/office/officeart/2008/layout/LinedList"/>
    <dgm:cxn modelId="{C49DE3B0-1378-4A65-B52F-C0C1905FC8AE}" type="presParOf" srcId="{CA3D9681-1191-41F0-A54D-D99B7C4AD454}" destId="{8ABBEEB2-B7A4-4307-BBA4-0B4A4F8B2E69}" srcOrd="0" destOrd="0" presId="urn:microsoft.com/office/officeart/2008/layout/LinedList"/>
    <dgm:cxn modelId="{54ACF248-1853-4B6A-8BAA-2C191EC2DD6E}" type="presParOf" srcId="{CA3D9681-1191-41F0-A54D-D99B7C4AD454}" destId="{29FF3448-75AC-4EB2-8AE2-7F5273A6BB18}" srcOrd="1" destOrd="0" presId="urn:microsoft.com/office/officeart/2008/layout/LinedList"/>
    <dgm:cxn modelId="{7E1CDE17-5548-41EE-86E5-36DC178C4F7F}" type="presParOf" srcId="{29FF3448-75AC-4EB2-8AE2-7F5273A6BB18}" destId="{73B1A900-68D0-49ED-BEBA-F2F3479C6784}" srcOrd="0" destOrd="0" presId="urn:microsoft.com/office/officeart/2008/layout/LinedList"/>
    <dgm:cxn modelId="{6B06E1B1-9BC2-4159-B725-B1F41C9F9969}" type="presParOf" srcId="{29FF3448-75AC-4EB2-8AE2-7F5273A6BB18}" destId="{589AC39B-675E-4289-925E-232C7552A168}" srcOrd="1" destOrd="0" presId="urn:microsoft.com/office/officeart/2008/layout/LinedList"/>
    <dgm:cxn modelId="{09D361B1-65E4-4C64-9B96-DA4CAFBF66DE}" type="presParOf" srcId="{29FF3448-75AC-4EB2-8AE2-7F5273A6BB18}" destId="{D328350A-38D4-4D9C-B8B5-0EDCFB534053}" srcOrd="2" destOrd="0" presId="urn:microsoft.com/office/officeart/2008/layout/LinedList"/>
    <dgm:cxn modelId="{2F64069C-D90A-4D03-87AB-641E7384548F}" type="presParOf" srcId="{CA3D9681-1191-41F0-A54D-D99B7C4AD454}" destId="{F3376377-5B87-4A59-B157-7FBCBC8FA46C}" srcOrd="2" destOrd="0" presId="urn:microsoft.com/office/officeart/2008/layout/LinedList"/>
    <dgm:cxn modelId="{9ECE6F40-0CDE-4DFE-98BD-E6363F9140BE}" type="presParOf" srcId="{CA3D9681-1191-41F0-A54D-D99B7C4AD454}" destId="{A6D1F2F0-C1AF-4B87-B990-6DE7EBF0293E}" srcOrd="3" destOrd="0" presId="urn:microsoft.com/office/officeart/2008/layout/LinedList"/>
    <dgm:cxn modelId="{8E73CB81-EF9B-49D6-81A4-CBC6640AAC2F}" type="presParOf" srcId="{CA3D9681-1191-41F0-A54D-D99B7C4AD454}" destId="{AEF3A44B-3CDD-47A1-A59C-14FAA10F74E7}" srcOrd="4" destOrd="0" presId="urn:microsoft.com/office/officeart/2008/layout/LinedList"/>
    <dgm:cxn modelId="{77EDEC4D-4C53-4927-9600-AE22EA30DD26}" type="presParOf" srcId="{AEF3A44B-3CDD-47A1-A59C-14FAA10F74E7}" destId="{820E37F5-EDE4-476E-8078-8A02C005932C}" srcOrd="0" destOrd="0" presId="urn:microsoft.com/office/officeart/2008/layout/LinedList"/>
    <dgm:cxn modelId="{ED74540E-8179-4380-80FF-9E4A4D4ABB69}" type="presParOf" srcId="{AEF3A44B-3CDD-47A1-A59C-14FAA10F74E7}" destId="{19F5D87C-0266-487F-9108-5DE63841AE46}" srcOrd="1" destOrd="0" presId="urn:microsoft.com/office/officeart/2008/layout/LinedList"/>
    <dgm:cxn modelId="{9B78EE36-2531-4EED-86B1-4F844A272B6B}" type="presParOf" srcId="{AEF3A44B-3CDD-47A1-A59C-14FAA10F74E7}" destId="{A5462AE4-CEF7-4696-8E45-FE8C9F37399C}" srcOrd="2" destOrd="0" presId="urn:microsoft.com/office/officeart/2008/layout/LinedList"/>
    <dgm:cxn modelId="{868073F3-24A3-4DCF-838F-1E3422104D8F}" type="presParOf" srcId="{CA3D9681-1191-41F0-A54D-D99B7C4AD454}" destId="{22C54050-C998-48F4-A560-9D1A2B44BC93}" srcOrd="5" destOrd="0" presId="urn:microsoft.com/office/officeart/2008/layout/LinedList"/>
    <dgm:cxn modelId="{39F405B3-7BDB-4522-B2A0-05E4541E9DFC}" type="presParOf" srcId="{CA3D9681-1191-41F0-A54D-D99B7C4AD454}" destId="{419FC58F-E7EA-4C9B-9A6B-B8D75E5BA54D}" srcOrd="6" destOrd="0" presId="urn:microsoft.com/office/officeart/2008/layout/LinedList"/>
    <dgm:cxn modelId="{0940FFF5-9471-4502-B6F0-1EE2490E18B6}" type="presParOf" srcId="{CA3D9681-1191-41F0-A54D-D99B7C4AD454}" destId="{EFED0699-56B9-49AC-A52C-19ED7DA882C4}" srcOrd="7" destOrd="0" presId="urn:microsoft.com/office/officeart/2008/layout/LinedList"/>
    <dgm:cxn modelId="{173067EB-AE05-4730-A74E-2B914D3DB7B8}" type="presParOf" srcId="{EFED0699-56B9-49AC-A52C-19ED7DA882C4}" destId="{6497568F-9B94-4B5A-B844-95C4D1068EFE}" srcOrd="0" destOrd="0" presId="urn:microsoft.com/office/officeart/2008/layout/LinedList"/>
    <dgm:cxn modelId="{F32345A9-F5C0-43EB-BF91-8DC6B2665AB8}" type="presParOf" srcId="{EFED0699-56B9-49AC-A52C-19ED7DA882C4}" destId="{4D1589A9-F317-4355-A123-22F7797CABAA}" srcOrd="1" destOrd="0" presId="urn:microsoft.com/office/officeart/2008/layout/LinedList"/>
    <dgm:cxn modelId="{1B731AB1-32E1-44FB-B03E-7CC71D953160}" type="presParOf" srcId="{EFED0699-56B9-49AC-A52C-19ED7DA882C4}" destId="{2B4AED22-577A-45C3-B6DE-81DCD5AFE431}" srcOrd="2" destOrd="0" presId="urn:microsoft.com/office/officeart/2008/layout/LinedList"/>
    <dgm:cxn modelId="{E9D9F7D2-2AB1-4B02-9B52-96D35A012733}" type="presParOf" srcId="{CA3D9681-1191-41F0-A54D-D99B7C4AD454}" destId="{6B036A31-46E9-42DB-AD78-F1C8C15DA30D}" srcOrd="8" destOrd="0" presId="urn:microsoft.com/office/officeart/2008/layout/LinedList"/>
    <dgm:cxn modelId="{8338051E-B0E2-45E0-9133-C3854878EC29}" type="presParOf" srcId="{CA3D9681-1191-41F0-A54D-D99B7C4AD454}" destId="{F4A723E4-02FF-4853-9310-464E432DAB67}" srcOrd="9" destOrd="0" presId="urn:microsoft.com/office/officeart/2008/layout/LinedList"/>
    <dgm:cxn modelId="{20FC5867-363F-478B-94A0-F3F439BC0E95}" type="presParOf" srcId="{CA3D9681-1191-41F0-A54D-D99B7C4AD454}" destId="{AD5D5EB5-41D8-430D-AF2E-4F2B94D499CB}" srcOrd="10" destOrd="0" presId="urn:microsoft.com/office/officeart/2008/layout/LinedList"/>
    <dgm:cxn modelId="{F9BA94B3-4FFB-46F3-9D87-05C09C210B67}" type="presParOf" srcId="{AD5D5EB5-41D8-430D-AF2E-4F2B94D499CB}" destId="{D833079A-C767-48B5-B891-3924A5956B0A}" srcOrd="0" destOrd="0" presId="urn:microsoft.com/office/officeart/2008/layout/LinedList"/>
    <dgm:cxn modelId="{6F5B0D4B-098D-48D1-B3E7-16949EA7857D}" type="presParOf" srcId="{AD5D5EB5-41D8-430D-AF2E-4F2B94D499CB}" destId="{B6D11BEF-2AC7-4463-9481-58C61439F3D9}" srcOrd="1" destOrd="0" presId="urn:microsoft.com/office/officeart/2008/layout/LinedList"/>
    <dgm:cxn modelId="{2BD4237D-8F1F-4870-8A79-1B24BDE4464B}" type="presParOf" srcId="{AD5D5EB5-41D8-430D-AF2E-4F2B94D499CB}" destId="{819B4994-DC50-4C78-92B5-4A01D3FE1DC3}" srcOrd="2" destOrd="0" presId="urn:microsoft.com/office/officeart/2008/layout/LinedList"/>
    <dgm:cxn modelId="{4C1EF96C-E1C2-4B66-B719-A2CEB936C916}" type="presParOf" srcId="{CA3D9681-1191-41F0-A54D-D99B7C4AD454}" destId="{52701D8D-ED7D-455A-9DEB-CBB1CB28B4E2}" srcOrd="11" destOrd="0" presId="urn:microsoft.com/office/officeart/2008/layout/LinedList"/>
    <dgm:cxn modelId="{67CDB6E5-C5AE-4BCE-AEA0-DE4FD89BC320}" type="presParOf" srcId="{CA3D9681-1191-41F0-A54D-D99B7C4AD454}" destId="{26EDD4A5-4BAC-4260-A4A4-097AD9F6D1E2}" srcOrd="12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840F5BD-9276-47A8-A819-7073192A6158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E31C54B-32ED-46A2-A9CC-C6225B729142}">
      <dgm:prSet/>
      <dgm:spPr/>
      <dgm:t>
        <a:bodyPr/>
        <a:lstStyle/>
        <a:p>
          <a:r>
            <a:rPr lang="pl-PL"/>
            <a:t>Inżynier powinien sprawdzić kod przed uruchomieniem.</a:t>
          </a:r>
          <a:r>
            <a:rPr lang="en-US"/>
            <a:t> </a:t>
          </a:r>
          <a:r>
            <a:rPr lang="pl-PL"/>
            <a:t>Pozwala to wykryć błędy wcześniej.</a:t>
          </a:r>
          <a:endParaRPr lang="en-US"/>
        </a:p>
      </dgm:t>
    </dgm:pt>
    <dgm:pt modelId="{41B60A58-4F77-43B5-B562-907793886511}" type="parTrans" cxnId="{2AC1C4D8-263C-4705-94F6-0720DD37EB3E}">
      <dgm:prSet/>
      <dgm:spPr/>
      <dgm:t>
        <a:bodyPr/>
        <a:lstStyle/>
        <a:p>
          <a:endParaRPr lang="en-US"/>
        </a:p>
      </dgm:t>
    </dgm:pt>
    <dgm:pt modelId="{BDB54D51-3EB7-4FF5-8683-08DB94CB10DA}" type="sibTrans" cxnId="{2AC1C4D8-263C-4705-94F6-0720DD37EB3E}">
      <dgm:prSet/>
      <dgm:spPr/>
      <dgm:t>
        <a:bodyPr/>
        <a:lstStyle/>
        <a:p>
          <a:endParaRPr lang="en-US"/>
        </a:p>
      </dgm:t>
    </dgm:pt>
    <dgm:pt modelId="{2D19B009-853F-4A1D-8046-9B1E050735CF}">
      <dgm:prSet/>
      <dgm:spPr/>
      <dgm:t>
        <a:bodyPr/>
        <a:lstStyle/>
        <a:p>
          <a:r>
            <a:rPr lang="pl-PL"/>
            <a:t>Najtańsze błędy to te, które znajdziemy sami, zanim kod trafi do testów</a:t>
          </a:r>
          <a:endParaRPr lang="en-US"/>
        </a:p>
      </dgm:t>
    </dgm:pt>
    <dgm:pt modelId="{EA90AD42-EACA-4DFF-9559-22767C59FFDF}" type="parTrans" cxnId="{14DE6B2D-4CC5-4768-A7B8-CAEA80F0AF6F}">
      <dgm:prSet/>
      <dgm:spPr/>
      <dgm:t>
        <a:bodyPr/>
        <a:lstStyle/>
        <a:p>
          <a:endParaRPr lang="en-US"/>
        </a:p>
      </dgm:t>
    </dgm:pt>
    <dgm:pt modelId="{D9A1D434-4FF2-471B-A6ED-13B680F82625}" type="sibTrans" cxnId="{14DE6B2D-4CC5-4768-A7B8-CAEA80F0AF6F}">
      <dgm:prSet/>
      <dgm:spPr/>
      <dgm:t>
        <a:bodyPr/>
        <a:lstStyle/>
        <a:p>
          <a:endParaRPr lang="en-US"/>
        </a:p>
      </dgm:t>
    </dgm:pt>
    <dgm:pt modelId="{6D1D8829-3CAA-4314-82A4-350221399798}" type="pres">
      <dgm:prSet presAssocID="{F840F5BD-9276-47A8-A819-7073192A615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D093AC0-C1F9-4331-8F52-55FC6F95AFFA}" type="pres">
      <dgm:prSet presAssocID="{1E31C54B-32ED-46A2-A9CC-C6225B729142}" presName="hierRoot1" presStyleCnt="0"/>
      <dgm:spPr/>
    </dgm:pt>
    <dgm:pt modelId="{CB9AC7B5-195E-4E97-9058-F55FB6CEA080}" type="pres">
      <dgm:prSet presAssocID="{1E31C54B-32ED-46A2-A9CC-C6225B729142}" presName="composite" presStyleCnt="0"/>
      <dgm:spPr/>
    </dgm:pt>
    <dgm:pt modelId="{E0C625C4-743F-4532-AAA3-E358391B0331}" type="pres">
      <dgm:prSet presAssocID="{1E31C54B-32ED-46A2-A9CC-C6225B729142}" presName="background" presStyleLbl="node0" presStyleIdx="0" presStyleCnt="2"/>
      <dgm:spPr/>
    </dgm:pt>
    <dgm:pt modelId="{15C367AB-960B-4745-8067-9F2D716CC4DD}" type="pres">
      <dgm:prSet presAssocID="{1E31C54B-32ED-46A2-A9CC-C6225B729142}" presName="text" presStyleLbl="fgAcc0" presStyleIdx="0" presStyleCnt="2">
        <dgm:presLayoutVars>
          <dgm:chPref val="3"/>
        </dgm:presLayoutVars>
      </dgm:prSet>
      <dgm:spPr/>
    </dgm:pt>
    <dgm:pt modelId="{1671315A-158F-4CF5-A833-E1BAF3B4960D}" type="pres">
      <dgm:prSet presAssocID="{1E31C54B-32ED-46A2-A9CC-C6225B729142}" presName="hierChild2" presStyleCnt="0"/>
      <dgm:spPr/>
    </dgm:pt>
    <dgm:pt modelId="{8992864F-95D7-4096-92EA-256E9DD99104}" type="pres">
      <dgm:prSet presAssocID="{2D19B009-853F-4A1D-8046-9B1E050735CF}" presName="hierRoot1" presStyleCnt="0"/>
      <dgm:spPr/>
    </dgm:pt>
    <dgm:pt modelId="{E4E865EB-BC67-4032-8118-CE810D06AC7D}" type="pres">
      <dgm:prSet presAssocID="{2D19B009-853F-4A1D-8046-9B1E050735CF}" presName="composite" presStyleCnt="0"/>
      <dgm:spPr/>
    </dgm:pt>
    <dgm:pt modelId="{3BA3E15D-F97B-4FDD-9856-C632BCDC0E1E}" type="pres">
      <dgm:prSet presAssocID="{2D19B009-853F-4A1D-8046-9B1E050735CF}" presName="background" presStyleLbl="node0" presStyleIdx="1" presStyleCnt="2"/>
      <dgm:spPr/>
    </dgm:pt>
    <dgm:pt modelId="{6B1D7071-77DC-49CD-B966-C2DB17C5348D}" type="pres">
      <dgm:prSet presAssocID="{2D19B009-853F-4A1D-8046-9B1E050735CF}" presName="text" presStyleLbl="fgAcc0" presStyleIdx="1" presStyleCnt="2">
        <dgm:presLayoutVars>
          <dgm:chPref val="3"/>
        </dgm:presLayoutVars>
      </dgm:prSet>
      <dgm:spPr/>
    </dgm:pt>
    <dgm:pt modelId="{FA89BE66-E961-4BC1-AB3C-7F809250F7CE}" type="pres">
      <dgm:prSet presAssocID="{2D19B009-853F-4A1D-8046-9B1E050735CF}" presName="hierChild2" presStyleCnt="0"/>
      <dgm:spPr/>
    </dgm:pt>
  </dgm:ptLst>
  <dgm:cxnLst>
    <dgm:cxn modelId="{14DE6B2D-4CC5-4768-A7B8-CAEA80F0AF6F}" srcId="{F840F5BD-9276-47A8-A819-7073192A6158}" destId="{2D19B009-853F-4A1D-8046-9B1E050735CF}" srcOrd="1" destOrd="0" parTransId="{EA90AD42-EACA-4DFF-9559-22767C59FFDF}" sibTransId="{D9A1D434-4FF2-471B-A6ED-13B680F82625}"/>
    <dgm:cxn modelId="{AAD8DDCF-7131-42DE-8B52-ECCBC7D2B3D9}" type="presOf" srcId="{F840F5BD-9276-47A8-A819-7073192A6158}" destId="{6D1D8829-3CAA-4314-82A4-350221399798}" srcOrd="0" destOrd="0" presId="urn:microsoft.com/office/officeart/2005/8/layout/hierarchy1"/>
    <dgm:cxn modelId="{2AC1C4D8-263C-4705-94F6-0720DD37EB3E}" srcId="{F840F5BD-9276-47A8-A819-7073192A6158}" destId="{1E31C54B-32ED-46A2-A9CC-C6225B729142}" srcOrd="0" destOrd="0" parTransId="{41B60A58-4F77-43B5-B562-907793886511}" sibTransId="{BDB54D51-3EB7-4FF5-8683-08DB94CB10DA}"/>
    <dgm:cxn modelId="{1FFF8FE6-19A7-4C0B-B6DF-80C41059264D}" type="presOf" srcId="{1E31C54B-32ED-46A2-A9CC-C6225B729142}" destId="{15C367AB-960B-4745-8067-9F2D716CC4DD}" srcOrd="0" destOrd="0" presId="urn:microsoft.com/office/officeart/2005/8/layout/hierarchy1"/>
    <dgm:cxn modelId="{D21DD3F1-4CDD-4583-A4D1-24A002730380}" type="presOf" srcId="{2D19B009-853F-4A1D-8046-9B1E050735CF}" destId="{6B1D7071-77DC-49CD-B966-C2DB17C5348D}" srcOrd="0" destOrd="0" presId="urn:microsoft.com/office/officeart/2005/8/layout/hierarchy1"/>
    <dgm:cxn modelId="{3A0E63B6-1109-407F-A221-73573204A41F}" type="presParOf" srcId="{6D1D8829-3CAA-4314-82A4-350221399798}" destId="{9D093AC0-C1F9-4331-8F52-55FC6F95AFFA}" srcOrd="0" destOrd="0" presId="urn:microsoft.com/office/officeart/2005/8/layout/hierarchy1"/>
    <dgm:cxn modelId="{138B2F47-A84B-4884-BDF3-2F2EEF69066D}" type="presParOf" srcId="{9D093AC0-C1F9-4331-8F52-55FC6F95AFFA}" destId="{CB9AC7B5-195E-4E97-9058-F55FB6CEA080}" srcOrd="0" destOrd="0" presId="urn:microsoft.com/office/officeart/2005/8/layout/hierarchy1"/>
    <dgm:cxn modelId="{BF077A9F-53DC-4301-B6C1-65AB8D4FFEC2}" type="presParOf" srcId="{CB9AC7B5-195E-4E97-9058-F55FB6CEA080}" destId="{E0C625C4-743F-4532-AAA3-E358391B0331}" srcOrd="0" destOrd="0" presId="urn:microsoft.com/office/officeart/2005/8/layout/hierarchy1"/>
    <dgm:cxn modelId="{DA799578-3444-493E-972C-69C636FC936B}" type="presParOf" srcId="{CB9AC7B5-195E-4E97-9058-F55FB6CEA080}" destId="{15C367AB-960B-4745-8067-9F2D716CC4DD}" srcOrd="1" destOrd="0" presId="urn:microsoft.com/office/officeart/2005/8/layout/hierarchy1"/>
    <dgm:cxn modelId="{E1231073-18D3-4FF6-8D86-CE7D39E9A333}" type="presParOf" srcId="{9D093AC0-C1F9-4331-8F52-55FC6F95AFFA}" destId="{1671315A-158F-4CF5-A833-E1BAF3B4960D}" srcOrd="1" destOrd="0" presId="urn:microsoft.com/office/officeart/2005/8/layout/hierarchy1"/>
    <dgm:cxn modelId="{35C15BF3-DEFA-4019-9018-3D9B99AA48E8}" type="presParOf" srcId="{6D1D8829-3CAA-4314-82A4-350221399798}" destId="{8992864F-95D7-4096-92EA-256E9DD99104}" srcOrd="1" destOrd="0" presId="urn:microsoft.com/office/officeart/2005/8/layout/hierarchy1"/>
    <dgm:cxn modelId="{E6F3B854-E77D-4647-9654-DFA9920D7840}" type="presParOf" srcId="{8992864F-95D7-4096-92EA-256E9DD99104}" destId="{E4E865EB-BC67-4032-8118-CE810D06AC7D}" srcOrd="0" destOrd="0" presId="urn:microsoft.com/office/officeart/2005/8/layout/hierarchy1"/>
    <dgm:cxn modelId="{36EE05A5-B9C9-4658-A616-5C5709D00B02}" type="presParOf" srcId="{E4E865EB-BC67-4032-8118-CE810D06AC7D}" destId="{3BA3E15D-F97B-4FDD-9856-C632BCDC0E1E}" srcOrd="0" destOrd="0" presId="urn:microsoft.com/office/officeart/2005/8/layout/hierarchy1"/>
    <dgm:cxn modelId="{18D374B6-B628-45C3-8128-134B446079CB}" type="presParOf" srcId="{E4E865EB-BC67-4032-8118-CE810D06AC7D}" destId="{6B1D7071-77DC-49CD-B966-C2DB17C5348D}" srcOrd="1" destOrd="0" presId="urn:microsoft.com/office/officeart/2005/8/layout/hierarchy1"/>
    <dgm:cxn modelId="{B4EBFD8B-8EC1-486B-AD74-BE1B6372064B}" type="presParOf" srcId="{8992864F-95D7-4096-92EA-256E9DD99104}" destId="{FA89BE66-E961-4BC1-AB3C-7F809250F7C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FED2025-BF6E-41D3-A3C3-FB55F53BE8F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8D93D3B-55B1-4C5A-9517-C3432B4E9062}">
      <dgm:prSet/>
      <dgm:spPr/>
      <dgm:t>
        <a:bodyPr/>
        <a:lstStyle/>
        <a:p>
          <a:r>
            <a:rPr lang="pl-PL"/>
            <a:t>Filip pracuje już w pełni świadomie.</a:t>
          </a:r>
          <a:endParaRPr lang="en-US"/>
        </a:p>
      </dgm:t>
    </dgm:pt>
    <dgm:pt modelId="{ABDEEA8D-D13F-4AFF-9828-E715120DC300}" type="parTrans" cxnId="{A45A999F-F412-4672-A077-2E6523C7AD05}">
      <dgm:prSet/>
      <dgm:spPr/>
      <dgm:t>
        <a:bodyPr/>
        <a:lstStyle/>
        <a:p>
          <a:endParaRPr lang="en-US"/>
        </a:p>
      </dgm:t>
    </dgm:pt>
    <dgm:pt modelId="{A4EBA68F-8573-4234-9324-7DC14F5BAE3E}" type="sibTrans" cxnId="{A45A999F-F412-4672-A077-2E6523C7AD05}">
      <dgm:prSet/>
      <dgm:spPr/>
      <dgm:t>
        <a:bodyPr/>
        <a:lstStyle/>
        <a:p>
          <a:endParaRPr lang="en-US"/>
        </a:p>
      </dgm:t>
    </dgm:pt>
    <dgm:pt modelId="{3DB3D857-B270-4D2F-A7A5-8742CDA41974}">
      <dgm:prSet/>
      <dgm:spPr/>
      <dgm:t>
        <a:bodyPr/>
        <a:lstStyle/>
        <a:p>
          <a:r>
            <a:rPr lang="pl-PL"/>
            <a:t>Mierzy, analizuje i doskonali swoją pracę.</a:t>
          </a:r>
          <a:endParaRPr lang="en-US"/>
        </a:p>
      </dgm:t>
    </dgm:pt>
    <dgm:pt modelId="{D81DC2DF-5C2F-40B2-861D-771DA85FEC5A}" type="parTrans" cxnId="{360102F3-13C2-4EA4-B0D1-A9181A2F5E2C}">
      <dgm:prSet/>
      <dgm:spPr/>
      <dgm:t>
        <a:bodyPr/>
        <a:lstStyle/>
        <a:p>
          <a:endParaRPr lang="en-US"/>
        </a:p>
      </dgm:t>
    </dgm:pt>
    <dgm:pt modelId="{4AF2265F-E648-4CD5-BEA0-6BA68D52C87B}" type="sibTrans" cxnId="{360102F3-13C2-4EA4-B0D1-A9181A2F5E2C}">
      <dgm:prSet/>
      <dgm:spPr/>
      <dgm:t>
        <a:bodyPr/>
        <a:lstStyle/>
        <a:p>
          <a:endParaRPr lang="en-US"/>
        </a:p>
      </dgm:t>
    </dgm:pt>
    <dgm:pt modelId="{B4A8DCD7-9AC4-45FC-9F4D-397017B10F54}">
      <dgm:prSet/>
      <dgm:spPr/>
      <dgm:t>
        <a:bodyPr/>
        <a:lstStyle/>
        <a:p>
          <a:r>
            <a:rPr lang="pl-PL"/>
            <a:t>Teraz korzysta z bardziej zaawansowanych technik PSP.</a:t>
          </a:r>
          <a:endParaRPr lang="en-US"/>
        </a:p>
      </dgm:t>
    </dgm:pt>
    <dgm:pt modelId="{41F9E0E6-D4D5-48BD-8256-801EBB0F04EA}" type="parTrans" cxnId="{7444ED65-E84E-4338-BB93-236D6E34814D}">
      <dgm:prSet/>
      <dgm:spPr/>
      <dgm:t>
        <a:bodyPr/>
        <a:lstStyle/>
        <a:p>
          <a:endParaRPr lang="en-US"/>
        </a:p>
      </dgm:t>
    </dgm:pt>
    <dgm:pt modelId="{E0727451-4919-4299-B8A6-7F962B5396B6}" type="sibTrans" cxnId="{7444ED65-E84E-4338-BB93-236D6E34814D}">
      <dgm:prSet/>
      <dgm:spPr/>
      <dgm:t>
        <a:bodyPr/>
        <a:lstStyle/>
        <a:p>
          <a:endParaRPr lang="en-US"/>
        </a:p>
      </dgm:t>
    </dgm:pt>
    <dgm:pt modelId="{D3C82617-6393-438C-BCD9-90B8D8F07862}" type="pres">
      <dgm:prSet presAssocID="{0FED2025-BF6E-41D3-A3C3-FB55F53BE8F9}" presName="root" presStyleCnt="0">
        <dgm:presLayoutVars>
          <dgm:dir/>
          <dgm:resizeHandles val="exact"/>
        </dgm:presLayoutVars>
      </dgm:prSet>
      <dgm:spPr/>
    </dgm:pt>
    <dgm:pt modelId="{0343DD9E-7059-40DE-A4C1-57FDDA038804}" type="pres">
      <dgm:prSet presAssocID="{78D93D3B-55B1-4C5A-9517-C3432B4E9062}" presName="compNode" presStyleCnt="0"/>
      <dgm:spPr/>
    </dgm:pt>
    <dgm:pt modelId="{BD3FFB64-C6F2-4A62-9C15-04CEFB014A71}" type="pres">
      <dgm:prSet presAssocID="{78D93D3B-55B1-4C5A-9517-C3432B4E9062}" presName="bgRect" presStyleLbl="bgShp" presStyleIdx="0" presStyleCnt="3"/>
      <dgm:spPr/>
    </dgm:pt>
    <dgm:pt modelId="{29255723-B94A-44F1-AF1E-CB3B691774BD}" type="pres">
      <dgm:prSet presAssocID="{78D93D3B-55B1-4C5A-9517-C3432B4E906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dzysłów"/>
        </a:ext>
      </dgm:extLst>
    </dgm:pt>
    <dgm:pt modelId="{17C662D0-F089-4AB9-82AC-BAAF38CA6DB4}" type="pres">
      <dgm:prSet presAssocID="{78D93D3B-55B1-4C5A-9517-C3432B4E9062}" presName="spaceRect" presStyleCnt="0"/>
      <dgm:spPr/>
    </dgm:pt>
    <dgm:pt modelId="{7A2ADBA0-E3BC-44C8-8672-44227FC57C74}" type="pres">
      <dgm:prSet presAssocID="{78D93D3B-55B1-4C5A-9517-C3432B4E9062}" presName="parTx" presStyleLbl="revTx" presStyleIdx="0" presStyleCnt="3">
        <dgm:presLayoutVars>
          <dgm:chMax val="0"/>
          <dgm:chPref val="0"/>
        </dgm:presLayoutVars>
      </dgm:prSet>
      <dgm:spPr/>
    </dgm:pt>
    <dgm:pt modelId="{C6124D64-1E99-4317-BEC4-514D5DABCE3E}" type="pres">
      <dgm:prSet presAssocID="{A4EBA68F-8573-4234-9324-7DC14F5BAE3E}" presName="sibTrans" presStyleCnt="0"/>
      <dgm:spPr/>
    </dgm:pt>
    <dgm:pt modelId="{6377C046-B12A-4C30-BD7B-39E97A9F9CB3}" type="pres">
      <dgm:prSet presAssocID="{3DB3D857-B270-4D2F-A7A5-8742CDA41974}" presName="compNode" presStyleCnt="0"/>
      <dgm:spPr/>
    </dgm:pt>
    <dgm:pt modelId="{FB993368-54DE-46BB-A745-A13E759A39DD}" type="pres">
      <dgm:prSet presAssocID="{3DB3D857-B270-4D2F-A7A5-8742CDA41974}" presName="bgRect" presStyleLbl="bgShp" presStyleIdx="1" presStyleCnt="3"/>
      <dgm:spPr/>
    </dgm:pt>
    <dgm:pt modelId="{DE879D9C-77E0-4C5C-80D3-CF6FF9FBAE46}" type="pres">
      <dgm:prSet presAssocID="{3DB3D857-B270-4D2F-A7A5-8742CDA4197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834FB5C9-E2A4-43D9-A52C-3254C92369C7}" type="pres">
      <dgm:prSet presAssocID="{3DB3D857-B270-4D2F-A7A5-8742CDA41974}" presName="spaceRect" presStyleCnt="0"/>
      <dgm:spPr/>
    </dgm:pt>
    <dgm:pt modelId="{EB907F3E-D0FC-4B70-8D29-8C99A5114A65}" type="pres">
      <dgm:prSet presAssocID="{3DB3D857-B270-4D2F-A7A5-8742CDA41974}" presName="parTx" presStyleLbl="revTx" presStyleIdx="1" presStyleCnt="3">
        <dgm:presLayoutVars>
          <dgm:chMax val="0"/>
          <dgm:chPref val="0"/>
        </dgm:presLayoutVars>
      </dgm:prSet>
      <dgm:spPr/>
    </dgm:pt>
    <dgm:pt modelId="{F769F9F4-5977-4101-864F-AD7EDA24D856}" type="pres">
      <dgm:prSet presAssocID="{4AF2265F-E648-4CD5-BEA0-6BA68D52C87B}" presName="sibTrans" presStyleCnt="0"/>
      <dgm:spPr/>
    </dgm:pt>
    <dgm:pt modelId="{4E62ECE8-EFBD-4034-8F3A-5EF0032A3E9D}" type="pres">
      <dgm:prSet presAssocID="{B4A8DCD7-9AC4-45FC-9F4D-397017B10F54}" presName="compNode" presStyleCnt="0"/>
      <dgm:spPr/>
    </dgm:pt>
    <dgm:pt modelId="{AA39D19F-A359-452B-B3C1-0CB7ECA65DD7}" type="pres">
      <dgm:prSet presAssocID="{B4A8DCD7-9AC4-45FC-9F4D-397017B10F54}" presName="bgRect" presStyleLbl="bgShp" presStyleIdx="2" presStyleCnt="3"/>
      <dgm:spPr/>
    </dgm:pt>
    <dgm:pt modelId="{C31D768D-198D-4226-80E3-75EB38E3C0C7}" type="pres">
      <dgm:prSet presAssocID="{B4A8DCD7-9AC4-45FC-9F4D-397017B10F5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omputer"/>
        </a:ext>
      </dgm:extLst>
    </dgm:pt>
    <dgm:pt modelId="{CFA78088-B24D-4807-BABC-FEB954D4415C}" type="pres">
      <dgm:prSet presAssocID="{B4A8DCD7-9AC4-45FC-9F4D-397017B10F54}" presName="spaceRect" presStyleCnt="0"/>
      <dgm:spPr/>
    </dgm:pt>
    <dgm:pt modelId="{307F35BC-CA07-49B2-9F76-E5F5A39E8456}" type="pres">
      <dgm:prSet presAssocID="{B4A8DCD7-9AC4-45FC-9F4D-397017B10F5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444ED65-E84E-4338-BB93-236D6E34814D}" srcId="{0FED2025-BF6E-41D3-A3C3-FB55F53BE8F9}" destId="{B4A8DCD7-9AC4-45FC-9F4D-397017B10F54}" srcOrd="2" destOrd="0" parTransId="{41F9E0E6-D4D5-48BD-8256-801EBB0F04EA}" sibTransId="{E0727451-4919-4299-B8A6-7F962B5396B6}"/>
    <dgm:cxn modelId="{BD96FB48-E63A-479C-82EA-09453234751C}" type="presOf" srcId="{78D93D3B-55B1-4C5A-9517-C3432B4E9062}" destId="{7A2ADBA0-E3BC-44C8-8672-44227FC57C74}" srcOrd="0" destOrd="0" presId="urn:microsoft.com/office/officeart/2018/2/layout/IconVerticalSolidList"/>
    <dgm:cxn modelId="{7B65C752-EDCC-449B-B5DB-30A44977D1DE}" type="presOf" srcId="{B4A8DCD7-9AC4-45FC-9F4D-397017B10F54}" destId="{307F35BC-CA07-49B2-9F76-E5F5A39E8456}" srcOrd="0" destOrd="0" presId="urn:microsoft.com/office/officeart/2018/2/layout/IconVerticalSolidList"/>
    <dgm:cxn modelId="{1B48FC94-F39A-4C9C-86AA-A66E10FC5413}" type="presOf" srcId="{3DB3D857-B270-4D2F-A7A5-8742CDA41974}" destId="{EB907F3E-D0FC-4B70-8D29-8C99A5114A65}" srcOrd="0" destOrd="0" presId="urn:microsoft.com/office/officeart/2018/2/layout/IconVerticalSolidList"/>
    <dgm:cxn modelId="{A45A999F-F412-4672-A077-2E6523C7AD05}" srcId="{0FED2025-BF6E-41D3-A3C3-FB55F53BE8F9}" destId="{78D93D3B-55B1-4C5A-9517-C3432B4E9062}" srcOrd="0" destOrd="0" parTransId="{ABDEEA8D-D13F-4AFF-9828-E715120DC300}" sibTransId="{A4EBA68F-8573-4234-9324-7DC14F5BAE3E}"/>
    <dgm:cxn modelId="{15F6FEB3-6474-4F52-8156-081F1F4AD20A}" type="presOf" srcId="{0FED2025-BF6E-41D3-A3C3-FB55F53BE8F9}" destId="{D3C82617-6393-438C-BCD9-90B8D8F07862}" srcOrd="0" destOrd="0" presId="urn:microsoft.com/office/officeart/2018/2/layout/IconVerticalSolidList"/>
    <dgm:cxn modelId="{360102F3-13C2-4EA4-B0D1-A9181A2F5E2C}" srcId="{0FED2025-BF6E-41D3-A3C3-FB55F53BE8F9}" destId="{3DB3D857-B270-4D2F-A7A5-8742CDA41974}" srcOrd="1" destOrd="0" parTransId="{D81DC2DF-5C2F-40B2-861D-771DA85FEC5A}" sibTransId="{4AF2265F-E648-4CD5-BEA0-6BA68D52C87B}"/>
    <dgm:cxn modelId="{4D62D49A-DAAC-49D0-9784-90F315BB0F3B}" type="presParOf" srcId="{D3C82617-6393-438C-BCD9-90B8D8F07862}" destId="{0343DD9E-7059-40DE-A4C1-57FDDA038804}" srcOrd="0" destOrd="0" presId="urn:microsoft.com/office/officeart/2018/2/layout/IconVerticalSolidList"/>
    <dgm:cxn modelId="{FC008D17-D1C3-44CA-9679-CE9640CAA620}" type="presParOf" srcId="{0343DD9E-7059-40DE-A4C1-57FDDA038804}" destId="{BD3FFB64-C6F2-4A62-9C15-04CEFB014A71}" srcOrd="0" destOrd="0" presId="urn:microsoft.com/office/officeart/2018/2/layout/IconVerticalSolidList"/>
    <dgm:cxn modelId="{0B970343-DF62-4E84-ADB5-A4F474C269A3}" type="presParOf" srcId="{0343DD9E-7059-40DE-A4C1-57FDDA038804}" destId="{29255723-B94A-44F1-AF1E-CB3B691774BD}" srcOrd="1" destOrd="0" presId="urn:microsoft.com/office/officeart/2018/2/layout/IconVerticalSolidList"/>
    <dgm:cxn modelId="{A0796ADB-ED2C-4D0B-B446-15A884989A11}" type="presParOf" srcId="{0343DD9E-7059-40DE-A4C1-57FDDA038804}" destId="{17C662D0-F089-4AB9-82AC-BAAF38CA6DB4}" srcOrd="2" destOrd="0" presId="urn:microsoft.com/office/officeart/2018/2/layout/IconVerticalSolidList"/>
    <dgm:cxn modelId="{A49ED416-FB03-49D8-8A51-3F093429560A}" type="presParOf" srcId="{0343DD9E-7059-40DE-A4C1-57FDDA038804}" destId="{7A2ADBA0-E3BC-44C8-8672-44227FC57C74}" srcOrd="3" destOrd="0" presId="urn:microsoft.com/office/officeart/2018/2/layout/IconVerticalSolidList"/>
    <dgm:cxn modelId="{7A8DD67C-6B7B-45BA-81AA-BE621B0C8BEB}" type="presParOf" srcId="{D3C82617-6393-438C-BCD9-90B8D8F07862}" destId="{C6124D64-1E99-4317-BEC4-514D5DABCE3E}" srcOrd="1" destOrd="0" presId="urn:microsoft.com/office/officeart/2018/2/layout/IconVerticalSolidList"/>
    <dgm:cxn modelId="{FF8B3B51-E249-4BC2-8258-5FCAA2ABD156}" type="presParOf" srcId="{D3C82617-6393-438C-BCD9-90B8D8F07862}" destId="{6377C046-B12A-4C30-BD7B-39E97A9F9CB3}" srcOrd="2" destOrd="0" presId="urn:microsoft.com/office/officeart/2018/2/layout/IconVerticalSolidList"/>
    <dgm:cxn modelId="{752B85CA-F48B-4CF1-BC5E-C1F9C01BAA04}" type="presParOf" srcId="{6377C046-B12A-4C30-BD7B-39E97A9F9CB3}" destId="{FB993368-54DE-46BB-A745-A13E759A39DD}" srcOrd="0" destOrd="0" presId="urn:microsoft.com/office/officeart/2018/2/layout/IconVerticalSolidList"/>
    <dgm:cxn modelId="{551B6663-08DC-4A59-BF8A-6CC405B47309}" type="presParOf" srcId="{6377C046-B12A-4C30-BD7B-39E97A9F9CB3}" destId="{DE879D9C-77E0-4C5C-80D3-CF6FF9FBAE46}" srcOrd="1" destOrd="0" presId="urn:microsoft.com/office/officeart/2018/2/layout/IconVerticalSolidList"/>
    <dgm:cxn modelId="{F705E9F4-E1F3-40A1-AEFA-EE6C0EF546A6}" type="presParOf" srcId="{6377C046-B12A-4C30-BD7B-39E97A9F9CB3}" destId="{834FB5C9-E2A4-43D9-A52C-3254C92369C7}" srcOrd="2" destOrd="0" presId="urn:microsoft.com/office/officeart/2018/2/layout/IconVerticalSolidList"/>
    <dgm:cxn modelId="{1A436BFB-2BD5-4471-8606-8E742068FB4B}" type="presParOf" srcId="{6377C046-B12A-4C30-BD7B-39E97A9F9CB3}" destId="{EB907F3E-D0FC-4B70-8D29-8C99A5114A65}" srcOrd="3" destOrd="0" presId="urn:microsoft.com/office/officeart/2018/2/layout/IconVerticalSolidList"/>
    <dgm:cxn modelId="{6B80186A-CCA8-47F5-8126-CF80468CC3C3}" type="presParOf" srcId="{D3C82617-6393-438C-BCD9-90B8D8F07862}" destId="{F769F9F4-5977-4101-864F-AD7EDA24D856}" srcOrd="3" destOrd="0" presId="urn:microsoft.com/office/officeart/2018/2/layout/IconVerticalSolidList"/>
    <dgm:cxn modelId="{54A844EE-7ACC-498F-B95D-926B3BD018C9}" type="presParOf" srcId="{D3C82617-6393-438C-BCD9-90B8D8F07862}" destId="{4E62ECE8-EFBD-4034-8F3A-5EF0032A3E9D}" srcOrd="4" destOrd="0" presId="urn:microsoft.com/office/officeart/2018/2/layout/IconVerticalSolidList"/>
    <dgm:cxn modelId="{05480138-7BF0-4336-863B-F23CB965CBE3}" type="presParOf" srcId="{4E62ECE8-EFBD-4034-8F3A-5EF0032A3E9D}" destId="{AA39D19F-A359-452B-B3C1-0CB7ECA65DD7}" srcOrd="0" destOrd="0" presId="urn:microsoft.com/office/officeart/2018/2/layout/IconVerticalSolidList"/>
    <dgm:cxn modelId="{3FF7D921-A958-4014-8D04-9987AD87869A}" type="presParOf" srcId="{4E62ECE8-EFBD-4034-8F3A-5EF0032A3E9D}" destId="{C31D768D-198D-4226-80E3-75EB38E3C0C7}" srcOrd="1" destOrd="0" presId="urn:microsoft.com/office/officeart/2018/2/layout/IconVerticalSolidList"/>
    <dgm:cxn modelId="{BD29BC8E-4484-41BE-8395-7F4B6EEDFA58}" type="presParOf" srcId="{4E62ECE8-EFBD-4034-8F3A-5EF0032A3E9D}" destId="{CFA78088-B24D-4807-BABC-FEB954D4415C}" srcOrd="2" destOrd="0" presId="urn:microsoft.com/office/officeart/2018/2/layout/IconVerticalSolidList"/>
    <dgm:cxn modelId="{9D298852-CAD3-4F79-8446-0499DB278E5C}" type="presParOf" srcId="{4E62ECE8-EFBD-4034-8F3A-5EF0032A3E9D}" destId="{307F35BC-CA07-49B2-9F76-E5F5A39E845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CC1AB83D-2C21-401F-B5CE-AA4A59A3B712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B87038B-5FBB-4BD2-8E43-F77D69E55536}">
      <dgm:prSet/>
      <dgm:spPr/>
      <dgm:t>
        <a:bodyPr/>
        <a:lstStyle/>
        <a:p>
          <a:r>
            <a:rPr lang="pl-PL"/>
            <a:t>Rozmiar produktu w PSP dzieli się na:</a:t>
          </a:r>
          <a:endParaRPr lang="en-US"/>
        </a:p>
      </dgm:t>
    </dgm:pt>
    <dgm:pt modelId="{5C63CC84-A9D1-4C02-9153-729FF01A6DAA}" type="parTrans" cxnId="{5FFEF884-FDDC-4200-95DB-994F612EA1D2}">
      <dgm:prSet/>
      <dgm:spPr/>
      <dgm:t>
        <a:bodyPr/>
        <a:lstStyle/>
        <a:p>
          <a:endParaRPr lang="en-US"/>
        </a:p>
      </dgm:t>
    </dgm:pt>
    <dgm:pt modelId="{0A65D670-CD03-4A4E-99DC-26B2842E8E09}" type="sibTrans" cxnId="{5FFEF884-FDDC-4200-95DB-994F612EA1D2}">
      <dgm:prSet/>
      <dgm:spPr/>
      <dgm:t>
        <a:bodyPr/>
        <a:lstStyle/>
        <a:p>
          <a:endParaRPr lang="en-US"/>
        </a:p>
      </dgm:t>
    </dgm:pt>
    <dgm:pt modelId="{7F96EB79-BC45-47A0-87E5-DABE14A2FFDF}">
      <dgm:prSet/>
      <dgm:spPr/>
      <dgm:t>
        <a:bodyPr/>
        <a:lstStyle/>
        <a:p>
          <a:r>
            <a:rPr lang="pl-PL"/>
            <a:t>base </a:t>
          </a:r>
          <a:r>
            <a:rPr lang="en-US"/>
            <a:t>=</a:t>
          </a:r>
          <a:r>
            <a:rPr lang="pl-PL"/>
            <a:t> kod istniejący </a:t>
          </a:r>
          <a:endParaRPr lang="en-US"/>
        </a:p>
      </dgm:t>
    </dgm:pt>
    <dgm:pt modelId="{D10D7989-EEC0-483C-A530-1043B329984E}" type="parTrans" cxnId="{9DA395F9-8442-4D95-ADCE-0D235229259C}">
      <dgm:prSet/>
      <dgm:spPr/>
      <dgm:t>
        <a:bodyPr/>
        <a:lstStyle/>
        <a:p>
          <a:endParaRPr lang="en-US"/>
        </a:p>
      </dgm:t>
    </dgm:pt>
    <dgm:pt modelId="{422D39B2-9D19-4C51-AC98-B24083186A4A}" type="sibTrans" cxnId="{9DA395F9-8442-4D95-ADCE-0D235229259C}">
      <dgm:prSet/>
      <dgm:spPr/>
      <dgm:t>
        <a:bodyPr/>
        <a:lstStyle/>
        <a:p>
          <a:endParaRPr lang="en-US"/>
        </a:p>
      </dgm:t>
    </dgm:pt>
    <dgm:pt modelId="{754AE06B-3B36-4E2B-BEAA-2FD6476618A2}">
      <dgm:prSet/>
      <dgm:spPr/>
      <dgm:t>
        <a:bodyPr/>
        <a:lstStyle/>
        <a:p>
          <a:r>
            <a:rPr lang="pl-PL"/>
            <a:t>added </a:t>
          </a:r>
          <a:r>
            <a:rPr lang="en-US"/>
            <a:t>=</a:t>
          </a:r>
          <a:r>
            <a:rPr lang="pl-PL"/>
            <a:t> nowo dodany kod </a:t>
          </a:r>
          <a:endParaRPr lang="en-US"/>
        </a:p>
      </dgm:t>
    </dgm:pt>
    <dgm:pt modelId="{9B6C3B53-0A88-4A61-92B1-2E9BAB83D758}" type="parTrans" cxnId="{67A90F97-7A72-481B-8D47-128DAB068D46}">
      <dgm:prSet/>
      <dgm:spPr/>
      <dgm:t>
        <a:bodyPr/>
        <a:lstStyle/>
        <a:p>
          <a:endParaRPr lang="en-US"/>
        </a:p>
      </dgm:t>
    </dgm:pt>
    <dgm:pt modelId="{DCBD626C-4069-4239-9A36-91826B4DBB23}" type="sibTrans" cxnId="{67A90F97-7A72-481B-8D47-128DAB068D46}">
      <dgm:prSet/>
      <dgm:spPr/>
      <dgm:t>
        <a:bodyPr/>
        <a:lstStyle/>
        <a:p>
          <a:endParaRPr lang="en-US"/>
        </a:p>
      </dgm:t>
    </dgm:pt>
    <dgm:pt modelId="{0341DF8B-06D4-49AA-99F3-2607F98839FB}">
      <dgm:prSet/>
      <dgm:spPr/>
      <dgm:t>
        <a:bodyPr/>
        <a:lstStyle/>
        <a:p>
          <a:r>
            <a:rPr lang="pl-PL"/>
            <a:t>modified </a:t>
          </a:r>
          <a:r>
            <a:rPr lang="en-US"/>
            <a:t>=</a:t>
          </a:r>
          <a:r>
            <a:rPr lang="pl-PL"/>
            <a:t> zmodyfikowany kod</a:t>
          </a:r>
          <a:endParaRPr lang="en-US"/>
        </a:p>
      </dgm:t>
    </dgm:pt>
    <dgm:pt modelId="{34E63D0D-3E7F-442E-A56C-5B9A446918A2}" type="parTrans" cxnId="{48654BAA-0A43-43C0-B932-764141F715DE}">
      <dgm:prSet/>
      <dgm:spPr/>
      <dgm:t>
        <a:bodyPr/>
        <a:lstStyle/>
        <a:p>
          <a:endParaRPr lang="en-US"/>
        </a:p>
      </dgm:t>
    </dgm:pt>
    <dgm:pt modelId="{B8D534DF-81CD-4228-BC2C-70A6B75D6591}" type="sibTrans" cxnId="{48654BAA-0A43-43C0-B932-764141F715DE}">
      <dgm:prSet/>
      <dgm:spPr/>
      <dgm:t>
        <a:bodyPr/>
        <a:lstStyle/>
        <a:p>
          <a:endParaRPr lang="en-US"/>
        </a:p>
      </dgm:t>
    </dgm:pt>
    <dgm:pt modelId="{D548A12A-64CD-4639-8A7F-910063545B29}" type="pres">
      <dgm:prSet presAssocID="{CC1AB83D-2C21-401F-B5CE-AA4A59A3B71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B51005A-15E8-43F0-A140-98E7168F82C2}" type="pres">
      <dgm:prSet presAssocID="{8B87038B-5FBB-4BD2-8E43-F77D69E55536}" presName="hierRoot1" presStyleCnt="0"/>
      <dgm:spPr/>
    </dgm:pt>
    <dgm:pt modelId="{D030B220-508A-4BE5-9206-D18352B846C5}" type="pres">
      <dgm:prSet presAssocID="{8B87038B-5FBB-4BD2-8E43-F77D69E55536}" presName="composite" presStyleCnt="0"/>
      <dgm:spPr/>
    </dgm:pt>
    <dgm:pt modelId="{A9FA906A-A63E-49EF-ADC2-881158933B28}" type="pres">
      <dgm:prSet presAssocID="{8B87038B-5FBB-4BD2-8E43-F77D69E55536}" presName="background" presStyleLbl="node0" presStyleIdx="0" presStyleCnt="1"/>
      <dgm:spPr/>
    </dgm:pt>
    <dgm:pt modelId="{20FA4D2C-639C-4079-BC57-19FA666F03CD}" type="pres">
      <dgm:prSet presAssocID="{8B87038B-5FBB-4BD2-8E43-F77D69E55536}" presName="text" presStyleLbl="fgAcc0" presStyleIdx="0" presStyleCnt="1">
        <dgm:presLayoutVars>
          <dgm:chPref val="3"/>
        </dgm:presLayoutVars>
      </dgm:prSet>
      <dgm:spPr/>
    </dgm:pt>
    <dgm:pt modelId="{7AD14ED9-1140-4E1F-AA38-7529CA91B3E3}" type="pres">
      <dgm:prSet presAssocID="{8B87038B-5FBB-4BD2-8E43-F77D69E55536}" presName="hierChild2" presStyleCnt="0"/>
      <dgm:spPr/>
    </dgm:pt>
    <dgm:pt modelId="{86111224-6D2A-4550-8911-793EE45700C1}" type="pres">
      <dgm:prSet presAssocID="{D10D7989-EEC0-483C-A530-1043B329984E}" presName="Name10" presStyleLbl="parChTrans1D2" presStyleIdx="0" presStyleCnt="3"/>
      <dgm:spPr/>
    </dgm:pt>
    <dgm:pt modelId="{FECE927B-367A-4B5F-B411-EAEDD93144A8}" type="pres">
      <dgm:prSet presAssocID="{7F96EB79-BC45-47A0-87E5-DABE14A2FFDF}" presName="hierRoot2" presStyleCnt="0"/>
      <dgm:spPr/>
    </dgm:pt>
    <dgm:pt modelId="{6D4D2C77-E6F9-46F5-B123-8328F86CF8DD}" type="pres">
      <dgm:prSet presAssocID="{7F96EB79-BC45-47A0-87E5-DABE14A2FFDF}" presName="composite2" presStyleCnt="0"/>
      <dgm:spPr/>
    </dgm:pt>
    <dgm:pt modelId="{716BB028-9A03-4198-89BC-E31A639BEE6B}" type="pres">
      <dgm:prSet presAssocID="{7F96EB79-BC45-47A0-87E5-DABE14A2FFDF}" presName="background2" presStyleLbl="node2" presStyleIdx="0" presStyleCnt="3"/>
      <dgm:spPr/>
    </dgm:pt>
    <dgm:pt modelId="{3C0DF860-8FED-443B-8F18-8CC37BBED182}" type="pres">
      <dgm:prSet presAssocID="{7F96EB79-BC45-47A0-87E5-DABE14A2FFDF}" presName="text2" presStyleLbl="fgAcc2" presStyleIdx="0" presStyleCnt="3">
        <dgm:presLayoutVars>
          <dgm:chPref val="3"/>
        </dgm:presLayoutVars>
      </dgm:prSet>
      <dgm:spPr/>
    </dgm:pt>
    <dgm:pt modelId="{E40CD3A9-BF4E-47B6-BE1D-5992DDF128B7}" type="pres">
      <dgm:prSet presAssocID="{7F96EB79-BC45-47A0-87E5-DABE14A2FFDF}" presName="hierChild3" presStyleCnt="0"/>
      <dgm:spPr/>
    </dgm:pt>
    <dgm:pt modelId="{FB646083-17BE-4AF8-935B-4BA99260E0A0}" type="pres">
      <dgm:prSet presAssocID="{9B6C3B53-0A88-4A61-92B1-2E9BAB83D758}" presName="Name10" presStyleLbl="parChTrans1D2" presStyleIdx="1" presStyleCnt="3"/>
      <dgm:spPr/>
    </dgm:pt>
    <dgm:pt modelId="{526A4A9E-A7D7-4171-9A43-B05AA40963EC}" type="pres">
      <dgm:prSet presAssocID="{754AE06B-3B36-4E2B-BEAA-2FD6476618A2}" presName="hierRoot2" presStyleCnt="0"/>
      <dgm:spPr/>
    </dgm:pt>
    <dgm:pt modelId="{5999948B-EB6A-4681-8BE3-AE6C06DFC09E}" type="pres">
      <dgm:prSet presAssocID="{754AE06B-3B36-4E2B-BEAA-2FD6476618A2}" presName="composite2" presStyleCnt="0"/>
      <dgm:spPr/>
    </dgm:pt>
    <dgm:pt modelId="{CBA5D89F-22A2-48C0-BF76-D45094B82E1F}" type="pres">
      <dgm:prSet presAssocID="{754AE06B-3B36-4E2B-BEAA-2FD6476618A2}" presName="background2" presStyleLbl="node2" presStyleIdx="1" presStyleCnt="3"/>
      <dgm:spPr/>
    </dgm:pt>
    <dgm:pt modelId="{856F1E2F-2052-4715-BFFA-495055304FD0}" type="pres">
      <dgm:prSet presAssocID="{754AE06B-3B36-4E2B-BEAA-2FD6476618A2}" presName="text2" presStyleLbl="fgAcc2" presStyleIdx="1" presStyleCnt="3">
        <dgm:presLayoutVars>
          <dgm:chPref val="3"/>
        </dgm:presLayoutVars>
      </dgm:prSet>
      <dgm:spPr/>
    </dgm:pt>
    <dgm:pt modelId="{16D8CC69-3B9F-4080-9EA6-9AD60E09E22F}" type="pres">
      <dgm:prSet presAssocID="{754AE06B-3B36-4E2B-BEAA-2FD6476618A2}" presName="hierChild3" presStyleCnt="0"/>
      <dgm:spPr/>
    </dgm:pt>
    <dgm:pt modelId="{03AE0870-8807-4335-A1B5-88E98FE94827}" type="pres">
      <dgm:prSet presAssocID="{34E63D0D-3E7F-442E-A56C-5B9A446918A2}" presName="Name10" presStyleLbl="parChTrans1D2" presStyleIdx="2" presStyleCnt="3"/>
      <dgm:spPr/>
    </dgm:pt>
    <dgm:pt modelId="{1A2648A6-17F7-4DD1-BEC0-58D7C33451B6}" type="pres">
      <dgm:prSet presAssocID="{0341DF8B-06D4-49AA-99F3-2607F98839FB}" presName="hierRoot2" presStyleCnt="0"/>
      <dgm:spPr/>
    </dgm:pt>
    <dgm:pt modelId="{7531AA4E-747D-4B86-9FF8-3D081E7575C6}" type="pres">
      <dgm:prSet presAssocID="{0341DF8B-06D4-49AA-99F3-2607F98839FB}" presName="composite2" presStyleCnt="0"/>
      <dgm:spPr/>
    </dgm:pt>
    <dgm:pt modelId="{D9C8A92B-0391-4F30-9059-72EAEECE7B13}" type="pres">
      <dgm:prSet presAssocID="{0341DF8B-06D4-49AA-99F3-2607F98839FB}" presName="background2" presStyleLbl="node2" presStyleIdx="2" presStyleCnt="3"/>
      <dgm:spPr/>
    </dgm:pt>
    <dgm:pt modelId="{32BC815D-092E-44C3-9888-5F3D6C2B8DD4}" type="pres">
      <dgm:prSet presAssocID="{0341DF8B-06D4-49AA-99F3-2607F98839FB}" presName="text2" presStyleLbl="fgAcc2" presStyleIdx="2" presStyleCnt="3">
        <dgm:presLayoutVars>
          <dgm:chPref val="3"/>
        </dgm:presLayoutVars>
      </dgm:prSet>
      <dgm:spPr/>
    </dgm:pt>
    <dgm:pt modelId="{E4D3B859-4807-408C-A85A-FDB6106070B5}" type="pres">
      <dgm:prSet presAssocID="{0341DF8B-06D4-49AA-99F3-2607F98839FB}" presName="hierChild3" presStyleCnt="0"/>
      <dgm:spPr/>
    </dgm:pt>
  </dgm:ptLst>
  <dgm:cxnLst>
    <dgm:cxn modelId="{2C871915-99D3-4FCE-B9C2-16C325ADA0AD}" type="presOf" srcId="{34E63D0D-3E7F-442E-A56C-5B9A446918A2}" destId="{03AE0870-8807-4335-A1B5-88E98FE94827}" srcOrd="0" destOrd="0" presId="urn:microsoft.com/office/officeart/2005/8/layout/hierarchy1"/>
    <dgm:cxn modelId="{0B8E735E-6651-41AF-8F1A-CAFC0D1B4AA3}" type="presOf" srcId="{D10D7989-EEC0-483C-A530-1043B329984E}" destId="{86111224-6D2A-4550-8911-793EE45700C1}" srcOrd="0" destOrd="0" presId="urn:microsoft.com/office/officeart/2005/8/layout/hierarchy1"/>
    <dgm:cxn modelId="{45F4BC70-42D0-4B46-B535-7BE214AEC43B}" type="presOf" srcId="{7F96EB79-BC45-47A0-87E5-DABE14A2FFDF}" destId="{3C0DF860-8FED-443B-8F18-8CC37BBED182}" srcOrd="0" destOrd="0" presId="urn:microsoft.com/office/officeart/2005/8/layout/hierarchy1"/>
    <dgm:cxn modelId="{5FFEF884-FDDC-4200-95DB-994F612EA1D2}" srcId="{CC1AB83D-2C21-401F-B5CE-AA4A59A3B712}" destId="{8B87038B-5FBB-4BD2-8E43-F77D69E55536}" srcOrd="0" destOrd="0" parTransId="{5C63CC84-A9D1-4C02-9153-729FF01A6DAA}" sibTransId="{0A65D670-CD03-4A4E-99DC-26B2842E8E09}"/>
    <dgm:cxn modelId="{06A26F92-4C92-44F9-9180-6680E0070BDE}" type="presOf" srcId="{754AE06B-3B36-4E2B-BEAA-2FD6476618A2}" destId="{856F1E2F-2052-4715-BFFA-495055304FD0}" srcOrd="0" destOrd="0" presId="urn:microsoft.com/office/officeart/2005/8/layout/hierarchy1"/>
    <dgm:cxn modelId="{67A90F97-7A72-481B-8D47-128DAB068D46}" srcId="{8B87038B-5FBB-4BD2-8E43-F77D69E55536}" destId="{754AE06B-3B36-4E2B-BEAA-2FD6476618A2}" srcOrd="1" destOrd="0" parTransId="{9B6C3B53-0A88-4A61-92B1-2E9BAB83D758}" sibTransId="{DCBD626C-4069-4239-9A36-91826B4DBB23}"/>
    <dgm:cxn modelId="{721C53A5-FB89-4F0A-9284-58D5BB160988}" type="presOf" srcId="{8B87038B-5FBB-4BD2-8E43-F77D69E55536}" destId="{20FA4D2C-639C-4079-BC57-19FA666F03CD}" srcOrd="0" destOrd="0" presId="urn:microsoft.com/office/officeart/2005/8/layout/hierarchy1"/>
    <dgm:cxn modelId="{48654BAA-0A43-43C0-B932-764141F715DE}" srcId="{8B87038B-5FBB-4BD2-8E43-F77D69E55536}" destId="{0341DF8B-06D4-49AA-99F3-2607F98839FB}" srcOrd="2" destOrd="0" parTransId="{34E63D0D-3E7F-442E-A56C-5B9A446918A2}" sibTransId="{B8D534DF-81CD-4228-BC2C-70A6B75D6591}"/>
    <dgm:cxn modelId="{DD8552B8-CDA6-4ECE-83DD-15CE9BF8B7E9}" type="presOf" srcId="{0341DF8B-06D4-49AA-99F3-2607F98839FB}" destId="{32BC815D-092E-44C3-9888-5F3D6C2B8DD4}" srcOrd="0" destOrd="0" presId="urn:microsoft.com/office/officeart/2005/8/layout/hierarchy1"/>
    <dgm:cxn modelId="{5F2DBDBB-EFE0-4389-A704-A4150E1888A3}" type="presOf" srcId="{9B6C3B53-0A88-4A61-92B1-2E9BAB83D758}" destId="{FB646083-17BE-4AF8-935B-4BA99260E0A0}" srcOrd="0" destOrd="0" presId="urn:microsoft.com/office/officeart/2005/8/layout/hierarchy1"/>
    <dgm:cxn modelId="{9DA395F9-8442-4D95-ADCE-0D235229259C}" srcId="{8B87038B-5FBB-4BD2-8E43-F77D69E55536}" destId="{7F96EB79-BC45-47A0-87E5-DABE14A2FFDF}" srcOrd="0" destOrd="0" parTransId="{D10D7989-EEC0-483C-A530-1043B329984E}" sibTransId="{422D39B2-9D19-4C51-AC98-B24083186A4A}"/>
    <dgm:cxn modelId="{470BEEF9-25CB-4627-BD6D-A1522620DF1A}" type="presOf" srcId="{CC1AB83D-2C21-401F-B5CE-AA4A59A3B712}" destId="{D548A12A-64CD-4639-8A7F-910063545B29}" srcOrd="0" destOrd="0" presId="urn:microsoft.com/office/officeart/2005/8/layout/hierarchy1"/>
    <dgm:cxn modelId="{72DF889A-3D6F-4973-9564-DD0A267638CE}" type="presParOf" srcId="{D548A12A-64CD-4639-8A7F-910063545B29}" destId="{1B51005A-15E8-43F0-A140-98E7168F82C2}" srcOrd="0" destOrd="0" presId="urn:microsoft.com/office/officeart/2005/8/layout/hierarchy1"/>
    <dgm:cxn modelId="{99F893F4-B3CB-4072-8C36-478D54DCF029}" type="presParOf" srcId="{1B51005A-15E8-43F0-A140-98E7168F82C2}" destId="{D030B220-508A-4BE5-9206-D18352B846C5}" srcOrd="0" destOrd="0" presId="urn:microsoft.com/office/officeart/2005/8/layout/hierarchy1"/>
    <dgm:cxn modelId="{9DDA7FE4-CA4F-43F3-871E-8366F4ADA31C}" type="presParOf" srcId="{D030B220-508A-4BE5-9206-D18352B846C5}" destId="{A9FA906A-A63E-49EF-ADC2-881158933B28}" srcOrd="0" destOrd="0" presId="urn:microsoft.com/office/officeart/2005/8/layout/hierarchy1"/>
    <dgm:cxn modelId="{81F042A1-2887-4078-B3A7-289A500F3794}" type="presParOf" srcId="{D030B220-508A-4BE5-9206-D18352B846C5}" destId="{20FA4D2C-639C-4079-BC57-19FA666F03CD}" srcOrd="1" destOrd="0" presId="urn:microsoft.com/office/officeart/2005/8/layout/hierarchy1"/>
    <dgm:cxn modelId="{9AA2DFB5-D101-4385-A24D-2CCC50C41618}" type="presParOf" srcId="{1B51005A-15E8-43F0-A140-98E7168F82C2}" destId="{7AD14ED9-1140-4E1F-AA38-7529CA91B3E3}" srcOrd="1" destOrd="0" presId="urn:microsoft.com/office/officeart/2005/8/layout/hierarchy1"/>
    <dgm:cxn modelId="{6DA0D5B6-E69D-48C5-A429-81A89570D8D5}" type="presParOf" srcId="{7AD14ED9-1140-4E1F-AA38-7529CA91B3E3}" destId="{86111224-6D2A-4550-8911-793EE45700C1}" srcOrd="0" destOrd="0" presId="urn:microsoft.com/office/officeart/2005/8/layout/hierarchy1"/>
    <dgm:cxn modelId="{D5E6291D-DC1B-439F-B8D6-D5DE2957ADD1}" type="presParOf" srcId="{7AD14ED9-1140-4E1F-AA38-7529CA91B3E3}" destId="{FECE927B-367A-4B5F-B411-EAEDD93144A8}" srcOrd="1" destOrd="0" presId="urn:microsoft.com/office/officeart/2005/8/layout/hierarchy1"/>
    <dgm:cxn modelId="{0568A26B-327A-4E20-8566-31C28B3ECFF0}" type="presParOf" srcId="{FECE927B-367A-4B5F-B411-EAEDD93144A8}" destId="{6D4D2C77-E6F9-46F5-B123-8328F86CF8DD}" srcOrd="0" destOrd="0" presId="urn:microsoft.com/office/officeart/2005/8/layout/hierarchy1"/>
    <dgm:cxn modelId="{822E6584-0F89-4A29-AE92-960D1A878475}" type="presParOf" srcId="{6D4D2C77-E6F9-46F5-B123-8328F86CF8DD}" destId="{716BB028-9A03-4198-89BC-E31A639BEE6B}" srcOrd="0" destOrd="0" presId="urn:microsoft.com/office/officeart/2005/8/layout/hierarchy1"/>
    <dgm:cxn modelId="{C30B8379-CE14-4544-A89D-D6C207FC41C6}" type="presParOf" srcId="{6D4D2C77-E6F9-46F5-B123-8328F86CF8DD}" destId="{3C0DF860-8FED-443B-8F18-8CC37BBED182}" srcOrd="1" destOrd="0" presId="urn:microsoft.com/office/officeart/2005/8/layout/hierarchy1"/>
    <dgm:cxn modelId="{6CD29E4B-D223-404A-8B6D-29DEE6095555}" type="presParOf" srcId="{FECE927B-367A-4B5F-B411-EAEDD93144A8}" destId="{E40CD3A9-BF4E-47B6-BE1D-5992DDF128B7}" srcOrd="1" destOrd="0" presId="urn:microsoft.com/office/officeart/2005/8/layout/hierarchy1"/>
    <dgm:cxn modelId="{1754A950-F32F-4B0A-9E47-B5DB6E65467C}" type="presParOf" srcId="{7AD14ED9-1140-4E1F-AA38-7529CA91B3E3}" destId="{FB646083-17BE-4AF8-935B-4BA99260E0A0}" srcOrd="2" destOrd="0" presId="urn:microsoft.com/office/officeart/2005/8/layout/hierarchy1"/>
    <dgm:cxn modelId="{6AB9A1C3-AE8D-4CA3-86D4-97BD888CA2FB}" type="presParOf" srcId="{7AD14ED9-1140-4E1F-AA38-7529CA91B3E3}" destId="{526A4A9E-A7D7-4171-9A43-B05AA40963EC}" srcOrd="3" destOrd="0" presId="urn:microsoft.com/office/officeart/2005/8/layout/hierarchy1"/>
    <dgm:cxn modelId="{7EAACA5B-5FD2-4CB7-A8B4-FCA68672796C}" type="presParOf" srcId="{526A4A9E-A7D7-4171-9A43-B05AA40963EC}" destId="{5999948B-EB6A-4681-8BE3-AE6C06DFC09E}" srcOrd="0" destOrd="0" presId="urn:microsoft.com/office/officeart/2005/8/layout/hierarchy1"/>
    <dgm:cxn modelId="{FBD596FE-7867-41A8-8C3A-CD0789F88A26}" type="presParOf" srcId="{5999948B-EB6A-4681-8BE3-AE6C06DFC09E}" destId="{CBA5D89F-22A2-48C0-BF76-D45094B82E1F}" srcOrd="0" destOrd="0" presId="urn:microsoft.com/office/officeart/2005/8/layout/hierarchy1"/>
    <dgm:cxn modelId="{AE9B3EDD-4851-40AF-A302-A0E9BBA3B167}" type="presParOf" srcId="{5999948B-EB6A-4681-8BE3-AE6C06DFC09E}" destId="{856F1E2F-2052-4715-BFFA-495055304FD0}" srcOrd="1" destOrd="0" presId="urn:microsoft.com/office/officeart/2005/8/layout/hierarchy1"/>
    <dgm:cxn modelId="{8E754922-4D14-42C8-A68C-5AE649BBE20D}" type="presParOf" srcId="{526A4A9E-A7D7-4171-9A43-B05AA40963EC}" destId="{16D8CC69-3B9F-4080-9EA6-9AD60E09E22F}" srcOrd="1" destOrd="0" presId="urn:microsoft.com/office/officeart/2005/8/layout/hierarchy1"/>
    <dgm:cxn modelId="{A814D995-2726-43CB-94A7-B31ADC11B18A}" type="presParOf" srcId="{7AD14ED9-1140-4E1F-AA38-7529CA91B3E3}" destId="{03AE0870-8807-4335-A1B5-88E98FE94827}" srcOrd="4" destOrd="0" presId="urn:microsoft.com/office/officeart/2005/8/layout/hierarchy1"/>
    <dgm:cxn modelId="{8F782A89-4159-4BAD-AF8F-4E78E59E62FF}" type="presParOf" srcId="{7AD14ED9-1140-4E1F-AA38-7529CA91B3E3}" destId="{1A2648A6-17F7-4DD1-BEC0-58D7C33451B6}" srcOrd="5" destOrd="0" presId="urn:microsoft.com/office/officeart/2005/8/layout/hierarchy1"/>
    <dgm:cxn modelId="{56F00A70-9FF6-4B66-A7C0-7FD56146583E}" type="presParOf" srcId="{1A2648A6-17F7-4DD1-BEC0-58D7C33451B6}" destId="{7531AA4E-747D-4B86-9FF8-3D081E7575C6}" srcOrd="0" destOrd="0" presId="urn:microsoft.com/office/officeart/2005/8/layout/hierarchy1"/>
    <dgm:cxn modelId="{8DCE5C93-ADE7-4516-BF2F-2C0C39CCC4E0}" type="presParOf" srcId="{7531AA4E-747D-4B86-9FF8-3D081E7575C6}" destId="{D9C8A92B-0391-4F30-9059-72EAEECE7B13}" srcOrd="0" destOrd="0" presId="urn:microsoft.com/office/officeart/2005/8/layout/hierarchy1"/>
    <dgm:cxn modelId="{FBDE429D-3A79-40C3-8E09-F80A5B43762C}" type="presParOf" srcId="{7531AA4E-747D-4B86-9FF8-3D081E7575C6}" destId="{32BC815D-092E-44C3-9888-5F3D6C2B8DD4}" srcOrd="1" destOrd="0" presId="urn:microsoft.com/office/officeart/2005/8/layout/hierarchy1"/>
    <dgm:cxn modelId="{AF830124-DDE8-43BE-9D73-22814722094D}" type="presParOf" srcId="{1A2648A6-17F7-4DD1-BEC0-58D7C33451B6}" destId="{E4D3B859-4807-408C-A85A-FDB6106070B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E54417E5-696F-4A2D-8D3C-4DE247C4484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ABB9D09-8291-4074-BB73-51B7EA7E5A83}">
      <dgm:prSet/>
      <dgm:spPr/>
      <dgm:t>
        <a:bodyPr/>
        <a:lstStyle/>
        <a:p>
          <a:r>
            <a:rPr lang="pl-PL"/>
            <a:t>Skrypty PSP to zestawy kroków do wykonania:</a:t>
          </a:r>
          <a:endParaRPr lang="en-US"/>
        </a:p>
      </dgm:t>
    </dgm:pt>
    <dgm:pt modelId="{AC0B6F76-FA79-449A-BC73-39BBB5C6318C}" type="parTrans" cxnId="{CC4E5B01-6BB7-41E7-AD91-FB244FF2FBB2}">
      <dgm:prSet/>
      <dgm:spPr/>
      <dgm:t>
        <a:bodyPr/>
        <a:lstStyle/>
        <a:p>
          <a:endParaRPr lang="en-US"/>
        </a:p>
      </dgm:t>
    </dgm:pt>
    <dgm:pt modelId="{B916B362-4160-4C7F-BE6B-51B1180A7357}" type="sibTrans" cxnId="{CC4E5B01-6BB7-41E7-AD91-FB244FF2FBB2}">
      <dgm:prSet/>
      <dgm:spPr/>
      <dgm:t>
        <a:bodyPr/>
        <a:lstStyle/>
        <a:p>
          <a:endParaRPr lang="en-US"/>
        </a:p>
      </dgm:t>
    </dgm:pt>
    <dgm:pt modelId="{826EE285-194E-45E7-B3AF-879AC0AA55BC}">
      <dgm:prSet/>
      <dgm:spPr/>
      <dgm:t>
        <a:bodyPr/>
        <a:lstStyle/>
        <a:p>
          <a:r>
            <a:rPr lang="pl-PL"/>
            <a:t>planowanie </a:t>
          </a:r>
          <a:endParaRPr lang="en-US"/>
        </a:p>
      </dgm:t>
    </dgm:pt>
    <dgm:pt modelId="{49576752-3451-4286-86B3-2EDCA2AB635B}" type="parTrans" cxnId="{913A3AB4-8CAA-4D1B-B32E-3CA45263BA5B}">
      <dgm:prSet/>
      <dgm:spPr/>
      <dgm:t>
        <a:bodyPr/>
        <a:lstStyle/>
        <a:p>
          <a:endParaRPr lang="en-US"/>
        </a:p>
      </dgm:t>
    </dgm:pt>
    <dgm:pt modelId="{6C2E643C-7284-4BC7-B6A1-64904F9A8A80}" type="sibTrans" cxnId="{913A3AB4-8CAA-4D1B-B32E-3CA45263BA5B}">
      <dgm:prSet/>
      <dgm:spPr/>
      <dgm:t>
        <a:bodyPr/>
        <a:lstStyle/>
        <a:p>
          <a:endParaRPr lang="en-US"/>
        </a:p>
      </dgm:t>
    </dgm:pt>
    <dgm:pt modelId="{C3D54417-F1E1-4803-AA64-D8C338814840}">
      <dgm:prSet/>
      <dgm:spPr/>
      <dgm:t>
        <a:bodyPr/>
        <a:lstStyle/>
        <a:p>
          <a:r>
            <a:rPr lang="pl-PL"/>
            <a:t>projektowanie </a:t>
          </a:r>
          <a:endParaRPr lang="en-US"/>
        </a:p>
      </dgm:t>
    </dgm:pt>
    <dgm:pt modelId="{7F463258-F195-47D6-BC81-4AD1A784DEE4}" type="parTrans" cxnId="{05A589F4-7A63-4689-BE17-37DC1B71FBAF}">
      <dgm:prSet/>
      <dgm:spPr/>
      <dgm:t>
        <a:bodyPr/>
        <a:lstStyle/>
        <a:p>
          <a:endParaRPr lang="en-US"/>
        </a:p>
      </dgm:t>
    </dgm:pt>
    <dgm:pt modelId="{8BBC5267-646D-4643-B879-FC2AA115C79B}" type="sibTrans" cxnId="{05A589F4-7A63-4689-BE17-37DC1B71FBAF}">
      <dgm:prSet/>
      <dgm:spPr/>
      <dgm:t>
        <a:bodyPr/>
        <a:lstStyle/>
        <a:p>
          <a:endParaRPr lang="en-US"/>
        </a:p>
      </dgm:t>
    </dgm:pt>
    <dgm:pt modelId="{EF7EEA01-1667-428B-BFC9-079231C89276}">
      <dgm:prSet/>
      <dgm:spPr/>
      <dgm:t>
        <a:bodyPr/>
        <a:lstStyle/>
        <a:p>
          <a:r>
            <a:rPr lang="pl-PL"/>
            <a:t>kodowanie </a:t>
          </a:r>
          <a:endParaRPr lang="en-US"/>
        </a:p>
      </dgm:t>
    </dgm:pt>
    <dgm:pt modelId="{756981F6-8A02-4A2B-9ECC-0C36235FBD5A}" type="parTrans" cxnId="{3B4FDBD7-94A1-40AC-A3D2-9AD40420260F}">
      <dgm:prSet/>
      <dgm:spPr/>
      <dgm:t>
        <a:bodyPr/>
        <a:lstStyle/>
        <a:p>
          <a:endParaRPr lang="en-US"/>
        </a:p>
      </dgm:t>
    </dgm:pt>
    <dgm:pt modelId="{0D1B7EAB-1D6E-46E9-8E38-5A717C2470FA}" type="sibTrans" cxnId="{3B4FDBD7-94A1-40AC-A3D2-9AD40420260F}">
      <dgm:prSet/>
      <dgm:spPr/>
      <dgm:t>
        <a:bodyPr/>
        <a:lstStyle/>
        <a:p>
          <a:endParaRPr lang="en-US"/>
        </a:p>
      </dgm:t>
    </dgm:pt>
    <dgm:pt modelId="{912DB10D-997B-49FD-AE14-A5BBB94EB2FB}">
      <dgm:prSet/>
      <dgm:spPr/>
      <dgm:t>
        <a:bodyPr/>
        <a:lstStyle/>
        <a:p>
          <a:r>
            <a:rPr lang="pl-PL"/>
            <a:t>testowanie</a:t>
          </a:r>
          <a:endParaRPr lang="en-US"/>
        </a:p>
      </dgm:t>
    </dgm:pt>
    <dgm:pt modelId="{60A45871-9392-41E5-824A-D74C4084A467}" type="parTrans" cxnId="{2B76C99B-9BB9-4140-9902-6D13FD8BEA08}">
      <dgm:prSet/>
      <dgm:spPr/>
      <dgm:t>
        <a:bodyPr/>
        <a:lstStyle/>
        <a:p>
          <a:endParaRPr lang="en-US"/>
        </a:p>
      </dgm:t>
    </dgm:pt>
    <dgm:pt modelId="{0E085D1B-6EDC-4EF3-9FD2-EC5D93D0444D}" type="sibTrans" cxnId="{2B76C99B-9BB9-4140-9902-6D13FD8BEA08}">
      <dgm:prSet/>
      <dgm:spPr/>
      <dgm:t>
        <a:bodyPr/>
        <a:lstStyle/>
        <a:p>
          <a:endParaRPr lang="en-US"/>
        </a:p>
      </dgm:t>
    </dgm:pt>
    <dgm:pt modelId="{B12D78A0-4AF4-460C-B60A-1764482208A5}" type="pres">
      <dgm:prSet presAssocID="{E54417E5-696F-4A2D-8D3C-4DE247C4484E}" presName="root" presStyleCnt="0">
        <dgm:presLayoutVars>
          <dgm:dir/>
          <dgm:resizeHandles val="exact"/>
        </dgm:presLayoutVars>
      </dgm:prSet>
      <dgm:spPr/>
    </dgm:pt>
    <dgm:pt modelId="{E0C35747-ACFA-4DBC-8713-25CC24D0DA6A}" type="pres">
      <dgm:prSet presAssocID="{8ABB9D09-8291-4074-BB73-51B7EA7E5A83}" presName="compNode" presStyleCnt="0"/>
      <dgm:spPr/>
    </dgm:pt>
    <dgm:pt modelId="{9780EC79-13FE-439B-A176-6450CEB13433}" type="pres">
      <dgm:prSet presAssocID="{8ABB9D09-8291-4074-BB73-51B7EA7E5A83}" presName="bgRect" presStyleLbl="bgShp" presStyleIdx="0" presStyleCnt="5"/>
      <dgm:spPr/>
    </dgm:pt>
    <dgm:pt modelId="{F56C9EA5-BA5B-4E54-93C3-A9031FC55396}" type="pres">
      <dgm:prSet presAssocID="{8ABB9D09-8291-4074-BB73-51B7EA7E5A8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kument"/>
        </a:ext>
      </dgm:extLst>
    </dgm:pt>
    <dgm:pt modelId="{0B39EE10-16D9-4586-9461-9EF43D04F43D}" type="pres">
      <dgm:prSet presAssocID="{8ABB9D09-8291-4074-BB73-51B7EA7E5A83}" presName="spaceRect" presStyleCnt="0"/>
      <dgm:spPr/>
    </dgm:pt>
    <dgm:pt modelId="{82F88F2D-1EEB-4EB4-8821-777A70464E3D}" type="pres">
      <dgm:prSet presAssocID="{8ABB9D09-8291-4074-BB73-51B7EA7E5A83}" presName="parTx" presStyleLbl="revTx" presStyleIdx="0" presStyleCnt="5">
        <dgm:presLayoutVars>
          <dgm:chMax val="0"/>
          <dgm:chPref val="0"/>
        </dgm:presLayoutVars>
      </dgm:prSet>
      <dgm:spPr/>
    </dgm:pt>
    <dgm:pt modelId="{7DDA0807-8DA6-422E-A292-26C5D36F6AB6}" type="pres">
      <dgm:prSet presAssocID="{B916B362-4160-4C7F-BE6B-51B1180A7357}" presName="sibTrans" presStyleCnt="0"/>
      <dgm:spPr/>
    </dgm:pt>
    <dgm:pt modelId="{171D47D0-25B5-490A-A32F-D2EA5C632D68}" type="pres">
      <dgm:prSet presAssocID="{826EE285-194E-45E7-B3AF-879AC0AA55BC}" presName="compNode" presStyleCnt="0"/>
      <dgm:spPr/>
    </dgm:pt>
    <dgm:pt modelId="{A9666B71-700F-422C-A6B3-F21EE0380999}" type="pres">
      <dgm:prSet presAssocID="{826EE285-194E-45E7-B3AF-879AC0AA55BC}" presName="bgRect" presStyleLbl="bgShp" presStyleIdx="1" presStyleCnt="5"/>
      <dgm:spPr/>
    </dgm:pt>
    <dgm:pt modelId="{C4101943-E021-44F4-852A-4918762E55EA}" type="pres">
      <dgm:prSet presAssocID="{826EE285-194E-45E7-B3AF-879AC0AA55B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5F6A17EA-560E-4FF8-9B72-A6F3C69A04B4}" type="pres">
      <dgm:prSet presAssocID="{826EE285-194E-45E7-B3AF-879AC0AA55BC}" presName="spaceRect" presStyleCnt="0"/>
      <dgm:spPr/>
    </dgm:pt>
    <dgm:pt modelId="{EB574F32-6CBD-4656-AD03-C29E2BD3498C}" type="pres">
      <dgm:prSet presAssocID="{826EE285-194E-45E7-B3AF-879AC0AA55BC}" presName="parTx" presStyleLbl="revTx" presStyleIdx="1" presStyleCnt="5">
        <dgm:presLayoutVars>
          <dgm:chMax val="0"/>
          <dgm:chPref val="0"/>
        </dgm:presLayoutVars>
      </dgm:prSet>
      <dgm:spPr/>
    </dgm:pt>
    <dgm:pt modelId="{938BB98F-89E4-49B6-BFB9-5D89FF48FEE6}" type="pres">
      <dgm:prSet presAssocID="{6C2E643C-7284-4BC7-B6A1-64904F9A8A80}" presName="sibTrans" presStyleCnt="0"/>
      <dgm:spPr/>
    </dgm:pt>
    <dgm:pt modelId="{8FA16B4F-649E-4C89-BFC1-22E4ADCAF84C}" type="pres">
      <dgm:prSet presAssocID="{C3D54417-F1E1-4803-AA64-D8C338814840}" presName="compNode" presStyleCnt="0"/>
      <dgm:spPr/>
    </dgm:pt>
    <dgm:pt modelId="{2C89080D-DBBD-4D00-B918-7FA112CB716F}" type="pres">
      <dgm:prSet presAssocID="{C3D54417-F1E1-4803-AA64-D8C338814840}" presName="bgRect" presStyleLbl="bgShp" presStyleIdx="2" presStyleCnt="5"/>
      <dgm:spPr/>
    </dgm:pt>
    <dgm:pt modelId="{F354D50B-57A5-45D5-A943-2DAC0F3460E5}" type="pres">
      <dgm:prSet presAssocID="{C3D54417-F1E1-4803-AA64-D8C33881484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Żarówka"/>
        </a:ext>
      </dgm:extLst>
    </dgm:pt>
    <dgm:pt modelId="{B6796ED9-27F1-4178-A8D8-77B4369EAC7B}" type="pres">
      <dgm:prSet presAssocID="{C3D54417-F1E1-4803-AA64-D8C338814840}" presName="spaceRect" presStyleCnt="0"/>
      <dgm:spPr/>
    </dgm:pt>
    <dgm:pt modelId="{86D64089-1A27-444B-B77B-C7419913418B}" type="pres">
      <dgm:prSet presAssocID="{C3D54417-F1E1-4803-AA64-D8C338814840}" presName="parTx" presStyleLbl="revTx" presStyleIdx="2" presStyleCnt="5">
        <dgm:presLayoutVars>
          <dgm:chMax val="0"/>
          <dgm:chPref val="0"/>
        </dgm:presLayoutVars>
      </dgm:prSet>
      <dgm:spPr/>
    </dgm:pt>
    <dgm:pt modelId="{8F8DE449-06FA-4C88-BEFC-9E08FC9F0AB2}" type="pres">
      <dgm:prSet presAssocID="{8BBC5267-646D-4643-B879-FC2AA115C79B}" presName="sibTrans" presStyleCnt="0"/>
      <dgm:spPr/>
    </dgm:pt>
    <dgm:pt modelId="{6FFB4912-1EEC-40F7-B271-1570F1E81E86}" type="pres">
      <dgm:prSet presAssocID="{EF7EEA01-1667-428B-BFC9-079231C89276}" presName="compNode" presStyleCnt="0"/>
      <dgm:spPr/>
    </dgm:pt>
    <dgm:pt modelId="{C7805EB0-55F1-4844-9CF4-B9C52027B188}" type="pres">
      <dgm:prSet presAssocID="{EF7EEA01-1667-428B-BFC9-079231C89276}" presName="bgRect" presStyleLbl="bgShp" presStyleIdx="3" presStyleCnt="5"/>
      <dgm:spPr/>
    </dgm:pt>
    <dgm:pt modelId="{6724B8BF-C52F-4F11-B9D3-B992878C03DD}" type="pres">
      <dgm:prSet presAssocID="{EF7EEA01-1667-428B-BFC9-079231C8927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omputer"/>
        </a:ext>
      </dgm:extLst>
    </dgm:pt>
    <dgm:pt modelId="{5944B51E-A212-482E-97D2-CE3ED77B5D2F}" type="pres">
      <dgm:prSet presAssocID="{EF7EEA01-1667-428B-BFC9-079231C89276}" presName="spaceRect" presStyleCnt="0"/>
      <dgm:spPr/>
    </dgm:pt>
    <dgm:pt modelId="{FBFA40E8-59E2-4C98-9849-9B33C15FBA2B}" type="pres">
      <dgm:prSet presAssocID="{EF7EEA01-1667-428B-BFC9-079231C89276}" presName="parTx" presStyleLbl="revTx" presStyleIdx="3" presStyleCnt="5">
        <dgm:presLayoutVars>
          <dgm:chMax val="0"/>
          <dgm:chPref val="0"/>
        </dgm:presLayoutVars>
      </dgm:prSet>
      <dgm:spPr/>
    </dgm:pt>
    <dgm:pt modelId="{98C716E9-AC78-4B09-B932-46C22926E175}" type="pres">
      <dgm:prSet presAssocID="{0D1B7EAB-1D6E-46E9-8E38-5A717C2470FA}" presName="sibTrans" presStyleCnt="0"/>
      <dgm:spPr/>
    </dgm:pt>
    <dgm:pt modelId="{4125A5D0-C04C-41A7-AE67-FB4B61C6C611}" type="pres">
      <dgm:prSet presAssocID="{912DB10D-997B-49FD-AE14-A5BBB94EB2FB}" presName="compNode" presStyleCnt="0"/>
      <dgm:spPr/>
    </dgm:pt>
    <dgm:pt modelId="{6D49DA62-8708-470A-82BC-7E0AF198C63E}" type="pres">
      <dgm:prSet presAssocID="{912DB10D-997B-49FD-AE14-A5BBB94EB2FB}" presName="bgRect" presStyleLbl="bgShp" presStyleIdx="4" presStyleCnt="5"/>
      <dgm:spPr/>
    </dgm:pt>
    <dgm:pt modelId="{E282A99C-28E1-4B37-BC14-DFABC3FAE978}" type="pres">
      <dgm:prSet presAssocID="{912DB10D-997B-49FD-AE14-A5BBB94EB2F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8CC070A1-1625-4DA7-9F2A-D064DC3BCDC4}" type="pres">
      <dgm:prSet presAssocID="{912DB10D-997B-49FD-AE14-A5BBB94EB2FB}" presName="spaceRect" presStyleCnt="0"/>
      <dgm:spPr/>
    </dgm:pt>
    <dgm:pt modelId="{83AA97DF-B5FA-4828-ADDE-C3ABE4DF7D3F}" type="pres">
      <dgm:prSet presAssocID="{912DB10D-997B-49FD-AE14-A5BBB94EB2FB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C4E5B01-6BB7-41E7-AD91-FB244FF2FBB2}" srcId="{E54417E5-696F-4A2D-8D3C-4DE247C4484E}" destId="{8ABB9D09-8291-4074-BB73-51B7EA7E5A83}" srcOrd="0" destOrd="0" parTransId="{AC0B6F76-FA79-449A-BC73-39BBB5C6318C}" sibTransId="{B916B362-4160-4C7F-BE6B-51B1180A7357}"/>
    <dgm:cxn modelId="{5820913D-CCBA-458B-BD0B-29ECA85B7092}" type="presOf" srcId="{C3D54417-F1E1-4803-AA64-D8C338814840}" destId="{86D64089-1A27-444B-B77B-C7419913418B}" srcOrd="0" destOrd="0" presId="urn:microsoft.com/office/officeart/2018/2/layout/IconVerticalSolidList"/>
    <dgm:cxn modelId="{4F6D853F-53F2-4A2C-B5EE-8085DE3E9925}" type="presOf" srcId="{8ABB9D09-8291-4074-BB73-51B7EA7E5A83}" destId="{82F88F2D-1EEB-4EB4-8821-777A70464E3D}" srcOrd="0" destOrd="0" presId="urn:microsoft.com/office/officeart/2018/2/layout/IconVerticalSolidList"/>
    <dgm:cxn modelId="{95F7F65A-8710-48C6-A544-749E9F233FEC}" type="presOf" srcId="{826EE285-194E-45E7-B3AF-879AC0AA55BC}" destId="{EB574F32-6CBD-4656-AD03-C29E2BD3498C}" srcOrd="0" destOrd="0" presId="urn:microsoft.com/office/officeart/2018/2/layout/IconVerticalSolidList"/>
    <dgm:cxn modelId="{2B76C99B-9BB9-4140-9902-6D13FD8BEA08}" srcId="{E54417E5-696F-4A2D-8D3C-4DE247C4484E}" destId="{912DB10D-997B-49FD-AE14-A5BBB94EB2FB}" srcOrd="4" destOrd="0" parTransId="{60A45871-9392-41E5-824A-D74C4084A467}" sibTransId="{0E085D1B-6EDC-4EF3-9FD2-EC5D93D0444D}"/>
    <dgm:cxn modelId="{EC735EA8-73BE-450B-BFC7-8784DD621311}" type="presOf" srcId="{EF7EEA01-1667-428B-BFC9-079231C89276}" destId="{FBFA40E8-59E2-4C98-9849-9B33C15FBA2B}" srcOrd="0" destOrd="0" presId="urn:microsoft.com/office/officeart/2018/2/layout/IconVerticalSolidList"/>
    <dgm:cxn modelId="{913A3AB4-8CAA-4D1B-B32E-3CA45263BA5B}" srcId="{E54417E5-696F-4A2D-8D3C-4DE247C4484E}" destId="{826EE285-194E-45E7-B3AF-879AC0AA55BC}" srcOrd="1" destOrd="0" parTransId="{49576752-3451-4286-86B3-2EDCA2AB635B}" sibTransId="{6C2E643C-7284-4BC7-B6A1-64904F9A8A80}"/>
    <dgm:cxn modelId="{EAA209CE-2719-462B-8DD3-E36FB21E9548}" type="presOf" srcId="{912DB10D-997B-49FD-AE14-A5BBB94EB2FB}" destId="{83AA97DF-B5FA-4828-ADDE-C3ABE4DF7D3F}" srcOrd="0" destOrd="0" presId="urn:microsoft.com/office/officeart/2018/2/layout/IconVerticalSolidList"/>
    <dgm:cxn modelId="{3B4FDBD7-94A1-40AC-A3D2-9AD40420260F}" srcId="{E54417E5-696F-4A2D-8D3C-4DE247C4484E}" destId="{EF7EEA01-1667-428B-BFC9-079231C89276}" srcOrd="3" destOrd="0" parTransId="{756981F6-8A02-4A2B-9ECC-0C36235FBD5A}" sibTransId="{0D1B7EAB-1D6E-46E9-8E38-5A717C2470FA}"/>
    <dgm:cxn modelId="{EAB450F4-B047-4FD3-BD13-415A89C48E98}" type="presOf" srcId="{E54417E5-696F-4A2D-8D3C-4DE247C4484E}" destId="{B12D78A0-4AF4-460C-B60A-1764482208A5}" srcOrd="0" destOrd="0" presId="urn:microsoft.com/office/officeart/2018/2/layout/IconVerticalSolidList"/>
    <dgm:cxn modelId="{05A589F4-7A63-4689-BE17-37DC1B71FBAF}" srcId="{E54417E5-696F-4A2D-8D3C-4DE247C4484E}" destId="{C3D54417-F1E1-4803-AA64-D8C338814840}" srcOrd="2" destOrd="0" parTransId="{7F463258-F195-47D6-BC81-4AD1A784DEE4}" sibTransId="{8BBC5267-646D-4643-B879-FC2AA115C79B}"/>
    <dgm:cxn modelId="{F0CC2F69-73ED-46CB-AB0A-78AD1BC642DC}" type="presParOf" srcId="{B12D78A0-4AF4-460C-B60A-1764482208A5}" destId="{E0C35747-ACFA-4DBC-8713-25CC24D0DA6A}" srcOrd="0" destOrd="0" presId="urn:microsoft.com/office/officeart/2018/2/layout/IconVerticalSolidList"/>
    <dgm:cxn modelId="{4D4D8970-5009-4327-835C-21D2C0025E83}" type="presParOf" srcId="{E0C35747-ACFA-4DBC-8713-25CC24D0DA6A}" destId="{9780EC79-13FE-439B-A176-6450CEB13433}" srcOrd="0" destOrd="0" presId="urn:microsoft.com/office/officeart/2018/2/layout/IconVerticalSolidList"/>
    <dgm:cxn modelId="{52EBB8C5-AFD9-48C9-A591-0D7AEB967B72}" type="presParOf" srcId="{E0C35747-ACFA-4DBC-8713-25CC24D0DA6A}" destId="{F56C9EA5-BA5B-4E54-93C3-A9031FC55396}" srcOrd="1" destOrd="0" presId="urn:microsoft.com/office/officeart/2018/2/layout/IconVerticalSolidList"/>
    <dgm:cxn modelId="{DDE09ABE-2B60-4D2C-903C-4267CEDB6C3C}" type="presParOf" srcId="{E0C35747-ACFA-4DBC-8713-25CC24D0DA6A}" destId="{0B39EE10-16D9-4586-9461-9EF43D04F43D}" srcOrd="2" destOrd="0" presId="urn:microsoft.com/office/officeart/2018/2/layout/IconVerticalSolidList"/>
    <dgm:cxn modelId="{A13CB0FC-3A62-42E3-8162-086FAD8DE21F}" type="presParOf" srcId="{E0C35747-ACFA-4DBC-8713-25CC24D0DA6A}" destId="{82F88F2D-1EEB-4EB4-8821-777A70464E3D}" srcOrd="3" destOrd="0" presId="urn:microsoft.com/office/officeart/2018/2/layout/IconVerticalSolidList"/>
    <dgm:cxn modelId="{C63220EF-C557-4985-8A28-C78D78DCA1D6}" type="presParOf" srcId="{B12D78A0-4AF4-460C-B60A-1764482208A5}" destId="{7DDA0807-8DA6-422E-A292-26C5D36F6AB6}" srcOrd="1" destOrd="0" presId="urn:microsoft.com/office/officeart/2018/2/layout/IconVerticalSolidList"/>
    <dgm:cxn modelId="{C9FBE1FB-622F-4FF1-9F16-B3C6CB10D31D}" type="presParOf" srcId="{B12D78A0-4AF4-460C-B60A-1764482208A5}" destId="{171D47D0-25B5-490A-A32F-D2EA5C632D68}" srcOrd="2" destOrd="0" presId="urn:microsoft.com/office/officeart/2018/2/layout/IconVerticalSolidList"/>
    <dgm:cxn modelId="{BD99DC2C-2936-4B8C-B411-293CC47333B3}" type="presParOf" srcId="{171D47D0-25B5-490A-A32F-D2EA5C632D68}" destId="{A9666B71-700F-422C-A6B3-F21EE0380999}" srcOrd="0" destOrd="0" presId="urn:microsoft.com/office/officeart/2018/2/layout/IconVerticalSolidList"/>
    <dgm:cxn modelId="{5044C61E-1B4B-418D-9A5B-014CE7117DB6}" type="presParOf" srcId="{171D47D0-25B5-490A-A32F-D2EA5C632D68}" destId="{C4101943-E021-44F4-852A-4918762E55EA}" srcOrd="1" destOrd="0" presId="urn:microsoft.com/office/officeart/2018/2/layout/IconVerticalSolidList"/>
    <dgm:cxn modelId="{1E68AF60-8162-4878-B23C-B328DBB65C50}" type="presParOf" srcId="{171D47D0-25B5-490A-A32F-D2EA5C632D68}" destId="{5F6A17EA-560E-4FF8-9B72-A6F3C69A04B4}" srcOrd="2" destOrd="0" presId="urn:microsoft.com/office/officeart/2018/2/layout/IconVerticalSolidList"/>
    <dgm:cxn modelId="{EA4BF9DA-9556-432D-8406-B5B3DC9E893E}" type="presParOf" srcId="{171D47D0-25B5-490A-A32F-D2EA5C632D68}" destId="{EB574F32-6CBD-4656-AD03-C29E2BD3498C}" srcOrd="3" destOrd="0" presId="urn:microsoft.com/office/officeart/2018/2/layout/IconVerticalSolidList"/>
    <dgm:cxn modelId="{B012A9D1-F1C2-4686-B08F-44D73BF57FA4}" type="presParOf" srcId="{B12D78A0-4AF4-460C-B60A-1764482208A5}" destId="{938BB98F-89E4-49B6-BFB9-5D89FF48FEE6}" srcOrd="3" destOrd="0" presId="urn:microsoft.com/office/officeart/2018/2/layout/IconVerticalSolidList"/>
    <dgm:cxn modelId="{A553A7EA-FEE6-4C71-ADE2-E03FB60A49E0}" type="presParOf" srcId="{B12D78A0-4AF4-460C-B60A-1764482208A5}" destId="{8FA16B4F-649E-4C89-BFC1-22E4ADCAF84C}" srcOrd="4" destOrd="0" presId="urn:microsoft.com/office/officeart/2018/2/layout/IconVerticalSolidList"/>
    <dgm:cxn modelId="{AEB477A2-488E-4AFF-91ED-553134C43506}" type="presParOf" srcId="{8FA16B4F-649E-4C89-BFC1-22E4ADCAF84C}" destId="{2C89080D-DBBD-4D00-B918-7FA112CB716F}" srcOrd="0" destOrd="0" presId="urn:microsoft.com/office/officeart/2018/2/layout/IconVerticalSolidList"/>
    <dgm:cxn modelId="{E9BE83C2-DFB8-453F-8698-3B7A7E215D63}" type="presParOf" srcId="{8FA16B4F-649E-4C89-BFC1-22E4ADCAF84C}" destId="{F354D50B-57A5-45D5-A943-2DAC0F3460E5}" srcOrd="1" destOrd="0" presId="urn:microsoft.com/office/officeart/2018/2/layout/IconVerticalSolidList"/>
    <dgm:cxn modelId="{68E69514-B577-4407-842E-CCB244C66BB0}" type="presParOf" srcId="{8FA16B4F-649E-4C89-BFC1-22E4ADCAF84C}" destId="{B6796ED9-27F1-4178-A8D8-77B4369EAC7B}" srcOrd="2" destOrd="0" presId="urn:microsoft.com/office/officeart/2018/2/layout/IconVerticalSolidList"/>
    <dgm:cxn modelId="{B2123B9C-941C-4F52-B391-4D2B754D52B1}" type="presParOf" srcId="{8FA16B4F-649E-4C89-BFC1-22E4ADCAF84C}" destId="{86D64089-1A27-444B-B77B-C7419913418B}" srcOrd="3" destOrd="0" presId="urn:microsoft.com/office/officeart/2018/2/layout/IconVerticalSolidList"/>
    <dgm:cxn modelId="{D8942C5C-9631-41EB-B3F1-B0FC7FAF1AED}" type="presParOf" srcId="{B12D78A0-4AF4-460C-B60A-1764482208A5}" destId="{8F8DE449-06FA-4C88-BEFC-9E08FC9F0AB2}" srcOrd="5" destOrd="0" presId="urn:microsoft.com/office/officeart/2018/2/layout/IconVerticalSolidList"/>
    <dgm:cxn modelId="{DDD62BBB-F986-4E9C-847F-B5F14FB0BDC7}" type="presParOf" srcId="{B12D78A0-4AF4-460C-B60A-1764482208A5}" destId="{6FFB4912-1EEC-40F7-B271-1570F1E81E86}" srcOrd="6" destOrd="0" presId="urn:microsoft.com/office/officeart/2018/2/layout/IconVerticalSolidList"/>
    <dgm:cxn modelId="{FD0C8715-F99F-47D8-82C7-0FEA912ABBC0}" type="presParOf" srcId="{6FFB4912-1EEC-40F7-B271-1570F1E81E86}" destId="{C7805EB0-55F1-4844-9CF4-B9C52027B188}" srcOrd="0" destOrd="0" presId="urn:microsoft.com/office/officeart/2018/2/layout/IconVerticalSolidList"/>
    <dgm:cxn modelId="{1FCC82C6-9623-4F2F-B33F-11BB880B3D7E}" type="presParOf" srcId="{6FFB4912-1EEC-40F7-B271-1570F1E81E86}" destId="{6724B8BF-C52F-4F11-B9D3-B992878C03DD}" srcOrd="1" destOrd="0" presId="urn:microsoft.com/office/officeart/2018/2/layout/IconVerticalSolidList"/>
    <dgm:cxn modelId="{FA9654A4-E1C1-4E8D-BBC8-E69AF32D7E56}" type="presParOf" srcId="{6FFB4912-1EEC-40F7-B271-1570F1E81E86}" destId="{5944B51E-A212-482E-97D2-CE3ED77B5D2F}" srcOrd="2" destOrd="0" presId="urn:microsoft.com/office/officeart/2018/2/layout/IconVerticalSolidList"/>
    <dgm:cxn modelId="{154F28B7-778B-4815-B178-375A3F1D7A0D}" type="presParOf" srcId="{6FFB4912-1EEC-40F7-B271-1570F1E81E86}" destId="{FBFA40E8-59E2-4C98-9849-9B33C15FBA2B}" srcOrd="3" destOrd="0" presId="urn:microsoft.com/office/officeart/2018/2/layout/IconVerticalSolidList"/>
    <dgm:cxn modelId="{F37BAC91-1BB6-4A68-92B5-41FD3CB66F29}" type="presParOf" srcId="{B12D78A0-4AF4-460C-B60A-1764482208A5}" destId="{98C716E9-AC78-4B09-B932-46C22926E175}" srcOrd="7" destOrd="0" presId="urn:microsoft.com/office/officeart/2018/2/layout/IconVerticalSolidList"/>
    <dgm:cxn modelId="{E30B1185-E9BE-478B-83B5-03793070D839}" type="presParOf" srcId="{B12D78A0-4AF4-460C-B60A-1764482208A5}" destId="{4125A5D0-C04C-41A7-AE67-FB4B61C6C611}" srcOrd="8" destOrd="0" presId="urn:microsoft.com/office/officeart/2018/2/layout/IconVerticalSolidList"/>
    <dgm:cxn modelId="{450AE9EB-0092-419F-8E37-3227C4155B31}" type="presParOf" srcId="{4125A5D0-C04C-41A7-AE67-FB4B61C6C611}" destId="{6D49DA62-8708-470A-82BC-7E0AF198C63E}" srcOrd="0" destOrd="0" presId="urn:microsoft.com/office/officeart/2018/2/layout/IconVerticalSolidList"/>
    <dgm:cxn modelId="{5BC43025-CBF2-4CC5-BB81-DBDA720F78CD}" type="presParOf" srcId="{4125A5D0-C04C-41A7-AE67-FB4B61C6C611}" destId="{E282A99C-28E1-4B37-BC14-DFABC3FAE978}" srcOrd="1" destOrd="0" presId="urn:microsoft.com/office/officeart/2018/2/layout/IconVerticalSolidList"/>
    <dgm:cxn modelId="{97F9EE56-FE8C-43A9-AD0B-7BF3ED0E26B9}" type="presParOf" srcId="{4125A5D0-C04C-41A7-AE67-FB4B61C6C611}" destId="{8CC070A1-1625-4DA7-9F2A-D064DC3BCDC4}" srcOrd="2" destOrd="0" presId="urn:microsoft.com/office/officeart/2018/2/layout/IconVerticalSolidList"/>
    <dgm:cxn modelId="{9934B003-D2CE-4819-8B30-E2090F95DFF1}" type="presParOf" srcId="{4125A5D0-C04C-41A7-AE67-FB4B61C6C611}" destId="{83AA97DF-B5FA-4828-ADDE-C3ABE4DF7D3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20A19D6D-9E5C-4223-BB38-2388D2A81CC3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D8FC015-A33A-43EE-A99C-BBEEA7C694B0}">
      <dgm:prSet/>
      <dgm:spPr/>
      <dgm:t>
        <a:bodyPr/>
        <a:lstStyle/>
        <a:p>
          <a:r>
            <a:rPr lang="pl-PL"/>
            <a:t>PROBE to metoda szacowania:</a:t>
          </a:r>
          <a:endParaRPr lang="en-US"/>
        </a:p>
      </dgm:t>
    </dgm:pt>
    <dgm:pt modelId="{0EBE6D09-9B26-48D2-B65A-2C7244917ADF}" type="parTrans" cxnId="{BCB6068F-8CA0-4B40-9ADD-36DCCABEDE03}">
      <dgm:prSet/>
      <dgm:spPr/>
      <dgm:t>
        <a:bodyPr/>
        <a:lstStyle/>
        <a:p>
          <a:endParaRPr lang="en-US"/>
        </a:p>
      </dgm:t>
    </dgm:pt>
    <dgm:pt modelId="{5A29D2F9-FF92-4BFD-9A79-B36AF52FD8F2}" type="sibTrans" cxnId="{BCB6068F-8CA0-4B40-9ADD-36DCCABEDE03}">
      <dgm:prSet/>
      <dgm:spPr/>
      <dgm:t>
        <a:bodyPr/>
        <a:lstStyle/>
        <a:p>
          <a:endParaRPr lang="en-US"/>
        </a:p>
      </dgm:t>
    </dgm:pt>
    <dgm:pt modelId="{61845729-7185-4869-8989-423143A26FC5}">
      <dgm:prSet/>
      <dgm:spPr/>
      <dgm:t>
        <a:bodyPr/>
        <a:lstStyle/>
        <a:p>
          <a:r>
            <a:rPr lang="pl-PL"/>
            <a:t>rozmiaru pracy </a:t>
          </a:r>
          <a:endParaRPr lang="en-US"/>
        </a:p>
      </dgm:t>
    </dgm:pt>
    <dgm:pt modelId="{1DA8CA99-1DDE-4621-82D6-19ED3BC5D5BB}" type="parTrans" cxnId="{074A028E-5192-4941-B6E3-CAB0DEE9CBD5}">
      <dgm:prSet/>
      <dgm:spPr/>
      <dgm:t>
        <a:bodyPr/>
        <a:lstStyle/>
        <a:p>
          <a:endParaRPr lang="en-US"/>
        </a:p>
      </dgm:t>
    </dgm:pt>
    <dgm:pt modelId="{B95DDBBC-E021-446E-8291-97E5536022BC}" type="sibTrans" cxnId="{074A028E-5192-4941-B6E3-CAB0DEE9CBD5}">
      <dgm:prSet/>
      <dgm:spPr/>
      <dgm:t>
        <a:bodyPr/>
        <a:lstStyle/>
        <a:p>
          <a:endParaRPr lang="en-US"/>
        </a:p>
      </dgm:t>
    </dgm:pt>
    <dgm:pt modelId="{0C0FF379-B04A-4802-8B12-5E844957A978}">
      <dgm:prSet/>
      <dgm:spPr/>
      <dgm:t>
        <a:bodyPr/>
        <a:lstStyle/>
        <a:p>
          <a:r>
            <a:rPr lang="pl-PL"/>
            <a:t>czasu realizacji </a:t>
          </a:r>
          <a:endParaRPr lang="en-US"/>
        </a:p>
      </dgm:t>
    </dgm:pt>
    <dgm:pt modelId="{79715016-8C6A-4105-B823-59CC477322DA}" type="parTrans" cxnId="{E00983E4-458F-48FE-BD8F-94E98D9F2C02}">
      <dgm:prSet/>
      <dgm:spPr/>
      <dgm:t>
        <a:bodyPr/>
        <a:lstStyle/>
        <a:p>
          <a:endParaRPr lang="en-US"/>
        </a:p>
      </dgm:t>
    </dgm:pt>
    <dgm:pt modelId="{78E90085-6561-445F-99ED-12FF63D8084D}" type="sibTrans" cxnId="{E00983E4-458F-48FE-BD8F-94E98D9F2C02}">
      <dgm:prSet/>
      <dgm:spPr/>
      <dgm:t>
        <a:bodyPr/>
        <a:lstStyle/>
        <a:p>
          <a:endParaRPr lang="en-US"/>
        </a:p>
      </dgm:t>
    </dgm:pt>
    <dgm:pt modelId="{8C9CDAC7-81FB-4E04-B413-D7D618E139AE}">
      <dgm:prSet/>
      <dgm:spPr/>
      <dgm:t>
        <a:bodyPr/>
        <a:lstStyle/>
        <a:p>
          <a:r>
            <a:rPr lang="pl-PL"/>
            <a:t>Opiera się na danych historycznych.</a:t>
          </a:r>
          <a:endParaRPr lang="en-US"/>
        </a:p>
      </dgm:t>
    </dgm:pt>
    <dgm:pt modelId="{06ABF28C-45FE-40A8-8A05-51160DA2DC65}" type="parTrans" cxnId="{39B428CE-7A28-4E1F-B8B2-66D16312554A}">
      <dgm:prSet/>
      <dgm:spPr/>
      <dgm:t>
        <a:bodyPr/>
        <a:lstStyle/>
        <a:p>
          <a:endParaRPr lang="en-US"/>
        </a:p>
      </dgm:t>
    </dgm:pt>
    <dgm:pt modelId="{5438CA57-324E-419D-8181-BDC110C6B5EF}" type="sibTrans" cxnId="{39B428CE-7A28-4E1F-B8B2-66D16312554A}">
      <dgm:prSet/>
      <dgm:spPr/>
      <dgm:t>
        <a:bodyPr/>
        <a:lstStyle/>
        <a:p>
          <a:endParaRPr lang="en-US"/>
        </a:p>
      </dgm:t>
    </dgm:pt>
    <dgm:pt modelId="{B307338A-F06B-423D-9DB6-C139E64F20C1}" type="pres">
      <dgm:prSet presAssocID="{20A19D6D-9E5C-4223-BB38-2388D2A81CC3}" presName="outerComposite" presStyleCnt="0">
        <dgm:presLayoutVars>
          <dgm:chMax val="5"/>
          <dgm:dir/>
          <dgm:resizeHandles val="exact"/>
        </dgm:presLayoutVars>
      </dgm:prSet>
      <dgm:spPr/>
    </dgm:pt>
    <dgm:pt modelId="{ECF0A992-A6D1-4E95-83B2-2BB70B06F194}" type="pres">
      <dgm:prSet presAssocID="{20A19D6D-9E5C-4223-BB38-2388D2A81CC3}" presName="dummyMaxCanvas" presStyleCnt="0">
        <dgm:presLayoutVars/>
      </dgm:prSet>
      <dgm:spPr/>
    </dgm:pt>
    <dgm:pt modelId="{DEA683EB-FB1D-4148-9959-D169C1B22E19}" type="pres">
      <dgm:prSet presAssocID="{20A19D6D-9E5C-4223-BB38-2388D2A81CC3}" presName="TwoNodes_1" presStyleLbl="node1" presStyleIdx="0" presStyleCnt="2">
        <dgm:presLayoutVars>
          <dgm:bulletEnabled val="1"/>
        </dgm:presLayoutVars>
      </dgm:prSet>
      <dgm:spPr/>
    </dgm:pt>
    <dgm:pt modelId="{1A27DAF5-60E1-4363-8EFF-2213AD9DDFFB}" type="pres">
      <dgm:prSet presAssocID="{20A19D6D-9E5C-4223-BB38-2388D2A81CC3}" presName="TwoNodes_2" presStyleLbl="node1" presStyleIdx="1" presStyleCnt="2">
        <dgm:presLayoutVars>
          <dgm:bulletEnabled val="1"/>
        </dgm:presLayoutVars>
      </dgm:prSet>
      <dgm:spPr/>
    </dgm:pt>
    <dgm:pt modelId="{3A69AFBD-9375-4B9E-B6D6-45849AEC1EE2}" type="pres">
      <dgm:prSet presAssocID="{20A19D6D-9E5C-4223-BB38-2388D2A81CC3}" presName="TwoConn_1-2" presStyleLbl="fgAccFollowNode1" presStyleIdx="0" presStyleCnt="1">
        <dgm:presLayoutVars>
          <dgm:bulletEnabled val="1"/>
        </dgm:presLayoutVars>
      </dgm:prSet>
      <dgm:spPr/>
    </dgm:pt>
    <dgm:pt modelId="{0F6C5F24-AA4F-4A91-BE27-658A8156BB08}" type="pres">
      <dgm:prSet presAssocID="{20A19D6D-9E5C-4223-BB38-2388D2A81CC3}" presName="TwoNodes_1_text" presStyleLbl="node1" presStyleIdx="1" presStyleCnt="2">
        <dgm:presLayoutVars>
          <dgm:bulletEnabled val="1"/>
        </dgm:presLayoutVars>
      </dgm:prSet>
      <dgm:spPr/>
    </dgm:pt>
    <dgm:pt modelId="{1C6DBD80-E6C3-4CBF-A521-F10467D64A78}" type="pres">
      <dgm:prSet presAssocID="{20A19D6D-9E5C-4223-BB38-2388D2A81CC3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F15ACA12-5C1C-44A4-84A2-7727B6C5E8A9}" type="presOf" srcId="{20A19D6D-9E5C-4223-BB38-2388D2A81CC3}" destId="{B307338A-F06B-423D-9DB6-C139E64F20C1}" srcOrd="0" destOrd="0" presId="urn:microsoft.com/office/officeart/2005/8/layout/vProcess5"/>
    <dgm:cxn modelId="{C762C65C-6729-4D62-B234-1B1FCB7AE0B3}" type="presOf" srcId="{5A29D2F9-FF92-4BFD-9A79-B36AF52FD8F2}" destId="{3A69AFBD-9375-4B9E-B6D6-45849AEC1EE2}" srcOrd="0" destOrd="0" presId="urn:microsoft.com/office/officeart/2005/8/layout/vProcess5"/>
    <dgm:cxn modelId="{EA808659-C552-470E-B013-423BFB677C4D}" type="presOf" srcId="{0C0FF379-B04A-4802-8B12-5E844957A978}" destId="{DEA683EB-FB1D-4148-9959-D169C1B22E19}" srcOrd="0" destOrd="2" presId="urn:microsoft.com/office/officeart/2005/8/layout/vProcess5"/>
    <dgm:cxn modelId="{F2A09D80-D84F-4551-A598-4ED5CB1C3769}" type="presOf" srcId="{61845729-7185-4869-8989-423143A26FC5}" destId="{DEA683EB-FB1D-4148-9959-D169C1B22E19}" srcOrd="0" destOrd="1" presId="urn:microsoft.com/office/officeart/2005/8/layout/vProcess5"/>
    <dgm:cxn modelId="{E535A682-3B7E-44E2-AB8D-01F1F8340A2A}" type="presOf" srcId="{8C9CDAC7-81FB-4E04-B413-D7D618E139AE}" destId="{1A27DAF5-60E1-4363-8EFF-2213AD9DDFFB}" srcOrd="0" destOrd="0" presId="urn:microsoft.com/office/officeart/2005/8/layout/vProcess5"/>
    <dgm:cxn modelId="{074A028E-5192-4941-B6E3-CAB0DEE9CBD5}" srcId="{6D8FC015-A33A-43EE-A99C-BBEEA7C694B0}" destId="{61845729-7185-4869-8989-423143A26FC5}" srcOrd="0" destOrd="0" parTransId="{1DA8CA99-1DDE-4621-82D6-19ED3BC5D5BB}" sibTransId="{B95DDBBC-E021-446E-8291-97E5536022BC}"/>
    <dgm:cxn modelId="{BCB6068F-8CA0-4B40-9ADD-36DCCABEDE03}" srcId="{20A19D6D-9E5C-4223-BB38-2388D2A81CC3}" destId="{6D8FC015-A33A-43EE-A99C-BBEEA7C694B0}" srcOrd="0" destOrd="0" parTransId="{0EBE6D09-9B26-48D2-B65A-2C7244917ADF}" sibTransId="{5A29D2F9-FF92-4BFD-9A79-B36AF52FD8F2}"/>
    <dgm:cxn modelId="{06463A94-A4C8-430A-8C43-EB607AED72C1}" type="presOf" srcId="{61845729-7185-4869-8989-423143A26FC5}" destId="{0F6C5F24-AA4F-4A91-BE27-658A8156BB08}" srcOrd="1" destOrd="1" presId="urn:microsoft.com/office/officeart/2005/8/layout/vProcess5"/>
    <dgm:cxn modelId="{BC828BA5-A878-4BB2-A551-C4435F2785D7}" type="presOf" srcId="{8C9CDAC7-81FB-4E04-B413-D7D618E139AE}" destId="{1C6DBD80-E6C3-4CBF-A521-F10467D64A78}" srcOrd="1" destOrd="0" presId="urn:microsoft.com/office/officeart/2005/8/layout/vProcess5"/>
    <dgm:cxn modelId="{39B428CE-7A28-4E1F-B8B2-66D16312554A}" srcId="{20A19D6D-9E5C-4223-BB38-2388D2A81CC3}" destId="{8C9CDAC7-81FB-4E04-B413-D7D618E139AE}" srcOrd="1" destOrd="0" parTransId="{06ABF28C-45FE-40A8-8A05-51160DA2DC65}" sibTransId="{5438CA57-324E-419D-8181-BDC110C6B5EF}"/>
    <dgm:cxn modelId="{4D0514CF-6383-47E1-9E0D-603F8D207785}" type="presOf" srcId="{0C0FF379-B04A-4802-8B12-5E844957A978}" destId="{0F6C5F24-AA4F-4A91-BE27-658A8156BB08}" srcOrd="1" destOrd="2" presId="urn:microsoft.com/office/officeart/2005/8/layout/vProcess5"/>
    <dgm:cxn modelId="{C998C6D1-05FE-4E79-83A9-E3FD0728B6F0}" type="presOf" srcId="{6D8FC015-A33A-43EE-A99C-BBEEA7C694B0}" destId="{0F6C5F24-AA4F-4A91-BE27-658A8156BB08}" srcOrd="1" destOrd="0" presId="urn:microsoft.com/office/officeart/2005/8/layout/vProcess5"/>
    <dgm:cxn modelId="{E00983E4-458F-48FE-BD8F-94E98D9F2C02}" srcId="{6D8FC015-A33A-43EE-A99C-BBEEA7C694B0}" destId="{0C0FF379-B04A-4802-8B12-5E844957A978}" srcOrd="1" destOrd="0" parTransId="{79715016-8C6A-4105-B823-59CC477322DA}" sibTransId="{78E90085-6561-445F-99ED-12FF63D8084D}"/>
    <dgm:cxn modelId="{D97221E8-F42A-4856-B7FF-4E268295EA80}" type="presOf" srcId="{6D8FC015-A33A-43EE-A99C-BBEEA7C694B0}" destId="{DEA683EB-FB1D-4148-9959-D169C1B22E19}" srcOrd="0" destOrd="0" presId="urn:microsoft.com/office/officeart/2005/8/layout/vProcess5"/>
    <dgm:cxn modelId="{6808BF2A-562B-4B44-9B44-EA8EDFAE35B9}" type="presParOf" srcId="{B307338A-F06B-423D-9DB6-C139E64F20C1}" destId="{ECF0A992-A6D1-4E95-83B2-2BB70B06F194}" srcOrd="0" destOrd="0" presId="urn:microsoft.com/office/officeart/2005/8/layout/vProcess5"/>
    <dgm:cxn modelId="{E7F39F76-CBCB-41C7-B752-64BFB671666E}" type="presParOf" srcId="{B307338A-F06B-423D-9DB6-C139E64F20C1}" destId="{DEA683EB-FB1D-4148-9959-D169C1B22E19}" srcOrd="1" destOrd="0" presId="urn:microsoft.com/office/officeart/2005/8/layout/vProcess5"/>
    <dgm:cxn modelId="{48AB28BE-69AE-4D62-B903-37A307897BA5}" type="presParOf" srcId="{B307338A-F06B-423D-9DB6-C139E64F20C1}" destId="{1A27DAF5-60E1-4363-8EFF-2213AD9DDFFB}" srcOrd="2" destOrd="0" presId="urn:microsoft.com/office/officeart/2005/8/layout/vProcess5"/>
    <dgm:cxn modelId="{0B9112F7-5DFA-4280-9C6E-69A388C1FF88}" type="presParOf" srcId="{B307338A-F06B-423D-9DB6-C139E64F20C1}" destId="{3A69AFBD-9375-4B9E-B6D6-45849AEC1EE2}" srcOrd="3" destOrd="0" presId="urn:microsoft.com/office/officeart/2005/8/layout/vProcess5"/>
    <dgm:cxn modelId="{095BA3D1-530F-4E2C-99E3-7CB48BA441D8}" type="presParOf" srcId="{B307338A-F06B-423D-9DB6-C139E64F20C1}" destId="{0F6C5F24-AA4F-4A91-BE27-658A8156BB08}" srcOrd="4" destOrd="0" presId="urn:microsoft.com/office/officeart/2005/8/layout/vProcess5"/>
    <dgm:cxn modelId="{AA2480C2-CD17-4147-B87C-DBD1A6038ADE}" type="presParOf" srcId="{B307338A-F06B-423D-9DB6-C139E64F20C1}" destId="{1C6DBD80-E6C3-4CBF-A521-F10467D64A78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AFF5D838-09FC-4261-AB2A-571F99C9D4F1}" type="doc">
      <dgm:prSet loTypeId="urn:microsoft.com/office/officeart/2005/8/layout/bProcess2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4E9154A-BE7C-405B-9F80-59E12F951C88}">
      <dgm:prSet/>
      <dgm:spPr/>
      <dgm:t>
        <a:bodyPr/>
        <a:lstStyle/>
        <a:p>
          <a:r>
            <a:rPr lang="pl-PL"/>
            <a:t>Yield to procent błędów usuniętych przed kolejną fazą pracy.</a:t>
          </a:r>
          <a:endParaRPr lang="en-US"/>
        </a:p>
      </dgm:t>
    </dgm:pt>
    <dgm:pt modelId="{122A7A95-5A00-4384-A4A4-F855B5070BD3}" type="parTrans" cxnId="{811AF31B-CB0F-40A7-8518-5669C00CA0E8}">
      <dgm:prSet/>
      <dgm:spPr/>
      <dgm:t>
        <a:bodyPr/>
        <a:lstStyle/>
        <a:p>
          <a:endParaRPr lang="en-US"/>
        </a:p>
      </dgm:t>
    </dgm:pt>
    <dgm:pt modelId="{FE215DBF-8CA6-4A03-A60A-484D38441092}" type="sibTrans" cxnId="{811AF31B-CB0F-40A7-8518-5669C00CA0E8}">
      <dgm:prSet/>
      <dgm:spPr/>
      <dgm:t>
        <a:bodyPr/>
        <a:lstStyle/>
        <a:p>
          <a:endParaRPr lang="en-US"/>
        </a:p>
      </dgm:t>
    </dgm:pt>
    <dgm:pt modelId="{86527BB5-706C-4934-A238-D93F457B6313}">
      <dgm:prSet/>
      <dgm:spPr/>
      <dgm:t>
        <a:bodyPr/>
        <a:lstStyle/>
        <a:p>
          <a:r>
            <a:rPr lang="pl-PL" dirty="0"/>
            <a:t>Wyższy </a:t>
          </a:r>
          <a:r>
            <a:rPr lang="pl-PL" dirty="0" err="1"/>
            <a:t>yield</a:t>
          </a:r>
          <a:endParaRPr lang="en-US" dirty="0"/>
        </a:p>
        <a:p>
          <a:r>
            <a:rPr lang="pl-PL" dirty="0"/>
            <a:t>= </a:t>
          </a:r>
          <a:endParaRPr lang="en-US" dirty="0"/>
        </a:p>
        <a:p>
          <a:r>
            <a:rPr lang="pl-PL" dirty="0"/>
            <a:t>lepsza jakość procesu.</a:t>
          </a:r>
          <a:endParaRPr lang="en-US" dirty="0"/>
        </a:p>
      </dgm:t>
    </dgm:pt>
    <dgm:pt modelId="{30ABE452-A071-448A-8A09-6BD6B03F5733}" type="parTrans" cxnId="{114E43EA-B518-41E6-BC49-F850A9B060C8}">
      <dgm:prSet/>
      <dgm:spPr/>
      <dgm:t>
        <a:bodyPr/>
        <a:lstStyle/>
        <a:p>
          <a:endParaRPr lang="en-US"/>
        </a:p>
      </dgm:t>
    </dgm:pt>
    <dgm:pt modelId="{381F50AF-7E07-486B-B59A-1D5E632575F7}" type="sibTrans" cxnId="{114E43EA-B518-41E6-BC49-F850A9B060C8}">
      <dgm:prSet/>
      <dgm:spPr/>
      <dgm:t>
        <a:bodyPr/>
        <a:lstStyle/>
        <a:p>
          <a:endParaRPr lang="en-US"/>
        </a:p>
      </dgm:t>
    </dgm:pt>
    <dgm:pt modelId="{595CD069-0E8D-4A38-8B3C-422C3BDAEBA4}" type="pres">
      <dgm:prSet presAssocID="{AFF5D838-09FC-4261-AB2A-571F99C9D4F1}" presName="diagram" presStyleCnt="0">
        <dgm:presLayoutVars>
          <dgm:dir/>
          <dgm:resizeHandles/>
        </dgm:presLayoutVars>
      </dgm:prSet>
      <dgm:spPr/>
    </dgm:pt>
    <dgm:pt modelId="{BD832A99-8BD8-47E2-A154-39BC76EF7650}" type="pres">
      <dgm:prSet presAssocID="{D4E9154A-BE7C-405B-9F80-59E12F951C88}" presName="firstNode" presStyleLbl="node1" presStyleIdx="0" presStyleCnt="2">
        <dgm:presLayoutVars>
          <dgm:bulletEnabled val="1"/>
        </dgm:presLayoutVars>
      </dgm:prSet>
      <dgm:spPr/>
    </dgm:pt>
    <dgm:pt modelId="{11A3C631-7EB1-4042-BFE6-91992A3158B4}" type="pres">
      <dgm:prSet presAssocID="{FE215DBF-8CA6-4A03-A60A-484D38441092}" presName="sibTrans" presStyleLbl="sibTrans2D1" presStyleIdx="0" presStyleCnt="1"/>
      <dgm:spPr/>
    </dgm:pt>
    <dgm:pt modelId="{DBC82F16-0FEC-4E65-98AE-381E29EE6A6C}" type="pres">
      <dgm:prSet presAssocID="{86527BB5-706C-4934-A238-D93F457B6313}" presName="lastNode" presStyleLbl="node1" presStyleIdx="1" presStyleCnt="2">
        <dgm:presLayoutVars>
          <dgm:bulletEnabled val="1"/>
        </dgm:presLayoutVars>
      </dgm:prSet>
      <dgm:spPr/>
    </dgm:pt>
  </dgm:ptLst>
  <dgm:cxnLst>
    <dgm:cxn modelId="{02099207-C523-4D1E-BA5A-21400DFBCF60}" type="presOf" srcId="{AFF5D838-09FC-4261-AB2A-571F99C9D4F1}" destId="{595CD069-0E8D-4A38-8B3C-422C3BDAEBA4}" srcOrd="0" destOrd="0" presId="urn:microsoft.com/office/officeart/2005/8/layout/bProcess2"/>
    <dgm:cxn modelId="{811AF31B-CB0F-40A7-8518-5669C00CA0E8}" srcId="{AFF5D838-09FC-4261-AB2A-571F99C9D4F1}" destId="{D4E9154A-BE7C-405B-9F80-59E12F951C88}" srcOrd="0" destOrd="0" parTransId="{122A7A95-5A00-4384-A4A4-F855B5070BD3}" sibTransId="{FE215DBF-8CA6-4A03-A60A-484D38441092}"/>
    <dgm:cxn modelId="{BAAEE71C-ABC8-4870-94F8-E18F3644B46D}" type="presOf" srcId="{D4E9154A-BE7C-405B-9F80-59E12F951C88}" destId="{BD832A99-8BD8-47E2-A154-39BC76EF7650}" srcOrd="0" destOrd="0" presId="urn:microsoft.com/office/officeart/2005/8/layout/bProcess2"/>
    <dgm:cxn modelId="{AEBB2935-14A7-419D-A948-F58ECBBFEEA3}" type="presOf" srcId="{FE215DBF-8CA6-4A03-A60A-484D38441092}" destId="{11A3C631-7EB1-4042-BFE6-91992A3158B4}" srcOrd="0" destOrd="0" presId="urn:microsoft.com/office/officeart/2005/8/layout/bProcess2"/>
    <dgm:cxn modelId="{0CC1E94E-7AED-44BD-B649-617A6C1845D6}" type="presOf" srcId="{86527BB5-706C-4934-A238-D93F457B6313}" destId="{DBC82F16-0FEC-4E65-98AE-381E29EE6A6C}" srcOrd="0" destOrd="0" presId="urn:microsoft.com/office/officeart/2005/8/layout/bProcess2"/>
    <dgm:cxn modelId="{114E43EA-B518-41E6-BC49-F850A9B060C8}" srcId="{AFF5D838-09FC-4261-AB2A-571F99C9D4F1}" destId="{86527BB5-706C-4934-A238-D93F457B6313}" srcOrd="1" destOrd="0" parTransId="{30ABE452-A071-448A-8A09-6BD6B03F5733}" sibTransId="{381F50AF-7E07-486B-B59A-1D5E632575F7}"/>
    <dgm:cxn modelId="{770224C8-D22F-429D-93BC-17642F2AB684}" type="presParOf" srcId="{595CD069-0E8D-4A38-8B3C-422C3BDAEBA4}" destId="{BD832A99-8BD8-47E2-A154-39BC76EF7650}" srcOrd="0" destOrd="0" presId="urn:microsoft.com/office/officeart/2005/8/layout/bProcess2"/>
    <dgm:cxn modelId="{1189A588-472C-4F6D-A30C-57186E203D7C}" type="presParOf" srcId="{595CD069-0E8D-4A38-8B3C-422C3BDAEBA4}" destId="{11A3C631-7EB1-4042-BFE6-91992A3158B4}" srcOrd="1" destOrd="0" presId="urn:microsoft.com/office/officeart/2005/8/layout/bProcess2"/>
    <dgm:cxn modelId="{5BD63CC4-FD15-4B9D-8E2A-65900E54CB87}" type="presParOf" srcId="{595CD069-0E8D-4A38-8B3C-422C3BDAEBA4}" destId="{DBC82F16-0FEC-4E65-98AE-381E29EE6A6C}" srcOrd="2" destOrd="0" presId="urn:microsoft.com/office/officeart/2005/8/layout/b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4DF05F-BEB1-4A9C-BC07-A760BFE838EB}">
      <dsp:nvSpPr>
        <dsp:cNvPr id="0" name=""/>
        <dsp:cNvSpPr/>
      </dsp:nvSpPr>
      <dsp:spPr>
        <a:xfrm>
          <a:off x="5355503" y="1680317"/>
          <a:ext cx="3227164" cy="7679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3314"/>
              </a:lnTo>
              <a:lnTo>
                <a:pt x="3227164" y="523314"/>
              </a:lnTo>
              <a:lnTo>
                <a:pt x="3227164" y="76791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999FA6-560F-494D-AC95-DA653B45BEF9}">
      <dsp:nvSpPr>
        <dsp:cNvPr id="0" name=""/>
        <dsp:cNvSpPr/>
      </dsp:nvSpPr>
      <dsp:spPr>
        <a:xfrm>
          <a:off x="5309783" y="1680317"/>
          <a:ext cx="91440" cy="76791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76791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364197-C499-4506-A9E8-B19F69C20DAC}">
      <dsp:nvSpPr>
        <dsp:cNvPr id="0" name=""/>
        <dsp:cNvSpPr/>
      </dsp:nvSpPr>
      <dsp:spPr>
        <a:xfrm>
          <a:off x="2128338" y="1680317"/>
          <a:ext cx="3227164" cy="767918"/>
        </a:xfrm>
        <a:custGeom>
          <a:avLst/>
          <a:gdLst/>
          <a:ahLst/>
          <a:cxnLst/>
          <a:rect l="0" t="0" r="0" b="0"/>
          <a:pathLst>
            <a:path>
              <a:moveTo>
                <a:pt x="3227164" y="0"/>
              </a:moveTo>
              <a:lnTo>
                <a:pt x="3227164" y="523314"/>
              </a:lnTo>
              <a:lnTo>
                <a:pt x="0" y="523314"/>
              </a:lnTo>
              <a:lnTo>
                <a:pt x="0" y="76791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077319-6E05-404E-A48B-3DA09470C210}">
      <dsp:nvSpPr>
        <dsp:cNvPr id="0" name=""/>
        <dsp:cNvSpPr/>
      </dsp:nvSpPr>
      <dsp:spPr>
        <a:xfrm>
          <a:off x="4035299" y="3659"/>
          <a:ext cx="2640407" cy="16766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F77248-C577-4F31-B6C7-C6DFDFC6C71A}">
      <dsp:nvSpPr>
        <dsp:cNvPr id="0" name=""/>
        <dsp:cNvSpPr/>
      </dsp:nvSpPr>
      <dsp:spPr>
        <a:xfrm>
          <a:off x="4328678" y="282368"/>
          <a:ext cx="2640407" cy="16766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/>
            <a:t>Filip </a:t>
          </a:r>
          <a:r>
            <a:rPr lang="en-US" sz="2500" kern="1200"/>
            <a:t>–</a:t>
          </a:r>
          <a:r>
            <a:rPr lang="pl-PL" sz="2500" kern="1200"/>
            <a:t> inżynier danych:</a:t>
          </a:r>
          <a:endParaRPr lang="en-US" sz="2500" kern="1200"/>
        </a:p>
      </dsp:txBody>
      <dsp:txXfrm>
        <a:off x="4377786" y="331476"/>
        <a:ext cx="2542191" cy="1578442"/>
      </dsp:txXfrm>
    </dsp:sp>
    <dsp:sp modelId="{68FB55BE-7B12-49A9-A24F-43BA3BEE4D4F}">
      <dsp:nvSpPr>
        <dsp:cNvPr id="0" name=""/>
        <dsp:cNvSpPr/>
      </dsp:nvSpPr>
      <dsp:spPr>
        <a:xfrm>
          <a:off x="808134" y="2448236"/>
          <a:ext cx="2640407" cy="16766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84A91F-9DB5-4560-90A7-425D7C74DA85}">
      <dsp:nvSpPr>
        <dsp:cNvPr id="0" name=""/>
        <dsp:cNvSpPr/>
      </dsp:nvSpPr>
      <dsp:spPr>
        <a:xfrm>
          <a:off x="1101513" y="2726946"/>
          <a:ext cx="2640407" cy="16766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/>
            <a:t>pracuje przy dużych projektach analitycznych </a:t>
          </a:r>
          <a:endParaRPr lang="en-US" sz="2500" kern="1200"/>
        </a:p>
      </dsp:txBody>
      <dsp:txXfrm>
        <a:off x="1150621" y="2776054"/>
        <a:ext cx="2542191" cy="1578442"/>
      </dsp:txXfrm>
    </dsp:sp>
    <dsp:sp modelId="{334C9254-7CD4-4DE3-995D-25EEDDA04449}">
      <dsp:nvSpPr>
        <dsp:cNvPr id="0" name=""/>
        <dsp:cNvSpPr/>
      </dsp:nvSpPr>
      <dsp:spPr>
        <a:xfrm>
          <a:off x="4035299" y="2448236"/>
          <a:ext cx="2640407" cy="16766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60EEF4-948C-40CA-A783-5EF989AFBF5E}">
      <dsp:nvSpPr>
        <dsp:cNvPr id="0" name=""/>
        <dsp:cNvSpPr/>
      </dsp:nvSpPr>
      <dsp:spPr>
        <a:xfrm>
          <a:off x="4328678" y="2726946"/>
          <a:ext cx="2640407" cy="16766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/>
            <a:t>tworzy pipeline’y danych i modele </a:t>
          </a:r>
          <a:endParaRPr lang="en-US" sz="2500" kern="1200"/>
        </a:p>
      </dsp:txBody>
      <dsp:txXfrm>
        <a:off x="4377786" y="2776054"/>
        <a:ext cx="2542191" cy="1578442"/>
      </dsp:txXfrm>
    </dsp:sp>
    <dsp:sp modelId="{EC89D4C3-9880-4729-A578-2F9E3D196FEC}">
      <dsp:nvSpPr>
        <dsp:cNvPr id="0" name=""/>
        <dsp:cNvSpPr/>
      </dsp:nvSpPr>
      <dsp:spPr>
        <a:xfrm>
          <a:off x="7262464" y="2448236"/>
          <a:ext cx="2640407" cy="16766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A5D867-9119-441E-A83D-5DB5F73B209C}">
      <dsp:nvSpPr>
        <dsp:cNvPr id="0" name=""/>
        <dsp:cNvSpPr/>
      </dsp:nvSpPr>
      <dsp:spPr>
        <a:xfrm>
          <a:off x="7555842" y="2726946"/>
          <a:ext cx="2640407" cy="16766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/>
            <a:t>często pracuje pod presją czasu</a:t>
          </a:r>
          <a:endParaRPr lang="en-US" sz="2500" kern="1200"/>
        </a:p>
      </dsp:txBody>
      <dsp:txXfrm>
        <a:off x="7604950" y="2776054"/>
        <a:ext cx="2542191" cy="15784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8D4A8F-9AB9-4014-8078-2B2B1BCE0FAF}">
      <dsp:nvSpPr>
        <dsp:cNvPr id="0" name=""/>
        <dsp:cNvSpPr/>
      </dsp:nvSpPr>
      <dsp:spPr>
        <a:xfrm>
          <a:off x="0" y="537"/>
          <a:ext cx="11004385" cy="12589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49B545-A992-486E-90DB-F734398F010A}">
      <dsp:nvSpPr>
        <dsp:cNvPr id="0" name=""/>
        <dsp:cNvSpPr/>
      </dsp:nvSpPr>
      <dsp:spPr>
        <a:xfrm>
          <a:off x="380820" y="283792"/>
          <a:ext cx="692400" cy="6924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CB5848-B6FC-4572-A79E-242E020301A1}">
      <dsp:nvSpPr>
        <dsp:cNvPr id="0" name=""/>
        <dsp:cNvSpPr/>
      </dsp:nvSpPr>
      <dsp:spPr>
        <a:xfrm>
          <a:off x="1454042" y="537"/>
          <a:ext cx="9550342" cy="1258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235" tIns="133235" rIns="133235" bIns="133235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300" kern="1200"/>
            <a:t>Personal Software Process (PSP) to metoda zarządzania własną prac</a:t>
          </a:r>
          <a:r>
            <a:rPr lang="en-US" sz="2300" kern="1200"/>
            <a:t>ą</a:t>
          </a:r>
          <a:r>
            <a:rPr lang="pl-PL" sz="2300" kern="1200"/>
            <a:t>.</a:t>
          </a:r>
          <a:endParaRPr lang="en-US" sz="2300" kern="1200"/>
        </a:p>
      </dsp:txBody>
      <dsp:txXfrm>
        <a:off x="1454042" y="537"/>
        <a:ext cx="9550342" cy="1258910"/>
      </dsp:txXfrm>
    </dsp:sp>
    <dsp:sp modelId="{F4BF97B3-A857-4DA6-AEEC-0C2F431DECA9}">
      <dsp:nvSpPr>
        <dsp:cNvPr id="0" name=""/>
        <dsp:cNvSpPr/>
      </dsp:nvSpPr>
      <dsp:spPr>
        <a:xfrm>
          <a:off x="0" y="1574176"/>
          <a:ext cx="11004385" cy="12589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178D63-F288-4B80-8C19-722ED95ED74F}">
      <dsp:nvSpPr>
        <dsp:cNvPr id="0" name=""/>
        <dsp:cNvSpPr/>
      </dsp:nvSpPr>
      <dsp:spPr>
        <a:xfrm>
          <a:off x="380820" y="1857431"/>
          <a:ext cx="692400" cy="6924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DB2026-D2A3-42EE-A01F-A0B9E38DB0D1}">
      <dsp:nvSpPr>
        <dsp:cNvPr id="0" name=""/>
        <dsp:cNvSpPr/>
      </dsp:nvSpPr>
      <dsp:spPr>
        <a:xfrm>
          <a:off x="1454042" y="1574176"/>
          <a:ext cx="9550342" cy="1258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235" tIns="133235" rIns="133235" bIns="133235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300" kern="1200"/>
            <a:t>Pozwala mierzyć, analizować i poprawiać jakość oraz produktywność.</a:t>
          </a:r>
          <a:endParaRPr lang="en-US" sz="2300" kern="1200"/>
        </a:p>
      </dsp:txBody>
      <dsp:txXfrm>
        <a:off x="1454042" y="1574176"/>
        <a:ext cx="9550342" cy="1258910"/>
      </dsp:txXfrm>
    </dsp:sp>
    <dsp:sp modelId="{1E801604-A7BE-4926-9DD6-8AA0B72F53BD}">
      <dsp:nvSpPr>
        <dsp:cNvPr id="0" name=""/>
        <dsp:cNvSpPr/>
      </dsp:nvSpPr>
      <dsp:spPr>
        <a:xfrm>
          <a:off x="0" y="3147815"/>
          <a:ext cx="11004385" cy="12589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01F722-0131-4862-B2CC-55ED3D9F920C}">
      <dsp:nvSpPr>
        <dsp:cNvPr id="0" name=""/>
        <dsp:cNvSpPr/>
      </dsp:nvSpPr>
      <dsp:spPr>
        <a:xfrm>
          <a:off x="380820" y="3431070"/>
          <a:ext cx="692400" cy="6924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7DF04F-173B-405F-80AE-31156481A292}">
      <dsp:nvSpPr>
        <dsp:cNvPr id="0" name=""/>
        <dsp:cNvSpPr/>
      </dsp:nvSpPr>
      <dsp:spPr>
        <a:xfrm>
          <a:off x="1454042" y="3147815"/>
          <a:ext cx="9550342" cy="1258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235" tIns="133235" rIns="133235" bIns="133235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300" kern="1200"/>
            <a:t>PSP to podejście, które traktuje </a:t>
          </a:r>
          <a:r>
            <a:rPr lang="en-US" sz="2300" kern="1200"/>
            <a:t>pracownika (np. </a:t>
          </a:r>
          <a:r>
            <a:rPr lang="pl-PL" sz="2300" kern="1200"/>
            <a:t>Inżyniera</a:t>
          </a:r>
          <a:r>
            <a:rPr lang="en-US" sz="2300" kern="1200"/>
            <a:t> danych)</a:t>
          </a:r>
          <a:r>
            <a:rPr lang="pl-PL" sz="2300" kern="1200"/>
            <a:t> jak </a:t>
          </a:r>
          <a:r>
            <a:rPr lang="en-US" sz="2300" kern="1200"/>
            <a:t>“</a:t>
          </a:r>
          <a:r>
            <a:rPr lang="pl-PL" sz="2300" kern="1200"/>
            <a:t>mini</a:t>
          </a:r>
          <a:r>
            <a:rPr lang="en-US" sz="2300" kern="1200"/>
            <a:t> </a:t>
          </a:r>
          <a:r>
            <a:rPr lang="pl-PL" sz="2300" kern="1200"/>
            <a:t>proje</a:t>
          </a:r>
          <a:r>
            <a:rPr lang="en-US" sz="2300" kern="1200"/>
            <a:t>k</a:t>
          </a:r>
          <a:r>
            <a:rPr lang="pl-PL" sz="2300" kern="1200"/>
            <a:t>t</a:t>
          </a:r>
          <a:r>
            <a:rPr lang="en-US" sz="2300" kern="1200"/>
            <a:t>”</a:t>
          </a:r>
          <a:r>
            <a:rPr lang="pl-PL" sz="2300" kern="1200"/>
            <a:t>. To oznacza, że zarządza on swoją pracą tak, jak zarządza się całym projektem</a:t>
          </a:r>
          <a:endParaRPr lang="en-US" sz="2300" kern="1200"/>
        </a:p>
      </dsp:txBody>
      <dsp:txXfrm>
        <a:off x="1454042" y="3147815"/>
        <a:ext cx="9550342" cy="12589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B37C21-056D-464B-88B1-8A591F20AD7A}">
      <dsp:nvSpPr>
        <dsp:cNvPr id="0" name=""/>
        <dsp:cNvSpPr/>
      </dsp:nvSpPr>
      <dsp:spPr>
        <a:xfrm>
          <a:off x="0" y="639679"/>
          <a:ext cx="6449246" cy="7956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000" kern="1200"/>
            <a:t>Produktywność to stosunek efektów pracy do czasu.</a:t>
          </a:r>
          <a:br>
            <a:rPr lang="pl-PL" sz="2000" kern="1200"/>
          </a:br>
          <a:r>
            <a:rPr lang="pl-PL" sz="2000" kern="1200"/>
            <a:t>Może być mierzona poprzez:</a:t>
          </a:r>
          <a:endParaRPr lang="en-US" sz="2000" kern="1200"/>
        </a:p>
      </dsp:txBody>
      <dsp:txXfrm>
        <a:off x="38838" y="678517"/>
        <a:ext cx="6371570" cy="717924"/>
      </dsp:txXfrm>
    </dsp:sp>
    <dsp:sp modelId="{AB004762-448E-40C1-A8EA-F155DF82F040}">
      <dsp:nvSpPr>
        <dsp:cNvPr id="0" name=""/>
        <dsp:cNvSpPr/>
      </dsp:nvSpPr>
      <dsp:spPr>
        <a:xfrm>
          <a:off x="0" y="1492879"/>
          <a:ext cx="6449246" cy="7956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- </a:t>
          </a:r>
          <a:r>
            <a:rPr lang="pl-PL" sz="2000" kern="1200" dirty="0"/>
            <a:t>liczbę wykonanych zadań </a:t>
          </a:r>
          <a:endParaRPr lang="en-US" sz="2000" kern="1200" dirty="0"/>
        </a:p>
      </dsp:txBody>
      <dsp:txXfrm>
        <a:off x="38838" y="1531717"/>
        <a:ext cx="6371570" cy="717924"/>
      </dsp:txXfrm>
    </dsp:sp>
    <dsp:sp modelId="{7E01D462-3590-4438-A0DC-C09ED0453945}">
      <dsp:nvSpPr>
        <dsp:cNvPr id="0" name=""/>
        <dsp:cNvSpPr/>
      </dsp:nvSpPr>
      <dsp:spPr>
        <a:xfrm>
          <a:off x="0" y="2346079"/>
          <a:ext cx="6449246" cy="7956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- </a:t>
          </a:r>
          <a:r>
            <a:rPr lang="pl-PL" sz="2000" kern="1200" dirty="0"/>
            <a:t>jakość kodu </a:t>
          </a:r>
          <a:endParaRPr lang="en-US" sz="2000" kern="1200" dirty="0"/>
        </a:p>
      </dsp:txBody>
      <dsp:txXfrm>
        <a:off x="38838" y="2384917"/>
        <a:ext cx="6371570" cy="717924"/>
      </dsp:txXfrm>
    </dsp:sp>
    <dsp:sp modelId="{A6BFCB07-2576-41C0-B075-461AAC507A9E}">
      <dsp:nvSpPr>
        <dsp:cNvPr id="0" name=""/>
        <dsp:cNvSpPr/>
      </dsp:nvSpPr>
      <dsp:spPr>
        <a:xfrm>
          <a:off x="0" y="3199279"/>
          <a:ext cx="6449246" cy="7956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- </a:t>
          </a:r>
          <a:r>
            <a:rPr lang="pl-PL" sz="2000" kern="1200" dirty="0"/>
            <a:t>liczbę błędów </a:t>
          </a:r>
          <a:endParaRPr lang="en-US" sz="2000" kern="1200" dirty="0"/>
        </a:p>
      </dsp:txBody>
      <dsp:txXfrm>
        <a:off x="38838" y="3238117"/>
        <a:ext cx="6371570" cy="717924"/>
      </dsp:txXfrm>
    </dsp:sp>
    <dsp:sp modelId="{49E3FD1E-7B1E-4982-BFCB-C4A0C2C8501F}">
      <dsp:nvSpPr>
        <dsp:cNvPr id="0" name=""/>
        <dsp:cNvSpPr/>
      </dsp:nvSpPr>
      <dsp:spPr>
        <a:xfrm>
          <a:off x="0" y="4052479"/>
          <a:ext cx="6449246" cy="79560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- </a:t>
          </a:r>
          <a:r>
            <a:rPr lang="pl-PL" sz="2000" kern="1200" dirty="0"/>
            <a:t>czas realizacji</a:t>
          </a:r>
          <a:endParaRPr lang="en-US" sz="2000" kern="1200" dirty="0"/>
        </a:p>
      </dsp:txBody>
      <dsp:txXfrm>
        <a:off x="38838" y="4091317"/>
        <a:ext cx="6371570" cy="7179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FDEF01-67B1-4E99-9B52-5357E0FD71A4}">
      <dsp:nvSpPr>
        <dsp:cNvPr id="0" name=""/>
        <dsp:cNvSpPr/>
      </dsp:nvSpPr>
      <dsp:spPr>
        <a:xfrm>
          <a:off x="0" y="4287"/>
          <a:ext cx="6449246" cy="91319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81B0A1-2369-4129-9C7B-BFB1B3142A5D}">
      <dsp:nvSpPr>
        <dsp:cNvPr id="0" name=""/>
        <dsp:cNvSpPr/>
      </dsp:nvSpPr>
      <dsp:spPr>
        <a:xfrm>
          <a:off x="276242" y="209756"/>
          <a:ext cx="502258" cy="50225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45DA5A-A3AA-4E54-A96A-B471FCB432EC}">
      <dsp:nvSpPr>
        <dsp:cNvPr id="0" name=""/>
        <dsp:cNvSpPr/>
      </dsp:nvSpPr>
      <dsp:spPr>
        <a:xfrm>
          <a:off x="1054742" y="4287"/>
          <a:ext cx="5394503" cy="913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647" tIns="96647" rIns="96647" bIns="96647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/>
            <a:t>Planowanie pracy indywidualnej jest równie ważne jak planowanie całego projektu</a:t>
          </a:r>
          <a:r>
            <a:rPr lang="en-US" sz="1700" kern="1200"/>
            <a:t>. Obejmuje:</a:t>
          </a:r>
        </a:p>
      </dsp:txBody>
      <dsp:txXfrm>
        <a:off x="1054742" y="4287"/>
        <a:ext cx="5394503" cy="913197"/>
      </dsp:txXfrm>
    </dsp:sp>
    <dsp:sp modelId="{9B68A06A-A33F-4C7A-867F-585B868F809C}">
      <dsp:nvSpPr>
        <dsp:cNvPr id="0" name=""/>
        <dsp:cNvSpPr/>
      </dsp:nvSpPr>
      <dsp:spPr>
        <a:xfrm>
          <a:off x="0" y="1145783"/>
          <a:ext cx="6449246" cy="91319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1BA0EE-779A-4905-BDE5-B89D7B582431}">
      <dsp:nvSpPr>
        <dsp:cNvPr id="0" name=""/>
        <dsp:cNvSpPr/>
      </dsp:nvSpPr>
      <dsp:spPr>
        <a:xfrm>
          <a:off x="276242" y="1351253"/>
          <a:ext cx="502258" cy="50225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E0BFB7-7124-4AE0-A6FB-B26340319E39}">
      <dsp:nvSpPr>
        <dsp:cNvPr id="0" name=""/>
        <dsp:cNvSpPr/>
      </dsp:nvSpPr>
      <dsp:spPr>
        <a:xfrm>
          <a:off x="1054742" y="1145783"/>
          <a:ext cx="5394503" cy="913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647" tIns="96647" rIns="96647" bIns="96647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/>
            <a:t>podział pracy na zadania</a:t>
          </a:r>
          <a:endParaRPr lang="en-US" sz="1700" kern="1200"/>
        </a:p>
      </dsp:txBody>
      <dsp:txXfrm>
        <a:off x="1054742" y="1145783"/>
        <a:ext cx="5394503" cy="913197"/>
      </dsp:txXfrm>
    </dsp:sp>
    <dsp:sp modelId="{0DF2F091-0D11-4B8D-8637-F865F206C151}">
      <dsp:nvSpPr>
        <dsp:cNvPr id="0" name=""/>
        <dsp:cNvSpPr/>
      </dsp:nvSpPr>
      <dsp:spPr>
        <a:xfrm>
          <a:off x="0" y="2287280"/>
          <a:ext cx="6449246" cy="91319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22E48E-B1C4-47EC-86C8-AD837867D604}">
      <dsp:nvSpPr>
        <dsp:cNvPr id="0" name=""/>
        <dsp:cNvSpPr/>
      </dsp:nvSpPr>
      <dsp:spPr>
        <a:xfrm>
          <a:off x="276242" y="2492749"/>
          <a:ext cx="502258" cy="50225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98B9DB-32F0-44E9-AF01-248B2232C091}">
      <dsp:nvSpPr>
        <dsp:cNvPr id="0" name=""/>
        <dsp:cNvSpPr/>
      </dsp:nvSpPr>
      <dsp:spPr>
        <a:xfrm>
          <a:off x="1054742" y="2287280"/>
          <a:ext cx="5394503" cy="913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647" tIns="96647" rIns="96647" bIns="96647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/>
            <a:t>estymację czasu</a:t>
          </a:r>
          <a:endParaRPr lang="en-US" sz="1700" kern="1200"/>
        </a:p>
      </dsp:txBody>
      <dsp:txXfrm>
        <a:off x="1054742" y="2287280"/>
        <a:ext cx="5394503" cy="913197"/>
      </dsp:txXfrm>
    </dsp:sp>
    <dsp:sp modelId="{376D2815-E230-45DC-889B-1B4E64FA1D99}">
      <dsp:nvSpPr>
        <dsp:cNvPr id="0" name=""/>
        <dsp:cNvSpPr/>
      </dsp:nvSpPr>
      <dsp:spPr>
        <a:xfrm>
          <a:off x="0" y="3428776"/>
          <a:ext cx="6449246" cy="91319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578F7D-88AA-4E9A-85F6-F789AD71F025}">
      <dsp:nvSpPr>
        <dsp:cNvPr id="0" name=""/>
        <dsp:cNvSpPr/>
      </dsp:nvSpPr>
      <dsp:spPr>
        <a:xfrm>
          <a:off x="276242" y="3634246"/>
          <a:ext cx="502258" cy="50225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F1B519-A75A-4A7B-B50E-DF77CE1BB985}">
      <dsp:nvSpPr>
        <dsp:cNvPr id="0" name=""/>
        <dsp:cNvSpPr/>
      </dsp:nvSpPr>
      <dsp:spPr>
        <a:xfrm>
          <a:off x="1054742" y="3428776"/>
          <a:ext cx="5394503" cy="913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647" tIns="96647" rIns="96647" bIns="96647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/>
            <a:t>określenie priorytetów</a:t>
          </a:r>
          <a:endParaRPr lang="en-US" sz="1700" kern="1200"/>
        </a:p>
      </dsp:txBody>
      <dsp:txXfrm>
        <a:off x="1054742" y="3428776"/>
        <a:ext cx="5394503" cy="913197"/>
      </dsp:txXfrm>
    </dsp:sp>
    <dsp:sp modelId="{F02FDDF9-66A2-4307-91C4-3A113760D237}">
      <dsp:nvSpPr>
        <dsp:cNvPr id="0" name=""/>
        <dsp:cNvSpPr/>
      </dsp:nvSpPr>
      <dsp:spPr>
        <a:xfrm>
          <a:off x="0" y="4570273"/>
          <a:ext cx="6449246" cy="91319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A23CED-E1E5-407D-880F-B87840D5E1A8}">
      <dsp:nvSpPr>
        <dsp:cNvPr id="0" name=""/>
        <dsp:cNvSpPr/>
      </dsp:nvSpPr>
      <dsp:spPr>
        <a:xfrm>
          <a:off x="276242" y="4775742"/>
          <a:ext cx="502258" cy="50225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7D7F9D-77C2-4F7C-BF98-8769C6695541}">
      <dsp:nvSpPr>
        <dsp:cNvPr id="0" name=""/>
        <dsp:cNvSpPr/>
      </dsp:nvSpPr>
      <dsp:spPr>
        <a:xfrm>
          <a:off x="1054742" y="4570273"/>
          <a:ext cx="5394503" cy="913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647" tIns="96647" rIns="96647" bIns="96647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/>
            <a:t>uwzględnienie ryzyka</a:t>
          </a:r>
          <a:endParaRPr lang="en-US" sz="1700" kern="1200"/>
        </a:p>
      </dsp:txBody>
      <dsp:txXfrm>
        <a:off x="1054742" y="4570273"/>
        <a:ext cx="5394503" cy="91319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355CE4-9981-49FA-9EDA-3F8FADC598D7}">
      <dsp:nvSpPr>
        <dsp:cNvPr id="0" name=""/>
        <dsp:cNvSpPr/>
      </dsp:nvSpPr>
      <dsp:spPr>
        <a:xfrm>
          <a:off x="0" y="0"/>
          <a:ext cx="3149203" cy="354806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5524" tIns="330200" rIns="245524" bIns="33020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600" kern="1200" dirty="0"/>
            <a:t>Filip zbiera dane o swojej pracy.</a:t>
          </a:r>
          <a:endParaRPr lang="en-US" sz="2600" kern="1200" dirty="0"/>
        </a:p>
      </dsp:txBody>
      <dsp:txXfrm>
        <a:off x="0" y="1348263"/>
        <a:ext cx="3149203" cy="2128837"/>
      </dsp:txXfrm>
    </dsp:sp>
    <dsp:sp modelId="{3AD70F43-5544-4A34-880B-C9ADCE262E57}">
      <dsp:nvSpPr>
        <dsp:cNvPr id="0" name=""/>
        <dsp:cNvSpPr/>
      </dsp:nvSpPr>
      <dsp:spPr>
        <a:xfrm>
          <a:off x="1042392" y="354806"/>
          <a:ext cx="1064418" cy="106441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986" tIns="12700" rIns="82986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198272" y="510686"/>
        <a:ext cx="752658" cy="752658"/>
      </dsp:txXfrm>
    </dsp:sp>
    <dsp:sp modelId="{F9333058-37C7-4155-90AB-8EBB7557223C}">
      <dsp:nvSpPr>
        <dsp:cNvPr id="0" name=""/>
        <dsp:cNvSpPr/>
      </dsp:nvSpPr>
      <dsp:spPr>
        <a:xfrm>
          <a:off x="0" y="3547990"/>
          <a:ext cx="3149203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DFF41F-D544-4ACB-9869-D6A1FD14091C}">
      <dsp:nvSpPr>
        <dsp:cNvPr id="0" name=""/>
        <dsp:cNvSpPr/>
      </dsp:nvSpPr>
      <dsp:spPr>
        <a:xfrm>
          <a:off x="3464123" y="0"/>
          <a:ext cx="3149203" cy="3548062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5524" tIns="330200" rIns="245524" bIns="33020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600" kern="1200" dirty="0"/>
            <a:t>Zaczyna rozumieć swoje błędy i ograniczenia.</a:t>
          </a:r>
          <a:endParaRPr lang="en-US" sz="2600" kern="1200" dirty="0"/>
        </a:p>
      </dsp:txBody>
      <dsp:txXfrm>
        <a:off x="3464123" y="1348263"/>
        <a:ext cx="3149203" cy="2128837"/>
      </dsp:txXfrm>
    </dsp:sp>
    <dsp:sp modelId="{651A2FE3-EE76-41D9-B128-283070E99013}">
      <dsp:nvSpPr>
        <dsp:cNvPr id="0" name=""/>
        <dsp:cNvSpPr/>
      </dsp:nvSpPr>
      <dsp:spPr>
        <a:xfrm>
          <a:off x="4506515" y="354806"/>
          <a:ext cx="1064418" cy="106441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986" tIns="12700" rIns="82986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662395" y="510686"/>
        <a:ext cx="752658" cy="752658"/>
      </dsp:txXfrm>
    </dsp:sp>
    <dsp:sp modelId="{B2474FE8-CEAF-4E9E-AB2D-557FD5D46B2B}">
      <dsp:nvSpPr>
        <dsp:cNvPr id="0" name=""/>
        <dsp:cNvSpPr/>
      </dsp:nvSpPr>
      <dsp:spPr>
        <a:xfrm>
          <a:off x="3464123" y="3547990"/>
          <a:ext cx="3149203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8E2C52-D931-42E4-ACF9-20DB49FCF248}">
      <dsp:nvSpPr>
        <dsp:cNvPr id="0" name=""/>
        <dsp:cNvSpPr/>
      </dsp:nvSpPr>
      <dsp:spPr>
        <a:xfrm>
          <a:off x="6928246" y="0"/>
          <a:ext cx="3149203" cy="3548062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5524" tIns="330200" rIns="245524" bIns="33020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600" kern="1200" dirty="0"/>
            <a:t>Teraz chce świadomie się rozwijać.</a:t>
          </a:r>
          <a:endParaRPr lang="en-US" sz="2600" kern="1200" dirty="0"/>
        </a:p>
      </dsp:txBody>
      <dsp:txXfrm>
        <a:off x="6928246" y="1348263"/>
        <a:ext cx="3149203" cy="2128837"/>
      </dsp:txXfrm>
    </dsp:sp>
    <dsp:sp modelId="{6B54CBB2-377C-452B-AA08-DCFFC7F6AA68}">
      <dsp:nvSpPr>
        <dsp:cNvPr id="0" name=""/>
        <dsp:cNvSpPr/>
      </dsp:nvSpPr>
      <dsp:spPr>
        <a:xfrm>
          <a:off x="7970639" y="354806"/>
          <a:ext cx="1064418" cy="1064418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986" tIns="12700" rIns="82986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126519" y="510686"/>
        <a:ext cx="752658" cy="752658"/>
      </dsp:txXfrm>
    </dsp:sp>
    <dsp:sp modelId="{4E4FED9A-4BC9-4489-BCAD-9F0C3F5C7C9C}">
      <dsp:nvSpPr>
        <dsp:cNvPr id="0" name=""/>
        <dsp:cNvSpPr/>
      </dsp:nvSpPr>
      <dsp:spPr>
        <a:xfrm>
          <a:off x="6928246" y="3547990"/>
          <a:ext cx="3149203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A1E6A1-A732-4158-A616-FF1074EAA17E}">
      <dsp:nvSpPr>
        <dsp:cNvPr id="0" name=""/>
        <dsp:cNvSpPr/>
      </dsp:nvSpPr>
      <dsp:spPr>
        <a:xfrm rot="5400000">
          <a:off x="5433441" y="-1450753"/>
          <a:ext cx="2838449" cy="644956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95250" rIns="190500" bIns="95250" numCol="1" spcCol="1270" anchor="ctr" anchorCtr="0">
          <a:noAutofit/>
        </a:bodyPr>
        <a:lstStyle/>
        <a:p>
          <a:pPr marL="285750" lvl="1" indent="-285750" algn="l" defTabSz="2222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5000" kern="1200"/>
            <a:t>zbyt optymistyczne </a:t>
          </a:r>
          <a:endParaRPr lang="en-US" sz="5000" kern="1200"/>
        </a:p>
        <a:p>
          <a:pPr marL="285750" lvl="1" indent="-285750" algn="l" defTabSz="2222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5000" kern="1200"/>
            <a:t>niedokładne </a:t>
          </a:r>
          <a:endParaRPr lang="en-US" sz="5000" kern="1200"/>
        </a:p>
        <a:p>
          <a:pPr marL="285750" lvl="1" indent="-285750" algn="l" defTabSz="2222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5000" kern="1200"/>
            <a:t>oparte na intuicji</a:t>
          </a:r>
          <a:endParaRPr lang="en-US" sz="5000" kern="1200"/>
        </a:p>
      </dsp:txBody>
      <dsp:txXfrm rot="-5400000">
        <a:off x="3627882" y="493368"/>
        <a:ext cx="6311006" cy="2561325"/>
      </dsp:txXfrm>
    </dsp:sp>
    <dsp:sp modelId="{4A0C8FD8-2705-4ED5-8E6A-37F0EBBD1B0C}">
      <dsp:nvSpPr>
        <dsp:cNvPr id="0" name=""/>
        <dsp:cNvSpPr/>
      </dsp:nvSpPr>
      <dsp:spPr>
        <a:xfrm>
          <a:off x="0" y="0"/>
          <a:ext cx="3627882" cy="35480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93345" rIns="186690" bIns="93345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4900" kern="1200"/>
            <a:t>Estymacje często są:</a:t>
          </a:r>
          <a:endParaRPr lang="en-US" sz="4900" kern="1200"/>
        </a:p>
      </dsp:txBody>
      <dsp:txXfrm>
        <a:off x="173202" y="173202"/>
        <a:ext cx="3281478" cy="320165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ADDAEB-655E-4EF7-AFA8-13BE86C9A78D}">
      <dsp:nvSpPr>
        <dsp:cNvPr id="0" name=""/>
        <dsp:cNvSpPr/>
      </dsp:nvSpPr>
      <dsp:spPr>
        <a:xfrm>
          <a:off x="196" y="348032"/>
          <a:ext cx="2376664" cy="285199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762" tIns="0" rIns="234762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b="0" i="0" kern="1200" baseline="0"/>
            <a:t>korzystanie z danych historycznych </a:t>
          </a:r>
          <a:endParaRPr lang="en-US" sz="2100" kern="1200"/>
        </a:p>
      </dsp:txBody>
      <dsp:txXfrm>
        <a:off x="196" y="1488831"/>
        <a:ext cx="2376664" cy="1711198"/>
      </dsp:txXfrm>
    </dsp:sp>
    <dsp:sp modelId="{4784BA05-4DF1-477C-843B-182CC9C35ED3}">
      <dsp:nvSpPr>
        <dsp:cNvPr id="0" name=""/>
        <dsp:cNvSpPr/>
      </dsp:nvSpPr>
      <dsp:spPr>
        <a:xfrm>
          <a:off x="196" y="348032"/>
          <a:ext cx="2376664" cy="114079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762" tIns="165100" rIns="234762" bIns="165100" numCol="1" spcCol="1270" anchor="ctr" anchorCtr="0">
          <a:noAutofit/>
        </a:bodyPr>
        <a:lstStyle/>
        <a:p>
          <a:pPr marL="0" lvl="0" indent="0" algn="l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kern="1200"/>
            <a:t>01</a:t>
          </a:r>
        </a:p>
      </dsp:txBody>
      <dsp:txXfrm>
        <a:off x="196" y="348032"/>
        <a:ext cx="2376664" cy="1140798"/>
      </dsp:txXfrm>
    </dsp:sp>
    <dsp:sp modelId="{5FB74D1A-A89E-4A3A-8F32-029AD802B6D2}">
      <dsp:nvSpPr>
        <dsp:cNvPr id="0" name=""/>
        <dsp:cNvSpPr/>
      </dsp:nvSpPr>
      <dsp:spPr>
        <a:xfrm>
          <a:off x="2566994" y="348032"/>
          <a:ext cx="2376664" cy="285199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762" tIns="0" rIns="234762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b="0" i="0" kern="1200" baseline="0"/>
            <a:t>rozbijanie zadań na mniejsze części </a:t>
          </a:r>
          <a:endParaRPr lang="en-US" sz="2100" kern="1200"/>
        </a:p>
      </dsp:txBody>
      <dsp:txXfrm>
        <a:off x="2566994" y="1488831"/>
        <a:ext cx="2376664" cy="1711198"/>
      </dsp:txXfrm>
    </dsp:sp>
    <dsp:sp modelId="{3EFBF218-2A7B-429B-A706-2253F80C5D7B}">
      <dsp:nvSpPr>
        <dsp:cNvPr id="0" name=""/>
        <dsp:cNvSpPr/>
      </dsp:nvSpPr>
      <dsp:spPr>
        <a:xfrm>
          <a:off x="2566994" y="348032"/>
          <a:ext cx="2376664" cy="114079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762" tIns="165100" rIns="234762" bIns="165100" numCol="1" spcCol="1270" anchor="ctr" anchorCtr="0">
          <a:noAutofit/>
        </a:bodyPr>
        <a:lstStyle/>
        <a:p>
          <a:pPr marL="0" lvl="0" indent="0" algn="l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kern="1200"/>
            <a:t>02</a:t>
          </a:r>
        </a:p>
      </dsp:txBody>
      <dsp:txXfrm>
        <a:off x="2566994" y="348032"/>
        <a:ext cx="2376664" cy="1140798"/>
      </dsp:txXfrm>
    </dsp:sp>
    <dsp:sp modelId="{15736578-3A5B-4C40-BAE8-6C04AD3C9C89}">
      <dsp:nvSpPr>
        <dsp:cNvPr id="0" name=""/>
        <dsp:cNvSpPr/>
      </dsp:nvSpPr>
      <dsp:spPr>
        <a:xfrm>
          <a:off x="5133791" y="348032"/>
          <a:ext cx="2376664" cy="285199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762" tIns="0" rIns="234762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b="0" i="0" kern="1200" baseline="0"/>
            <a:t>porównywanie planu z rzeczywistością </a:t>
          </a:r>
          <a:endParaRPr lang="en-US" sz="2100" kern="1200"/>
        </a:p>
      </dsp:txBody>
      <dsp:txXfrm>
        <a:off x="5133791" y="1488831"/>
        <a:ext cx="2376664" cy="1711198"/>
      </dsp:txXfrm>
    </dsp:sp>
    <dsp:sp modelId="{0C6029BF-D2FC-4C98-8FD5-DAB03728E090}">
      <dsp:nvSpPr>
        <dsp:cNvPr id="0" name=""/>
        <dsp:cNvSpPr/>
      </dsp:nvSpPr>
      <dsp:spPr>
        <a:xfrm>
          <a:off x="5133791" y="348032"/>
          <a:ext cx="2376664" cy="114079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762" tIns="165100" rIns="234762" bIns="165100" numCol="1" spcCol="1270" anchor="ctr" anchorCtr="0">
          <a:noAutofit/>
        </a:bodyPr>
        <a:lstStyle/>
        <a:p>
          <a:pPr marL="0" lvl="0" indent="0" algn="l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kern="1200"/>
            <a:t>03</a:t>
          </a:r>
        </a:p>
      </dsp:txBody>
      <dsp:txXfrm>
        <a:off x="5133791" y="348032"/>
        <a:ext cx="2376664" cy="1140798"/>
      </dsp:txXfrm>
    </dsp:sp>
    <dsp:sp modelId="{8F5816D2-F250-4E10-A818-40ADA38A0A60}">
      <dsp:nvSpPr>
        <dsp:cNvPr id="0" name=""/>
        <dsp:cNvSpPr/>
      </dsp:nvSpPr>
      <dsp:spPr>
        <a:xfrm>
          <a:off x="7700588" y="348032"/>
          <a:ext cx="2376664" cy="285199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762" tIns="0" rIns="234762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b="0" i="0" kern="1200" baseline="0"/>
            <a:t>analiza błędów estymacji </a:t>
          </a:r>
          <a:endParaRPr lang="en-US" sz="2100" kern="1200"/>
        </a:p>
      </dsp:txBody>
      <dsp:txXfrm>
        <a:off x="7700588" y="1488831"/>
        <a:ext cx="2376664" cy="1711198"/>
      </dsp:txXfrm>
    </dsp:sp>
    <dsp:sp modelId="{AC5E054B-B62D-41A1-A1C9-9D44EFDC2D0F}">
      <dsp:nvSpPr>
        <dsp:cNvPr id="0" name=""/>
        <dsp:cNvSpPr/>
      </dsp:nvSpPr>
      <dsp:spPr>
        <a:xfrm>
          <a:off x="7700588" y="348032"/>
          <a:ext cx="2376664" cy="114079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762" tIns="165100" rIns="234762" bIns="165100" numCol="1" spcCol="1270" anchor="ctr" anchorCtr="0">
          <a:noAutofit/>
        </a:bodyPr>
        <a:lstStyle/>
        <a:p>
          <a:pPr marL="0" lvl="0" indent="0" algn="l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kern="1200"/>
            <a:t>04</a:t>
          </a:r>
        </a:p>
      </dsp:txBody>
      <dsp:txXfrm>
        <a:off x="7700588" y="348032"/>
        <a:ext cx="2376664" cy="114079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EC702E-13C1-4BC8-A4FA-AA9C0645C48B}">
      <dsp:nvSpPr>
        <dsp:cNvPr id="0" name=""/>
        <dsp:cNvSpPr/>
      </dsp:nvSpPr>
      <dsp:spPr>
        <a:xfrm>
          <a:off x="3223" y="1351291"/>
          <a:ext cx="2301893" cy="14617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452509-9D49-4277-941E-962077286283}">
      <dsp:nvSpPr>
        <dsp:cNvPr id="0" name=""/>
        <dsp:cNvSpPr/>
      </dsp:nvSpPr>
      <dsp:spPr>
        <a:xfrm>
          <a:off x="258989" y="1594269"/>
          <a:ext cx="2301893" cy="14617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b="0" i="0" kern="1200" baseline="0"/>
            <a:t>liczba błędów na zadanie </a:t>
          </a:r>
          <a:endParaRPr lang="en-US" sz="2200" kern="1200"/>
        </a:p>
      </dsp:txBody>
      <dsp:txXfrm>
        <a:off x="301801" y="1637081"/>
        <a:ext cx="2216269" cy="1376078"/>
      </dsp:txXfrm>
    </dsp:sp>
    <dsp:sp modelId="{A192A120-63B8-4AFE-954D-B0E52E3470CC}">
      <dsp:nvSpPr>
        <dsp:cNvPr id="0" name=""/>
        <dsp:cNvSpPr/>
      </dsp:nvSpPr>
      <dsp:spPr>
        <a:xfrm>
          <a:off x="2816649" y="1351291"/>
          <a:ext cx="2301893" cy="14617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633780-5842-4857-9D0E-0CE337C1F36E}">
      <dsp:nvSpPr>
        <dsp:cNvPr id="0" name=""/>
        <dsp:cNvSpPr/>
      </dsp:nvSpPr>
      <dsp:spPr>
        <a:xfrm>
          <a:off x="3072415" y="1594269"/>
          <a:ext cx="2301893" cy="14617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b="0" i="0" kern="1200" baseline="0"/>
            <a:t>czas naprawy błędów </a:t>
          </a:r>
          <a:endParaRPr lang="en-US" sz="2200" kern="1200"/>
        </a:p>
      </dsp:txBody>
      <dsp:txXfrm>
        <a:off x="3115227" y="1637081"/>
        <a:ext cx="2216269" cy="1376078"/>
      </dsp:txXfrm>
    </dsp:sp>
    <dsp:sp modelId="{C868F0CF-3901-447D-AE28-A9F20557184C}">
      <dsp:nvSpPr>
        <dsp:cNvPr id="0" name=""/>
        <dsp:cNvSpPr/>
      </dsp:nvSpPr>
      <dsp:spPr>
        <a:xfrm>
          <a:off x="5630075" y="1351291"/>
          <a:ext cx="2301893" cy="14617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781F77-553B-4743-BC34-47AA416CB4C4}">
      <dsp:nvSpPr>
        <dsp:cNvPr id="0" name=""/>
        <dsp:cNvSpPr/>
      </dsp:nvSpPr>
      <dsp:spPr>
        <a:xfrm>
          <a:off x="5885841" y="1594269"/>
          <a:ext cx="2301893" cy="14617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b="0" i="0" kern="1200" baseline="0"/>
            <a:t>produktywność (czas vs efekt) </a:t>
          </a:r>
          <a:endParaRPr lang="en-US" sz="2200" kern="1200"/>
        </a:p>
      </dsp:txBody>
      <dsp:txXfrm>
        <a:off x="5928653" y="1637081"/>
        <a:ext cx="2216269" cy="1376078"/>
      </dsp:txXfrm>
    </dsp:sp>
    <dsp:sp modelId="{DCEBDC1E-847B-4BCC-8EF5-D79C76D28D98}">
      <dsp:nvSpPr>
        <dsp:cNvPr id="0" name=""/>
        <dsp:cNvSpPr/>
      </dsp:nvSpPr>
      <dsp:spPr>
        <a:xfrm>
          <a:off x="8443501" y="1351291"/>
          <a:ext cx="2301893" cy="14617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993410-6549-4F4C-B985-6E39F46E374F}">
      <dsp:nvSpPr>
        <dsp:cNvPr id="0" name=""/>
        <dsp:cNvSpPr/>
      </dsp:nvSpPr>
      <dsp:spPr>
        <a:xfrm>
          <a:off x="8699267" y="1594269"/>
          <a:ext cx="2301893" cy="14617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b="0" i="0" kern="1200" baseline="0"/>
            <a:t>dokładność estymacji </a:t>
          </a:r>
          <a:endParaRPr lang="en-US" sz="2200" kern="1200"/>
        </a:p>
      </dsp:txBody>
      <dsp:txXfrm>
        <a:off x="8742079" y="1637081"/>
        <a:ext cx="2216269" cy="137607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6FA738-DF5B-49F0-8FB4-528AA721C339}">
      <dsp:nvSpPr>
        <dsp:cNvPr id="0" name=""/>
        <dsp:cNvSpPr/>
      </dsp:nvSpPr>
      <dsp:spPr>
        <a:xfrm>
          <a:off x="0" y="0"/>
          <a:ext cx="615183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B6F467-00D8-4B67-9958-D2B484E09875}">
      <dsp:nvSpPr>
        <dsp:cNvPr id="0" name=""/>
        <dsp:cNvSpPr/>
      </dsp:nvSpPr>
      <dsp:spPr>
        <a:xfrm>
          <a:off x="0" y="0"/>
          <a:ext cx="6151830" cy="14268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800" kern="1200"/>
            <a:t>Największym wyzwaniem PSP nie jest technika, tylko dyscyplina</a:t>
          </a:r>
          <a:r>
            <a:rPr lang="en-US" sz="2800" kern="1200"/>
            <a:t>. Wymaga ona:</a:t>
          </a:r>
        </a:p>
      </dsp:txBody>
      <dsp:txXfrm>
        <a:off x="0" y="0"/>
        <a:ext cx="6151830" cy="1426864"/>
      </dsp:txXfrm>
    </dsp:sp>
    <dsp:sp modelId="{F65E3644-6BCA-4DC6-8CF7-F1B926B2EA67}">
      <dsp:nvSpPr>
        <dsp:cNvPr id="0" name=""/>
        <dsp:cNvSpPr/>
      </dsp:nvSpPr>
      <dsp:spPr>
        <a:xfrm>
          <a:off x="0" y="1426864"/>
          <a:ext cx="6151830" cy="0"/>
        </a:xfrm>
        <a:prstGeom prst="line">
          <a:avLst/>
        </a:prstGeom>
        <a:solidFill>
          <a:schemeClr val="accent2">
            <a:hueOff val="411409"/>
            <a:satOff val="2615"/>
            <a:lumOff val="-6732"/>
            <a:alphaOff val="0"/>
          </a:schemeClr>
        </a:solidFill>
        <a:ln w="12700" cap="flat" cmpd="sng" algn="ctr">
          <a:solidFill>
            <a:schemeClr val="accent2">
              <a:hueOff val="411409"/>
              <a:satOff val="2615"/>
              <a:lumOff val="-673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BEEB24-6FBC-4D56-ABB9-DB56E2F16208}">
      <dsp:nvSpPr>
        <dsp:cNvPr id="0" name=""/>
        <dsp:cNvSpPr/>
      </dsp:nvSpPr>
      <dsp:spPr>
        <a:xfrm>
          <a:off x="0" y="1426864"/>
          <a:ext cx="6151830" cy="14268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800" kern="1200"/>
            <a:t>Systematyczności</a:t>
          </a:r>
          <a:endParaRPr lang="en-US" sz="2800" kern="1200"/>
        </a:p>
      </dsp:txBody>
      <dsp:txXfrm>
        <a:off x="0" y="1426864"/>
        <a:ext cx="6151830" cy="1426864"/>
      </dsp:txXfrm>
    </dsp:sp>
    <dsp:sp modelId="{902671E8-F872-46BA-A661-567A55E9081A}">
      <dsp:nvSpPr>
        <dsp:cNvPr id="0" name=""/>
        <dsp:cNvSpPr/>
      </dsp:nvSpPr>
      <dsp:spPr>
        <a:xfrm>
          <a:off x="0" y="2853729"/>
          <a:ext cx="6151830" cy="0"/>
        </a:xfrm>
        <a:prstGeom prst="line">
          <a:avLst/>
        </a:prstGeom>
        <a:solidFill>
          <a:schemeClr val="accent2">
            <a:hueOff val="822818"/>
            <a:satOff val="5230"/>
            <a:lumOff val="-13464"/>
            <a:alphaOff val="0"/>
          </a:schemeClr>
        </a:solidFill>
        <a:ln w="12700" cap="flat" cmpd="sng" algn="ctr">
          <a:solidFill>
            <a:schemeClr val="accent2">
              <a:hueOff val="822818"/>
              <a:satOff val="5230"/>
              <a:lumOff val="-1346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BCD9B0-ED57-4A9E-BF74-B507699CE186}">
      <dsp:nvSpPr>
        <dsp:cNvPr id="0" name=""/>
        <dsp:cNvSpPr/>
      </dsp:nvSpPr>
      <dsp:spPr>
        <a:xfrm>
          <a:off x="0" y="2853729"/>
          <a:ext cx="6151830" cy="14268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800" kern="1200"/>
            <a:t>Dokładności</a:t>
          </a:r>
          <a:endParaRPr lang="en-US" sz="2800" kern="1200"/>
        </a:p>
      </dsp:txBody>
      <dsp:txXfrm>
        <a:off x="0" y="2853729"/>
        <a:ext cx="6151830" cy="1426864"/>
      </dsp:txXfrm>
    </dsp:sp>
    <dsp:sp modelId="{EF3D6147-AC91-4E5E-824C-99244CC9FADF}">
      <dsp:nvSpPr>
        <dsp:cNvPr id="0" name=""/>
        <dsp:cNvSpPr/>
      </dsp:nvSpPr>
      <dsp:spPr>
        <a:xfrm>
          <a:off x="0" y="4280593"/>
          <a:ext cx="6151830" cy="0"/>
        </a:xfrm>
        <a:prstGeom prst="line">
          <a:avLst/>
        </a:prstGeom>
        <a:solidFill>
          <a:schemeClr val="accent2">
            <a:hueOff val="1234227"/>
            <a:satOff val="7845"/>
            <a:lumOff val="-20196"/>
            <a:alphaOff val="0"/>
          </a:schemeClr>
        </a:solidFill>
        <a:ln w="12700" cap="flat" cmpd="sng" algn="ctr">
          <a:solidFill>
            <a:schemeClr val="accent2">
              <a:hueOff val="1234227"/>
              <a:satOff val="7845"/>
              <a:lumOff val="-2019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1B891B-5EC3-437D-8B2F-78439B34114D}">
      <dsp:nvSpPr>
        <dsp:cNvPr id="0" name=""/>
        <dsp:cNvSpPr/>
      </dsp:nvSpPr>
      <dsp:spPr>
        <a:xfrm>
          <a:off x="0" y="4280593"/>
          <a:ext cx="6151830" cy="14268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Ko</a:t>
          </a:r>
          <a:r>
            <a:rPr lang="pl-PL" sz="2800" kern="1200"/>
            <a:t>nsekwencji</a:t>
          </a:r>
          <a:endParaRPr lang="en-US" sz="2800" kern="1200"/>
        </a:p>
      </dsp:txBody>
      <dsp:txXfrm>
        <a:off x="0" y="4280593"/>
        <a:ext cx="6151830" cy="142686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373B00-23C8-4326-BE65-05A63D3BD986}">
      <dsp:nvSpPr>
        <dsp:cNvPr id="0" name=""/>
        <dsp:cNvSpPr/>
      </dsp:nvSpPr>
      <dsp:spPr>
        <a:xfrm>
          <a:off x="0" y="0"/>
          <a:ext cx="7759636" cy="63865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700" kern="1200"/>
            <a:t>Indywidualna jakość wpływa na:</a:t>
          </a:r>
          <a:endParaRPr lang="en-US" sz="2700" kern="1200"/>
        </a:p>
      </dsp:txBody>
      <dsp:txXfrm>
        <a:off x="18705" y="18705"/>
        <a:ext cx="6995760" cy="601241"/>
      </dsp:txXfrm>
    </dsp:sp>
    <dsp:sp modelId="{01CDD670-024A-417D-8D36-A0D256025C5B}">
      <dsp:nvSpPr>
        <dsp:cNvPr id="0" name=""/>
        <dsp:cNvSpPr/>
      </dsp:nvSpPr>
      <dsp:spPr>
        <a:xfrm>
          <a:off x="579453" y="727352"/>
          <a:ext cx="7759636" cy="63865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700" kern="1200"/>
            <a:t>jakość kodu zespołu </a:t>
          </a:r>
          <a:endParaRPr lang="en-US" sz="2700" kern="1200"/>
        </a:p>
      </dsp:txBody>
      <dsp:txXfrm>
        <a:off x="598158" y="746057"/>
        <a:ext cx="6727649" cy="601241"/>
      </dsp:txXfrm>
    </dsp:sp>
    <dsp:sp modelId="{DD2DBB0E-9B1C-4BAD-9AFE-A64E87636CFD}">
      <dsp:nvSpPr>
        <dsp:cNvPr id="0" name=""/>
        <dsp:cNvSpPr/>
      </dsp:nvSpPr>
      <dsp:spPr>
        <a:xfrm>
          <a:off x="1158906" y="1454705"/>
          <a:ext cx="7759636" cy="63865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700" kern="1200"/>
            <a:t>mniej błędów </a:t>
          </a:r>
          <a:endParaRPr lang="en-US" sz="2700" kern="1200"/>
        </a:p>
      </dsp:txBody>
      <dsp:txXfrm>
        <a:off x="1177611" y="1473410"/>
        <a:ext cx="6727649" cy="601241"/>
      </dsp:txXfrm>
    </dsp:sp>
    <dsp:sp modelId="{9B305F6B-D8DE-41B8-836A-903A0EDE0B11}">
      <dsp:nvSpPr>
        <dsp:cNvPr id="0" name=""/>
        <dsp:cNvSpPr/>
      </dsp:nvSpPr>
      <dsp:spPr>
        <a:xfrm>
          <a:off x="1738360" y="2182058"/>
          <a:ext cx="7759636" cy="63865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700" kern="1200"/>
            <a:t>lepszą współpracę </a:t>
          </a:r>
          <a:endParaRPr lang="en-US" sz="2700" kern="1200"/>
        </a:p>
      </dsp:txBody>
      <dsp:txXfrm>
        <a:off x="1757065" y="2200763"/>
        <a:ext cx="6727649" cy="601241"/>
      </dsp:txXfrm>
    </dsp:sp>
    <dsp:sp modelId="{D5ABB732-9174-4F63-9374-F4F0C8B3FAD7}">
      <dsp:nvSpPr>
        <dsp:cNvPr id="0" name=""/>
        <dsp:cNvSpPr/>
      </dsp:nvSpPr>
      <dsp:spPr>
        <a:xfrm>
          <a:off x="2317813" y="2909410"/>
          <a:ext cx="7759636" cy="63865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700" kern="1200"/>
            <a:t>większą przewidywalność</a:t>
          </a:r>
          <a:endParaRPr lang="en-US" sz="2700" kern="1200"/>
        </a:p>
      </dsp:txBody>
      <dsp:txXfrm>
        <a:off x="2336518" y="2928115"/>
        <a:ext cx="6727649" cy="601241"/>
      </dsp:txXfrm>
    </dsp:sp>
    <dsp:sp modelId="{B83D30E5-14F1-49BA-AF6F-5082F4DC8019}">
      <dsp:nvSpPr>
        <dsp:cNvPr id="0" name=""/>
        <dsp:cNvSpPr/>
      </dsp:nvSpPr>
      <dsp:spPr>
        <a:xfrm>
          <a:off x="7344513" y="466570"/>
          <a:ext cx="415123" cy="41512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7437916" y="466570"/>
        <a:ext cx="228317" cy="312380"/>
      </dsp:txXfrm>
    </dsp:sp>
    <dsp:sp modelId="{FEF912F5-AE9F-49F7-BD29-5CD5B86AD9CC}">
      <dsp:nvSpPr>
        <dsp:cNvPr id="0" name=""/>
        <dsp:cNvSpPr/>
      </dsp:nvSpPr>
      <dsp:spPr>
        <a:xfrm>
          <a:off x="7923966" y="1193922"/>
          <a:ext cx="415123" cy="41512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8017369" y="1193922"/>
        <a:ext cx="228317" cy="312380"/>
      </dsp:txXfrm>
    </dsp:sp>
    <dsp:sp modelId="{EB0A9065-F126-43B5-B615-1802B0A4784E}">
      <dsp:nvSpPr>
        <dsp:cNvPr id="0" name=""/>
        <dsp:cNvSpPr/>
      </dsp:nvSpPr>
      <dsp:spPr>
        <a:xfrm>
          <a:off x="8503419" y="1910631"/>
          <a:ext cx="415123" cy="41512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8596822" y="1910631"/>
        <a:ext cx="228317" cy="312380"/>
      </dsp:txXfrm>
    </dsp:sp>
    <dsp:sp modelId="{A42728DE-9780-4792-AE38-200BF3899023}">
      <dsp:nvSpPr>
        <dsp:cNvPr id="0" name=""/>
        <dsp:cNvSpPr/>
      </dsp:nvSpPr>
      <dsp:spPr>
        <a:xfrm>
          <a:off x="9082873" y="2645080"/>
          <a:ext cx="415123" cy="41512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9176276" y="2645080"/>
        <a:ext cx="228317" cy="31238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C5628C-A63B-4419-B70F-DEDC3BC0E485}">
      <dsp:nvSpPr>
        <dsp:cNvPr id="0" name=""/>
        <dsp:cNvSpPr/>
      </dsp:nvSpPr>
      <dsp:spPr>
        <a:xfrm>
          <a:off x="0" y="0"/>
          <a:ext cx="615183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99D8E9-0181-44AD-9028-FFFBAB503676}">
      <dsp:nvSpPr>
        <dsp:cNvPr id="0" name=""/>
        <dsp:cNvSpPr/>
      </dsp:nvSpPr>
      <dsp:spPr>
        <a:xfrm>
          <a:off x="0" y="0"/>
          <a:ext cx="1230366" cy="5707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300" kern="1200"/>
            <a:t>Inżynier PSP:</a:t>
          </a:r>
          <a:endParaRPr lang="en-US" sz="2300" kern="1200"/>
        </a:p>
      </dsp:txBody>
      <dsp:txXfrm>
        <a:off x="0" y="0"/>
        <a:ext cx="1230366" cy="5707458"/>
      </dsp:txXfrm>
    </dsp:sp>
    <dsp:sp modelId="{589AC39B-675E-4289-925E-232C7552A168}">
      <dsp:nvSpPr>
        <dsp:cNvPr id="0" name=""/>
        <dsp:cNvSpPr/>
      </dsp:nvSpPr>
      <dsp:spPr>
        <a:xfrm>
          <a:off x="1322643" y="67093"/>
          <a:ext cx="4829187" cy="1341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700" kern="1200"/>
            <a:t>odpowiada za jakość swojej pracy </a:t>
          </a:r>
          <a:endParaRPr lang="en-US" sz="3700" kern="1200"/>
        </a:p>
      </dsp:txBody>
      <dsp:txXfrm>
        <a:off x="1322643" y="67093"/>
        <a:ext cx="4829187" cy="1341865"/>
      </dsp:txXfrm>
    </dsp:sp>
    <dsp:sp modelId="{F3376377-5B87-4A59-B157-7FBCBC8FA46C}">
      <dsp:nvSpPr>
        <dsp:cNvPr id="0" name=""/>
        <dsp:cNvSpPr/>
      </dsp:nvSpPr>
      <dsp:spPr>
        <a:xfrm>
          <a:off x="1230366" y="1408959"/>
          <a:ext cx="492146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F5D87C-0266-487F-9108-5DE63841AE46}">
      <dsp:nvSpPr>
        <dsp:cNvPr id="0" name=""/>
        <dsp:cNvSpPr/>
      </dsp:nvSpPr>
      <dsp:spPr>
        <a:xfrm>
          <a:off x="1322643" y="1476052"/>
          <a:ext cx="4829187" cy="1341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700" kern="1200"/>
            <a:t>nie przerzuca odpowiedzialności </a:t>
          </a:r>
          <a:endParaRPr lang="en-US" sz="3700" kern="1200"/>
        </a:p>
      </dsp:txBody>
      <dsp:txXfrm>
        <a:off x="1322643" y="1476052"/>
        <a:ext cx="4829187" cy="1341865"/>
      </dsp:txXfrm>
    </dsp:sp>
    <dsp:sp modelId="{22C54050-C998-48F4-A560-9D1A2B44BC93}">
      <dsp:nvSpPr>
        <dsp:cNvPr id="0" name=""/>
        <dsp:cNvSpPr/>
      </dsp:nvSpPr>
      <dsp:spPr>
        <a:xfrm>
          <a:off x="1230366" y="2817918"/>
          <a:ext cx="492146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1589A9-F317-4355-A123-22F7797CABAA}">
      <dsp:nvSpPr>
        <dsp:cNvPr id="0" name=""/>
        <dsp:cNvSpPr/>
      </dsp:nvSpPr>
      <dsp:spPr>
        <a:xfrm>
          <a:off x="1322643" y="2885011"/>
          <a:ext cx="4829187" cy="1341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700" kern="1200"/>
            <a:t>analizuje własne błędy </a:t>
          </a:r>
          <a:endParaRPr lang="en-US" sz="3700" kern="1200"/>
        </a:p>
      </dsp:txBody>
      <dsp:txXfrm>
        <a:off x="1322643" y="2885011"/>
        <a:ext cx="4829187" cy="1341865"/>
      </dsp:txXfrm>
    </dsp:sp>
    <dsp:sp modelId="{6B036A31-46E9-42DB-AD78-F1C8C15DA30D}">
      <dsp:nvSpPr>
        <dsp:cNvPr id="0" name=""/>
        <dsp:cNvSpPr/>
      </dsp:nvSpPr>
      <dsp:spPr>
        <a:xfrm>
          <a:off x="1230366" y="4226877"/>
          <a:ext cx="492146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D11BEF-2AC7-4463-9481-58C61439F3D9}">
      <dsp:nvSpPr>
        <dsp:cNvPr id="0" name=""/>
        <dsp:cNvSpPr/>
      </dsp:nvSpPr>
      <dsp:spPr>
        <a:xfrm>
          <a:off x="1322643" y="4293970"/>
          <a:ext cx="4829187" cy="1341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700" kern="1200"/>
            <a:t>dąży do ciągłego doskonalenia</a:t>
          </a:r>
          <a:endParaRPr lang="en-US" sz="3700" kern="1200"/>
        </a:p>
      </dsp:txBody>
      <dsp:txXfrm>
        <a:off x="1322643" y="4293970"/>
        <a:ext cx="4829187" cy="1341865"/>
      </dsp:txXfrm>
    </dsp:sp>
    <dsp:sp modelId="{52701D8D-ED7D-455A-9DEB-CBB1CB28B4E2}">
      <dsp:nvSpPr>
        <dsp:cNvPr id="0" name=""/>
        <dsp:cNvSpPr/>
      </dsp:nvSpPr>
      <dsp:spPr>
        <a:xfrm>
          <a:off x="1230366" y="5635836"/>
          <a:ext cx="492146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C625C4-743F-4532-AAA3-E358391B0331}">
      <dsp:nvSpPr>
        <dsp:cNvPr id="0" name=""/>
        <dsp:cNvSpPr/>
      </dsp:nvSpPr>
      <dsp:spPr>
        <a:xfrm>
          <a:off x="1343" y="457767"/>
          <a:ext cx="4715013" cy="29940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C367AB-960B-4745-8067-9F2D716CC4DD}">
      <dsp:nvSpPr>
        <dsp:cNvPr id="0" name=""/>
        <dsp:cNvSpPr/>
      </dsp:nvSpPr>
      <dsp:spPr>
        <a:xfrm>
          <a:off x="525233" y="955463"/>
          <a:ext cx="4715013" cy="29940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500" kern="1200"/>
            <a:t>Inżynier powinien sprawdzić kod przed uruchomieniem.</a:t>
          </a:r>
          <a:r>
            <a:rPr lang="en-US" sz="3500" kern="1200"/>
            <a:t> </a:t>
          </a:r>
          <a:r>
            <a:rPr lang="pl-PL" sz="3500" kern="1200"/>
            <a:t>Pozwala to wykryć błędy wcześniej.</a:t>
          </a:r>
          <a:endParaRPr lang="en-US" sz="3500" kern="1200"/>
        </a:p>
      </dsp:txBody>
      <dsp:txXfrm>
        <a:off x="612925" y="1043155"/>
        <a:ext cx="4539629" cy="2818649"/>
      </dsp:txXfrm>
    </dsp:sp>
    <dsp:sp modelId="{3BA3E15D-F97B-4FDD-9856-C632BCDC0E1E}">
      <dsp:nvSpPr>
        <dsp:cNvPr id="0" name=""/>
        <dsp:cNvSpPr/>
      </dsp:nvSpPr>
      <dsp:spPr>
        <a:xfrm>
          <a:off x="5764137" y="457767"/>
          <a:ext cx="4715013" cy="29940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1D7071-77DC-49CD-B966-C2DB17C5348D}">
      <dsp:nvSpPr>
        <dsp:cNvPr id="0" name=""/>
        <dsp:cNvSpPr/>
      </dsp:nvSpPr>
      <dsp:spPr>
        <a:xfrm>
          <a:off x="6288028" y="955463"/>
          <a:ext cx="4715013" cy="29940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500" kern="1200"/>
            <a:t>Najtańsze błędy to te, które znajdziemy sami, zanim kod trafi do testów</a:t>
          </a:r>
          <a:endParaRPr lang="en-US" sz="3500" kern="1200"/>
        </a:p>
      </dsp:txBody>
      <dsp:txXfrm>
        <a:off x="6375720" y="1043155"/>
        <a:ext cx="4539629" cy="2818649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3FFB64-C6F2-4A62-9C15-04CEFB014A71}">
      <dsp:nvSpPr>
        <dsp:cNvPr id="0" name=""/>
        <dsp:cNvSpPr/>
      </dsp:nvSpPr>
      <dsp:spPr>
        <a:xfrm>
          <a:off x="0" y="537"/>
          <a:ext cx="11004385" cy="12589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255723-B94A-44F1-AF1E-CB3B691774BD}">
      <dsp:nvSpPr>
        <dsp:cNvPr id="0" name=""/>
        <dsp:cNvSpPr/>
      </dsp:nvSpPr>
      <dsp:spPr>
        <a:xfrm>
          <a:off x="380820" y="283792"/>
          <a:ext cx="692400" cy="6924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2ADBA0-E3BC-44C8-8672-44227FC57C74}">
      <dsp:nvSpPr>
        <dsp:cNvPr id="0" name=""/>
        <dsp:cNvSpPr/>
      </dsp:nvSpPr>
      <dsp:spPr>
        <a:xfrm>
          <a:off x="1454042" y="537"/>
          <a:ext cx="9550342" cy="1258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235" tIns="133235" rIns="133235" bIns="13323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/>
            <a:t>Filip pracuje już w pełni świadomie.</a:t>
          </a:r>
          <a:endParaRPr lang="en-US" sz="2500" kern="1200"/>
        </a:p>
      </dsp:txBody>
      <dsp:txXfrm>
        <a:off x="1454042" y="537"/>
        <a:ext cx="9550342" cy="1258910"/>
      </dsp:txXfrm>
    </dsp:sp>
    <dsp:sp modelId="{FB993368-54DE-46BB-A745-A13E759A39DD}">
      <dsp:nvSpPr>
        <dsp:cNvPr id="0" name=""/>
        <dsp:cNvSpPr/>
      </dsp:nvSpPr>
      <dsp:spPr>
        <a:xfrm>
          <a:off x="0" y="1574176"/>
          <a:ext cx="11004385" cy="12589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879D9C-77E0-4C5C-80D3-CF6FF9FBAE46}">
      <dsp:nvSpPr>
        <dsp:cNvPr id="0" name=""/>
        <dsp:cNvSpPr/>
      </dsp:nvSpPr>
      <dsp:spPr>
        <a:xfrm>
          <a:off x="380820" y="1857431"/>
          <a:ext cx="692400" cy="6924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907F3E-D0FC-4B70-8D29-8C99A5114A65}">
      <dsp:nvSpPr>
        <dsp:cNvPr id="0" name=""/>
        <dsp:cNvSpPr/>
      </dsp:nvSpPr>
      <dsp:spPr>
        <a:xfrm>
          <a:off x="1454042" y="1574176"/>
          <a:ext cx="9550342" cy="1258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235" tIns="133235" rIns="133235" bIns="13323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/>
            <a:t>Mierzy, analizuje i doskonali swoją pracę.</a:t>
          </a:r>
          <a:endParaRPr lang="en-US" sz="2500" kern="1200"/>
        </a:p>
      </dsp:txBody>
      <dsp:txXfrm>
        <a:off x="1454042" y="1574176"/>
        <a:ext cx="9550342" cy="1258910"/>
      </dsp:txXfrm>
    </dsp:sp>
    <dsp:sp modelId="{AA39D19F-A359-452B-B3C1-0CB7ECA65DD7}">
      <dsp:nvSpPr>
        <dsp:cNvPr id="0" name=""/>
        <dsp:cNvSpPr/>
      </dsp:nvSpPr>
      <dsp:spPr>
        <a:xfrm>
          <a:off x="0" y="3147815"/>
          <a:ext cx="11004385" cy="12589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1D768D-198D-4226-80E3-75EB38E3C0C7}">
      <dsp:nvSpPr>
        <dsp:cNvPr id="0" name=""/>
        <dsp:cNvSpPr/>
      </dsp:nvSpPr>
      <dsp:spPr>
        <a:xfrm>
          <a:off x="380820" y="3431070"/>
          <a:ext cx="692400" cy="6924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7F35BC-CA07-49B2-9F76-E5F5A39E8456}">
      <dsp:nvSpPr>
        <dsp:cNvPr id="0" name=""/>
        <dsp:cNvSpPr/>
      </dsp:nvSpPr>
      <dsp:spPr>
        <a:xfrm>
          <a:off x="1454042" y="3147815"/>
          <a:ext cx="9550342" cy="1258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235" tIns="133235" rIns="133235" bIns="13323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/>
            <a:t>Teraz korzysta z bardziej zaawansowanych technik PSP.</a:t>
          </a:r>
          <a:endParaRPr lang="en-US" sz="2500" kern="1200"/>
        </a:p>
      </dsp:txBody>
      <dsp:txXfrm>
        <a:off x="1454042" y="3147815"/>
        <a:ext cx="9550342" cy="125891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AE0870-8807-4335-A1B5-88E98FE94827}">
      <dsp:nvSpPr>
        <dsp:cNvPr id="0" name=""/>
        <dsp:cNvSpPr/>
      </dsp:nvSpPr>
      <dsp:spPr>
        <a:xfrm>
          <a:off x="5355503" y="1680317"/>
          <a:ext cx="3227164" cy="7679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3314"/>
              </a:lnTo>
              <a:lnTo>
                <a:pt x="3227164" y="523314"/>
              </a:lnTo>
              <a:lnTo>
                <a:pt x="3227164" y="76791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646083-17BE-4AF8-935B-4BA99260E0A0}">
      <dsp:nvSpPr>
        <dsp:cNvPr id="0" name=""/>
        <dsp:cNvSpPr/>
      </dsp:nvSpPr>
      <dsp:spPr>
        <a:xfrm>
          <a:off x="5309783" y="1680317"/>
          <a:ext cx="91440" cy="76791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76791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111224-6D2A-4550-8911-793EE45700C1}">
      <dsp:nvSpPr>
        <dsp:cNvPr id="0" name=""/>
        <dsp:cNvSpPr/>
      </dsp:nvSpPr>
      <dsp:spPr>
        <a:xfrm>
          <a:off x="2128338" y="1680317"/>
          <a:ext cx="3227164" cy="767918"/>
        </a:xfrm>
        <a:custGeom>
          <a:avLst/>
          <a:gdLst/>
          <a:ahLst/>
          <a:cxnLst/>
          <a:rect l="0" t="0" r="0" b="0"/>
          <a:pathLst>
            <a:path>
              <a:moveTo>
                <a:pt x="3227164" y="0"/>
              </a:moveTo>
              <a:lnTo>
                <a:pt x="3227164" y="523314"/>
              </a:lnTo>
              <a:lnTo>
                <a:pt x="0" y="523314"/>
              </a:lnTo>
              <a:lnTo>
                <a:pt x="0" y="76791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FA906A-A63E-49EF-ADC2-881158933B28}">
      <dsp:nvSpPr>
        <dsp:cNvPr id="0" name=""/>
        <dsp:cNvSpPr/>
      </dsp:nvSpPr>
      <dsp:spPr>
        <a:xfrm>
          <a:off x="4035299" y="3659"/>
          <a:ext cx="2640407" cy="16766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FA4D2C-639C-4079-BC57-19FA666F03CD}">
      <dsp:nvSpPr>
        <dsp:cNvPr id="0" name=""/>
        <dsp:cNvSpPr/>
      </dsp:nvSpPr>
      <dsp:spPr>
        <a:xfrm>
          <a:off x="4328678" y="282368"/>
          <a:ext cx="2640407" cy="16766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/>
            <a:t>Rozmiar produktu w PSP dzieli się na:</a:t>
          </a:r>
          <a:endParaRPr lang="en-US" sz="2500" kern="1200"/>
        </a:p>
      </dsp:txBody>
      <dsp:txXfrm>
        <a:off x="4377786" y="331476"/>
        <a:ext cx="2542191" cy="1578442"/>
      </dsp:txXfrm>
    </dsp:sp>
    <dsp:sp modelId="{716BB028-9A03-4198-89BC-E31A639BEE6B}">
      <dsp:nvSpPr>
        <dsp:cNvPr id="0" name=""/>
        <dsp:cNvSpPr/>
      </dsp:nvSpPr>
      <dsp:spPr>
        <a:xfrm>
          <a:off x="808134" y="2448236"/>
          <a:ext cx="2640407" cy="16766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0DF860-8FED-443B-8F18-8CC37BBED182}">
      <dsp:nvSpPr>
        <dsp:cNvPr id="0" name=""/>
        <dsp:cNvSpPr/>
      </dsp:nvSpPr>
      <dsp:spPr>
        <a:xfrm>
          <a:off x="1101513" y="2726946"/>
          <a:ext cx="2640407" cy="16766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/>
            <a:t>base </a:t>
          </a:r>
          <a:r>
            <a:rPr lang="en-US" sz="2500" kern="1200"/>
            <a:t>=</a:t>
          </a:r>
          <a:r>
            <a:rPr lang="pl-PL" sz="2500" kern="1200"/>
            <a:t> kod istniejący </a:t>
          </a:r>
          <a:endParaRPr lang="en-US" sz="2500" kern="1200"/>
        </a:p>
      </dsp:txBody>
      <dsp:txXfrm>
        <a:off x="1150621" y="2776054"/>
        <a:ext cx="2542191" cy="1578442"/>
      </dsp:txXfrm>
    </dsp:sp>
    <dsp:sp modelId="{CBA5D89F-22A2-48C0-BF76-D45094B82E1F}">
      <dsp:nvSpPr>
        <dsp:cNvPr id="0" name=""/>
        <dsp:cNvSpPr/>
      </dsp:nvSpPr>
      <dsp:spPr>
        <a:xfrm>
          <a:off x="4035299" y="2448236"/>
          <a:ext cx="2640407" cy="16766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6F1E2F-2052-4715-BFFA-495055304FD0}">
      <dsp:nvSpPr>
        <dsp:cNvPr id="0" name=""/>
        <dsp:cNvSpPr/>
      </dsp:nvSpPr>
      <dsp:spPr>
        <a:xfrm>
          <a:off x="4328678" y="2726946"/>
          <a:ext cx="2640407" cy="16766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/>
            <a:t>added </a:t>
          </a:r>
          <a:r>
            <a:rPr lang="en-US" sz="2500" kern="1200"/>
            <a:t>=</a:t>
          </a:r>
          <a:r>
            <a:rPr lang="pl-PL" sz="2500" kern="1200"/>
            <a:t> nowo dodany kod </a:t>
          </a:r>
          <a:endParaRPr lang="en-US" sz="2500" kern="1200"/>
        </a:p>
      </dsp:txBody>
      <dsp:txXfrm>
        <a:off x="4377786" y="2776054"/>
        <a:ext cx="2542191" cy="1578442"/>
      </dsp:txXfrm>
    </dsp:sp>
    <dsp:sp modelId="{D9C8A92B-0391-4F30-9059-72EAEECE7B13}">
      <dsp:nvSpPr>
        <dsp:cNvPr id="0" name=""/>
        <dsp:cNvSpPr/>
      </dsp:nvSpPr>
      <dsp:spPr>
        <a:xfrm>
          <a:off x="7262464" y="2448236"/>
          <a:ext cx="2640407" cy="16766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BC815D-092E-44C3-9888-5F3D6C2B8DD4}">
      <dsp:nvSpPr>
        <dsp:cNvPr id="0" name=""/>
        <dsp:cNvSpPr/>
      </dsp:nvSpPr>
      <dsp:spPr>
        <a:xfrm>
          <a:off x="7555842" y="2726946"/>
          <a:ext cx="2640407" cy="16766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/>
            <a:t>modified </a:t>
          </a:r>
          <a:r>
            <a:rPr lang="en-US" sz="2500" kern="1200"/>
            <a:t>=</a:t>
          </a:r>
          <a:r>
            <a:rPr lang="pl-PL" sz="2500" kern="1200"/>
            <a:t> zmodyfikowany kod</a:t>
          </a:r>
          <a:endParaRPr lang="en-US" sz="2500" kern="1200"/>
        </a:p>
      </dsp:txBody>
      <dsp:txXfrm>
        <a:off x="7604950" y="2776054"/>
        <a:ext cx="2542191" cy="157844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80EC79-13FE-439B-A176-6450CEB13433}">
      <dsp:nvSpPr>
        <dsp:cNvPr id="0" name=""/>
        <dsp:cNvSpPr/>
      </dsp:nvSpPr>
      <dsp:spPr>
        <a:xfrm>
          <a:off x="0" y="4287"/>
          <a:ext cx="6449246" cy="91319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6C9EA5-BA5B-4E54-93C3-A9031FC55396}">
      <dsp:nvSpPr>
        <dsp:cNvPr id="0" name=""/>
        <dsp:cNvSpPr/>
      </dsp:nvSpPr>
      <dsp:spPr>
        <a:xfrm>
          <a:off x="276242" y="209756"/>
          <a:ext cx="502258" cy="50225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F88F2D-1EEB-4EB4-8821-777A70464E3D}">
      <dsp:nvSpPr>
        <dsp:cNvPr id="0" name=""/>
        <dsp:cNvSpPr/>
      </dsp:nvSpPr>
      <dsp:spPr>
        <a:xfrm>
          <a:off x="1054742" y="4287"/>
          <a:ext cx="5394503" cy="913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647" tIns="96647" rIns="96647" bIns="9664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kern="1200"/>
            <a:t>Skrypty PSP to zestawy kroków do wykonania:</a:t>
          </a:r>
          <a:endParaRPr lang="en-US" sz="1900" kern="1200"/>
        </a:p>
      </dsp:txBody>
      <dsp:txXfrm>
        <a:off x="1054742" y="4287"/>
        <a:ext cx="5394503" cy="913197"/>
      </dsp:txXfrm>
    </dsp:sp>
    <dsp:sp modelId="{A9666B71-700F-422C-A6B3-F21EE0380999}">
      <dsp:nvSpPr>
        <dsp:cNvPr id="0" name=""/>
        <dsp:cNvSpPr/>
      </dsp:nvSpPr>
      <dsp:spPr>
        <a:xfrm>
          <a:off x="0" y="1145783"/>
          <a:ext cx="6449246" cy="91319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101943-E021-44F4-852A-4918762E55EA}">
      <dsp:nvSpPr>
        <dsp:cNvPr id="0" name=""/>
        <dsp:cNvSpPr/>
      </dsp:nvSpPr>
      <dsp:spPr>
        <a:xfrm>
          <a:off x="276242" y="1351253"/>
          <a:ext cx="502258" cy="50225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574F32-6CBD-4656-AD03-C29E2BD3498C}">
      <dsp:nvSpPr>
        <dsp:cNvPr id="0" name=""/>
        <dsp:cNvSpPr/>
      </dsp:nvSpPr>
      <dsp:spPr>
        <a:xfrm>
          <a:off x="1054742" y="1145783"/>
          <a:ext cx="5394503" cy="913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647" tIns="96647" rIns="96647" bIns="9664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kern="1200"/>
            <a:t>planowanie </a:t>
          </a:r>
          <a:endParaRPr lang="en-US" sz="1900" kern="1200"/>
        </a:p>
      </dsp:txBody>
      <dsp:txXfrm>
        <a:off x="1054742" y="1145783"/>
        <a:ext cx="5394503" cy="913197"/>
      </dsp:txXfrm>
    </dsp:sp>
    <dsp:sp modelId="{2C89080D-DBBD-4D00-B918-7FA112CB716F}">
      <dsp:nvSpPr>
        <dsp:cNvPr id="0" name=""/>
        <dsp:cNvSpPr/>
      </dsp:nvSpPr>
      <dsp:spPr>
        <a:xfrm>
          <a:off x="0" y="2287280"/>
          <a:ext cx="6449246" cy="91319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54D50B-57A5-45D5-A943-2DAC0F3460E5}">
      <dsp:nvSpPr>
        <dsp:cNvPr id="0" name=""/>
        <dsp:cNvSpPr/>
      </dsp:nvSpPr>
      <dsp:spPr>
        <a:xfrm>
          <a:off x="276242" y="2492749"/>
          <a:ext cx="502258" cy="50225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D64089-1A27-444B-B77B-C7419913418B}">
      <dsp:nvSpPr>
        <dsp:cNvPr id="0" name=""/>
        <dsp:cNvSpPr/>
      </dsp:nvSpPr>
      <dsp:spPr>
        <a:xfrm>
          <a:off x="1054742" y="2287280"/>
          <a:ext cx="5394503" cy="913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647" tIns="96647" rIns="96647" bIns="9664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kern="1200"/>
            <a:t>projektowanie </a:t>
          </a:r>
          <a:endParaRPr lang="en-US" sz="1900" kern="1200"/>
        </a:p>
      </dsp:txBody>
      <dsp:txXfrm>
        <a:off x="1054742" y="2287280"/>
        <a:ext cx="5394503" cy="913197"/>
      </dsp:txXfrm>
    </dsp:sp>
    <dsp:sp modelId="{C7805EB0-55F1-4844-9CF4-B9C52027B188}">
      <dsp:nvSpPr>
        <dsp:cNvPr id="0" name=""/>
        <dsp:cNvSpPr/>
      </dsp:nvSpPr>
      <dsp:spPr>
        <a:xfrm>
          <a:off x="0" y="3428776"/>
          <a:ext cx="6449246" cy="91319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24B8BF-C52F-4F11-B9D3-B992878C03DD}">
      <dsp:nvSpPr>
        <dsp:cNvPr id="0" name=""/>
        <dsp:cNvSpPr/>
      </dsp:nvSpPr>
      <dsp:spPr>
        <a:xfrm>
          <a:off x="276242" y="3634246"/>
          <a:ext cx="502258" cy="50225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FA40E8-59E2-4C98-9849-9B33C15FBA2B}">
      <dsp:nvSpPr>
        <dsp:cNvPr id="0" name=""/>
        <dsp:cNvSpPr/>
      </dsp:nvSpPr>
      <dsp:spPr>
        <a:xfrm>
          <a:off x="1054742" y="3428776"/>
          <a:ext cx="5394503" cy="913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647" tIns="96647" rIns="96647" bIns="9664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kern="1200"/>
            <a:t>kodowanie </a:t>
          </a:r>
          <a:endParaRPr lang="en-US" sz="1900" kern="1200"/>
        </a:p>
      </dsp:txBody>
      <dsp:txXfrm>
        <a:off x="1054742" y="3428776"/>
        <a:ext cx="5394503" cy="913197"/>
      </dsp:txXfrm>
    </dsp:sp>
    <dsp:sp modelId="{6D49DA62-8708-470A-82BC-7E0AF198C63E}">
      <dsp:nvSpPr>
        <dsp:cNvPr id="0" name=""/>
        <dsp:cNvSpPr/>
      </dsp:nvSpPr>
      <dsp:spPr>
        <a:xfrm>
          <a:off x="0" y="4570273"/>
          <a:ext cx="6449246" cy="91319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82A99C-28E1-4B37-BC14-DFABC3FAE978}">
      <dsp:nvSpPr>
        <dsp:cNvPr id="0" name=""/>
        <dsp:cNvSpPr/>
      </dsp:nvSpPr>
      <dsp:spPr>
        <a:xfrm>
          <a:off x="276242" y="4775742"/>
          <a:ext cx="502258" cy="50225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AA97DF-B5FA-4828-ADDE-C3ABE4DF7D3F}">
      <dsp:nvSpPr>
        <dsp:cNvPr id="0" name=""/>
        <dsp:cNvSpPr/>
      </dsp:nvSpPr>
      <dsp:spPr>
        <a:xfrm>
          <a:off x="1054742" y="4570273"/>
          <a:ext cx="5394503" cy="913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647" tIns="96647" rIns="96647" bIns="9664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kern="1200"/>
            <a:t>testowanie</a:t>
          </a:r>
          <a:endParaRPr lang="en-US" sz="1900" kern="1200"/>
        </a:p>
      </dsp:txBody>
      <dsp:txXfrm>
        <a:off x="1054742" y="4570273"/>
        <a:ext cx="5394503" cy="913197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A683EB-FB1D-4148-9959-D169C1B22E19}">
      <dsp:nvSpPr>
        <dsp:cNvPr id="0" name=""/>
        <dsp:cNvSpPr/>
      </dsp:nvSpPr>
      <dsp:spPr>
        <a:xfrm>
          <a:off x="0" y="0"/>
          <a:ext cx="5481859" cy="246949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900" kern="1200"/>
            <a:t>PROBE to metoda szacowania:</a:t>
          </a:r>
          <a:endParaRPr lang="en-US" sz="29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2300" kern="1200"/>
            <a:t>rozmiaru pracy 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2300" kern="1200"/>
            <a:t>czasu realizacji </a:t>
          </a:r>
          <a:endParaRPr lang="en-US" sz="2300" kern="1200"/>
        </a:p>
      </dsp:txBody>
      <dsp:txXfrm>
        <a:off x="72329" y="72329"/>
        <a:ext cx="2929447" cy="2324833"/>
      </dsp:txXfrm>
    </dsp:sp>
    <dsp:sp modelId="{1A27DAF5-60E1-4363-8EFF-2213AD9DDFFB}">
      <dsp:nvSpPr>
        <dsp:cNvPr id="0" name=""/>
        <dsp:cNvSpPr/>
      </dsp:nvSpPr>
      <dsp:spPr>
        <a:xfrm>
          <a:off x="967386" y="3018266"/>
          <a:ext cx="5481859" cy="246949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900" kern="1200"/>
            <a:t>Opiera się na danych historycznych.</a:t>
          </a:r>
          <a:endParaRPr lang="en-US" sz="2900" kern="1200"/>
        </a:p>
      </dsp:txBody>
      <dsp:txXfrm>
        <a:off x="1039715" y="3090595"/>
        <a:ext cx="2764644" cy="2324833"/>
      </dsp:txXfrm>
    </dsp:sp>
    <dsp:sp modelId="{3A69AFBD-9375-4B9E-B6D6-45849AEC1EE2}">
      <dsp:nvSpPr>
        <dsp:cNvPr id="0" name=""/>
        <dsp:cNvSpPr/>
      </dsp:nvSpPr>
      <dsp:spPr>
        <a:xfrm>
          <a:off x="3876689" y="1941294"/>
          <a:ext cx="1605169" cy="160516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4237852" y="1941294"/>
        <a:ext cx="882843" cy="120789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832A99-8BD8-47E2-A154-39BC76EF7650}">
      <dsp:nvSpPr>
        <dsp:cNvPr id="0" name=""/>
        <dsp:cNvSpPr/>
      </dsp:nvSpPr>
      <dsp:spPr>
        <a:xfrm>
          <a:off x="604007" y="143"/>
          <a:ext cx="3547774" cy="35477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900" kern="1200"/>
            <a:t>Yield to procent błędów usuniętych przed kolejną fazą pracy.</a:t>
          </a:r>
          <a:endParaRPr lang="en-US" sz="2900" kern="1200"/>
        </a:p>
      </dsp:txBody>
      <dsp:txXfrm>
        <a:off x="1123566" y="519702"/>
        <a:ext cx="2508656" cy="2508656"/>
      </dsp:txXfrm>
    </dsp:sp>
    <dsp:sp modelId="{11A3C631-7EB1-4042-BFE6-91992A3158B4}">
      <dsp:nvSpPr>
        <dsp:cNvPr id="0" name=""/>
        <dsp:cNvSpPr/>
      </dsp:nvSpPr>
      <dsp:spPr>
        <a:xfrm rot="5400000">
          <a:off x="4444472" y="1303950"/>
          <a:ext cx="1241720" cy="940160"/>
        </a:xfrm>
        <a:prstGeom prst="triangl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C82F16-0FEC-4E65-98AE-381E29EE6A6C}">
      <dsp:nvSpPr>
        <dsp:cNvPr id="0" name=""/>
        <dsp:cNvSpPr/>
      </dsp:nvSpPr>
      <dsp:spPr>
        <a:xfrm>
          <a:off x="5925668" y="143"/>
          <a:ext cx="3547774" cy="35477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900" kern="1200" dirty="0"/>
            <a:t>Wyższy </a:t>
          </a:r>
          <a:r>
            <a:rPr lang="pl-PL" sz="2900" kern="1200" dirty="0" err="1"/>
            <a:t>yield</a:t>
          </a:r>
          <a:endParaRPr lang="en-US" sz="2900" kern="1200" dirty="0"/>
        </a:p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900" kern="1200" dirty="0"/>
            <a:t>= </a:t>
          </a:r>
          <a:endParaRPr lang="en-US" sz="2900" kern="1200" dirty="0"/>
        </a:p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900" kern="1200" dirty="0"/>
            <a:t>lepsza jakość procesu.</a:t>
          </a:r>
          <a:endParaRPr lang="en-US" sz="2900" kern="1200" dirty="0"/>
        </a:p>
      </dsp:txBody>
      <dsp:txXfrm>
        <a:off x="6445227" y="519702"/>
        <a:ext cx="2508656" cy="25086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bProcess2">
  <dgm:title val=""/>
  <dgm:desc val=""/>
  <dgm:catLst>
    <dgm:cat type="process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/>
    </dgm:varLst>
    <dgm:choose name="Name0">
      <dgm:if name="Name1" func="var" arg="dir" op="equ" val="norm">
        <dgm:alg type="snake">
          <dgm:param type="grDir" val="tL"/>
          <dgm:param type="flowDir" val="col"/>
          <dgm:param type="contDir" val="revDir"/>
        </dgm:alg>
      </dgm:if>
      <dgm:else name="Name2">
        <dgm:alg type="snake">
          <dgm:param type="grDir" val="tR"/>
          <dgm:param type="flowDir" val="col"/>
          <dgm:param type="contDir" val="revDi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firstNode" refType="w"/>
      <dgm:constr type="w" for="ch" forName="lastNode" refType="w" refFor="ch" refForName="firstNode" op="equ"/>
      <dgm:constr type="w" for="ch" forName="middleNode" refType="w" refFor="ch" refForName="firstNode" op="equ"/>
      <dgm:constr type="h" for="ch" ptType="sibTrans" refType="w" refFor="ch" refForName="middleNode" op="equ" fact="0.35"/>
      <dgm:constr type="sp" refType="w" refFor="ch" refForName="middleNode" fact="0.5"/>
      <dgm:constr type="connDist" for="des" ptType="sibTrans" op="equ"/>
      <dgm:constr type="primFontSz" for="ch" forName="firstNode" val="65"/>
      <dgm:constr type="primFontSz" for="ch" forName="lastNode" refType="primFontSz" refFor="ch" refForName="firstNode" op="equ"/>
      <dgm:constr type="primFontSz" for="des" forName="shape" val="65"/>
      <dgm:constr type="primFontSz" for="des" forName="shape" refType="primFontSz" refFor="ch" refForName="firstNode" op="lte"/>
      <dgm:constr type="primFontSz" for="des" forName="shape" refType="primFontSz" refFor="ch" refForName="lastNode" op="lte"/>
    </dgm:constrLst>
    <dgm:ruleLst/>
    <dgm:forEach name="Name3" axis="ch" ptType="node">
      <dgm:choose name="Name4">
        <dgm:if name="Name5" axis="self" ptType="node" func="pos" op="equ" val="1">
          <dgm:layoutNode name="fir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if name="Name6" axis="self" ptType="node" func="revPos" op="equ" val="1">
          <dgm:layoutNode name="la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else name="Name7">
          <dgm:layoutNode name="middleNod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  <dgm:constr type="w" for="ch" forName="padding" refType="w"/>
              <dgm:constr type="h" for="ch" forName="padding" refType="h"/>
              <dgm:constr type="w" for="ch" forName="shape" refType="w" fact="0.667"/>
              <dgm:constr type="h" for="ch" forName="shape" refType="h" fact="0.667"/>
              <dgm:constr type="ctrX" for="ch" forName="shape" refType="w" fact="0.5"/>
              <dgm:constr type="ctrY" for="ch" forName="shape" refType="h" fact="0.5"/>
            </dgm:constrLst>
            <dgm:ruleLst/>
            <dgm:layoutNode name="padding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shape">
              <dgm:varLst>
                <dgm:bulletEnabled val="1"/>
              </dgm:varLst>
              <dgm:alg type="tx">
                <dgm:param type="txAnchorVertCh" val="mid"/>
              </dgm:alg>
              <dgm:shape xmlns:r="http://schemas.openxmlformats.org/officeDocument/2006/relationships" type="ellipse" r:blip="">
                <dgm:adjLst/>
              </dgm:shape>
              <dgm:presOf axis="desOrSelf" ptType="node"/>
              <dgm:constrLst>
                <dgm:constr type="h" refType="w"/>
                <dgm:constr type="tMarg" refType="primFontSz" fact="0.1"/>
                <dgm:constr type="bMarg" refType="primFontSz" fact="0.1"/>
                <dgm:constr type="lMarg" refType="primFontSz" fact="0.1"/>
                <dgm:constr type="r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  <dgm:forEach name="Name8" axis="followSib" ptType="sibTrans" cnt="1">
        <dgm:layoutNode name="sibTrans">
          <dgm:choose name="Name9">
            <dgm:if name="Name10" func="var" arg="dir" op="equ" val="norm">
              <dgm:choose name="Name11">
                <dgm:if name="Name12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3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4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if>
            <dgm:else name="Name15">
              <dgm:choose name="Name16">
                <dgm:if name="Name17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8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9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else>
          </dgm:choose>
          <dgm:shape xmlns:r="http://schemas.openxmlformats.org/officeDocument/2006/relationships" rot="90" type="triangle" r:blip="">
            <dgm:adjLst/>
          </dgm:shape>
          <dgm:presOf axis="self"/>
          <dgm:constrLst>
            <dgm:constr type="w" refType="h"/>
            <dgm:constr type="connDist"/>
            <dgm:constr type="begPad" refType="connDist" fact="0.25"/>
            <dgm:constr type="endPad" refType="connDist" fact="0.22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4A7E2C-26CD-49A5-81E8-81672F2EB09B}" type="datetimeFigureOut">
              <a:rPr lang="pl-PL" smtClean="0"/>
              <a:t>29.03.2026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52E9CD-9375-48E3-A583-A81503DCB40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60476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</a:t>
            </a:r>
            <a:r>
              <a:rPr lang="en-US" dirty="0" err="1"/>
              <a:t>tej</a:t>
            </a:r>
            <a:r>
              <a:rPr lang="en-US" dirty="0"/>
              <a:t> </a:t>
            </a:r>
            <a:r>
              <a:rPr lang="en-US" dirty="0" err="1"/>
              <a:t>prezentacji</a:t>
            </a:r>
            <a:r>
              <a:rPr lang="en-US" dirty="0"/>
              <a:t> w </a:t>
            </a:r>
            <a:r>
              <a:rPr lang="en-US" dirty="0" err="1"/>
              <a:t>przeciweństwie</a:t>
            </a:r>
            <a:r>
              <a:rPr lang="en-US" dirty="0"/>
              <a:t> do </a:t>
            </a:r>
            <a:r>
              <a:rPr lang="en-US" dirty="0" err="1"/>
              <a:t>poprzednich</a:t>
            </a:r>
            <a:r>
              <a:rPr lang="en-US" dirty="0"/>
              <a:t> </a:t>
            </a:r>
            <a:r>
              <a:rPr lang="en-US" dirty="0" err="1"/>
              <a:t>oprę</a:t>
            </a:r>
            <a:r>
              <a:rPr lang="en-US" dirty="0"/>
              <a:t> się na </a:t>
            </a:r>
            <a:r>
              <a:rPr lang="en-US" dirty="0" err="1"/>
              <a:t>przykłądzie</a:t>
            </a:r>
            <a:r>
              <a:rPr lang="en-US" dirty="0"/>
              <a:t> jednej </a:t>
            </a:r>
            <a:r>
              <a:rPr lang="en-US" dirty="0" err="1"/>
              <a:t>osoby</a:t>
            </a:r>
            <a:r>
              <a:rPr lang="en-US" dirty="0"/>
              <a:t>, a nie </a:t>
            </a:r>
            <a:r>
              <a:rPr lang="en-US" dirty="0" err="1"/>
              <a:t>całeo</a:t>
            </a:r>
            <a:r>
              <a:rPr lang="en-US" dirty="0"/>
              <a:t> </a:t>
            </a:r>
            <a:r>
              <a:rPr lang="en-US" dirty="0" err="1"/>
              <a:t>zespołu</a:t>
            </a:r>
            <a:r>
              <a:rPr lang="en-US" dirty="0"/>
              <a:t> </a:t>
            </a:r>
            <a:r>
              <a:rPr lang="en-US" dirty="0" err="1"/>
              <a:t>czy</a:t>
            </a:r>
            <a:r>
              <a:rPr lang="en-US" dirty="0"/>
              <a:t> </a:t>
            </a:r>
            <a:r>
              <a:rPr lang="en-US" dirty="0" err="1"/>
              <a:t>firmy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pl-PL" dirty="0"/>
              <a:t>Filip jest specjalistą</a:t>
            </a:r>
            <a:r>
              <a:rPr lang="en-US" dirty="0"/>
              <a:t> od </a:t>
            </a:r>
            <a:r>
              <a:rPr lang="en-US" dirty="0" err="1"/>
              <a:t>inżynierii</a:t>
            </a:r>
            <a:r>
              <a:rPr lang="en-US" dirty="0"/>
              <a:t> danych, </a:t>
            </a:r>
            <a:r>
              <a:rPr lang="en-US" dirty="0" err="1"/>
              <a:t>poprawnie</a:t>
            </a:r>
            <a:r>
              <a:rPr lang="en-US" dirty="0"/>
              <a:t> </a:t>
            </a:r>
            <a:r>
              <a:rPr lang="en-US" dirty="0" err="1"/>
              <a:t>spełnia</a:t>
            </a:r>
            <a:r>
              <a:rPr lang="en-US" dirty="0"/>
              <a:t> </a:t>
            </a:r>
            <a:r>
              <a:rPr lang="en-US" dirty="0" err="1"/>
              <a:t>swoje</a:t>
            </a:r>
            <a:r>
              <a:rPr lang="en-US" dirty="0"/>
              <a:t> </a:t>
            </a:r>
            <a:r>
              <a:rPr lang="en-US" dirty="0" err="1"/>
              <a:t>obowiązki</a:t>
            </a:r>
            <a:r>
              <a:rPr lang="en-US" dirty="0"/>
              <a:t> I się </a:t>
            </a:r>
            <a:r>
              <a:rPr lang="en-US" dirty="0" err="1"/>
              <a:t>rozwija</a:t>
            </a:r>
            <a:r>
              <a:rPr lang="pl-PL" dirty="0"/>
              <a:t>, ale zauważ</a:t>
            </a:r>
            <a:r>
              <a:rPr lang="en-US" dirty="0"/>
              <a:t>a</a:t>
            </a:r>
            <a:r>
              <a:rPr lang="pl-PL" dirty="0"/>
              <a:t> że popełnia </a:t>
            </a:r>
            <a:r>
              <a:rPr lang="pl-PL" dirty="0" err="1"/>
              <a:t>błęd</a:t>
            </a:r>
            <a:r>
              <a:rPr lang="en-US" dirty="0"/>
              <a:t>y i</a:t>
            </a:r>
            <a:r>
              <a:rPr lang="pl-PL" dirty="0"/>
              <a:t> nie zawsze trafnie estymuje czas i ma problem z kontrolą własnej pracy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52E9CD-9375-48E3-A583-A81503DCB405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48646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https://www.geeksforgeeks.org/software-engineering/personal-software-process-psp/</a:t>
            </a:r>
            <a:endParaRPr lang="en-US" dirty="0"/>
          </a:p>
          <a:p>
            <a:r>
              <a:rPr lang="pl-PL" dirty="0"/>
              <a:t>https://datadrivendaily.com/personal-software-process/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52E9CD-9375-48E3-A583-A81503DCB405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02811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PSP zakłada, że nie poprawimy czegoś, czego nie mierzymy</a:t>
            </a:r>
            <a:r>
              <a:rPr lang="en-US" dirty="0"/>
              <a:t>.</a:t>
            </a:r>
          </a:p>
          <a:p>
            <a:r>
              <a:rPr lang="en-US" dirty="0"/>
              <a:t>Jak to </a:t>
            </a:r>
            <a:r>
              <a:rPr lang="en-US" dirty="0" err="1"/>
              <a:t>wyglądało</a:t>
            </a:r>
            <a:r>
              <a:rPr lang="en-US" dirty="0"/>
              <a:t> u Filipa na </a:t>
            </a:r>
            <a:r>
              <a:rPr lang="en-US" dirty="0" err="1"/>
              <a:t>początku</a:t>
            </a:r>
            <a:r>
              <a:rPr lang="en-US" dirty="0"/>
              <a:t>?</a:t>
            </a:r>
          </a:p>
          <a:p>
            <a:r>
              <a:rPr lang="en-US" dirty="0"/>
              <a:t>- </a:t>
            </a:r>
            <a:r>
              <a:rPr lang="pl-PL" dirty="0"/>
              <a:t>nie mierzy</a:t>
            </a:r>
            <a:r>
              <a:rPr lang="en-US" dirty="0"/>
              <a:t>ł</a:t>
            </a:r>
            <a:r>
              <a:rPr lang="pl-PL" dirty="0"/>
              <a:t> czasu pracy </a:t>
            </a:r>
          </a:p>
          <a:p>
            <a:r>
              <a:rPr lang="en-US" dirty="0"/>
              <a:t>- </a:t>
            </a:r>
            <a:r>
              <a:rPr lang="pl-PL" dirty="0"/>
              <a:t>nie analiz</a:t>
            </a:r>
            <a:r>
              <a:rPr lang="en-US" dirty="0" err="1"/>
              <a:t>ował</a:t>
            </a:r>
            <a:r>
              <a:rPr lang="pl-PL" dirty="0"/>
              <a:t> błędów </a:t>
            </a:r>
          </a:p>
          <a:p>
            <a:r>
              <a:rPr lang="en-US" dirty="0"/>
              <a:t>- </a:t>
            </a:r>
            <a:r>
              <a:rPr lang="pl-PL" dirty="0"/>
              <a:t>działa</a:t>
            </a:r>
            <a:r>
              <a:rPr lang="en-US" dirty="0"/>
              <a:t>ł</a:t>
            </a:r>
            <a:r>
              <a:rPr lang="pl-PL" dirty="0"/>
              <a:t> intuicyjnie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https://www.geeksforgeeks.org/software-engineering/personal-software-process-psp/</a:t>
            </a:r>
            <a:endParaRPr lang="en-US" dirty="0"/>
          </a:p>
          <a:p>
            <a:r>
              <a:rPr lang="pl-PL" dirty="0"/>
              <a:t>https://datadrivendaily.com/personal-software-process/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52E9CD-9375-48E3-A583-A81503DCB405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758524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Produktywność to nie tylko szybkość. To również jakość i efektywność działania</a:t>
            </a:r>
            <a:r>
              <a:rPr lang="en-US" dirty="0"/>
              <a:t>.</a:t>
            </a:r>
          </a:p>
          <a:p>
            <a:r>
              <a:rPr lang="en-US" dirty="0"/>
              <a:t>Po </a:t>
            </a:r>
            <a:r>
              <a:rPr lang="en-US" dirty="0" err="1"/>
              <a:t>pewnym</a:t>
            </a:r>
            <a:r>
              <a:rPr lang="en-US" dirty="0"/>
              <a:t> </a:t>
            </a:r>
            <a:r>
              <a:rPr lang="en-US" dirty="0" err="1"/>
              <a:t>czasie</a:t>
            </a:r>
            <a:r>
              <a:rPr lang="en-US" dirty="0"/>
              <a:t>, </a:t>
            </a:r>
            <a:r>
              <a:rPr lang="pl-PL" dirty="0"/>
              <a:t>Filip zaczyna mierzyć swoją pracę i szybko zauważa, że spędza dużo czasu na poprawianiu błędów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https://www.ey.com/pl_pl/insights/workforce/efektywnosc-pracy-jak-ja-mierzyc-i-zwiekszac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52E9CD-9375-48E3-A583-A81503DCB405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440916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Filip zaczyna planować swoją pracę bardziej świadomie i zauważa, że jego estymacje stają się coraz dokładniejsze</a:t>
            </a:r>
            <a:r>
              <a:rPr lang="en-US" dirty="0"/>
              <a:t>. Co </a:t>
            </a:r>
            <a:r>
              <a:rPr lang="en-US" dirty="0" err="1"/>
              <a:t>dokładnie</a:t>
            </a:r>
            <a:r>
              <a:rPr lang="en-US" dirty="0"/>
              <a:t> </a:t>
            </a:r>
            <a:r>
              <a:rPr lang="en-US" dirty="0" err="1"/>
              <a:t>zmienił</a:t>
            </a:r>
            <a:r>
              <a:rPr lang="en-US" dirty="0"/>
              <a:t>?</a:t>
            </a:r>
          </a:p>
          <a:p>
            <a:pPr marL="171450" indent="-171450">
              <a:buFontTx/>
              <a:buChar char="-"/>
            </a:pPr>
            <a:r>
              <a:rPr lang="pl-PL" dirty="0"/>
              <a:t>dzielenie pracy na mniejsze zadania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Bardziej</a:t>
            </a:r>
            <a:r>
              <a:rPr lang="en-US" dirty="0"/>
              <a:t> </a:t>
            </a:r>
            <a:r>
              <a:rPr lang="pl-PL" dirty="0"/>
              <a:t>realistyczne estymacje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pl-PL" dirty="0"/>
              <a:t>uwzględnianie buforów</a:t>
            </a:r>
            <a:r>
              <a:rPr lang="en-US" dirty="0"/>
              <a:t> </a:t>
            </a:r>
            <a:r>
              <a:rPr lang="en-US" dirty="0" err="1"/>
              <a:t>czasowych</a:t>
            </a:r>
            <a:r>
              <a:rPr lang="en-US" dirty="0"/>
              <a:t> I </a:t>
            </a:r>
            <a:r>
              <a:rPr lang="en-US" dirty="0" err="1"/>
              <a:t>zasobowych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https://www.gowork.pl/blog/5-zasad-dobrego-planowania-pracy/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52E9CD-9375-48E3-A583-A81503DCB405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649571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To może wydawać się uciążliwe, ale daje ogromną wiedzę o własnej pracy</a:t>
            </a:r>
            <a:endParaRPr lang="en-US" dirty="0"/>
          </a:p>
          <a:p>
            <a:endParaRPr lang="en-US" dirty="0"/>
          </a:p>
          <a:p>
            <a:r>
              <a:rPr lang="pl-PL" dirty="0"/>
              <a:t>Filip zapisuje:</a:t>
            </a:r>
          </a:p>
          <a:p>
            <a:r>
              <a:rPr lang="en-US" dirty="0"/>
              <a:t>1. </a:t>
            </a:r>
            <a:r>
              <a:rPr lang="pl-PL" dirty="0"/>
              <a:t>ile czasu spędza na kodowaniu </a:t>
            </a:r>
          </a:p>
          <a:p>
            <a:r>
              <a:rPr lang="en-US" dirty="0"/>
              <a:t>2. </a:t>
            </a:r>
            <a:r>
              <a:rPr lang="pl-PL" dirty="0"/>
              <a:t>ile na poprawkach </a:t>
            </a:r>
          </a:p>
          <a:p>
            <a:r>
              <a:rPr lang="en-US" dirty="0"/>
              <a:t>3. </a:t>
            </a:r>
            <a:r>
              <a:rPr lang="pl-PL" dirty="0"/>
              <a:t>gdzie pojawiają się błędy</a:t>
            </a:r>
            <a:endParaRPr lang="en-US" dirty="0"/>
          </a:p>
          <a:p>
            <a:r>
              <a:rPr lang="en-US" dirty="0"/>
              <a:t>P</a:t>
            </a:r>
            <a:r>
              <a:rPr lang="pl-PL" dirty="0"/>
              <a:t>o kilku tygodniach Filip ma już konkretne dane, które pozwalają mu analizować swoją efektywność</a:t>
            </a:r>
          </a:p>
          <a:p>
            <a:endParaRPr lang="en-US" dirty="0"/>
          </a:p>
          <a:p>
            <a:r>
              <a:rPr lang="pl-PL" dirty="0"/>
              <a:t>https://fakturownia.pl/article/ewidencja-czasu-pracy-skuteczne-wzory-i-praktyczne-rozwiazania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52E9CD-9375-48E3-A583-A81503DCB405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333718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 </a:t>
            </a:r>
            <a:r>
              <a:rPr lang="en-US" dirty="0" err="1"/>
              <a:t>przeanalziowaniu</a:t>
            </a:r>
            <a:r>
              <a:rPr lang="en-US" dirty="0"/>
              <a:t> danych z </a:t>
            </a:r>
            <a:r>
              <a:rPr lang="en-US" dirty="0" err="1"/>
              <a:t>poprzedniego</a:t>
            </a:r>
            <a:r>
              <a:rPr lang="en-US" dirty="0"/>
              <a:t> </a:t>
            </a:r>
            <a:r>
              <a:rPr lang="en-US" dirty="0" err="1"/>
              <a:t>slajdu</a:t>
            </a:r>
            <a:r>
              <a:rPr lang="en-US" dirty="0"/>
              <a:t> Filip </a:t>
            </a:r>
            <a:r>
              <a:rPr lang="en-US" dirty="0" err="1"/>
              <a:t>odkrywa</a:t>
            </a:r>
            <a:r>
              <a:rPr lang="en-US" dirty="0"/>
              <a:t> </a:t>
            </a:r>
            <a:r>
              <a:rPr lang="en-US" dirty="0" err="1"/>
              <a:t>pewną</a:t>
            </a:r>
            <a:r>
              <a:rPr lang="en-US" dirty="0"/>
              <a:t> </a:t>
            </a:r>
            <a:r>
              <a:rPr lang="en-US" dirty="0" err="1"/>
              <a:t>właściwość</a:t>
            </a:r>
            <a:r>
              <a:rPr lang="en-US" dirty="0"/>
              <a:t> w </a:t>
            </a:r>
            <a:r>
              <a:rPr lang="en-US" dirty="0" err="1"/>
              <a:t>popełnianych</a:t>
            </a:r>
            <a:r>
              <a:rPr lang="en-US" dirty="0"/>
              <a:t> </a:t>
            </a:r>
            <a:r>
              <a:rPr lang="en-US" dirty="0" err="1"/>
              <a:t>błędach</a:t>
            </a:r>
            <a:r>
              <a:rPr lang="en-US" dirty="0"/>
              <a:t>. </a:t>
            </a:r>
            <a:r>
              <a:rPr lang="en-US" dirty="0" err="1"/>
              <a:t>Popełnia</a:t>
            </a:r>
            <a:r>
              <a:rPr lang="en-US" dirty="0"/>
              <a:t> ich n</a:t>
            </a:r>
            <a:r>
              <a:rPr lang="pl-PL" dirty="0" err="1"/>
              <a:t>ajwięcej</a:t>
            </a:r>
            <a:r>
              <a:rPr lang="pl-PL" dirty="0"/>
              <a:t> w</a:t>
            </a:r>
            <a:r>
              <a:rPr lang="en-US" dirty="0"/>
              <a:t>e </a:t>
            </a:r>
            <a:r>
              <a:rPr lang="en-US" dirty="0" err="1"/>
              <a:t>wstepnym</a:t>
            </a:r>
            <a:r>
              <a:rPr lang="pl-PL" dirty="0"/>
              <a:t> przetwarzani</a:t>
            </a:r>
            <a:r>
              <a:rPr lang="en-US" dirty="0"/>
              <a:t>u</a:t>
            </a:r>
            <a:r>
              <a:rPr lang="pl-PL" dirty="0"/>
              <a:t> danych </a:t>
            </a:r>
            <a:r>
              <a:rPr lang="en-US" dirty="0" err="1"/>
              <a:t>zwłaszcza</a:t>
            </a:r>
            <a:r>
              <a:rPr lang="en-US" dirty="0"/>
              <a:t> </a:t>
            </a:r>
            <a:r>
              <a:rPr lang="pl-PL" dirty="0"/>
              <a:t>przy pracy pod presją czasu</a:t>
            </a:r>
          </a:p>
          <a:p>
            <a:endParaRPr lang="en-US" dirty="0"/>
          </a:p>
          <a:p>
            <a:r>
              <a:rPr lang="pl-PL" dirty="0"/>
              <a:t>https://akademiajakosci.com/herca/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52E9CD-9375-48E3-A583-A81503DCB405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642374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Błędy</a:t>
            </a:r>
            <a:r>
              <a:rPr lang="en-US" dirty="0"/>
              <a:t> </a:t>
            </a:r>
            <a:r>
              <a:rPr lang="en-US" dirty="0" err="1"/>
              <a:t>indywidalne</a:t>
            </a:r>
            <a:r>
              <a:rPr lang="en-US" dirty="0"/>
              <a:t>, nie </a:t>
            </a:r>
            <a:r>
              <a:rPr lang="en-US" dirty="0" err="1"/>
              <a:t>zawsze</a:t>
            </a:r>
            <a:r>
              <a:rPr lang="en-US" dirty="0"/>
              <a:t> </a:t>
            </a:r>
            <a:r>
              <a:rPr lang="en-US" dirty="0" err="1"/>
              <a:t>wynikają</a:t>
            </a:r>
            <a:r>
              <a:rPr lang="en-US" dirty="0"/>
              <a:t> </a:t>
            </a:r>
            <a:r>
              <a:rPr lang="en-US" dirty="0" err="1"/>
              <a:t>bezpośrednio</a:t>
            </a:r>
            <a:r>
              <a:rPr lang="en-US" dirty="0"/>
              <a:t> z </a:t>
            </a:r>
            <a:r>
              <a:rPr lang="en-US" dirty="0" err="1"/>
              <a:t>zachowania</a:t>
            </a:r>
            <a:r>
              <a:rPr lang="en-US" dirty="0"/>
              <a:t> </a:t>
            </a:r>
            <a:r>
              <a:rPr lang="en-US" dirty="0" err="1"/>
              <a:t>pracownika</a:t>
            </a:r>
            <a:r>
              <a:rPr lang="en-US" dirty="0"/>
              <a:t>, </a:t>
            </a:r>
            <a:r>
              <a:rPr lang="en-US" dirty="0" err="1"/>
              <a:t>dlatego</a:t>
            </a:r>
            <a:r>
              <a:rPr lang="en-US" dirty="0"/>
              <a:t> </a:t>
            </a:r>
            <a:r>
              <a:rPr lang="en-US" dirty="0" err="1"/>
              <a:t>czasami</a:t>
            </a:r>
            <a:r>
              <a:rPr lang="en-US" dirty="0"/>
              <a:t> </a:t>
            </a:r>
            <a:r>
              <a:rPr lang="en-US" dirty="0" err="1"/>
              <a:t>ciężko</a:t>
            </a:r>
            <a:r>
              <a:rPr lang="en-US" dirty="0"/>
              <a:t> je </a:t>
            </a:r>
            <a:r>
              <a:rPr lang="en-US" dirty="0" err="1"/>
              <a:t>zidentyfikować</a:t>
            </a:r>
            <a:r>
              <a:rPr lang="en-US" dirty="0"/>
              <a:t>. </a:t>
            </a:r>
            <a:r>
              <a:rPr lang="en-US" dirty="0" err="1"/>
              <a:t>Powyżej</a:t>
            </a:r>
            <a:r>
              <a:rPr lang="en-US" dirty="0"/>
              <a:t> </a:t>
            </a:r>
            <a:r>
              <a:rPr lang="en-US" dirty="0" err="1"/>
              <a:t>ilustracja</a:t>
            </a:r>
            <a:r>
              <a:rPr lang="en-US" dirty="0"/>
              <a:t> </a:t>
            </a:r>
            <a:r>
              <a:rPr lang="en-US" dirty="0" err="1"/>
              <a:t>pokazująca</a:t>
            </a:r>
            <a:r>
              <a:rPr lang="en-US" dirty="0"/>
              <a:t>, </a:t>
            </a:r>
            <a:r>
              <a:rPr lang="en-US" dirty="0" err="1"/>
              <a:t>że</a:t>
            </a:r>
            <a:r>
              <a:rPr lang="en-US" dirty="0"/>
              <a:t> </a:t>
            </a:r>
            <a:r>
              <a:rPr lang="en-US" dirty="0" err="1"/>
              <a:t>błąd</a:t>
            </a:r>
            <a:r>
              <a:rPr lang="en-US" dirty="0"/>
              <a:t> </a:t>
            </a:r>
            <a:r>
              <a:rPr lang="en-US" dirty="0" err="1"/>
              <a:t>ludzki</a:t>
            </a:r>
            <a:r>
              <a:rPr lang="en-US" dirty="0"/>
              <a:t> (</a:t>
            </a:r>
            <a:r>
              <a:rPr lang="en-US" dirty="0" err="1"/>
              <a:t>pracownika</a:t>
            </a:r>
            <a:r>
              <a:rPr lang="en-US" dirty="0"/>
              <a:t>) to tylko </a:t>
            </a:r>
            <a:r>
              <a:rPr lang="en-US" dirty="0" err="1"/>
              <a:t>początek</a:t>
            </a:r>
            <a:r>
              <a:rPr lang="en-US" dirty="0"/>
              <a:t> gory </a:t>
            </a:r>
            <a:r>
              <a:rPr lang="en-US" dirty="0" err="1"/>
              <a:t>lodowej</a:t>
            </a:r>
            <a:r>
              <a:rPr lang="en-US" dirty="0"/>
              <a:t>. Aby </a:t>
            </a:r>
            <a:r>
              <a:rPr lang="en-US" dirty="0" err="1"/>
              <a:t>zidentyfikować</a:t>
            </a:r>
            <a:r>
              <a:rPr lang="en-US" dirty="0"/>
              <a:t> </a:t>
            </a:r>
            <a:r>
              <a:rPr lang="en-US" dirty="0" err="1"/>
              <a:t>błędy</a:t>
            </a:r>
            <a:r>
              <a:rPr lang="en-US" dirty="0"/>
              <a:t> “pod </a:t>
            </a:r>
            <a:r>
              <a:rPr lang="en-US" dirty="0" err="1"/>
              <a:t>wodą</a:t>
            </a:r>
            <a:r>
              <a:rPr lang="en-US" dirty="0"/>
              <a:t>” </a:t>
            </a:r>
            <a:r>
              <a:rPr lang="en-US" dirty="0" err="1"/>
              <a:t>Kluczowa</a:t>
            </a:r>
            <a:r>
              <a:rPr lang="en-US" dirty="0"/>
              <a:t> jest ich </a:t>
            </a:r>
            <a:r>
              <a:rPr lang="en-US" dirty="0" err="1"/>
              <a:t>ewidencja</a:t>
            </a:r>
            <a:r>
              <a:rPr lang="en-US" dirty="0"/>
              <a:t>, a </a:t>
            </a:r>
            <a:r>
              <a:rPr lang="en-US" dirty="0" err="1"/>
              <a:t>później</a:t>
            </a:r>
            <a:r>
              <a:rPr lang="en-US" dirty="0"/>
              <a:t> </a:t>
            </a:r>
            <a:r>
              <a:rPr lang="en-US" dirty="0" err="1"/>
              <a:t>analiza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pl-PL" dirty="0"/>
              <a:t>https://akademiajakosci.com/herca/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52E9CD-9375-48E3-A583-A81503DCB405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83926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Filip nie działa już intuicyjnie. Ma dane. Teraz zaczyna je wykorzystywać do poprawy swojej pracy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52E9CD-9375-48E3-A583-A81503DCB405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562733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Większość </a:t>
            </a:r>
            <a:r>
              <a:rPr lang="en-US" dirty="0" err="1"/>
              <a:t>pracowników</a:t>
            </a:r>
            <a:r>
              <a:rPr lang="pl-PL" dirty="0"/>
              <a:t> nie potrafi dobrze estymować czasu. Filip też miał ten problem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https://mfiles.pl/pl/index.php/Estymacja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52E9CD-9375-48E3-A583-A81503DCB405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560190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Filip </a:t>
            </a:r>
            <a:r>
              <a:rPr lang="en-US" dirty="0" err="1"/>
              <a:t>wdrożył</a:t>
            </a:r>
            <a:r>
              <a:rPr lang="en-US" dirty="0"/>
              <a:t> </a:t>
            </a:r>
            <a:r>
              <a:rPr lang="en-US" dirty="0" err="1"/>
              <a:t>powyższe</a:t>
            </a:r>
            <a:r>
              <a:rPr lang="en-US" dirty="0"/>
              <a:t> 4 </a:t>
            </a:r>
            <a:r>
              <a:rPr lang="en-US" dirty="0" err="1"/>
              <a:t>rady</a:t>
            </a:r>
            <a:r>
              <a:rPr lang="en-US" dirty="0"/>
              <a:t> w </a:t>
            </a:r>
            <a:r>
              <a:rPr lang="en-US" dirty="0" err="1"/>
              <a:t>życie</a:t>
            </a:r>
            <a:r>
              <a:rPr lang="en-US" dirty="0"/>
              <a:t>. Efekt? P</a:t>
            </a:r>
            <a:r>
              <a:rPr lang="pl-PL" dirty="0" err="1"/>
              <a:t>oczątkowo</a:t>
            </a:r>
            <a:r>
              <a:rPr lang="pl-PL" dirty="0"/>
              <a:t> duże odchylenia</a:t>
            </a:r>
            <a:r>
              <a:rPr lang="en-US" dirty="0"/>
              <a:t>, ale </a:t>
            </a:r>
            <a:r>
              <a:rPr lang="pl-PL" dirty="0"/>
              <a:t>po kilku iteracjach </a:t>
            </a:r>
            <a:r>
              <a:rPr lang="en-US" dirty="0"/>
              <a:t>dużo</a:t>
            </a:r>
            <a:r>
              <a:rPr lang="pl-PL" dirty="0"/>
              <a:t> większa dokładność </a:t>
            </a:r>
            <a:br>
              <a:rPr lang="pl-PL" dirty="0"/>
            </a:br>
            <a:r>
              <a:rPr lang="pl-PL" dirty="0"/>
              <a:t>Po kilku tygodniach Filip zaczyna estymować dużo dokładniej niż wcześniej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pl-PL" dirty="0"/>
              <a:t>https://mfiles.pl/pl/index.php/Estymacja</a:t>
            </a:r>
          </a:p>
          <a:p>
            <a:endParaRPr lang="pl-PL" dirty="0"/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52E9CD-9375-48E3-A583-A81503DCB405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786888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Te </a:t>
            </a:r>
            <a:r>
              <a:rPr lang="en-US" dirty="0" err="1"/>
              <a:t>przykładowe</a:t>
            </a:r>
            <a:r>
              <a:rPr lang="en-US" dirty="0"/>
              <a:t> </a:t>
            </a:r>
            <a:r>
              <a:rPr lang="pl-PL" dirty="0"/>
              <a:t>metryki pozwalają zobaczyć, czy rzeczywiście się rozwijamy</a:t>
            </a:r>
            <a:r>
              <a:rPr lang="en-US" dirty="0"/>
              <a:t>. </a:t>
            </a:r>
            <a:r>
              <a:rPr lang="en-US" dirty="0" err="1"/>
              <a:t>Pozwalają</a:t>
            </a:r>
            <a:r>
              <a:rPr lang="en-US" dirty="0"/>
              <a:t> </a:t>
            </a:r>
            <a:r>
              <a:rPr lang="en-US" dirty="0" err="1"/>
              <a:t>zamienić</a:t>
            </a:r>
            <a:r>
              <a:rPr lang="en-US" dirty="0"/>
              <a:t> </a:t>
            </a:r>
            <a:r>
              <a:rPr lang="en-US" dirty="0" err="1"/>
              <a:t>badany</a:t>
            </a:r>
            <a:r>
              <a:rPr lang="en-US" dirty="0"/>
              <a:t> problem na </a:t>
            </a:r>
            <a:r>
              <a:rPr lang="en-US" dirty="0" err="1"/>
              <a:t>liczby</a:t>
            </a:r>
            <a:r>
              <a:rPr lang="en-US" dirty="0"/>
              <a:t>, </a:t>
            </a:r>
            <a:r>
              <a:rPr lang="en-US" dirty="0" err="1"/>
              <a:t>przez</a:t>
            </a:r>
            <a:r>
              <a:rPr lang="en-US" dirty="0"/>
              <a:t> co </a:t>
            </a:r>
            <a:r>
              <a:rPr lang="en-US" dirty="0" err="1"/>
              <a:t>ocena</a:t>
            </a:r>
            <a:r>
              <a:rPr lang="en-US" dirty="0"/>
              <a:t> postępu jest </a:t>
            </a:r>
            <a:r>
              <a:rPr lang="en-US" dirty="0" err="1"/>
              <a:t>łatwiejsza</a:t>
            </a:r>
            <a:r>
              <a:rPr lang="en-US" dirty="0"/>
              <a:t>.</a:t>
            </a:r>
          </a:p>
          <a:p>
            <a:r>
              <a:rPr lang="en-US" dirty="0"/>
              <a:t>Filip </a:t>
            </a:r>
            <a:r>
              <a:rPr lang="en-US" dirty="0" err="1"/>
              <a:t>odnotował</a:t>
            </a:r>
            <a:r>
              <a:rPr lang="en-US" dirty="0"/>
              <a:t>:</a:t>
            </a:r>
          </a:p>
          <a:p>
            <a:pPr marL="171450" indent="-171450">
              <a:buFontTx/>
              <a:buChar char="-"/>
            </a:pPr>
            <a:r>
              <a:rPr lang="pl-PL" dirty="0"/>
              <a:t>spadek liczby błędów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pl-PL" dirty="0"/>
              <a:t>skrócenie czasu pracy </a:t>
            </a:r>
            <a:r>
              <a:rPr lang="en-US" dirty="0" err="1"/>
              <a:t>potrzebnej</a:t>
            </a:r>
            <a:r>
              <a:rPr lang="en-US" dirty="0"/>
              <a:t> do </a:t>
            </a:r>
            <a:r>
              <a:rPr lang="en-US" dirty="0" err="1"/>
              <a:t>rozwiązania</a:t>
            </a:r>
            <a:r>
              <a:rPr lang="en-US" dirty="0"/>
              <a:t> 1 zadania</a:t>
            </a:r>
          </a:p>
          <a:p>
            <a:pPr marL="171450" indent="-171450">
              <a:buFontTx/>
              <a:buChar char="-"/>
            </a:pPr>
            <a:r>
              <a:rPr lang="pl-PL" dirty="0" err="1"/>
              <a:t>większ</a:t>
            </a:r>
            <a:r>
              <a:rPr lang="en-US" dirty="0"/>
              <a:t>ą</a:t>
            </a:r>
            <a:r>
              <a:rPr lang="pl-PL" dirty="0"/>
              <a:t> przewidywalność</a:t>
            </a:r>
            <a:r>
              <a:rPr lang="en-US" dirty="0"/>
              <a:t> – </a:t>
            </a:r>
            <a:r>
              <a:rPr lang="en-US" dirty="0" err="1"/>
              <a:t>lepiej</a:t>
            </a:r>
            <a:r>
              <a:rPr lang="en-US" dirty="0"/>
              <a:t> </a:t>
            </a:r>
            <a:r>
              <a:rPr lang="en-US" dirty="0" err="1"/>
              <a:t>rozumiał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czasu</a:t>
            </a:r>
            <a:r>
              <a:rPr lang="en-US" dirty="0"/>
              <a:t> I </a:t>
            </a:r>
            <a:r>
              <a:rPr lang="en-US" dirty="0" err="1"/>
              <a:t>zasobów</a:t>
            </a:r>
            <a:r>
              <a:rPr lang="en-US" dirty="0"/>
              <a:t> </a:t>
            </a:r>
            <a:r>
              <a:rPr lang="en-US" dirty="0" err="1"/>
              <a:t>potrzebuje</a:t>
            </a:r>
            <a:r>
              <a:rPr lang="en-US" dirty="0"/>
              <a:t> do </a:t>
            </a:r>
            <a:r>
              <a:rPr lang="en-US" dirty="0" err="1"/>
              <a:t>rozwiązania</a:t>
            </a:r>
            <a:r>
              <a:rPr lang="en-US" dirty="0"/>
              <a:t> </a:t>
            </a:r>
            <a:r>
              <a:rPr lang="en-US" dirty="0" err="1"/>
              <a:t>danego</a:t>
            </a:r>
            <a:r>
              <a:rPr lang="en-US" dirty="0"/>
              <a:t> zadania</a:t>
            </a:r>
          </a:p>
          <a:p>
            <a:pPr marL="0" indent="0">
              <a:buFontTx/>
              <a:buNone/>
            </a:pPr>
            <a:r>
              <a:rPr lang="en-US" dirty="0" err="1"/>
              <a:t>Wniosek</a:t>
            </a:r>
            <a:r>
              <a:rPr lang="en-US" dirty="0"/>
              <a:t> - </a:t>
            </a:r>
            <a:r>
              <a:rPr lang="pl-PL" dirty="0"/>
              <a:t>Jego praca staje się bardziej przewidywalna i jakościowa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pl-PL" dirty="0"/>
              <a:t>https://qbico.pl/kpi-a-metryki/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52E9CD-9375-48E3-A583-A81503DCB405}" type="slidenum">
              <a:rPr lang="pl-PL" smtClean="0"/>
              <a:t>13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988010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Największym wyzwaniem PSP nie jest technika, tylko dyscyplina</a:t>
            </a:r>
            <a:r>
              <a:rPr lang="en-US" dirty="0"/>
              <a:t>.</a:t>
            </a:r>
          </a:p>
          <a:p>
            <a:r>
              <a:rPr lang="pl-PL" b="0" dirty="0"/>
              <a:t>Jak ją budować?</a:t>
            </a:r>
            <a:r>
              <a:rPr lang="en-US" b="0" dirty="0"/>
              <a:t> -  o </a:t>
            </a:r>
            <a:r>
              <a:rPr lang="en-US" b="0" dirty="0" err="1"/>
              <a:t>tym</a:t>
            </a:r>
            <a:r>
              <a:rPr lang="en-US" b="0" dirty="0"/>
              <a:t> troche </a:t>
            </a:r>
            <a:r>
              <a:rPr lang="en-US" b="0" dirty="0" err="1"/>
              <a:t>już</a:t>
            </a:r>
            <a:r>
              <a:rPr lang="en-US" b="0" dirty="0"/>
              <a:t> </a:t>
            </a:r>
            <a:r>
              <a:rPr lang="en-US" b="0" dirty="0" err="1"/>
              <a:t>było</a:t>
            </a:r>
            <a:r>
              <a:rPr lang="en-US" b="0" dirty="0"/>
              <a:t> </a:t>
            </a:r>
            <a:r>
              <a:rPr lang="en-US" b="0" dirty="0" err="1"/>
              <a:t>wcześniej</a:t>
            </a:r>
            <a:r>
              <a:rPr lang="en-US" b="0" dirty="0"/>
              <a:t>, dla </a:t>
            </a:r>
            <a:r>
              <a:rPr lang="en-US" b="0" dirty="0" err="1"/>
              <a:t>przypomnienia</a:t>
            </a:r>
            <a:r>
              <a:rPr lang="en-US" b="0" dirty="0"/>
              <a:t>:</a:t>
            </a:r>
            <a:endParaRPr lang="pl-PL" b="0" dirty="0"/>
          </a:p>
          <a:p>
            <a:r>
              <a:rPr lang="en-US" dirty="0"/>
              <a:t>- </a:t>
            </a:r>
            <a:r>
              <a:rPr lang="pl-PL" dirty="0"/>
              <a:t>regularne zapisywanie danych </a:t>
            </a:r>
          </a:p>
          <a:p>
            <a:r>
              <a:rPr lang="en-US" dirty="0"/>
              <a:t>- </a:t>
            </a:r>
            <a:r>
              <a:rPr lang="pl-PL" dirty="0"/>
              <a:t>codzienna analiza pracy </a:t>
            </a:r>
          </a:p>
          <a:p>
            <a:r>
              <a:rPr lang="en-US" dirty="0"/>
              <a:t>- </a:t>
            </a:r>
            <a:r>
              <a:rPr lang="pl-PL" dirty="0"/>
              <a:t>wyciąganie wniosków </a:t>
            </a:r>
          </a:p>
          <a:p>
            <a:r>
              <a:rPr lang="en-US" dirty="0"/>
              <a:t>- </a:t>
            </a:r>
            <a:r>
              <a:rPr lang="pl-PL" dirty="0"/>
              <a:t>budowanie nawyków</a:t>
            </a:r>
          </a:p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52E9CD-9375-48E3-A583-A81503DCB405}" type="slidenum">
              <a:rPr lang="pl-PL" smtClean="0"/>
              <a:t>14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606072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Jeden zdyscyplinowany inżynier </a:t>
            </a:r>
            <a:r>
              <a:rPr lang="en-US" dirty="0"/>
              <a:t>danych </a:t>
            </a:r>
            <a:r>
              <a:rPr lang="pl-PL" dirty="0"/>
              <a:t>może znacząco poprawić jakość całego zespołu</a:t>
            </a:r>
            <a:r>
              <a:rPr lang="en-US" dirty="0"/>
              <a:t>. </a:t>
            </a:r>
          </a:p>
          <a:p>
            <a:r>
              <a:rPr lang="en-US" dirty="0" err="1"/>
              <a:t>Podobnie</a:t>
            </a:r>
            <a:r>
              <a:rPr lang="en-US" dirty="0"/>
              <a:t> jest w </a:t>
            </a:r>
            <a:r>
              <a:rPr lang="en-US" dirty="0" err="1"/>
              <a:t>zespole</a:t>
            </a:r>
            <a:r>
              <a:rPr lang="en-US" dirty="0"/>
              <a:t> Filipa – z</a:t>
            </a:r>
            <a:r>
              <a:rPr lang="pl-PL" dirty="0" err="1"/>
              <a:t>espół</a:t>
            </a:r>
            <a:r>
              <a:rPr lang="pl-PL" dirty="0"/>
              <a:t> zaczyna </a:t>
            </a:r>
            <a:r>
              <a:rPr lang="en-US" dirty="0"/>
              <a:t>na nim polegać</a:t>
            </a:r>
            <a:r>
              <a:rPr lang="pl-PL" dirty="0"/>
              <a:t>. Jego praca staje się punktem odniesienia</a:t>
            </a:r>
            <a:r>
              <a:rPr lang="en-US" dirty="0"/>
              <a:t>, </a:t>
            </a:r>
            <a:r>
              <a:rPr lang="en-US" dirty="0" err="1"/>
              <a:t>budowane</a:t>
            </a:r>
            <a:r>
              <a:rPr lang="en-US" dirty="0"/>
              <a:t> jest </a:t>
            </a:r>
            <a:r>
              <a:rPr lang="en-US" dirty="0" err="1"/>
              <a:t>zaufanie</a:t>
            </a:r>
            <a:r>
              <a:rPr lang="en-US" dirty="0"/>
              <a:t>, </a:t>
            </a:r>
            <a:r>
              <a:rPr lang="en-US" dirty="0" err="1"/>
              <a:t>przewidywalność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52E9CD-9375-48E3-A583-A81503DCB405}" type="slidenum">
              <a:rPr lang="pl-PL" smtClean="0"/>
              <a:t>15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89170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Zespół</a:t>
            </a:r>
            <a:r>
              <a:rPr lang="en-US" dirty="0"/>
              <a:t> Filipa </a:t>
            </a:r>
            <a:r>
              <a:rPr lang="en-US" dirty="0" err="1"/>
              <a:t>pracuje</a:t>
            </a:r>
            <a:r>
              <a:rPr lang="en-US" dirty="0"/>
              <a:t> w </a:t>
            </a:r>
            <a:r>
              <a:rPr lang="en-US" dirty="0" err="1"/>
              <a:t>metodyce</a:t>
            </a:r>
            <a:r>
              <a:rPr lang="en-US" dirty="0"/>
              <a:t> Agile. Co to </a:t>
            </a:r>
            <a:r>
              <a:rPr lang="en-US" dirty="0" err="1"/>
              <a:t>dało</a:t>
            </a:r>
            <a:r>
              <a:rPr lang="en-US" dirty="0"/>
              <a:t> </a:t>
            </a:r>
            <a:r>
              <a:rPr lang="en-US" dirty="0" err="1"/>
              <a:t>Filipowi</a:t>
            </a:r>
            <a:r>
              <a:rPr lang="en-US" dirty="0"/>
              <a:t> w </a:t>
            </a:r>
            <a:r>
              <a:rPr lang="en-US" dirty="0" err="1"/>
              <a:t>kontekście</a:t>
            </a:r>
            <a:r>
              <a:rPr lang="en-US" dirty="0"/>
              <a:t> PSP?</a:t>
            </a:r>
          </a:p>
          <a:p>
            <a:pPr marL="171450" indent="-171450">
              <a:buFontTx/>
              <a:buChar char="-"/>
            </a:pPr>
            <a:r>
              <a:rPr lang="pl-PL" dirty="0"/>
              <a:t>lepsze planowanie sprintów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pl-PL" dirty="0"/>
              <a:t>dokładniejsze estymacje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pl-PL" dirty="0" err="1"/>
              <a:t>większ</a:t>
            </a:r>
            <a:r>
              <a:rPr lang="en-US" dirty="0"/>
              <a:t>ą</a:t>
            </a:r>
            <a:r>
              <a:rPr lang="pl-PL" dirty="0"/>
              <a:t> przewidywalność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52E9CD-9375-48E3-A583-A81503DCB405}" type="slidenum">
              <a:rPr lang="pl-PL" smtClean="0"/>
              <a:t>16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390198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Można znać PSP, ale go nie stosować. Process </a:t>
            </a:r>
            <a:r>
              <a:rPr lang="pl-PL" dirty="0" err="1"/>
              <a:t>fidelity</a:t>
            </a:r>
            <a:r>
              <a:rPr lang="pl-PL" dirty="0"/>
              <a:t> oznacza</a:t>
            </a:r>
            <a:r>
              <a:rPr lang="en-US" dirty="0"/>
              <a:t> </a:t>
            </a:r>
            <a:r>
              <a:rPr lang="en-US" dirty="0" err="1"/>
              <a:t>mniej</a:t>
            </a:r>
            <a:r>
              <a:rPr lang="en-US" dirty="0"/>
              <a:t> </a:t>
            </a:r>
            <a:r>
              <a:rPr lang="en-US" dirty="0" err="1"/>
              <a:t>więcej</a:t>
            </a:r>
            <a:r>
              <a:rPr lang="en-US" dirty="0"/>
              <a:t> tyle</a:t>
            </a:r>
            <a:r>
              <a:rPr lang="pl-PL" dirty="0"/>
              <a:t>, że robimy to konsekwentnie i zgodnie z zasadami</a:t>
            </a:r>
            <a:endParaRPr lang="en-US" dirty="0"/>
          </a:p>
          <a:p>
            <a:r>
              <a:rPr lang="pl-PL" dirty="0"/>
              <a:t>pełne stosowanie PSP </a:t>
            </a:r>
            <a:r>
              <a:rPr lang="en-US" dirty="0"/>
              <a:t>= </a:t>
            </a:r>
            <a:r>
              <a:rPr lang="pl-PL" dirty="0"/>
              <a:t>większa wiarygodność wyników</a:t>
            </a:r>
            <a:endParaRPr lang="en-US" dirty="0"/>
          </a:p>
          <a:p>
            <a:r>
              <a:rPr lang="pl-PL" dirty="0"/>
              <a:t>Filip zauważył, że jeśli nie stosuje PSP konsekwentnie, jego dane przestają mieć sens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https://www.sei.cmu.edu/documents/1867/2009_003_001_15029.pdf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52E9CD-9375-48E3-A583-A81503DCB405}" type="slidenum">
              <a:rPr lang="pl-PL" smtClean="0"/>
              <a:t>17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145662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Filip </a:t>
            </a:r>
            <a:r>
              <a:rPr lang="en-US" dirty="0" err="1"/>
              <a:t>analizuje</a:t>
            </a:r>
            <a:r>
              <a:rPr lang="en-US" dirty="0"/>
              <a:t> </a:t>
            </a:r>
            <a:r>
              <a:rPr lang="en-US" dirty="0" err="1"/>
              <a:t>bardzo</a:t>
            </a:r>
            <a:r>
              <a:rPr lang="en-US" dirty="0"/>
              <a:t> </a:t>
            </a:r>
            <a:r>
              <a:rPr lang="en-US" dirty="0" err="1"/>
              <a:t>dokładnie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cztery</a:t>
            </a:r>
            <a:r>
              <a:rPr lang="en-US" dirty="0"/>
              <a:t> </a:t>
            </a:r>
            <a:r>
              <a:rPr lang="en-US" dirty="0" err="1"/>
              <a:t>miary</a:t>
            </a:r>
            <a:r>
              <a:rPr lang="en-US" dirty="0"/>
              <a:t>, </a:t>
            </a:r>
            <a:r>
              <a:rPr lang="en-US" dirty="0" err="1"/>
              <a:t>przez</a:t>
            </a:r>
            <a:r>
              <a:rPr lang="en-US" dirty="0"/>
              <a:t> co z</a:t>
            </a:r>
            <a:r>
              <a:rPr lang="pl-PL" dirty="0" err="1"/>
              <a:t>aczyna</a:t>
            </a:r>
            <a:r>
              <a:rPr lang="pl-PL" dirty="0"/>
              <a:t> widzieć swoją pracę w sposób bardzo analityczny. Wie dokładnie, gdzie traci czas i gdzie popełnia błędy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52E9CD-9375-48E3-A583-A81503DCB405}" type="slidenum">
              <a:rPr lang="pl-PL" smtClean="0"/>
              <a:t>18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691894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Stosowanie</a:t>
            </a:r>
            <a:r>
              <a:rPr lang="en-US" dirty="0"/>
              <a:t> się do </a:t>
            </a:r>
            <a:r>
              <a:rPr lang="en-US" dirty="0" err="1"/>
              <a:t>powyższych</a:t>
            </a:r>
            <a:r>
              <a:rPr lang="en-US" dirty="0"/>
              <a:t> </a:t>
            </a:r>
            <a:r>
              <a:rPr lang="en-US" dirty="0" err="1"/>
              <a:t>zasad</a:t>
            </a:r>
            <a:r>
              <a:rPr lang="en-US" dirty="0"/>
              <a:t> </a:t>
            </a:r>
            <a:r>
              <a:rPr lang="en-US" dirty="0" err="1"/>
              <a:t>odpowiedzialności</a:t>
            </a:r>
            <a:r>
              <a:rPr lang="en-US" dirty="0"/>
              <a:t> </a:t>
            </a:r>
            <a:r>
              <a:rPr lang="en-US" dirty="0" err="1"/>
              <a:t>zmieniło</a:t>
            </a:r>
            <a:r>
              <a:rPr lang="en-US" dirty="0"/>
              <a:t> u Filipa </a:t>
            </a:r>
            <a:r>
              <a:rPr lang="en-US" dirty="0" err="1"/>
              <a:t>sposób</a:t>
            </a:r>
            <a:r>
              <a:rPr lang="en-US" dirty="0"/>
              <a:t> </a:t>
            </a:r>
            <a:r>
              <a:rPr lang="en-US" dirty="0" err="1"/>
              <a:t>myslenia</a:t>
            </a:r>
            <a:r>
              <a:rPr lang="en-US" dirty="0"/>
              <a:t>:</a:t>
            </a:r>
          </a:p>
          <a:p>
            <a:pPr marL="171450" indent="-171450">
              <a:buFontTx/>
              <a:buChar char="-"/>
            </a:pPr>
            <a:r>
              <a:rPr lang="pl-PL" dirty="0"/>
              <a:t>wcześniej  </a:t>
            </a:r>
            <a:r>
              <a:rPr lang="en-US" dirty="0"/>
              <a:t>“</a:t>
            </a:r>
            <a:r>
              <a:rPr lang="pl-PL" dirty="0"/>
              <a:t>to nie moja wina</a:t>
            </a:r>
            <a:r>
              <a:rPr lang="en-US" dirty="0"/>
              <a:t>”</a:t>
            </a:r>
            <a:r>
              <a:rPr lang="pl-PL" dirty="0"/>
              <a:t>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pl-PL" dirty="0"/>
              <a:t>teraz </a:t>
            </a:r>
            <a:r>
              <a:rPr lang="en-US" dirty="0"/>
              <a:t>“</a:t>
            </a:r>
            <a:r>
              <a:rPr lang="pl-PL" dirty="0"/>
              <a:t>co mogę poprawić?</a:t>
            </a:r>
            <a:r>
              <a:rPr lang="en-US" dirty="0"/>
              <a:t>”</a:t>
            </a:r>
          </a:p>
          <a:p>
            <a:pPr marL="0" indent="0">
              <a:buFontTx/>
              <a:buNone/>
            </a:pPr>
            <a:r>
              <a:rPr lang="pl-PL" dirty="0"/>
              <a:t>Największa zmiana u Filipa nie była techniczna, tylko mentalna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52E9CD-9375-48E3-A583-A81503DCB405}" type="slidenum">
              <a:rPr lang="pl-PL" smtClean="0"/>
              <a:t>19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576818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Filip po każdym zadaniu analizuje, co poszło dobrze, a co źle. To pozwala mu unikać tych samych błędów.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https://www.atlassian.com/pl/incident-management/handbook/postmortems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52E9CD-9375-48E3-A583-A81503DCB405}" type="slidenum">
              <a:rPr lang="pl-PL" smtClean="0"/>
              <a:t>20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836121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Jaki </a:t>
            </a:r>
            <a:r>
              <a:rPr lang="en-US" dirty="0" err="1"/>
              <a:t>był</a:t>
            </a:r>
            <a:r>
              <a:rPr lang="en-US" dirty="0"/>
              <a:t> efekt </a:t>
            </a:r>
            <a:r>
              <a:rPr lang="en-US" dirty="0" err="1"/>
              <a:t>stosowania</a:t>
            </a:r>
            <a:r>
              <a:rPr lang="en-US" dirty="0"/>
              <a:t> się do </a:t>
            </a:r>
            <a:r>
              <a:rPr lang="en-US" dirty="0" err="1"/>
              <a:t>tej</a:t>
            </a:r>
            <a:r>
              <a:rPr lang="en-US" dirty="0"/>
              <a:t> </a:t>
            </a:r>
            <a:r>
              <a:rPr lang="en-US" dirty="0" err="1"/>
              <a:t>zasady</a:t>
            </a:r>
            <a:r>
              <a:rPr lang="en-US" dirty="0"/>
              <a:t> u Filipa? – M</a:t>
            </a:r>
            <a:r>
              <a:rPr lang="pl-PL" dirty="0"/>
              <a:t>niej błędów w testach</a:t>
            </a:r>
            <a:r>
              <a:rPr lang="en-US" dirty="0"/>
              <a:t>,</a:t>
            </a:r>
            <a:r>
              <a:rPr lang="pl-PL" dirty="0"/>
              <a:t> krótszy czas </a:t>
            </a:r>
            <a:r>
              <a:rPr lang="en-US" dirty="0"/>
              <a:t>ich </a:t>
            </a:r>
            <a:r>
              <a:rPr lang="pl-PL" dirty="0"/>
              <a:t>naprawy </a:t>
            </a:r>
            <a:r>
              <a:rPr lang="en-US" dirty="0"/>
              <a:t>i </a:t>
            </a:r>
            <a:r>
              <a:rPr lang="pl-PL" dirty="0"/>
              <a:t>lepsza jakość kodu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Ciekawy</a:t>
            </a:r>
            <a:r>
              <a:rPr lang="en-US" dirty="0"/>
              <a:t> </a:t>
            </a:r>
            <a:r>
              <a:rPr lang="en-US" dirty="0" err="1"/>
              <a:t>artykuł</a:t>
            </a:r>
            <a:r>
              <a:rPr lang="en-US" dirty="0"/>
              <a:t> z </a:t>
            </a:r>
            <a:r>
              <a:rPr lang="en-US" dirty="0" err="1"/>
              <a:t>Theprotocol</a:t>
            </a:r>
            <a:r>
              <a:rPr lang="en-US" dirty="0"/>
              <a:t> o code review:</a:t>
            </a:r>
          </a:p>
          <a:p>
            <a:r>
              <a:rPr lang="pl-PL" dirty="0"/>
              <a:t>https://blog.theprotocol.it/artykul/code-review-w-praktyce-zasady-skutecznego-przegladu-kodu</a:t>
            </a:r>
            <a:endParaRPr lang="en-US" dirty="0"/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52E9CD-9375-48E3-A583-A81503DCB405}" type="slidenum">
              <a:rPr lang="pl-PL" smtClean="0"/>
              <a:t>21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51238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Na tym etapie Filip nie tylko poprawia swoją pracę, ale zaczyna ją optymalizować jak profesjonalny inżynier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52E9CD-9375-48E3-A583-A81503DCB405}" type="slidenum">
              <a:rPr lang="pl-PL" smtClean="0"/>
              <a:t>22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431362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Nie każdy kod jest tworzony od zera. PSP pozwala dokładnie określić, ile pracy naprawdę wykonujemy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W </a:t>
            </a:r>
            <a:r>
              <a:rPr lang="en-US" dirty="0" err="1"/>
              <a:t>pracy</a:t>
            </a:r>
            <a:r>
              <a:rPr lang="en-US" dirty="0"/>
              <a:t> Filipa:</a:t>
            </a:r>
          </a:p>
          <a:p>
            <a:r>
              <a:rPr lang="en-US" dirty="0"/>
              <a:t>- </a:t>
            </a:r>
            <a:r>
              <a:rPr lang="pl-PL" dirty="0"/>
              <a:t>większość pracy </a:t>
            </a:r>
            <a:r>
              <a:rPr lang="en-US" dirty="0"/>
              <a:t>to</a:t>
            </a:r>
            <a:r>
              <a:rPr lang="pl-PL" dirty="0"/>
              <a:t> modyfikacje </a:t>
            </a:r>
            <a:endParaRPr lang="en-US" dirty="0"/>
          </a:p>
          <a:p>
            <a:r>
              <a:rPr lang="en-US" dirty="0"/>
              <a:t>- </a:t>
            </a:r>
            <a:r>
              <a:rPr lang="pl-PL" dirty="0"/>
              <a:t>mniej </a:t>
            </a:r>
            <a:r>
              <a:rPr lang="en-US" dirty="0" err="1"/>
              <a:t>pracy</a:t>
            </a:r>
            <a:r>
              <a:rPr lang="en-US" dirty="0"/>
              <a:t> to</a:t>
            </a:r>
            <a:r>
              <a:rPr lang="pl-PL" dirty="0"/>
              <a:t> </a:t>
            </a:r>
            <a:r>
              <a:rPr lang="en-US" dirty="0" err="1"/>
              <a:t>totalnie</a:t>
            </a:r>
            <a:r>
              <a:rPr lang="en-US" dirty="0"/>
              <a:t> </a:t>
            </a:r>
            <a:r>
              <a:rPr lang="pl-PL" dirty="0"/>
              <a:t>nowy kod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https://mfiles.pl/pl/index.php/Rachunkowo%C5%9B%C4%87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52E9CD-9375-48E3-A583-A81503DCB405}" type="slidenum">
              <a:rPr lang="pl-PL" smtClean="0"/>
              <a:t>23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411958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Skrypty pomagają utrzymać spójność pracy. Dzięki nim inżynier nie pomija ważnych etapów</a:t>
            </a:r>
            <a:endParaRPr lang="en-US" dirty="0"/>
          </a:p>
          <a:p>
            <a:endParaRPr lang="en-US" dirty="0"/>
          </a:p>
          <a:p>
            <a:r>
              <a:rPr lang="en-US" dirty="0"/>
              <a:t>Efekt </a:t>
            </a:r>
            <a:r>
              <a:rPr lang="en-US" dirty="0" err="1"/>
              <a:t>stosowania</a:t>
            </a:r>
            <a:r>
              <a:rPr lang="en-US" dirty="0"/>
              <a:t> </a:t>
            </a:r>
            <a:r>
              <a:rPr lang="en-US" dirty="0" err="1"/>
              <a:t>skryptów</a:t>
            </a:r>
            <a:r>
              <a:rPr lang="en-US" dirty="0"/>
              <a:t> w </a:t>
            </a:r>
            <a:r>
              <a:rPr lang="en-US" dirty="0" err="1"/>
              <a:t>pracy</a:t>
            </a:r>
            <a:r>
              <a:rPr lang="en-US" dirty="0"/>
              <a:t> Filipa: </a:t>
            </a:r>
            <a:r>
              <a:rPr lang="pl-PL" dirty="0"/>
              <a:t>mniej pominiętych kroków</a:t>
            </a:r>
            <a:r>
              <a:rPr lang="en-US" dirty="0"/>
              <a:t>,</a:t>
            </a:r>
            <a:r>
              <a:rPr lang="pl-PL" dirty="0"/>
              <a:t> większa jakość pracy</a:t>
            </a:r>
            <a:r>
              <a:rPr lang="en-US" dirty="0"/>
              <a:t>,</a:t>
            </a:r>
            <a:r>
              <a:rPr lang="pl-PL" dirty="0"/>
              <a:t> lepsza organizacja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52E9CD-9375-48E3-A583-A81503DCB405}" type="slidenum">
              <a:rPr lang="pl-PL" smtClean="0"/>
              <a:t>24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988255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Dzieki</a:t>
            </a:r>
            <a:r>
              <a:rPr lang="en-US" dirty="0"/>
              <a:t> </a:t>
            </a:r>
            <a:r>
              <a:rPr lang="en-US" dirty="0" err="1"/>
              <a:t>metodzie</a:t>
            </a:r>
            <a:r>
              <a:rPr lang="en-US" dirty="0"/>
              <a:t> probe </a:t>
            </a:r>
            <a:r>
              <a:rPr lang="pl-PL" dirty="0"/>
              <a:t>Filip przestaje zgadywać. Jego estymacje są oparte na realnych danych</a:t>
            </a:r>
            <a:r>
              <a:rPr lang="en-US" dirty="0"/>
              <a:t>. 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52E9CD-9375-48E3-A583-A81503DCB405}" type="slidenum">
              <a:rPr lang="pl-PL" smtClean="0"/>
              <a:t>25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465575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Filip</a:t>
            </a:r>
            <a:r>
              <a:rPr lang="en-US" dirty="0"/>
              <a:t> I </a:t>
            </a:r>
            <a:r>
              <a:rPr lang="pl-PL" dirty="0"/>
              <a:t>poprawa jakości</a:t>
            </a:r>
            <a:r>
              <a:rPr lang="en-US" dirty="0"/>
              <a:t> </a:t>
            </a:r>
            <a:r>
              <a:rPr lang="en-US" dirty="0" err="1"/>
              <a:t>dzięki</a:t>
            </a:r>
            <a:r>
              <a:rPr lang="en-US" dirty="0"/>
              <a:t> yield:</a:t>
            </a:r>
          </a:p>
          <a:p>
            <a:pPr marL="171450" indent="-171450">
              <a:buFontTx/>
              <a:buChar char="-"/>
            </a:pPr>
            <a:r>
              <a:rPr lang="pl-PL" dirty="0"/>
              <a:t>więcej błędów wykrytych wcześniej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pl-PL" dirty="0"/>
              <a:t>mniej problemów w testach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pl-PL" dirty="0"/>
              <a:t>stabilniejszy kod</a:t>
            </a:r>
            <a:endParaRPr lang="en-US" dirty="0"/>
          </a:p>
          <a:p>
            <a:pPr marL="0" indent="0">
              <a:buFontTx/>
              <a:buNone/>
            </a:pPr>
            <a:r>
              <a:rPr lang="pl-PL" dirty="0"/>
              <a:t>Filip zaczyna usuwać większość błędów zanim trafią do testów. To ogromna oszczędność czasu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https://www.anegis.com/pl/leksykon/wskaznik-wydajnosci-yield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52E9CD-9375-48E3-A583-A81503DCB405}" type="slidenum">
              <a:rPr lang="pl-PL" smtClean="0"/>
              <a:t>26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374146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Jakość pracy nie jest przypadkiem</a:t>
            </a:r>
            <a:r>
              <a:rPr lang="en-US" dirty="0"/>
              <a:t>, j</a:t>
            </a:r>
            <a:r>
              <a:rPr lang="pl-PL" dirty="0" err="1"/>
              <a:t>est</a:t>
            </a:r>
            <a:r>
              <a:rPr lang="pl-PL" dirty="0"/>
              <a:t> wynikiem procesu.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52E9CD-9375-48E3-A583-A81503DCB405}" type="slidenum">
              <a:rPr lang="pl-PL" smtClean="0"/>
              <a:t>27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72556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22F66-727D-4150-ADA5-49CF3A0F6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" y="1122363"/>
            <a:ext cx="10072922" cy="1978346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9A1FE-C39F-4D7C-B93D-F8C203A1D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352" y="3509963"/>
            <a:ext cx="10072922" cy="1747837"/>
          </a:xfrm>
        </p:spPr>
        <p:txBody>
          <a:bodyPr>
            <a:normAutofit/>
          </a:bodyPr>
          <a:lstStyle>
            <a:lvl1pPr marL="0" indent="0" algn="l">
              <a:buNone/>
              <a:defRPr sz="2000" i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08AAC-7D41-4304-8D59-EF34B23268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352" y="136525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524C6359-9BB8-4148-8114-537E698DA205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4D078-DE22-4F23-8B48-21FB1415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4C1F5-608B-4335-9F2A-17F63D5F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51B01909-73B8-4486-A749-C643B1D7E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26769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5E279D86-4533-45F1-B0AA-D237399A5ED5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764FD722-CB31-4326-ADD8-CBA52FD1FF59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24E4BCEC-8B0A-444E-8509-1B3BB0449E5B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9DB36622-1DC7-4B17-8984-588BA8999FF6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51B97AF0-1974-42B9-B5FC-A332C52E8272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95A298AD-BE5D-4BE1-8CDF-DBFB42D63FEB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06108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7B4A7-C566-48F4-B4B8-3A5E7B6C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B93F5-BC8B-452C-ACE2-C7E01D1B8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A49B3-A57D-46C5-8462-0C52509F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352" y="136525"/>
            <a:ext cx="2743200" cy="365125"/>
          </a:xfrm>
        </p:spPr>
        <p:txBody>
          <a:bodyPr/>
          <a:lstStyle/>
          <a:p>
            <a:fld id="{9376191F-481E-48E9-BB9A-369A67A7362D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8C810-EAF4-4D86-84DD-2E574122D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7E738-8574-490B-974B-9AD3B2AA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AC552FEA-472E-4E74-B31D-531852C19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10597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41DF3078-C636-4776-A616-D5BF3BC280C9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0D1A27FA-1310-4BC3-A071-1566746B2FB1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99ACB9EB-84FE-4B33-9EF9-4EC7DAC25DD5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826E5EFB-0EF9-4DB8-99CB-5DD72009DB2C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86238E12-0689-4123-8B2E-E1CCFCC4C882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8538CF67-A00E-4955-A447-001BE02E771A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94867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9764E-4B3D-4B6A-A210-B50E4F60E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10072922" cy="2313641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0AEC2-B6E6-4C09-A16F-5E2A1C9A0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3509963"/>
            <a:ext cx="10072922" cy="25796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37CAB-B545-4E42-BB5A-F1DAA9335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677DE-DD04-48CC-9C18-7BE9FF2DEB6B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D720B-7E58-43F4-9659-ADB2403A5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5F53F-2FA5-4B5C-A151-F07BBC00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37B4CDD2-E09A-418A-9131-FBDEE440A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26769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8852E5FB-B268-4CCA-8E55-803038F7A00D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A1C9CBB3-97C0-4A35-9088-C69233F5CEE7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31610871-AEE9-46EB-9D27-BA1D9D688124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27478059-2A11-484D-A2D7-199F74778E50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30EC0886-DDB9-47F1-9414-C121C1D3F954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66A10427-DF20-4284-B215-EABA4D366E20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6643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73D3-0F03-4BF4-831F-34E80BAC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09409-59F2-486F-A6D0-FAEE8FFF2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717" y="2521885"/>
            <a:ext cx="4645152" cy="3655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87241-B390-47A6-8070-C3D4652F8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2136" y="2521885"/>
            <a:ext cx="4611138" cy="3655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0B360-2ACA-4B93-9439-591B6D3FB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255ED-7101-4D18-A8AE-3B5E4CB87EA5}" type="datetime1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A73E2-CF78-404C-A86F-E70A284AE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8F42A-11E1-42A0-8ECF-A5BBA3B8C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0CB61A83-9419-49FC-8074-2AB3D34FA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19637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BCD12E57-97FB-48D8-81CC-7C37E8947CB4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E487641C-E83B-4134-88C9-1D23D5FA1836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B99AB7A6-A88C-44E1-A9DE-4126B957F88A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9FF0D518-1D17-44C7-BF73-7C980481DB5B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9A7A3E12-61E8-41A0-A459-15BF375FA945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9E5E4A56-9100-4D60-8A34-0FE116F41FF1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98769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ECA31-EE14-41DD-9914-DA7138220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7"/>
            <a:ext cx="100729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22AB6-1657-4AE2-8607-2C77A25D7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521884"/>
            <a:ext cx="4845387" cy="780439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A6DC0-D4D5-4164-A3FD-6BB5CBB2B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0352" y="3366390"/>
            <a:ext cx="4845387" cy="264479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B35F8-95F3-43D1-8917-5836BAA904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34025" y="2521884"/>
            <a:ext cx="4869249" cy="780439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B639E7-F4A3-4ADE-B290-0A4F9761B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34025" y="3366390"/>
            <a:ext cx="4869249" cy="264479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F296B-429F-4DFC-ABC3-0A078EA9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2F23D-51F6-4C94-8CD5-B9ABBF67EE23}" type="datetime1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7103B9-D521-4910-AC15-F12F25CB9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73A6D9-123D-492C-B5CE-294EF255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091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2A22-4B4D-4F58-9783-A0469DA4D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787068"/>
            <a:ext cx="1007755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5EE610-5457-4E8C-B568-B8D560773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A702F-6367-4FD1-89A8-3744BE6BA9A2}" type="datetime1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A57BB-288A-4A30-A4EC-FF0537BC2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14C89-B968-4A85-A035-E2997A5F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aphic 78">
            <a:extLst>
              <a:ext uri="{FF2B5EF4-FFF2-40B4-BE49-F238E27FC236}">
                <a16:creationId xmlns:a16="http://schemas.microsoft.com/office/drawing/2014/main" id="{AC45ECC6-E29C-40EF-A7C9-5A17DAFD4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5233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7" name="Graphic 78">
              <a:extLst>
                <a:ext uri="{FF2B5EF4-FFF2-40B4-BE49-F238E27FC236}">
                  <a16:creationId xmlns:a16="http://schemas.microsoft.com/office/drawing/2014/main" id="{8DA0D497-8E8F-426A-8172-894BE03F70F6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aphic 78">
              <a:extLst>
                <a:ext uri="{FF2B5EF4-FFF2-40B4-BE49-F238E27FC236}">
                  <a16:creationId xmlns:a16="http://schemas.microsoft.com/office/drawing/2014/main" id="{8C0459EF-3B70-4083-8845-3A9AF847E805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9" name="Graphic 78">
                <a:extLst>
                  <a:ext uri="{FF2B5EF4-FFF2-40B4-BE49-F238E27FC236}">
                    <a16:creationId xmlns:a16="http://schemas.microsoft.com/office/drawing/2014/main" id="{53BF2B58-70F8-4288-85AB-CBDA723CDFCC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A569E551-A5A0-4A8F-B999-3A6D104814A2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0FB69EB5-D9AC-46E7-934E-32999C39B2E6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6EABC49A-B4ED-44E4-ADB7-E432734A7C96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35615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7A339C-4093-4B40-8C90-52F005CA9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99BD-4B4F-4460-B452-0E8146ACCF8F}" type="datetime1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A33F04-8E0A-4165-930C-527D781A7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2F57B-BEB6-4973-A362-38F638E0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838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AC90-C2CA-44DD-8EF8-20BDD672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4315386" cy="2223152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915FB-D5F4-4CAD-AE70-3644E8180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420086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374DA3-3BAC-4045-825F-B3C27B897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352" y="3429000"/>
            <a:ext cx="4315386" cy="24399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A0D65-0423-4E45-947A-E08C8569F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D34C-1867-42A9-AC54-D15ADD8A65E7}" type="datetime1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6FBD0-E49F-4DE6-9264-CEDB9BAA0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6B246-A768-4B2D-96C6-9F417852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839DB371-B90D-44CB-A4AF-C7BDBFD0A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19346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0C845011-2FC2-40F7-B0C6-49CBBA72B9CB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82BC78B8-5139-436F-AD47-3CC03903FDDC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F9DC17BA-1278-45C9-B1BF-B9F1518E1F29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99637B9F-CC26-4669-81F0-A942B4F72D61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2BB8F115-0030-47B4-BAF4-C15D1EA27B11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662F9949-4F1A-4708-824B-E876E9BEDA16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73599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CB0C8-915E-4BF2-976E-B8D7EDC59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3932237" cy="2223152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0714E6-8E50-4B50-A2E0-F9D20155EB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420086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67A6C-5CA5-4EF0-B1C4-ED85FF255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352" y="3429000"/>
            <a:ext cx="3932237" cy="243998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76474-31D4-4567-B4EC-B6AF2448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133E9-A654-4C17-8C3C-DDCAC83D6EBF}" type="datetime1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02DE0-33F5-4372-8EB5-F5746D344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5C2EF-849D-4B2C-8ED6-D2655365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7627CBC2-9DC2-4EE8-A2D5-849E30F22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19346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9FB4AEFC-63AB-4831-8EC1-E8145604D8D9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811E1337-D5DA-408D-91F3-A6A35FCDD0B9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1E473FA4-FD80-4D04-AAC5-63B9A4D80778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FCB457B9-48DE-4921-8C3F-996598075B1F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53C9DB95-9A61-4553-8D82-D2BE26FCBC6E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0EAE371F-24C9-4738-834F-FAF5A5C9ACE1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57949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9F2C5-A3FC-44EF-BA15-CEC83C83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040D3-67DB-455C-AD79-49E185DB6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2B07A-258E-42DD-9A68-2C76F7D54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49BD0-10DB-43E7-8F22-40B3D51B8FC3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1E9BC-3BB8-40CD-9294-59A2E59E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3979D-5589-4770-9D29-046F2B506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12EF7969-DB38-4989-A65C-9D190A245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33456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2145BE25-C437-45FE-A3D3-BBAAF108CC9B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4A9D0FA0-682C-4076-B779-D865AEEFC66C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AB60163C-1A2D-4F00-BC61-8A3C11E2D2BE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3FF8D873-9CF9-4A0A-A7B8-875C0B8233D6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2B645470-F624-4417-A8A4-FC242E43C9DB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ECC7EFEF-6B2A-4210-9275-0077ACF2827B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27575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6693CD-CB65-4F37-A6DA-F300B93C14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974374" y="787067"/>
            <a:ext cx="2628900" cy="53898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8D117-7AE6-4831-9867-5145F64A0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5719" y="787067"/>
            <a:ext cx="7039402" cy="538989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88CF8-397F-485E-8081-AFA4DADD4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6C79C-F566-427A-93F6-434A4E613134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E4773-4660-4F21-83CF-1A449395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59537-EB47-40FA-893E-785D6FE0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588F505F-2957-41FC-9AAA-962853A67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7283627" y="125032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091A36EB-8545-4EFE-B619-165D36D644D1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8D075D29-6706-486B-A55A-13866882BA88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3FAE751A-10F0-48F2-BBC3-D2FE499B345B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52289CAF-683C-4BCC-8AA5-95A3BF799B0F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3BC8403A-C46F-4DA1-A015-00A80215F289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A797D957-3A2C-42DF-B73E-CBB47BE036B7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28185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5959F4-53DA-47FF-BC24-1E5B75C69876}"/>
              </a:ext>
            </a:extLst>
          </p:cNvPr>
          <p:cNvSpPr/>
          <p:nvPr/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7CF83E8-F6F0-41E3-B580-7412A04DDFB5}"/>
              </a:ext>
            </a:extLst>
          </p:cNvPr>
          <p:cNvGrpSpPr/>
          <p:nvPr/>
        </p:nvGrpSpPr>
        <p:grpSpPr>
          <a:xfrm>
            <a:off x="10776050" y="5204030"/>
            <a:ext cx="886141" cy="802497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A0B6DBB-705D-48D0-842C-F9DFA7684D19}"/>
                </a:ext>
              </a:extLst>
            </p:cNvPr>
            <p:cNvSpPr/>
            <p:nvPr/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194A764-16E1-4D0D-9357-76F80E6086C0}"/>
                </a:ext>
              </a:extLst>
            </p:cNvPr>
            <p:cNvSpPr/>
            <p:nvPr/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15B7F3F-A40D-4F24-8536-E2420B433211}"/>
                </a:ext>
              </a:extLst>
            </p:cNvPr>
            <p:cNvSpPr/>
            <p:nvPr/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4" name="Graphic 12">
              <a:extLst>
                <a:ext uri="{FF2B5EF4-FFF2-40B4-BE49-F238E27FC236}">
                  <a16:creationId xmlns:a16="http://schemas.microsoft.com/office/drawing/2014/main" id="{CEF42844-A829-4ED2-A360-63BB2A7C45EE}"/>
                </a:ext>
              </a:extLst>
            </p:cNvPr>
            <p:cNvSpPr/>
            <p:nvPr/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57B23B52-A1C3-44EF-BC11-9094A0DA11AB}"/>
                </a:ext>
              </a:extLst>
            </p:cNvPr>
            <p:cNvSpPr/>
            <p:nvPr/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Graphic 15">
              <a:extLst>
                <a:ext uri="{FF2B5EF4-FFF2-40B4-BE49-F238E27FC236}">
                  <a16:creationId xmlns:a16="http://schemas.microsoft.com/office/drawing/2014/main" id="{064E08E5-DA92-4CF2-A0BF-E341800227B2}"/>
                </a:ext>
              </a:extLst>
            </p:cNvPr>
            <p:cNvSpPr/>
            <p:nvPr/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A222560-E657-4CAE-B667-7BE9E224B244}"/>
                </a:ext>
              </a:extLst>
            </p:cNvPr>
            <p:cNvSpPr/>
            <p:nvPr/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9226104-0061-4319-8237-9C001BF85D49}"/>
              </a:ext>
            </a:extLst>
          </p:cNvPr>
          <p:cNvSpPr/>
          <p:nvPr/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78318D-FE3E-41D7-9A8C-2065A2C46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1007755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06718-79E7-4159-A003-F86FE7B3D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717" y="2521885"/>
            <a:ext cx="10077557" cy="3549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F99FF-FFE2-431D-A0C8-A46C21712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5718" y="1365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769D389-4C4C-4FD7-9E6B-9F44477F0EB8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3547E-668D-4191-847C-7424F7549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5718" y="6356350"/>
            <a:ext cx="3450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B6E6E-8527-4F63-A0C7-84CD44A2B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5367" y="6356350"/>
            <a:ext cx="5298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099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15" r:id="rId6"/>
    <p:sldLayoutId id="2147483711" r:id="rId7"/>
    <p:sldLayoutId id="2147483712" r:id="rId8"/>
    <p:sldLayoutId id="2147483713" r:id="rId9"/>
    <p:sldLayoutId id="2147483714" r:id="rId10"/>
    <p:sldLayoutId id="214748371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5D0B0D3-D735-4619-AA45-B57B791E1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EACFAA6-6584-F45C-BDB5-E530B81BE8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" y="885557"/>
            <a:ext cx="4114800" cy="2215152"/>
          </a:xfrm>
        </p:spPr>
        <p:txBody>
          <a:bodyPr>
            <a:normAutofit/>
          </a:bodyPr>
          <a:lstStyle/>
          <a:p>
            <a:r>
              <a:rPr lang="pl-PL" sz="3100"/>
              <a:t>JAKOŚĆ PRACY INDYWIDUALNEJ – PSP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6347286-6CE8-603F-E53E-7F8027930F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352" y="3509963"/>
            <a:ext cx="4114800" cy="2215152"/>
          </a:xfrm>
        </p:spPr>
        <p:txBody>
          <a:bodyPr>
            <a:normAutofit/>
          </a:bodyPr>
          <a:lstStyle/>
          <a:p>
            <a:r>
              <a:rPr lang="en-US" dirty="0"/>
              <a:t>Filip Hałys</a:t>
            </a:r>
          </a:p>
          <a:p>
            <a:r>
              <a:rPr lang="en-US" dirty="0" err="1"/>
              <a:t>Geoinformatyka</a:t>
            </a:r>
            <a:r>
              <a:rPr lang="en-US" dirty="0"/>
              <a:t> V </a:t>
            </a:r>
            <a:r>
              <a:rPr lang="en-US" dirty="0" err="1"/>
              <a:t>rok</a:t>
            </a:r>
            <a:endParaRPr lang="en-US" dirty="0"/>
          </a:p>
          <a:p>
            <a:r>
              <a:rPr lang="en-US" dirty="0" err="1"/>
              <a:t>Prezentacja</a:t>
            </a:r>
            <a:r>
              <a:rPr lang="en-US" dirty="0"/>
              <a:t> IX</a:t>
            </a:r>
            <a:endParaRPr lang="pl-PL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52C2BA4-3BBE-4D22-A0D9-8D2A7B8F1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5918708"/>
            <a:ext cx="4187283" cy="93929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8EA63D-3F79-38FF-3766-0A5B95EE5D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975" r="-1" b="-1"/>
          <a:stretch>
            <a:fillRect/>
          </a:stretch>
        </p:blipFill>
        <p:spPr>
          <a:xfrm>
            <a:off x="5334000" y="10"/>
            <a:ext cx="6858000" cy="6855654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2AA7049-B18D-49D6-AD7D-DBB9E19FB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0713190" y="-534982"/>
            <a:ext cx="943826" cy="2013794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850DB66-16D1-4953-A6E3-FCA3DC5F2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635690" y="328232"/>
            <a:ext cx="886142" cy="693398"/>
            <a:chOff x="10948005" y="3379098"/>
            <a:chExt cx="868640" cy="679702"/>
          </a:xfrm>
          <a:solidFill>
            <a:schemeClr val="accent6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698AB2F-1D17-4249-81CB-9A41D46B8E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5301961-8687-4ADB-8043-4065F4707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8" name="Graphic 15">
              <a:extLst>
                <a:ext uri="{FF2B5EF4-FFF2-40B4-BE49-F238E27FC236}">
                  <a16:creationId xmlns:a16="http://schemas.microsoft.com/office/drawing/2014/main" id="{9DC20816-893A-4201-AA91-22F71E46F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Graphic 15">
              <a:extLst>
                <a:ext uri="{FF2B5EF4-FFF2-40B4-BE49-F238E27FC236}">
                  <a16:creationId xmlns:a16="http://schemas.microsoft.com/office/drawing/2014/main" id="{866D1F4E-BA21-44F3-A97A-E979C5FE78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35EADCB-1DB5-4B69-892B-14567F5280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2" name="Graphic 78">
            <a:extLst>
              <a:ext uri="{FF2B5EF4-FFF2-40B4-BE49-F238E27FC236}">
                <a16:creationId xmlns:a16="http://schemas.microsoft.com/office/drawing/2014/main" id="{06B4C967-D337-479B-87CA-7587B7FCF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352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23" name="Graphic 78">
              <a:extLst>
                <a:ext uri="{FF2B5EF4-FFF2-40B4-BE49-F238E27FC236}">
                  <a16:creationId xmlns:a16="http://schemas.microsoft.com/office/drawing/2014/main" id="{6EF1A9DB-7052-4254-8534-9AAED6F6B6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aphic 78">
              <a:extLst>
                <a:ext uri="{FF2B5EF4-FFF2-40B4-BE49-F238E27FC236}">
                  <a16:creationId xmlns:a16="http://schemas.microsoft.com/office/drawing/2014/main" id="{55D44775-F9E3-4142-8CDB-277AEF2F38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25" name="Graphic 78">
                <a:extLst>
                  <a:ext uri="{FF2B5EF4-FFF2-40B4-BE49-F238E27FC236}">
                    <a16:creationId xmlns:a16="http://schemas.microsoft.com/office/drawing/2014/main" id="{93BB9C83-6DC3-450C-BFAD-0CB5EAD294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Graphic 78">
                <a:extLst>
                  <a:ext uri="{FF2B5EF4-FFF2-40B4-BE49-F238E27FC236}">
                    <a16:creationId xmlns:a16="http://schemas.microsoft.com/office/drawing/2014/main" id="{4E01AF91-A65B-4AE1-96C9-4168BD8F90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Graphic 78">
                <a:extLst>
                  <a:ext uri="{FF2B5EF4-FFF2-40B4-BE49-F238E27FC236}">
                    <a16:creationId xmlns:a16="http://schemas.microsoft.com/office/drawing/2014/main" id="{0AD45C08-DFB9-441F-A901-BCB9B03058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Graphic 78">
                <a:extLst>
                  <a:ext uri="{FF2B5EF4-FFF2-40B4-BE49-F238E27FC236}">
                    <a16:creationId xmlns:a16="http://schemas.microsoft.com/office/drawing/2014/main" id="{E05BEC0E-4EE4-42C4-BF0B-15F9AC5181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25617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F9C493A-9F03-49B4-B3FB-19CE5AC11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98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641957A-B501-2E23-09DA-73EA2D8F3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696952"/>
            <a:ext cx="10077196" cy="821794"/>
          </a:xfrm>
        </p:spPr>
        <p:txBody>
          <a:bodyPr>
            <a:normAutofit/>
          </a:bodyPr>
          <a:lstStyle/>
          <a:p>
            <a:r>
              <a:rPr lang="en-US" dirty="0"/>
              <a:t>WPROWADZENIE</a:t>
            </a:r>
            <a:endParaRPr lang="pl-PL" dirty="0"/>
          </a:p>
        </p:txBody>
      </p:sp>
      <p:grpSp>
        <p:nvGrpSpPr>
          <p:cNvPr id="11" name="Graphic 78">
            <a:extLst>
              <a:ext uri="{FF2B5EF4-FFF2-40B4-BE49-F238E27FC236}">
                <a16:creationId xmlns:a16="http://schemas.microsoft.com/office/drawing/2014/main" id="{BC3D4A83-1EFA-4B2C-B330-849E35895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1708814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2" name="Graphic 78">
              <a:extLst>
                <a:ext uri="{FF2B5EF4-FFF2-40B4-BE49-F238E27FC236}">
                  <a16:creationId xmlns:a16="http://schemas.microsoft.com/office/drawing/2014/main" id="{3508E11F-ACA4-405C-A9FA-2577500EA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aphic 78">
              <a:extLst>
                <a:ext uri="{FF2B5EF4-FFF2-40B4-BE49-F238E27FC236}">
                  <a16:creationId xmlns:a16="http://schemas.microsoft.com/office/drawing/2014/main" id="{82B1CDA4-B2EA-4968-8276-0552D6D74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F4337472-CDEB-4AFE-BBB9-5A11CA470D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Graphic 78">
                <a:extLst>
                  <a:ext uri="{FF2B5EF4-FFF2-40B4-BE49-F238E27FC236}">
                    <a16:creationId xmlns:a16="http://schemas.microsoft.com/office/drawing/2014/main" id="{6CD67A6D-EAE7-4891-ACC9-4AC0CCF44A3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Graphic 78">
                <a:extLst>
                  <a:ext uri="{FF2B5EF4-FFF2-40B4-BE49-F238E27FC236}">
                    <a16:creationId xmlns:a16="http://schemas.microsoft.com/office/drawing/2014/main" id="{F1769489-D4BC-4B3B-9E23-87FCFDAB4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13E13021-8923-4A4D-84FA-DA886E2924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0A46C7D-C1BB-49B8-8D37-39742820E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84683" y="5165905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57B937F9-90A2-54A0-BF65-06D9E73695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7435725"/>
              </p:ext>
            </p:extLst>
          </p:nvPr>
        </p:nvGraphicFramePr>
        <p:xfrm>
          <a:off x="525462" y="1804163"/>
          <a:ext cx="11004385" cy="4407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5556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F9C493A-9F03-49B4-B3FB-19CE5AC11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98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3D3339A-101D-2973-5DD9-FABB7E829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696952"/>
            <a:ext cx="10077196" cy="821794"/>
          </a:xfrm>
        </p:spPr>
        <p:txBody>
          <a:bodyPr>
            <a:normAutofit/>
          </a:bodyPr>
          <a:lstStyle/>
          <a:p>
            <a:r>
              <a:rPr lang="pl-PL" dirty="0"/>
              <a:t>CZYM JEST PSP</a:t>
            </a:r>
          </a:p>
        </p:txBody>
      </p:sp>
      <p:grpSp>
        <p:nvGrpSpPr>
          <p:cNvPr id="11" name="Graphic 78">
            <a:extLst>
              <a:ext uri="{FF2B5EF4-FFF2-40B4-BE49-F238E27FC236}">
                <a16:creationId xmlns:a16="http://schemas.microsoft.com/office/drawing/2014/main" id="{BC3D4A83-1EFA-4B2C-B330-849E35895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1708814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2" name="Graphic 78">
              <a:extLst>
                <a:ext uri="{FF2B5EF4-FFF2-40B4-BE49-F238E27FC236}">
                  <a16:creationId xmlns:a16="http://schemas.microsoft.com/office/drawing/2014/main" id="{3508E11F-ACA4-405C-A9FA-2577500EA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aphic 78">
              <a:extLst>
                <a:ext uri="{FF2B5EF4-FFF2-40B4-BE49-F238E27FC236}">
                  <a16:creationId xmlns:a16="http://schemas.microsoft.com/office/drawing/2014/main" id="{82B1CDA4-B2EA-4968-8276-0552D6D74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F4337472-CDEB-4AFE-BBB9-5A11CA470D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Graphic 78">
                <a:extLst>
                  <a:ext uri="{FF2B5EF4-FFF2-40B4-BE49-F238E27FC236}">
                    <a16:creationId xmlns:a16="http://schemas.microsoft.com/office/drawing/2014/main" id="{6CD67A6D-EAE7-4891-ACC9-4AC0CCF44A3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Graphic 78">
                <a:extLst>
                  <a:ext uri="{FF2B5EF4-FFF2-40B4-BE49-F238E27FC236}">
                    <a16:creationId xmlns:a16="http://schemas.microsoft.com/office/drawing/2014/main" id="{F1769489-D4BC-4B3B-9E23-87FCFDAB4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13E13021-8923-4A4D-84FA-DA886E2924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0A46C7D-C1BB-49B8-8D37-39742820E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84683" y="5165905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17AC369D-BEE8-783E-B3B5-B9CF5D2271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1622270"/>
              </p:ext>
            </p:extLst>
          </p:nvPr>
        </p:nvGraphicFramePr>
        <p:xfrm>
          <a:off x="525462" y="1804163"/>
          <a:ext cx="11004385" cy="4407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78865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420BC5C-C418-4843-B04B-6918968D0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E5C1E2E-5851-C77D-7A34-8BBF8CDC3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1" y="976160"/>
            <a:ext cx="4767930" cy="1848734"/>
          </a:xfrm>
        </p:spPr>
        <p:txBody>
          <a:bodyPr>
            <a:normAutofit/>
          </a:bodyPr>
          <a:lstStyle/>
          <a:p>
            <a:r>
              <a:rPr lang="en-US"/>
              <a:t>Założenia</a:t>
            </a:r>
            <a:r>
              <a:rPr lang="en-US" dirty="0"/>
              <a:t> PSP</a:t>
            </a:r>
            <a:endParaRPr lang="pl-PL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3E5F285-BD95-4989-B20B-778990159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1839951" cy="1423657"/>
          </a:xfrm>
          <a:custGeom>
            <a:avLst/>
            <a:gdLst>
              <a:gd name="connsiteX0" fmla="*/ 0 w 2331138"/>
              <a:gd name="connsiteY0" fmla="*/ 0 h 3352676"/>
              <a:gd name="connsiteX1" fmla="*/ 2331138 w 2331138"/>
              <a:gd name="connsiteY1" fmla="*/ 0 h 3352676"/>
              <a:gd name="connsiteX2" fmla="*/ 2331138 w 2331138"/>
              <a:gd name="connsiteY2" fmla="*/ 3352676 h 3352676"/>
              <a:gd name="connsiteX3" fmla="*/ 2097210 w 2331138"/>
              <a:gd name="connsiteY3" fmla="*/ 3226228 h 3352676"/>
              <a:gd name="connsiteX4" fmla="*/ 214881 w 2331138"/>
              <a:gd name="connsiteY4" fmla="*/ 1176738 h 3352676"/>
              <a:gd name="connsiteX5" fmla="*/ 1129 w 2331138"/>
              <a:gd name="connsiteY5" fmla="*/ 67475 h 335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1138" h="3352676">
                <a:moveTo>
                  <a:pt x="0" y="0"/>
                </a:moveTo>
                <a:lnTo>
                  <a:pt x="2331138" y="0"/>
                </a:lnTo>
                <a:lnTo>
                  <a:pt x="2331138" y="3352676"/>
                </a:lnTo>
                <a:lnTo>
                  <a:pt x="2097210" y="3226228"/>
                </a:lnTo>
                <a:cubicBezTo>
                  <a:pt x="1273150" y="2744079"/>
                  <a:pt x="560886" y="2027200"/>
                  <a:pt x="214881" y="1176738"/>
                </a:cubicBezTo>
                <a:cubicBezTo>
                  <a:pt x="72781" y="827511"/>
                  <a:pt x="14297" y="430630"/>
                  <a:pt x="1129" y="67475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5" name="Graphic 78">
            <a:extLst>
              <a:ext uri="{FF2B5EF4-FFF2-40B4-BE49-F238E27FC236}">
                <a16:creationId xmlns:a16="http://schemas.microsoft.com/office/drawing/2014/main" id="{6C02F4BE-6538-4CAD-B506-5FEB41D3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4415" y="3039261"/>
            <a:ext cx="1020166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6" name="Graphic 78">
              <a:extLst>
                <a:ext uri="{FF2B5EF4-FFF2-40B4-BE49-F238E27FC236}">
                  <a16:creationId xmlns:a16="http://schemas.microsoft.com/office/drawing/2014/main" id="{3937246C-D7B5-4CC9-B979-0999DFD5BF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aphic 78">
              <a:extLst>
                <a:ext uri="{FF2B5EF4-FFF2-40B4-BE49-F238E27FC236}">
                  <a16:creationId xmlns:a16="http://schemas.microsoft.com/office/drawing/2014/main" id="{559392DF-C926-44F7-920D-C232D60C0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8" name="Graphic 78">
                <a:extLst>
                  <a:ext uri="{FF2B5EF4-FFF2-40B4-BE49-F238E27FC236}">
                    <a16:creationId xmlns:a16="http://schemas.microsoft.com/office/drawing/2014/main" id="{437FE2E3-579D-4AA7-8775-C78D1D5631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Graphic 78">
                <a:extLst>
                  <a:ext uri="{FF2B5EF4-FFF2-40B4-BE49-F238E27FC236}">
                    <a16:creationId xmlns:a16="http://schemas.microsoft.com/office/drawing/2014/main" id="{A6A05323-CAFA-4D34-83D6-3B23B02085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Graphic 78">
                <a:extLst>
                  <a:ext uri="{FF2B5EF4-FFF2-40B4-BE49-F238E27FC236}">
                    <a16:creationId xmlns:a16="http://schemas.microsoft.com/office/drawing/2014/main" id="{D49C45E0-CA07-4FD4-9097-BF313F498A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Graphic 78">
                <a:extLst>
                  <a:ext uri="{FF2B5EF4-FFF2-40B4-BE49-F238E27FC236}">
                    <a16:creationId xmlns:a16="http://schemas.microsoft.com/office/drawing/2014/main" id="{1EC741B7-EEE8-43D3-9F8E-C2B4DD1965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6" name="Rectangle 1">
            <a:extLst>
              <a:ext uri="{FF2B5EF4-FFF2-40B4-BE49-F238E27FC236}">
                <a16:creationId xmlns:a16="http://schemas.microsoft.com/office/drawing/2014/main" id="{E65161A5-A7B2-E6EE-B83D-F91ECC85AF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7871" y="3299404"/>
            <a:ext cx="4767930" cy="27457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l-PL" altLang="pl-PL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342900" marR="0" lvl="0" indent="-3429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praca powinna być mierzalna </a:t>
            </a:r>
            <a:endParaRPr kumimoji="0" lang="en-US" altLang="pl-PL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342900" marR="0" lvl="0" indent="-3429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błędy powinny być analizowane </a:t>
            </a:r>
            <a:endParaRPr kumimoji="0" lang="en-US" altLang="pl-PL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342900" marR="0" lvl="0" indent="-3429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jakość można poprawiać systematycznie </a:t>
            </a:r>
            <a:endParaRPr kumimoji="0" lang="en-US" altLang="pl-PL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342900" marR="0" lvl="0" indent="-3429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l-PL" altLang="pl-PL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decyzje powinny opierać się na danych 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B166E22E-4927-7F8E-7220-F141FA2077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3" b="1130"/>
          <a:stretch>
            <a:fillRect/>
          </a:stretch>
        </p:blipFill>
        <p:spPr>
          <a:xfrm>
            <a:off x="5980742" y="565167"/>
            <a:ext cx="5654663" cy="5654663"/>
          </a:xfrm>
          <a:prstGeom prst="rect">
            <a:avLst/>
          </a:prstGeom>
        </p:spPr>
      </p:pic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B6061A8-D267-4967-AF47-C3CC45138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899042" y="4951350"/>
            <a:ext cx="4292956" cy="1927671"/>
          </a:xfrm>
          <a:custGeom>
            <a:avLst/>
            <a:gdLst>
              <a:gd name="connsiteX0" fmla="*/ 0 w 4238069"/>
              <a:gd name="connsiteY0" fmla="*/ 0 h 1903025"/>
              <a:gd name="connsiteX1" fmla="*/ 113310 w 4238069"/>
              <a:gd name="connsiteY1" fmla="*/ 8960 h 1903025"/>
              <a:gd name="connsiteX2" fmla="*/ 291503 w 4238069"/>
              <a:gd name="connsiteY2" fmla="*/ 37000 h 1903025"/>
              <a:gd name="connsiteX3" fmla="*/ 3082930 w 4238069"/>
              <a:gd name="connsiteY3" fmla="*/ 1104916 h 1903025"/>
              <a:gd name="connsiteX4" fmla="*/ 3881548 w 4238069"/>
              <a:gd name="connsiteY4" fmla="*/ 1668276 h 1903025"/>
              <a:gd name="connsiteX5" fmla="*/ 4238069 w 4238069"/>
              <a:gd name="connsiteY5" fmla="*/ 1903025 h 1903025"/>
              <a:gd name="connsiteX6" fmla="*/ 0 w 4238069"/>
              <a:gd name="connsiteY6" fmla="*/ 1903025 h 1903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8069" h="1903025">
                <a:moveTo>
                  <a:pt x="0" y="0"/>
                </a:moveTo>
                <a:lnTo>
                  <a:pt x="113310" y="8960"/>
                </a:lnTo>
                <a:cubicBezTo>
                  <a:pt x="173365" y="16155"/>
                  <a:pt x="232870" y="25632"/>
                  <a:pt x="291503" y="37000"/>
                </a:cubicBezTo>
                <a:cubicBezTo>
                  <a:pt x="1250780" y="222537"/>
                  <a:pt x="2264787" y="499636"/>
                  <a:pt x="3082930" y="1104916"/>
                </a:cubicBezTo>
                <a:cubicBezTo>
                  <a:pt x="3348371" y="1301283"/>
                  <a:pt x="3614239" y="1488349"/>
                  <a:pt x="3881548" y="1668276"/>
                </a:cubicBezTo>
                <a:lnTo>
                  <a:pt x="4238069" y="1903025"/>
                </a:lnTo>
                <a:lnTo>
                  <a:pt x="0" y="1903025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2DB770A-658D-4212-9BF2-236070D5D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447993" y="5742897"/>
            <a:ext cx="886141" cy="802496"/>
            <a:chOff x="10948005" y="3272152"/>
            <a:chExt cx="868640" cy="786648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9B99195-76A3-4B90-8F45-BAEF05699C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1029419-581A-4B40-B3E3-BD5931F99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8F181C6-C3A7-463D-B837-E6FB1B0801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9" name="Graphic 12">
              <a:extLst>
                <a:ext uri="{FF2B5EF4-FFF2-40B4-BE49-F238E27FC236}">
                  <a16:creationId xmlns:a16="http://schemas.microsoft.com/office/drawing/2014/main" id="{FB6F6AFA-67F5-4D3A-839B-6B3980B6FC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Graphic 15">
              <a:extLst>
                <a:ext uri="{FF2B5EF4-FFF2-40B4-BE49-F238E27FC236}">
                  <a16:creationId xmlns:a16="http://schemas.microsoft.com/office/drawing/2014/main" id="{E9F49015-3756-46EC-AF1A-2F33219CB1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Graphic 15">
              <a:extLst>
                <a:ext uri="{FF2B5EF4-FFF2-40B4-BE49-F238E27FC236}">
                  <a16:creationId xmlns:a16="http://schemas.microsoft.com/office/drawing/2014/main" id="{44C1E606-364B-4793-83A8-61AC96EDBE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D62BB33-881E-4E43-A746-75C1E7C322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73832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42D98E1-37D2-4470-BF74-845E89795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A6090CE-605E-E6DC-60CC-D13E8B195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829" y="1528527"/>
            <a:ext cx="4421731" cy="4542073"/>
          </a:xfrm>
        </p:spPr>
        <p:txBody>
          <a:bodyPr anchor="t">
            <a:normAutofit/>
          </a:bodyPr>
          <a:lstStyle/>
          <a:p>
            <a:r>
              <a:rPr lang="pl-PL" sz="3300"/>
              <a:t>PRODUKTYWNOŚĆ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ED2C98F-B668-4CD9-862F-6BF4AE5D2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3976378" cy="127377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54F8389A-1194-6ED2-F1EB-4E67EC42E9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983092"/>
              </p:ext>
            </p:extLst>
          </p:nvPr>
        </p:nvGraphicFramePr>
        <p:xfrm>
          <a:off x="5068561" y="582842"/>
          <a:ext cx="6449246" cy="5487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41497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42D98E1-37D2-4470-BF74-845E89795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4FC6DEA-1196-ABD0-CAC2-066918027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829" y="1528527"/>
            <a:ext cx="4421731" cy="4542073"/>
          </a:xfrm>
        </p:spPr>
        <p:txBody>
          <a:bodyPr anchor="t">
            <a:normAutofit/>
          </a:bodyPr>
          <a:lstStyle/>
          <a:p>
            <a:r>
              <a:rPr lang="pl-PL" dirty="0"/>
              <a:t>Planowanie </a:t>
            </a:r>
            <a:r>
              <a:rPr lang="en-US"/>
              <a:t>pracy</a:t>
            </a:r>
            <a:r>
              <a:rPr lang="en-US" dirty="0"/>
              <a:t> </a:t>
            </a:r>
            <a:r>
              <a:rPr lang="en-US"/>
              <a:t>indywidualnej</a:t>
            </a:r>
            <a:endParaRPr lang="pl-PL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ED2C98F-B668-4CD9-862F-6BF4AE5D2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3976378" cy="127377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9A2C8631-442B-18C6-FDBA-77B5EDA155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6481525"/>
              </p:ext>
            </p:extLst>
          </p:nvPr>
        </p:nvGraphicFramePr>
        <p:xfrm>
          <a:off x="5068561" y="582842"/>
          <a:ext cx="6449246" cy="5487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99115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2F9C493A-9F03-49B4-B3FB-19CE5AC11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D84F202-BED8-2FF9-5E72-C36F54C1A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9915" y="787068"/>
            <a:ext cx="4213359" cy="1890665"/>
          </a:xfrm>
        </p:spPr>
        <p:txBody>
          <a:bodyPr anchor="b">
            <a:normAutofit/>
          </a:bodyPr>
          <a:lstStyle/>
          <a:p>
            <a:r>
              <a:rPr lang="pl-PL" dirty="0"/>
              <a:t>EWIDENCJA CZASU I DEFEKTÓW</a:t>
            </a:r>
          </a:p>
        </p:txBody>
      </p:sp>
      <p:pic>
        <p:nvPicPr>
          <p:cNvPr id="5" name="Picture 4" descr="Liczby z giełdy">
            <a:extLst>
              <a:ext uri="{FF2B5EF4-FFF2-40B4-BE49-F238E27FC236}">
                <a16:creationId xmlns:a16="http://schemas.microsoft.com/office/drawing/2014/main" id="{0241E604-5270-AE3E-327C-6EF67FDC41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194" r="21713" b="-1"/>
          <a:stretch>
            <a:fillRect/>
          </a:stretch>
        </p:blipFill>
        <p:spPr>
          <a:xfrm>
            <a:off x="774156" y="555614"/>
            <a:ext cx="4708880" cy="5705279"/>
          </a:xfrm>
          <a:prstGeom prst="rect">
            <a:avLst/>
          </a:prstGeom>
        </p:spPr>
      </p:pic>
      <p:grpSp>
        <p:nvGrpSpPr>
          <p:cNvPr id="37" name="Graphic 78">
            <a:extLst>
              <a:ext uri="{FF2B5EF4-FFF2-40B4-BE49-F238E27FC236}">
                <a16:creationId xmlns:a16="http://schemas.microsoft.com/office/drawing/2014/main" id="{5E46079A-4648-465E-9D1A-479174C99F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471728" y="3092185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38" name="Graphic 78">
              <a:extLst>
                <a:ext uri="{FF2B5EF4-FFF2-40B4-BE49-F238E27FC236}">
                  <a16:creationId xmlns:a16="http://schemas.microsoft.com/office/drawing/2014/main" id="{A3BA42E0-6D8E-44BF-AC6B-5FB25C200A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9" name="Graphic 78">
              <a:extLst>
                <a:ext uri="{FF2B5EF4-FFF2-40B4-BE49-F238E27FC236}">
                  <a16:creationId xmlns:a16="http://schemas.microsoft.com/office/drawing/2014/main" id="{91EF6403-FD18-4EC0-840F-8F70F3494B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40" name="Graphic 78">
                <a:extLst>
                  <a:ext uri="{FF2B5EF4-FFF2-40B4-BE49-F238E27FC236}">
                    <a16:creationId xmlns:a16="http://schemas.microsoft.com/office/drawing/2014/main" id="{92B6AD13-0D11-4C0C-A362-E048C97326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Graphic 78">
                <a:extLst>
                  <a:ext uri="{FF2B5EF4-FFF2-40B4-BE49-F238E27FC236}">
                    <a16:creationId xmlns:a16="http://schemas.microsoft.com/office/drawing/2014/main" id="{61DDD1A9-F0A4-4900-9DEF-F6B383361B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Graphic 78">
                <a:extLst>
                  <a:ext uri="{FF2B5EF4-FFF2-40B4-BE49-F238E27FC236}">
                    <a16:creationId xmlns:a16="http://schemas.microsoft.com/office/drawing/2014/main" id="{F26977AE-F962-40FD-945B-D1E106951B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Graphic 78">
                <a:extLst>
                  <a:ext uri="{FF2B5EF4-FFF2-40B4-BE49-F238E27FC236}">
                    <a16:creationId xmlns:a16="http://schemas.microsoft.com/office/drawing/2014/main" id="{6078955A-1871-4463-B23D-8AD33984CD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62F1D297-74F5-4948-9655-BC87A30A46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637359"/>
            <a:ext cx="5486401" cy="1220641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56DB040-BB4B-446D-9172-7253A5660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7782" y="5182141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AE7480-26E8-4D60-9ABF-DF801570BE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3644645D-B360-4E3D-A96A-6D9CE4F34C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E99C8E1E-3260-4E6A-83CA-9334683161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1" name="Graphic 12">
              <a:extLst>
                <a:ext uri="{FF2B5EF4-FFF2-40B4-BE49-F238E27FC236}">
                  <a16:creationId xmlns:a16="http://schemas.microsoft.com/office/drawing/2014/main" id="{3A551C21-5423-4320-86B3-CA6956E708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Graphic 15">
              <a:extLst>
                <a:ext uri="{FF2B5EF4-FFF2-40B4-BE49-F238E27FC236}">
                  <a16:creationId xmlns:a16="http://schemas.microsoft.com/office/drawing/2014/main" id="{6D1A9E3F-8323-45A6-B267-8EA6B1A000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Graphic 15">
              <a:extLst>
                <a:ext uri="{FF2B5EF4-FFF2-40B4-BE49-F238E27FC236}">
                  <a16:creationId xmlns:a16="http://schemas.microsoft.com/office/drawing/2014/main" id="{F4049F71-8749-4860-8F6D-611D459A9F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9D62868-92E4-42DF-9CF9-A9190CC14C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5C32FA1-C54C-7E37-B1F2-6E7E58896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9915" y="3429000"/>
            <a:ext cx="4213359" cy="2641930"/>
          </a:xfrm>
        </p:spPr>
        <p:txBody>
          <a:bodyPr>
            <a:normAutofit/>
          </a:bodyPr>
          <a:lstStyle/>
          <a:p>
            <a:r>
              <a:rPr lang="pl-PL" dirty="0"/>
              <a:t>PSP wymaga ewidencji:</a:t>
            </a:r>
          </a:p>
          <a:p>
            <a:pPr marL="457200" indent="-457200">
              <a:buFont typeface="+mj-lt"/>
              <a:buAutoNum type="arabicPeriod"/>
            </a:pPr>
            <a:r>
              <a:rPr lang="pl-PL" dirty="0"/>
              <a:t>czasu pracy 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pl-PL" dirty="0"/>
              <a:t>liczby błędów 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pl-PL" dirty="0"/>
              <a:t>momentu wykrycia</a:t>
            </a:r>
            <a:r>
              <a:rPr lang="en-US" dirty="0"/>
              <a:t> </a:t>
            </a:r>
            <a:r>
              <a:rPr lang="en-US" dirty="0" err="1"/>
              <a:t>błędów</a:t>
            </a:r>
            <a:endParaRPr lang="pl-PL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727428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F9C493A-9F03-49B4-B3FB-19CE5AC11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2FCAB50-DA5C-38F2-A2C9-BC593F217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9915" y="787068"/>
            <a:ext cx="4213359" cy="1890665"/>
          </a:xfrm>
        </p:spPr>
        <p:txBody>
          <a:bodyPr anchor="b">
            <a:normAutofit/>
          </a:bodyPr>
          <a:lstStyle/>
          <a:p>
            <a:r>
              <a:rPr lang="pl-PL" dirty="0"/>
              <a:t>ANALIZA BŁĘDÓW</a:t>
            </a:r>
          </a:p>
        </p:txBody>
      </p:sp>
      <p:pic>
        <p:nvPicPr>
          <p:cNvPr id="7" name="Graphic 6" descr="Ostrzeżenie">
            <a:extLst>
              <a:ext uri="{FF2B5EF4-FFF2-40B4-BE49-F238E27FC236}">
                <a16:creationId xmlns:a16="http://schemas.microsoft.com/office/drawing/2014/main" id="{AEECBFF4-87D5-6CD0-2115-B7FE66B57E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2241" y="851899"/>
            <a:ext cx="5112709" cy="5112709"/>
          </a:xfrm>
          <a:prstGeom prst="rect">
            <a:avLst/>
          </a:prstGeom>
        </p:spPr>
      </p:pic>
      <p:grpSp>
        <p:nvGrpSpPr>
          <p:cNvPr id="12" name="Graphic 78">
            <a:extLst>
              <a:ext uri="{FF2B5EF4-FFF2-40B4-BE49-F238E27FC236}">
                <a16:creationId xmlns:a16="http://schemas.microsoft.com/office/drawing/2014/main" id="{5E46079A-4648-465E-9D1A-479174C99F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471728" y="3092185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3" name="Graphic 78">
              <a:extLst>
                <a:ext uri="{FF2B5EF4-FFF2-40B4-BE49-F238E27FC236}">
                  <a16:creationId xmlns:a16="http://schemas.microsoft.com/office/drawing/2014/main" id="{A3BA42E0-6D8E-44BF-AC6B-5FB25C200A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aphic 78">
              <a:extLst>
                <a:ext uri="{FF2B5EF4-FFF2-40B4-BE49-F238E27FC236}">
                  <a16:creationId xmlns:a16="http://schemas.microsoft.com/office/drawing/2014/main" id="{91EF6403-FD18-4EC0-840F-8F70F3494B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5" name="Graphic 78">
                <a:extLst>
                  <a:ext uri="{FF2B5EF4-FFF2-40B4-BE49-F238E27FC236}">
                    <a16:creationId xmlns:a16="http://schemas.microsoft.com/office/drawing/2014/main" id="{92B6AD13-0D11-4C0C-A362-E048C97326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Graphic 78">
                <a:extLst>
                  <a:ext uri="{FF2B5EF4-FFF2-40B4-BE49-F238E27FC236}">
                    <a16:creationId xmlns:a16="http://schemas.microsoft.com/office/drawing/2014/main" id="{61DDD1A9-F0A4-4900-9DEF-F6B383361B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F26977AE-F962-40FD-945B-D1E106951B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Graphic 78">
                <a:extLst>
                  <a:ext uri="{FF2B5EF4-FFF2-40B4-BE49-F238E27FC236}">
                    <a16:creationId xmlns:a16="http://schemas.microsoft.com/office/drawing/2014/main" id="{6078955A-1871-4463-B23D-8AD33984CD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2F1D297-74F5-4948-9655-BC87A30A46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5637359"/>
            <a:ext cx="5486401" cy="1220641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56DB040-BB4B-446D-9172-7253A5660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7782" y="5182141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8AE7480-26E8-4D60-9ABF-DF801570BE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44645D-B360-4E3D-A96A-6D9CE4F34C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99C8E1E-3260-4E6A-83CA-9334683161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6" name="Graphic 12">
              <a:extLst>
                <a:ext uri="{FF2B5EF4-FFF2-40B4-BE49-F238E27FC236}">
                  <a16:creationId xmlns:a16="http://schemas.microsoft.com/office/drawing/2014/main" id="{3A551C21-5423-4320-86B3-CA6956E708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Graphic 15">
              <a:extLst>
                <a:ext uri="{FF2B5EF4-FFF2-40B4-BE49-F238E27FC236}">
                  <a16:creationId xmlns:a16="http://schemas.microsoft.com/office/drawing/2014/main" id="{6D1A9E3F-8323-45A6-B267-8EA6B1A000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15">
              <a:extLst>
                <a:ext uri="{FF2B5EF4-FFF2-40B4-BE49-F238E27FC236}">
                  <a16:creationId xmlns:a16="http://schemas.microsoft.com/office/drawing/2014/main" id="{F4049F71-8749-4860-8F6D-611D459A9F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9D62868-92E4-42DF-9CF9-A9190CC14C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65851C8-E8F8-9E8E-9E3C-BF61AC244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9915" y="3429000"/>
            <a:ext cx="4213359" cy="264193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l-PL" sz="1900" dirty="0"/>
              <a:t>Analiza błędów polega na: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l-PL" sz="1900" dirty="0"/>
              <a:t>identyfikacji przyczyn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l-PL" sz="1900" dirty="0"/>
              <a:t>klasyfikacji błędów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l-PL" sz="1900" dirty="0"/>
              <a:t>eliminowaniu ich źródeł</a:t>
            </a:r>
          </a:p>
          <a:p>
            <a:pPr>
              <a:lnSpc>
                <a:spcPct val="100000"/>
              </a:lnSpc>
            </a:pPr>
            <a:r>
              <a:rPr lang="pl-PL" sz="1900" dirty="0"/>
              <a:t>Najważniejsze nie jest to, ile błędów popełniamy, ale dlaczego je popełniamy</a:t>
            </a:r>
          </a:p>
        </p:txBody>
      </p:sp>
    </p:spTree>
    <p:extLst>
      <p:ext uri="{BB962C8B-B14F-4D97-AF65-F5344CB8AC3E}">
        <p14:creationId xmlns:p14="http://schemas.microsoft.com/office/powerpoint/2010/main" val="2920993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35959F4-53DA-47FF-BC24-1E5B75C69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7CF83E8-F6F0-41E3-B580-7412A04DD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A0B6DBB-705D-48D0-842C-F9DFA7684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194A764-16E1-4D0D-9357-76F80E608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15B7F3F-A40D-4F24-8536-E2420B4332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6" name="Graphic 12">
              <a:extLst>
                <a:ext uri="{FF2B5EF4-FFF2-40B4-BE49-F238E27FC236}">
                  <a16:creationId xmlns:a16="http://schemas.microsoft.com/office/drawing/2014/main" id="{CEF42844-A829-4ED2-A360-63BB2A7C4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Graphic 15">
              <a:extLst>
                <a:ext uri="{FF2B5EF4-FFF2-40B4-BE49-F238E27FC236}">
                  <a16:creationId xmlns:a16="http://schemas.microsoft.com/office/drawing/2014/main" id="{57B23B52-A1C3-44EF-BC11-9094A0DA1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Graphic 15">
              <a:extLst>
                <a:ext uri="{FF2B5EF4-FFF2-40B4-BE49-F238E27FC236}">
                  <a16:creationId xmlns:a16="http://schemas.microsoft.com/office/drawing/2014/main" id="{064E08E5-DA92-4CF2-A0BF-E34180022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A222560-E657-4CAE-B667-7BE9E224B2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9226104-0061-4319-8237-9C001BF85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5D0B0D3-D735-4619-AA45-B57B791E1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B9D8F3E8-B86E-2444-3B1C-528DBFAA9F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1108" r="2058" b="1"/>
          <a:stretch>
            <a:fillRect/>
          </a:stretch>
        </p:blipFill>
        <p:spPr>
          <a:xfrm>
            <a:off x="20" y="10"/>
            <a:ext cx="12185156" cy="6857990"/>
          </a:xfrm>
          <a:prstGeom prst="rect">
            <a:avLst/>
          </a:prstGeom>
        </p:spPr>
      </p:pic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CF7F2079-504C-499A-A644-58F4DDC76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3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D505D40-32E9-4C48-81F8-AD80433BE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507BF36-B92B-4CAC-BCA7-8364B51E1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276237E-3A6D-452F-879C-FB8C77A18D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8BC9243-F4BF-48A7-89AE-DFA5B37DE6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DE414EC-F3DF-412E-9B22-5328DAA99C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33" name="Graphic 12">
              <a:extLst>
                <a:ext uri="{FF2B5EF4-FFF2-40B4-BE49-F238E27FC236}">
                  <a16:creationId xmlns:a16="http://schemas.microsoft.com/office/drawing/2014/main" id="{039C06B1-FDEA-47B1-8222-7D622CD72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Graphic 15">
              <a:extLst>
                <a:ext uri="{FF2B5EF4-FFF2-40B4-BE49-F238E27FC236}">
                  <a16:creationId xmlns:a16="http://schemas.microsoft.com/office/drawing/2014/main" id="{B834C8C1-9BD1-4635-8E5B-65815F9017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Graphic 15">
              <a:extLst>
                <a:ext uri="{FF2B5EF4-FFF2-40B4-BE49-F238E27FC236}">
                  <a16:creationId xmlns:a16="http://schemas.microsoft.com/office/drawing/2014/main" id="{2963D456-B3F4-4EDC-827E-645741F64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3A58845-EFFB-4806-BC6D-47418C15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74234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2F9C493A-9F03-49B4-B3FB-19CE5AC11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98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90A46C7D-C1BB-49B8-8D37-39742820E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2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DCF30BE-2512-33E1-FE97-1950E1FC1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10077557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PODSUMOWANIE PROCESU </a:t>
            </a:r>
            <a:br>
              <a:rPr lang="en-US" dirty="0"/>
            </a:br>
            <a:r>
              <a:rPr lang="en-US" dirty="0"/>
              <a:t>W PRZYPADKU FILIPA</a:t>
            </a:r>
            <a:endParaRPr lang="pl-PL" dirty="0"/>
          </a:p>
        </p:txBody>
      </p:sp>
      <p:grpSp>
        <p:nvGrpSpPr>
          <p:cNvPr id="47" name="Graphic 78">
            <a:extLst>
              <a:ext uri="{FF2B5EF4-FFF2-40B4-BE49-F238E27FC236}">
                <a16:creationId xmlns:a16="http://schemas.microsoft.com/office/drawing/2014/main" id="{C13D619A-1417-41F6-AB84-3DA81D94BD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2345718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48" name="Graphic 78">
              <a:extLst>
                <a:ext uri="{FF2B5EF4-FFF2-40B4-BE49-F238E27FC236}">
                  <a16:creationId xmlns:a16="http://schemas.microsoft.com/office/drawing/2014/main" id="{ABA075C2-6990-484C-907A-08DB4DF5A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9" name="Graphic 78">
              <a:extLst>
                <a:ext uri="{FF2B5EF4-FFF2-40B4-BE49-F238E27FC236}">
                  <a16:creationId xmlns:a16="http://schemas.microsoft.com/office/drawing/2014/main" id="{EC9D29F2-21D6-461F-8BD7-533101D86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50" name="Graphic 78">
                <a:extLst>
                  <a:ext uri="{FF2B5EF4-FFF2-40B4-BE49-F238E27FC236}">
                    <a16:creationId xmlns:a16="http://schemas.microsoft.com/office/drawing/2014/main" id="{F1CB2E23-919F-4FDA-9880-7AEF61BF39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Graphic 78">
                <a:extLst>
                  <a:ext uri="{FF2B5EF4-FFF2-40B4-BE49-F238E27FC236}">
                    <a16:creationId xmlns:a16="http://schemas.microsoft.com/office/drawing/2014/main" id="{2BBC6B41-7E8B-40C0-8289-6918BCA68F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Graphic 78">
                <a:extLst>
                  <a:ext uri="{FF2B5EF4-FFF2-40B4-BE49-F238E27FC236}">
                    <a16:creationId xmlns:a16="http://schemas.microsoft.com/office/drawing/2014/main" id="{67E04027-1EC8-4CBE-A4D2-F09F6AF0E0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Graphic 78">
                <a:extLst>
                  <a:ext uri="{FF2B5EF4-FFF2-40B4-BE49-F238E27FC236}">
                    <a16:creationId xmlns:a16="http://schemas.microsoft.com/office/drawing/2014/main" id="{5EC8762A-B2EC-4710-9F10-B93BE2075E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D5B4F0F5-BE58-4EC0-B650-A71A07437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E700C1F5-B637-45FE-96CC-270D263A5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83DA22C9-3830-4323-9087-6D7C1E6AA3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AC4DA9-FD16-4055-8D2D-95D615C03C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8BA7D58E-9AB5-4B54-A635-2E86BEC78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61" name="Graphic 12">
              <a:extLst>
                <a:ext uri="{FF2B5EF4-FFF2-40B4-BE49-F238E27FC236}">
                  <a16:creationId xmlns:a16="http://schemas.microsoft.com/office/drawing/2014/main" id="{B7D72779-BBD2-4D64-B6B1-E052E227EB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Graphic 15">
              <a:extLst>
                <a:ext uri="{FF2B5EF4-FFF2-40B4-BE49-F238E27FC236}">
                  <a16:creationId xmlns:a16="http://schemas.microsoft.com/office/drawing/2014/main" id="{569BD34C-BFEF-4FB1-A094-2D9E687CD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Graphic 15">
              <a:extLst>
                <a:ext uri="{FF2B5EF4-FFF2-40B4-BE49-F238E27FC236}">
                  <a16:creationId xmlns:a16="http://schemas.microsoft.com/office/drawing/2014/main" id="{DC258A66-ED52-4FA3-96CE-7932E91F5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BEC6A48C-21EF-4485-9836-044550003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D57977BC-05C6-8BD1-D197-0543AD01FA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5893469"/>
              </p:ext>
            </p:extLst>
          </p:nvPr>
        </p:nvGraphicFramePr>
        <p:xfrm>
          <a:off x="525463" y="2522538"/>
          <a:ext cx="10077450" cy="3548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63007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F9C493A-9F03-49B4-B3FB-19CE5AC11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98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0A46C7D-C1BB-49B8-8D37-39742820E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2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A41B36B-62F6-4E89-0A89-D287CD06F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10077557" cy="1325563"/>
          </a:xfrm>
        </p:spPr>
        <p:txBody>
          <a:bodyPr>
            <a:normAutofit/>
          </a:bodyPr>
          <a:lstStyle/>
          <a:p>
            <a:r>
              <a:rPr lang="pl-PL" dirty="0"/>
              <a:t>DOKŁADNOŚĆ ESTYMACJI</a:t>
            </a:r>
          </a:p>
        </p:txBody>
      </p:sp>
      <p:grpSp>
        <p:nvGrpSpPr>
          <p:cNvPr id="13" name="Graphic 78">
            <a:extLst>
              <a:ext uri="{FF2B5EF4-FFF2-40B4-BE49-F238E27FC236}">
                <a16:creationId xmlns:a16="http://schemas.microsoft.com/office/drawing/2014/main" id="{C13D619A-1417-41F6-AB84-3DA81D94BD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2345718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4" name="Graphic 78">
              <a:extLst>
                <a:ext uri="{FF2B5EF4-FFF2-40B4-BE49-F238E27FC236}">
                  <a16:creationId xmlns:a16="http://schemas.microsoft.com/office/drawing/2014/main" id="{ABA075C2-6990-484C-907A-08DB4DF5A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aphic 78">
              <a:extLst>
                <a:ext uri="{FF2B5EF4-FFF2-40B4-BE49-F238E27FC236}">
                  <a16:creationId xmlns:a16="http://schemas.microsoft.com/office/drawing/2014/main" id="{EC9D29F2-21D6-461F-8BD7-533101D86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6" name="Graphic 78">
                <a:extLst>
                  <a:ext uri="{FF2B5EF4-FFF2-40B4-BE49-F238E27FC236}">
                    <a16:creationId xmlns:a16="http://schemas.microsoft.com/office/drawing/2014/main" id="{F1CB2E23-919F-4FDA-9880-7AEF61BF39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2BBC6B41-7E8B-40C0-8289-6918BCA68F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Graphic 78">
                <a:extLst>
                  <a:ext uri="{FF2B5EF4-FFF2-40B4-BE49-F238E27FC236}">
                    <a16:creationId xmlns:a16="http://schemas.microsoft.com/office/drawing/2014/main" id="{67E04027-1EC8-4CBE-A4D2-F09F6AF0E0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Graphic 78">
                <a:extLst>
                  <a:ext uri="{FF2B5EF4-FFF2-40B4-BE49-F238E27FC236}">
                    <a16:creationId xmlns:a16="http://schemas.microsoft.com/office/drawing/2014/main" id="{5EC8762A-B2EC-4710-9F10-B93BE2075E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5B4F0F5-BE58-4EC0-B650-A71A07437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700C1F5-B637-45FE-96CC-270D263A5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3DA22C9-3830-4323-9087-6D7C1E6AA3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5AC4DA9-FD16-4055-8D2D-95D615C03C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BA7D58E-9AB5-4B54-A635-2E86BEC78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7" name="Graphic 12">
              <a:extLst>
                <a:ext uri="{FF2B5EF4-FFF2-40B4-BE49-F238E27FC236}">
                  <a16:creationId xmlns:a16="http://schemas.microsoft.com/office/drawing/2014/main" id="{B7D72779-BBD2-4D64-B6B1-E052E227EB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15">
              <a:extLst>
                <a:ext uri="{FF2B5EF4-FFF2-40B4-BE49-F238E27FC236}">
                  <a16:creationId xmlns:a16="http://schemas.microsoft.com/office/drawing/2014/main" id="{569BD34C-BFEF-4FB1-A094-2D9E687CD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15">
              <a:extLst>
                <a:ext uri="{FF2B5EF4-FFF2-40B4-BE49-F238E27FC236}">
                  <a16:creationId xmlns:a16="http://schemas.microsoft.com/office/drawing/2014/main" id="{DC258A66-ED52-4FA3-96CE-7932E91F5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EC6A48C-21EF-4485-9836-044550003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63D4AA8F-2992-B2A0-5AFF-7B0CE9E8D2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3824407"/>
              </p:ext>
            </p:extLst>
          </p:nvPr>
        </p:nvGraphicFramePr>
        <p:xfrm>
          <a:off x="525463" y="2522538"/>
          <a:ext cx="10077450" cy="3548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93426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F9C493A-9F03-49B4-B3FB-19CE5AC11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98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0A46C7D-C1BB-49B8-8D37-39742820E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2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A71574C-48B5-1B10-9AE8-3E3247349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10077557" cy="1325563"/>
          </a:xfrm>
        </p:spPr>
        <p:txBody>
          <a:bodyPr>
            <a:normAutofit/>
          </a:bodyPr>
          <a:lstStyle/>
          <a:p>
            <a:r>
              <a:rPr lang="pl-PL" dirty="0"/>
              <a:t>Jak poprawiać estymacje?</a:t>
            </a:r>
          </a:p>
        </p:txBody>
      </p:sp>
      <p:grpSp>
        <p:nvGrpSpPr>
          <p:cNvPr id="14" name="Graphic 78">
            <a:extLst>
              <a:ext uri="{FF2B5EF4-FFF2-40B4-BE49-F238E27FC236}">
                <a16:creationId xmlns:a16="http://schemas.microsoft.com/office/drawing/2014/main" id="{C13D619A-1417-41F6-AB84-3DA81D94BD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2345718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5" name="Graphic 78">
              <a:extLst>
                <a:ext uri="{FF2B5EF4-FFF2-40B4-BE49-F238E27FC236}">
                  <a16:creationId xmlns:a16="http://schemas.microsoft.com/office/drawing/2014/main" id="{ABA075C2-6990-484C-907A-08DB4DF5A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aphic 78">
              <a:extLst>
                <a:ext uri="{FF2B5EF4-FFF2-40B4-BE49-F238E27FC236}">
                  <a16:creationId xmlns:a16="http://schemas.microsoft.com/office/drawing/2014/main" id="{EC9D29F2-21D6-461F-8BD7-533101D86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F1CB2E23-919F-4FDA-9880-7AEF61BF39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Graphic 78">
                <a:extLst>
                  <a:ext uri="{FF2B5EF4-FFF2-40B4-BE49-F238E27FC236}">
                    <a16:creationId xmlns:a16="http://schemas.microsoft.com/office/drawing/2014/main" id="{2BBC6B41-7E8B-40C0-8289-6918BCA68F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Graphic 78">
                <a:extLst>
                  <a:ext uri="{FF2B5EF4-FFF2-40B4-BE49-F238E27FC236}">
                    <a16:creationId xmlns:a16="http://schemas.microsoft.com/office/drawing/2014/main" id="{67E04027-1EC8-4CBE-A4D2-F09F6AF0E0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Graphic 78">
                <a:extLst>
                  <a:ext uri="{FF2B5EF4-FFF2-40B4-BE49-F238E27FC236}">
                    <a16:creationId xmlns:a16="http://schemas.microsoft.com/office/drawing/2014/main" id="{5EC8762A-B2EC-4710-9F10-B93BE2075E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5B4F0F5-BE58-4EC0-B650-A71A07437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700C1F5-B637-45FE-96CC-270D263A5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3DA22C9-3830-4323-9087-6D7C1E6AA3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5AC4DA9-FD16-4055-8D2D-95D615C03C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BA7D58E-9AB5-4B54-A635-2E86BEC78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8" name="Graphic 12">
              <a:extLst>
                <a:ext uri="{FF2B5EF4-FFF2-40B4-BE49-F238E27FC236}">
                  <a16:creationId xmlns:a16="http://schemas.microsoft.com/office/drawing/2014/main" id="{B7D72779-BBD2-4D64-B6B1-E052E227EB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15">
              <a:extLst>
                <a:ext uri="{FF2B5EF4-FFF2-40B4-BE49-F238E27FC236}">
                  <a16:creationId xmlns:a16="http://schemas.microsoft.com/office/drawing/2014/main" id="{569BD34C-BFEF-4FB1-A094-2D9E687CD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Graphic 15">
              <a:extLst>
                <a:ext uri="{FF2B5EF4-FFF2-40B4-BE49-F238E27FC236}">
                  <a16:creationId xmlns:a16="http://schemas.microsoft.com/office/drawing/2014/main" id="{DC258A66-ED52-4FA3-96CE-7932E91F5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EC6A48C-21EF-4485-9836-044550003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378386AC-D1D4-6E51-8979-F2191C2F15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0684263"/>
              </p:ext>
            </p:extLst>
          </p:nvPr>
        </p:nvGraphicFramePr>
        <p:xfrm>
          <a:off x="525463" y="2522538"/>
          <a:ext cx="10077450" cy="3548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33636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F9C493A-9F03-49B4-B3FB-19CE5AC11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98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CFDB937-E241-E106-326A-10339BF3A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696952"/>
            <a:ext cx="10077196" cy="821794"/>
          </a:xfrm>
        </p:spPr>
        <p:txBody>
          <a:bodyPr>
            <a:normAutofit/>
          </a:bodyPr>
          <a:lstStyle/>
          <a:p>
            <a:r>
              <a:rPr lang="pl-PL" dirty="0"/>
              <a:t>Metryki jakości osobistej</a:t>
            </a:r>
          </a:p>
        </p:txBody>
      </p:sp>
      <p:grpSp>
        <p:nvGrpSpPr>
          <p:cNvPr id="12" name="Graphic 78">
            <a:extLst>
              <a:ext uri="{FF2B5EF4-FFF2-40B4-BE49-F238E27FC236}">
                <a16:creationId xmlns:a16="http://schemas.microsoft.com/office/drawing/2014/main" id="{BC3D4A83-1EFA-4B2C-B330-849E35895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1708814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3" name="Graphic 78">
              <a:extLst>
                <a:ext uri="{FF2B5EF4-FFF2-40B4-BE49-F238E27FC236}">
                  <a16:creationId xmlns:a16="http://schemas.microsoft.com/office/drawing/2014/main" id="{3508E11F-ACA4-405C-A9FA-2577500EA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aphic 78">
              <a:extLst>
                <a:ext uri="{FF2B5EF4-FFF2-40B4-BE49-F238E27FC236}">
                  <a16:creationId xmlns:a16="http://schemas.microsoft.com/office/drawing/2014/main" id="{82B1CDA4-B2EA-4968-8276-0552D6D74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5" name="Graphic 78">
                <a:extLst>
                  <a:ext uri="{FF2B5EF4-FFF2-40B4-BE49-F238E27FC236}">
                    <a16:creationId xmlns:a16="http://schemas.microsoft.com/office/drawing/2014/main" id="{F4337472-CDEB-4AFE-BBB9-5A11CA470D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Graphic 78">
                <a:extLst>
                  <a:ext uri="{FF2B5EF4-FFF2-40B4-BE49-F238E27FC236}">
                    <a16:creationId xmlns:a16="http://schemas.microsoft.com/office/drawing/2014/main" id="{6CD67A6D-EAE7-4891-ACC9-4AC0CCF44A3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F1769489-D4BC-4B3B-9E23-87FCFDAB4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Graphic 78">
                <a:extLst>
                  <a:ext uri="{FF2B5EF4-FFF2-40B4-BE49-F238E27FC236}">
                    <a16:creationId xmlns:a16="http://schemas.microsoft.com/office/drawing/2014/main" id="{13E13021-8923-4A4D-84FA-DA886E2924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0A46C7D-C1BB-49B8-8D37-39742820E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84683" y="5165905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06C47C23-DD75-73D7-DE21-BB9684D9D9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8770629"/>
              </p:ext>
            </p:extLst>
          </p:nvPr>
        </p:nvGraphicFramePr>
        <p:xfrm>
          <a:off x="525462" y="1804163"/>
          <a:ext cx="11004385" cy="4407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92979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42D98E1-37D2-4470-BF74-845E89795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C4F7585-7CDF-4C3C-47FA-BE2338358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638176"/>
            <a:ext cx="4266544" cy="2861770"/>
          </a:xfrm>
        </p:spPr>
        <p:txBody>
          <a:bodyPr anchor="b">
            <a:normAutofit/>
          </a:bodyPr>
          <a:lstStyle/>
          <a:p>
            <a:r>
              <a:rPr lang="pl-PL" b="1" dirty="0"/>
              <a:t>DYSCYPLINA PRACY</a:t>
            </a:r>
            <a:r>
              <a:rPr lang="en-US" b="1" dirty="0"/>
              <a:t> W PSP</a:t>
            </a:r>
            <a:endParaRPr lang="pl-PL" dirty="0"/>
          </a:p>
        </p:txBody>
      </p:sp>
      <p:grpSp>
        <p:nvGrpSpPr>
          <p:cNvPr id="11" name="Graphic 78">
            <a:extLst>
              <a:ext uri="{FF2B5EF4-FFF2-40B4-BE49-F238E27FC236}">
                <a16:creationId xmlns:a16="http://schemas.microsoft.com/office/drawing/2014/main" id="{91868ACA-CC8C-4FA4-8E32-6DB1C7DA9E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695859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2" name="Graphic 78">
              <a:extLst>
                <a:ext uri="{FF2B5EF4-FFF2-40B4-BE49-F238E27FC236}">
                  <a16:creationId xmlns:a16="http://schemas.microsoft.com/office/drawing/2014/main" id="{7C343158-D3CD-4482-AAA0-375D2E6667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aphic 78">
              <a:extLst>
                <a:ext uri="{FF2B5EF4-FFF2-40B4-BE49-F238E27FC236}">
                  <a16:creationId xmlns:a16="http://schemas.microsoft.com/office/drawing/2014/main" id="{12BFE3E3-92EC-47DC-8E6A-6E77132C2D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1F0F2188-9504-4EAD-A8A2-B1779FB86B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Graphic 78">
                <a:extLst>
                  <a:ext uri="{FF2B5EF4-FFF2-40B4-BE49-F238E27FC236}">
                    <a16:creationId xmlns:a16="http://schemas.microsoft.com/office/drawing/2014/main" id="{14602C7D-08A5-44A5-B005-E79603849E8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Graphic 78">
                <a:extLst>
                  <a:ext uri="{FF2B5EF4-FFF2-40B4-BE49-F238E27FC236}">
                    <a16:creationId xmlns:a16="http://schemas.microsoft.com/office/drawing/2014/main" id="{099F2E62-E605-487B-AC3C-11052444D8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02A21D38-C00D-4E35-8B0F-3E63C4B376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AB710764-949D-9BC5-C520-394015AEEF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6305163"/>
              </p:ext>
            </p:extLst>
          </p:nvPr>
        </p:nvGraphicFramePr>
        <p:xfrm>
          <a:off x="5402620" y="497732"/>
          <a:ext cx="6151831" cy="57074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115233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42D98E1-37D2-4470-BF74-845E89795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1F4CFC2-22A1-E817-2C55-2BDB0618C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10077557" cy="1325563"/>
          </a:xfrm>
        </p:spPr>
        <p:txBody>
          <a:bodyPr>
            <a:normAutofit/>
          </a:bodyPr>
          <a:lstStyle/>
          <a:p>
            <a:r>
              <a:rPr lang="pl-PL" dirty="0"/>
              <a:t>WPŁYW </a:t>
            </a:r>
            <a:r>
              <a:rPr lang="en-US" dirty="0"/>
              <a:t>PSP </a:t>
            </a:r>
            <a:r>
              <a:rPr lang="pl-PL" dirty="0"/>
              <a:t>NA ZESPÓŁ</a:t>
            </a:r>
          </a:p>
        </p:txBody>
      </p:sp>
      <p:grpSp>
        <p:nvGrpSpPr>
          <p:cNvPr id="11" name="Graphic 78">
            <a:extLst>
              <a:ext uri="{FF2B5EF4-FFF2-40B4-BE49-F238E27FC236}">
                <a16:creationId xmlns:a16="http://schemas.microsoft.com/office/drawing/2014/main" id="{6F3B5563-53C7-4E0A-A4B8-8E56453344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2345718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2" name="Graphic 78">
              <a:extLst>
                <a:ext uri="{FF2B5EF4-FFF2-40B4-BE49-F238E27FC236}">
                  <a16:creationId xmlns:a16="http://schemas.microsoft.com/office/drawing/2014/main" id="{5AEE0831-46B4-4175-A401-3A45C1021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aphic 78">
              <a:extLst>
                <a:ext uri="{FF2B5EF4-FFF2-40B4-BE49-F238E27FC236}">
                  <a16:creationId xmlns:a16="http://schemas.microsoft.com/office/drawing/2014/main" id="{50567FC2-2663-468F-9E89-F892CE10AB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A883C52D-FF48-4648-A100-1071F9D2A9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Graphic 78">
                <a:extLst>
                  <a:ext uri="{FF2B5EF4-FFF2-40B4-BE49-F238E27FC236}">
                    <a16:creationId xmlns:a16="http://schemas.microsoft.com/office/drawing/2014/main" id="{2108A8EE-E2B6-43BD-9450-5B9BA40D36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Graphic 78">
                <a:extLst>
                  <a:ext uri="{FF2B5EF4-FFF2-40B4-BE49-F238E27FC236}">
                    <a16:creationId xmlns:a16="http://schemas.microsoft.com/office/drawing/2014/main" id="{53E919D7-A706-457C-9587-462A51DBC5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6EF58933-D82C-4F29-8757-AD3DD1AB9D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F0D23966-B691-1A05-50A1-75ACEDD878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4966144"/>
              </p:ext>
            </p:extLst>
          </p:nvPr>
        </p:nvGraphicFramePr>
        <p:xfrm>
          <a:off x="525463" y="2522538"/>
          <a:ext cx="10077450" cy="3548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427598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F9C493A-9F03-49B4-B3FB-19CE5AC11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FD96D42-6620-ABFF-B951-60CF00C7B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4663649" cy="1455091"/>
          </a:xfrm>
        </p:spPr>
        <p:txBody>
          <a:bodyPr>
            <a:normAutofit/>
          </a:bodyPr>
          <a:lstStyle/>
          <a:p>
            <a:r>
              <a:rPr lang="pl-PL" dirty="0"/>
              <a:t>PSP W AGILE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0A46C7D-C1BB-49B8-8D37-39742820E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2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aphic 78">
            <a:extLst>
              <a:ext uri="{FF2B5EF4-FFF2-40B4-BE49-F238E27FC236}">
                <a16:creationId xmlns:a16="http://schemas.microsoft.com/office/drawing/2014/main" id="{61BBAB6F-65E6-4E2B-B363-6AB27C84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717" y="2585111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5" name="Graphic 78">
              <a:extLst>
                <a:ext uri="{FF2B5EF4-FFF2-40B4-BE49-F238E27FC236}">
                  <a16:creationId xmlns:a16="http://schemas.microsoft.com/office/drawing/2014/main" id="{6DA3BBB2-E620-4C13-98C9-FE1EF7D2E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aphic 78">
              <a:extLst>
                <a:ext uri="{FF2B5EF4-FFF2-40B4-BE49-F238E27FC236}">
                  <a16:creationId xmlns:a16="http://schemas.microsoft.com/office/drawing/2014/main" id="{ADC9AB5D-88A1-4FA9-B467-E8EF8FFE5B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0867B8E5-4535-4743-8235-6612FEA410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Graphic 78">
                <a:extLst>
                  <a:ext uri="{FF2B5EF4-FFF2-40B4-BE49-F238E27FC236}">
                    <a16:creationId xmlns:a16="http://schemas.microsoft.com/office/drawing/2014/main" id="{BE48FEA7-5915-4751-8090-63F3094324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Graphic 78">
                <a:extLst>
                  <a:ext uri="{FF2B5EF4-FFF2-40B4-BE49-F238E27FC236}">
                    <a16:creationId xmlns:a16="http://schemas.microsoft.com/office/drawing/2014/main" id="{32B378CE-44FD-4120-B9ED-7828D4EE9A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Graphic 78">
                <a:extLst>
                  <a:ext uri="{FF2B5EF4-FFF2-40B4-BE49-F238E27FC236}">
                    <a16:creationId xmlns:a16="http://schemas.microsoft.com/office/drawing/2014/main" id="{40FA43D3-D34B-4BC7-80D0-F3E75A222A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24AAB48-DB3A-34F0-C86D-849AF1DA2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17" y="2796427"/>
            <a:ext cx="4663649" cy="3274503"/>
          </a:xfrm>
        </p:spPr>
        <p:txBody>
          <a:bodyPr>
            <a:normAutofit/>
          </a:bodyPr>
          <a:lstStyle/>
          <a:p>
            <a:r>
              <a:rPr lang="pl-PL" dirty="0"/>
              <a:t>PSP można łączyć z Agile poprzez: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dirty="0"/>
              <a:t>pracę iteracyjną 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dirty="0"/>
              <a:t>retrospektywy indywidualne 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dirty="0"/>
              <a:t>analizę danych w sprintach</a:t>
            </a:r>
          </a:p>
          <a:p>
            <a:r>
              <a:rPr lang="pl-PL" dirty="0"/>
              <a:t>PSP nie jest sprzeczne z Agile. Wręcz przeciwnie</a:t>
            </a:r>
            <a:r>
              <a:rPr lang="en-US" dirty="0"/>
              <a:t> –</a:t>
            </a:r>
            <a:r>
              <a:rPr lang="pl-PL" dirty="0"/>
              <a:t> może </a:t>
            </a:r>
            <a:r>
              <a:rPr lang="en-US" dirty="0"/>
              <a:t>go</a:t>
            </a:r>
            <a:r>
              <a:rPr lang="pl-PL" dirty="0"/>
              <a:t> wzmacniać</a:t>
            </a:r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F0E4DB4F-B9CA-2566-ADA0-306E062964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53780" y="553415"/>
            <a:ext cx="5660211" cy="5660211"/>
          </a:xfrm>
          <a:prstGeom prst="rect">
            <a:avLst/>
          </a:pr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5820E42-2F9D-41EF-B67F-522A133B3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3D9BC31-B57D-4933-AD83-94F462D4C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84AFEA3-A055-41AE-96F3-34BA58142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028771F-62FA-4349-B7A8-CE1682D2CE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19CDEE6-CB2F-49F0-B237-2A26A3D1D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8" name="Graphic 12">
              <a:extLst>
                <a:ext uri="{FF2B5EF4-FFF2-40B4-BE49-F238E27FC236}">
                  <a16:creationId xmlns:a16="http://schemas.microsoft.com/office/drawing/2014/main" id="{3DD82286-02D2-4210-A797-5D502D44A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15">
              <a:extLst>
                <a:ext uri="{FF2B5EF4-FFF2-40B4-BE49-F238E27FC236}">
                  <a16:creationId xmlns:a16="http://schemas.microsoft.com/office/drawing/2014/main" id="{735449F4-80DA-4E06-B3B6-B9F519F4A6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Graphic 15">
              <a:extLst>
                <a:ext uri="{FF2B5EF4-FFF2-40B4-BE49-F238E27FC236}">
                  <a16:creationId xmlns:a16="http://schemas.microsoft.com/office/drawing/2014/main" id="{61FABA3B-05B6-433C-90F9-8D9691A84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1FEBA45-D0A3-4091-9956-161EDA21A0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80231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42D98E1-37D2-4470-BF74-845E89795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BCBB1A7-C639-D91E-1992-E13F7806D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4145" y="1524000"/>
            <a:ext cx="3781856" cy="4359964"/>
          </a:xfrm>
        </p:spPr>
        <p:txBody>
          <a:bodyPr anchor="t">
            <a:normAutofit/>
          </a:bodyPr>
          <a:lstStyle/>
          <a:p>
            <a:r>
              <a:rPr lang="pl-PL" dirty="0"/>
              <a:t>PROCESS FIDELITY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707F4F1-79FE-4E99-AF42-242AC08A3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864840" cy="6858001"/>
          </a:xfrm>
          <a:custGeom>
            <a:avLst/>
            <a:gdLst>
              <a:gd name="connsiteX0" fmla="*/ 0 w 888736"/>
              <a:gd name="connsiteY0" fmla="*/ 0 h 2458832"/>
              <a:gd name="connsiteX1" fmla="*/ 177394 w 888736"/>
              <a:gd name="connsiteY1" fmla="*/ 125361 h 2458832"/>
              <a:gd name="connsiteX2" fmla="*/ 881856 w 888736"/>
              <a:gd name="connsiteY2" fmla="*/ 1189003 h 2458832"/>
              <a:gd name="connsiteX3" fmla="*/ 691256 w 888736"/>
              <a:gd name="connsiteY3" fmla="*/ 1628147 h 2458832"/>
              <a:gd name="connsiteX4" fmla="*/ 118397 w 888736"/>
              <a:gd name="connsiteY4" fmla="*/ 2331723 h 2458832"/>
              <a:gd name="connsiteX5" fmla="*/ 0 w 888736"/>
              <a:gd name="connsiteY5" fmla="*/ 2458832 h 2458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88736" h="2458832">
                <a:moveTo>
                  <a:pt x="0" y="0"/>
                </a:moveTo>
                <a:lnTo>
                  <a:pt x="177394" y="125361"/>
                </a:lnTo>
                <a:cubicBezTo>
                  <a:pt x="548898" y="378359"/>
                  <a:pt x="946091" y="744358"/>
                  <a:pt x="881856" y="1189003"/>
                </a:cubicBezTo>
                <a:cubicBezTo>
                  <a:pt x="858787" y="1347884"/>
                  <a:pt x="777253" y="1491554"/>
                  <a:pt x="691256" y="1628147"/>
                </a:cubicBezTo>
                <a:cubicBezTo>
                  <a:pt x="609261" y="1758448"/>
                  <a:pt x="399047" y="2022344"/>
                  <a:pt x="118397" y="2331723"/>
                </a:cubicBezTo>
                <a:lnTo>
                  <a:pt x="0" y="2458832"/>
                </a:lnTo>
                <a:close/>
              </a:path>
            </a:pathLst>
          </a:custGeom>
          <a:solidFill>
            <a:schemeClr val="accent6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2" name="Graphic 78">
            <a:extLst>
              <a:ext uri="{FF2B5EF4-FFF2-40B4-BE49-F238E27FC236}">
                <a16:creationId xmlns:a16="http://schemas.microsoft.com/office/drawing/2014/main" id="{C5035748-E666-464D-B95F-ED8146346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42299" y="1617538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3" name="Graphic 78">
              <a:extLst>
                <a:ext uri="{FF2B5EF4-FFF2-40B4-BE49-F238E27FC236}">
                  <a16:creationId xmlns:a16="http://schemas.microsoft.com/office/drawing/2014/main" id="{4D85EFE8-5037-4E99-8D29-64B5CE9D2C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aphic 78">
              <a:extLst>
                <a:ext uri="{FF2B5EF4-FFF2-40B4-BE49-F238E27FC236}">
                  <a16:creationId xmlns:a16="http://schemas.microsoft.com/office/drawing/2014/main" id="{9FD653C8-CB16-40C0-BA61-6FA0587D7A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5" name="Graphic 78">
                <a:extLst>
                  <a:ext uri="{FF2B5EF4-FFF2-40B4-BE49-F238E27FC236}">
                    <a16:creationId xmlns:a16="http://schemas.microsoft.com/office/drawing/2014/main" id="{ABA973BF-958C-4267-A9F2-CEA64D2849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Graphic 78">
                <a:extLst>
                  <a:ext uri="{FF2B5EF4-FFF2-40B4-BE49-F238E27FC236}">
                    <a16:creationId xmlns:a16="http://schemas.microsoft.com/office/drawing/2014/main" id="{B0DAD6C4-EBF1-4DBF-928B-3F52E02440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B2BD6CA6-C90E-4CC3-B99B-93CE2622E7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Graphic 78">
                <a:extLst>
                  <a:ext uri="{FF2B5EF4-FFF2-40B4-BE49-F238E27FC236}">
                    <a16:creationId xmlns:a16="http://schemas.microsoft.com/office/drawing/2014/main" id="{8E83D65E-8C50-430E-8331-F293349EF6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5E51A3D-2FA6-4FB0-8E96-240CD790A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3046134" flipH="1">
            <a:off x="862428" y="4444126"/>
            <a:ext cx="886141" cy="802496"/>
            <a:chOff x="10948005" y="3272152"/>
            <a:chExt cx="868640" cy="786648"/>
          </a:xfrm>
          <a:solidFill>
            <a:schemeClr val="accent6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9077F9C-631A-40ED-8DF2-6F7CE48C1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B5F57A0-CC7E-443D-8694-A244B50F8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C28A3D1-4D8C-4C0C-9C35-6A60D2262E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4" name="Graphic 12">
              <a:extLst>
                <a:ext uri="{FF2B5EF4-FFF2-40B4-BE49-F238E27FC236}">
                  <a16:creationId xmlns:a16="http://schemas.microsoft.com/office/drawing/2014/main" id="{F730EC4F-7921-4623-84EE-AD5E059F9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6C52E193-84A5-4949-8431-6CF8BED868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Graphic 15">
              <a:extLst>
                <a:ext uri="{FF2B5EF4-FFF2-40B4-BE49-F238E27FC236}">
                  <a16:creationId xmlns:a16="http://schemas.microsoft.com/office/drawing/2014/main" id="{9E948C20-2509-497E-8A43-AC9A26FD60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719FF44-226D-4A47-A1C7-BB6FA4315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825CBD1C-2583-4689-9336-2E92126BB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 flipV="1">
            <a:off x="10428708" y="5094708"/>
            <a:ext cx="1446380" cy="2080204"/>
          </a:xfrm>
          <a:custGeom>
            <a:avLst/>
            <a:gdLst>
              <a:gd name="connsiteX0" fmla="*/ 0 w 2331138"/>
              <a:gd name="connsiteY0" fmla="*/ 0 h 3352676"/>
              <a:gd name="connsiteX1" fmla="*/ 2331138 w 2331138"/>
              <a:gd name="connsiteY1" fmla="*/ 0 h 3352676"/>
              <a:gd name="connsiteX2" fmla="*/ 2331138 w 2331138"/>
              <a:gd name="connsiteY2" fmla="*/ 3352676 h 3352676"/>
              <a:gd name="connsiteX3" fmla="*/ 2097210 w 2331138"/>
              <a:gd name="connsiteY3" fmla="*/ 3226228 h 3352676"/>
              <a:gd name="connsiteX4" fmla="*/ 214881 w 2331138"/>
              <a:gd name="connsiteY4" fmla="*/ 1176738 h 3352676"/>
              <a:gd name="connsiteX5" fmla="*/ 1129 w 2331138"/>
              <a:gd name="connsiteY5" fmla="*/ 67475 h 335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1138" h="3352676">
                <a:moveTo>
                  <a:pt x="0" y="0"/>
                </a:moveTo>
                <a:lnTo>
                  <a:pt x="2331138" y="0"/>
                </a:lnTo>
                <a:lnTo>
                  <a:pt x="2331138" y="3352676"/>
                </a:lnTo>
                <a:lnTo>
                  <a:pt x="2097210" y="3226228"/>
                </a:lnTo>
                <a:cubicBezTo>
                  <a:pt x="1273150" y="2744079"/>
                  <a:pt x="560886" y="2027200"/>
                  <a:pt x="214881" y="1176738"/>
                </a:cubicBezTo>
                <a:cubicBezTo>
                  <a:pt x="72781" y="827511"/>
                  <a:pt x="14297" y="430630"/>
                  <a:pt x="1129" y="67475"/>
                </a:cubicBezTo>
                <a:close/>
              </a:path>
            </a:pathLst>
          </a:cu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E8F880D-4D7A-4AF6-3C40-C91A2FA09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7956" y="1822976"/>
            <a:ext cx="4193458" cy="4060989"/>
          </a:xfrm>
        </p:spPr>
        <p:txBody>
          <a:bodyPr>
            <a:normAutofit/>
          </a:bodyPr>
          <a:lstStyle/>
          <a:p>
            <a:r>
              <a:rPr lang="pl-PL" dirty="0"/>
              <a:t>Process </a:t>
            </a:r>
            <a:r>
              <a:rPr lang="pl-PL" dirty="0" err="1"/>
              <a:t>fidelity</a:t>
            </a:r>
            <a:r>
              <a:rPr lang="pl-PL" dirty="0"/>
              <a:t> oznacza wierność stosowaniu procesu.</a:t>
            </a:r>
            <a:br>
              <a:rPr lang="pl-PL" dirty="0"/>
            </a:br>
            <a:endParaRPr lang="en-US" dirty="0"/>
          </a:p>
          <a:p>
            <a:r>
              <a:rPr lang="pl-PL" dirty="0"/>
              <a:t>To stopień, w jakim inżynier rzeczywiście stosuje PSP zgodnie z założeniami.</a:t>
            </a:r>
          </a:p>
        </p:txBody>
      </p:sp>
    </p:spTree>
    <p:extLst>
      <p:ext uri="{BB962C8B-B14F-4D97-AF65-F5344CB8AC3E}">
        <p14:creationId xmlns:p14="http://schemas.microsoft.com/office/powerpoint/2010/main" val="25880898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42D98E1-37D2-4470-BF74-845E89795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6E1EBFE-1CF4-E2A2-2635-B9AFEFE9D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4145" y="1524000"/>
            <a:ext cx="3781856" cy="4359964"/>
          </a:xfrm>
        </p:spPr>
        <p:txBody>
          <a:bodyPr anchor="t">
            <a:normAutofit/>
          </a:bodyPr>
          <a:lstStyle/>
          <a:p>
            <a:r>
              <a:rPr lang="pl-PL" dirty="0"/>
              <a:t>CZTERY MIARY PSP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707F4F1-79FE-4E99-AF42-242AC08A3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864840" cy="6858001"/>
          </a:xfrm>
          <a:custGeom>
            <a:avLst/>
            <a:gdLst>
              <a:gd name="connsiteX0" fmla="*/ 0 w 888736"/>
              <a:gd name="connsiteY0" fmla="*/ 0 h 2458832"/>
              <a:gd name="connsiteX1" fmla="*/ 177394 w 888736"/>
              <a:gd name="connsiteY1" fmla="*/ 125361 h 2458832"/>
              <a:gd name="connsiteX2" fmla="*/ 881856 w 888736"/>
              <a:gd name="connsiteY2" fmla="*/ 1189003 h 2458832"/>
              <a:gd name="connsiteX3" fmla="*/ 691256 w 888736"/>
              <a:gd name="connsiteY3" fmla="*/ 1628147 h 2458832"/>
              <a:gd name="connsiteX4" fmla="*/ 118397 w 888736"/>
              <a:gd name="connsiteY4" fmla="*/ 2331723 h 2458832"/>
              <a:gd name="connsiteX5" fmla="*/ 0 w 888736"/>
              <a:gd name="connsiteY5" fmla="*/ 2458832 h 2458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88736" h="2458832">
                <a:moveTo>
                  <a:pt x="0" y="0"/>
                </a:moveTo>
                <a:lnTo>
                  <a:pt x="177394" y="125361"/>
                </a:lnTo>
                <a:cubicBezTo>
                  <a:pt x="548898" y="378359"/>
                  <a:pt x="946091" y="744358"/>
                  <a:pt x="881856" y="1189003"/>
                </a:cubicBezTo>
                <a:cubicBezTo>
                  <a:pt x="858787" y="1347884"/>
                  <a:pt x="777253" y="1491554"/>
                  <a:pt x="691256" y="1628147"/>
                </a:cubicBezTo>
                <a:cubicBezTo>
                  <a:pt x="609261" y="1758448"/>
                  <a:pt x="399047" y="2022344"/>
                  <a:pt x="118397" y="2331723"/>
                </a:cubicBezTo>
                <a:lnTo>
                  <a:pt x="0" y="2458832"/>
                </a:lnTo>
                <a:close/>
              </a:path>
            </a:pathLst>
          </a:custGeom>
          <a:solidFill>
            <a:schemeClr val="accent6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2" name="Graphic 78">
            <a:extLst>
              <a:ext uri="{FF2B5EF4-FFF2-40B4-BE49-F238E27FC236}">
                <a16:creationId xmlns:a16="http://schemas.microsoft.com/office/drawing/2014/main" id="{C5035748-E666-464D-B95F-ED8146346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42299" y="1617538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3" name="Graphic 78">
              <a:extLst>
                <a:ext uri="{FF2B5EF4-FFF2-40B4-BE49-F238E27FC236}">
                  <a16:creationId xmlns:a16="http://schemas.microsoft.com/office/drawing/2014/main" id="{4D85EFE8-5037-4E99-8D29-64B5CE9D2C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aphic 78">
              <a:extLst>
                <a:ext uri="{FF2B5EF4-FFF2-40B4-BE49-F238E27FC236}">
                  <a16:creationId xmlns:a16="http://schemas.microsoft.com/office/drawing/2014/main" id="{9FD653C8-CB16-40C0-BA61-6FA0587D7A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5" name="Graphic 78">
                <a:extLst>
                  <a:ext uri="{FF2B5EF4-FFF2-40B4-BE49-F238E27FC236}">
                    <a16:creationId xmlns:a16="http://schemas.microsoft.com/office/drawing/2014/main" id="{ABA973BF-958C-4267-A9F2-CEA64D2849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Graphic 78">
                <a:extLst>
                  <a:ext uri="{FF2B5EF4-FFF2-40B4-BE49-F238E27FC236}">
                    <a16:creationId xmlns:a16="http://schemas.microsoft.com/office/drawing/2014/main" id="{B0DAD6C4-EBF1-4DBF-928B-3F52E02440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B2BD6CA6-C90E-4CC3-B99B-93CE2622E7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Graphic 78">
                <a:extLst>
                  <a:ext uri="{FF2B5EF4-FFF2-40B4-BE49-F238E27FC236}">
                    <a16:creationId xmlns:a16="http://schemas.microsoft.com/office/drawing/2014/main" id="{8E83D65E-8C50-430E-8331-F293349EF6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5E51A3D-2FA6-4FB0-8E96-240CD790A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3046134" flipH="1">
            <a:off x="862428" y="4444126"/>
            <a:ext cx="886141" cy="802496"/>
            <a:chOff x="10948005" y="3272152"/>
            <a:chExt cx="868640" cy="786648"/>
          </a:xfrm>
          <a:solidFill>
            <a:schemeClr val="accent6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9077F9C-631A-40ED-8DF2-6F7CE48C1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B5F57A0-CC7E-443D-8694-A244B50F8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C28A3D1-4D8C-4C0C-9C35-6A60D2262E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4" name="Graphic 12">
              <a:extLst>
                <a:ext uri="{FF2B5EF4-FFF2-40B4-BE49-F238E27FC236}">
                  <a16:creationId xmlns:a16="http://schemas.microsoft.com/office/drawing/2014/main" id="{F730EC4F-7921-4623-84EE-AD5E059F9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6C52E193-84A5-4949-8431-6CF8BED868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Graphic 15">
              <a:extLst>
                <a:ext uri="{FF2B5EF4-FFF2-40B4-BE49-F238E27FC236}">
                  <a16:creationId xmlns:a16="http://schemas.microsoft.com/office/drawing/2014/main" id="{9E948C20-2509-497E-8A43-AC9A26FD60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719FF44-226D-4A47-A1C7-BB6FA4315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825CBD1C-2583-4689-9336-2E92126BB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 flipV="1">
            <a:off x="10428708" y="5094708"/>
            <a:ext cx="1446380" cy="2080204"/>
          </a:xfrm>
          <a:custGeom>
            <a:avLst/>
            <a:gdLst>
              <a:gd name="connsiteX0" fmla="*/ 0 w 2331138"/>
              <a:gd name="connsiteY0" fmla="*/ 0 h 3352676"/>
              <a:gd name="connsiteX1" fmla="*/ 2331138 w 2331138"/>
              <a:gd name="connsiteY1" fmla="*/ 0 h 3352676"/>
              <a:gd name="connsiteX2" fmla="*/ 2331138 w 2331138"/>
              <a:gd name="connsiteY2" fmla="*/ 3352676 h 3352676"/>
              <a:gd name="connsiteX3" fmla="*/ 2097210 w 2331138"/>
              <a:gd name="connsiteY3" fmla="*/ 3226228 h 3352676"/>
              <a:gd name="connsiteX4" fmla="*/ 214881 w 2331138"/>
              <a:gd name="connsiteY4" fmla="*/ 1176738 h 3352676"/>
              <a:gd name="connsiteX5" fmla="*/ 1129 w 2331138"/>
              <a:gd name="connsiteY5" fmla="*/ 67475 h 335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1138" h="3352676">
                <a:moveTo>
                  <a:pt x="0" y="0"/>
                </a:moveTo>
                <a:lnTo>
                  <a:pt x="2331138" y="0"/>
                </a:lnTo>
                <a:lnTo>
                  <a:pt x="2331138" y="3352676"/>
                </a:lnTo>
                <a:lnTo>
                  <a:pt x="2097210" y="3226228"/>
                </a:lnTo>
                <a:cubicBezTo>
                  <a:pt x="1273150" y="2744079"/>
                  <a:pt x="560886" y="2027200"/>
                  <a:pt x="214881" y="1176738"/>
                </a:cubicBezTo>
                <a:cubicBezTo>
                  <a:pt x="72781" y="827511"/>
                  <a:pt x="14297" y="430630"/>
                  <a:pt x="1129" y="67475"/>
                </a:cubicBezTo>
                <a:close/>
              </a:path>
            </a:pathLst>
          </a:cu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D3D0F8D-DFF9-5272-9A50-C45964C15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7956" y="1822976"/>
            <a:ext cx="4193458" cy="406098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l-PL" dirty="0"/>
              <a:t>Inżynier w PSP zbiera: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pl-PL" dirty="0"/>
              <a:t>czas pracy 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pl-PL" dirty="0"/>
              <a:t>wielkość produktu (np. linie kodu) </a:t>
            </a: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pl-PL" dirty="0"/>
              <a:t>liczbę błędów </a:t>
            </a: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pl-PL" dirty="0"/>
              <a:t>fazy pracy (np. projektowanie, kodowanie, testy)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pl-PL" dirty="0"/>
              <a:t>Te cztery elementy pozwalają zbudować pełny obraz pracy inżyniera</a:t>
            </a:r>
          </a:p>
          <a:p>
            <a:pPr>
              <a:lnSpc>
                <a:spcPct val="100000"/>
              </a:lnSpc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8918559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42D98E1-37D2-4470-BF74-845E89795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463ABAA-7E3F-5860-3EDE-9F6C116C4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638176"/>
            <a:ext cx="4266544" cy="2861770"/>
          </a:xfrm>
        </p:spPr>
        <p:txBody>
          <a:bodyPr anchor="b">
            <a:normAutofit/>
          </a:bodyPr>
          <a:lstStyle/>
          <a:p>
            <a:r>
              <a:rPr lang="pl-PL" sz="3300"/>
              <a:t>Zasady odpowiedzialności</a:t>
            </a:r>
          </a:p>
        </p:txBody>
      </p:sp>
      <p:grpSp>
        <p:nvGrpSpPr>
          <p:cNvPr id="11" name="Graphic 78">
            <a:extLst>
              <a:ext uri="{FF2B5EF4-FFF2-40B4-BE49-F238E27FC236}">
                <a16:creationId xmlns:a16="http://schemas.microsoft.com/office/drawing/2014/main" id="{91868ACA-CC8C-4FA4-8E32-6DB1C7DA9E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695859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2" name="Graphic 78">
              <a:extLst>
                <a:ext uri="{FF2B5EF4-FFF2-40B4-BE49-F238E27FC236}">
                  <a16:creationId xmlns:a16="http://schemas.microsoft.com/office/drawing/2014/main" id="{7C343158-D3CD-4482-AAA0-375D2E6667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aphic 78">
              <a:extLst>
                <a:ext uri="{FF2B5EF4-FFF2-40B4-BE49-F238E27FC236}">
                  <a16:creationId xmlns:a16="http://schemas.microsoft.com/office/drawing/2014/main" id="{12BFE3E3-92EC-47DC-8E6A-6E77132C2D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1F0F2188-9504-4EAD-A8A2-B1779FB86B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Graphic 78">
                <a:extLst>
                  <a:ext uri="{FF2B5EF4-FFF2-40B4-BE49-F238E27FC236}">
                    <a16:creationId xmlns:a16="http://schemas.microsoft.com/office/drawing/2014/main" id="{14602C7D-08A5-44A5-B005-E79603849E8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Graphic 78">
                <a:extLst>
                  <a:ext uri="{FF2B5EF4-FFF2-40B4-BE49-F238E27FC236}">
                    <a16:creationId xmlns:a16="http://schemas.microsoft.com/office/drawing/2014/main" id="{099F2E62-E605-487B-AC3C-11052444D8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02A21D38-C00D-4E35-8B0F-3E63C4B376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CC0C4455-BB56-3DE1-45B2-3649740B00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9028927"/>
              </p:ext>
            </p:extLst>
          </p:nvPr>
        </p:nvGraphicFramePr>
        <p:xfrm>
          <a:off x="5402620" y="497732"/>
          <a:ext cx="6151831" cy="57074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165230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F9C493A-9F03-49B4-B3FB-19CE5AC11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2FEEEBC-E30D-570C-9FC5-E092DA6E5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5566263" cy="1455091"/>
          </a:xfrm>
        </p:spPr>
        <p:txBody>
          <a:bodyPr>
            <a:normAutofit/>
          </a:bodyPr>
          <a:lstStyle/>
          <a:p>
            <a:r>
              <a:rPr lang="pl-PL" dirty="0"/>
              <a:t>POSTMORTEM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0A46C7D-C1BB-49B8-8D37-39742820E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2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aphic 78">
            <a:extLst>
              <a:ext uri="{FF2B5EF4-FFF2-40B4-BE49-F238E27FC236}">
                <a16:creationId xmlns:a16="http://schemas.microsoft.com/office/drawing/2014/main" id="{61BBAB6F-65E6-4E2B-B363-6AB27C84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717" y="2585111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4" name="Graphic 78">
              <a:extLst>
                <a:ext uri="{FF2B5EF4-FFF2-40B4-BE49-F238E27FC236}">
                  <a16:creationId xmlns:a16="http://schemas.microsoft.com/office/drawing/2014/main" id="{6DA3BBB2-E620-4C13-98C9-FE1EF7D2E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aphic 78">
              <a:extLst>
                <a:ext uri="{FF2B5EF4-FFF2-40B4-BE49-F238E27FC236}">
                  <a16:creationId xmlns:a16="http://schemas.microsoft.com/office/drawing/2014/main" id="{ADC9AB5D-88A1-4FA9-B467-E8EF8FFE5B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6" name="Graphic 78">
                <a:extLst>
                  <a:ext uri="{FF2B5EF4-FFF2-40B4-BE49-F238E27FC236}">
                    <a16:creationId xmlns:a16="http://schemas.microsoft.com/office/drawing/2014/main" id="{0867B8E5-4535-4743-8235-6612FEA410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BE48FEA7-5915-4751-8090-63F3094324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Graphic 78">
                <a:extLst>
                  <a:ext uri="{FF2B5EF4-FFF2-40B4-BE49-F238E27FC236}">
                    <a16:creationId xmlns:a16="http://schemas.microsoft.com/office/drawing/2014/main" id="{32B378CE-44FD-4120-B9ED-7828D4EE9A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Graphic 78">
                <a:extLst>
                  <a:ext uri="{FF2B5EF4-FFF2-40B4-BE49-F238E27FC236}">
                    <a16:creationId xmlns:a16="http://schemas.microsoft.com/office/drawing/2014/main" id="{40FA43D3-D34B-4BC7-80D0-F3E75A222A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B355250-1A66-2F70-1AD5-EF17F2F59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17" y="2796427"/>
            <a:ext cx="5566263" cy="3274503"/>
          </a:xfrm>
        </p:spPr>
        <p:txBody>
          <a:bodyPr>
            <a:normAutofit/>
          </a:bodyPr>
          <a:lstStyle/>
          <a:p>
            <a:r>
              <a:rPr lang="pl-PL" dirty="0" err="1"/>
              <a:t>Postmortem</a:t>
            </a:r>
            <a:r>
              <a:rPr lang="pl-PL" dirty="0"/>
              <a:t> to analiza zakończonej pracy.</a:t>
            </a:r>
            <a:br>
              <a:rPr lang="pl-PL" dirty="0"/>
            </a:br>
            <a:r>
              <a:rPr lang="pl-PL" dirty="0"/>
              <a:t>Polega na: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dirty="0"/>
              <a:t>porównaniu planu z rzeczywistością 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dirty="0"/>
              <a:t>analizie błędów 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dirty="0"/>
              <a:t>wyciąganiu wniosków</a:t>
            </a:r>
            <a:endParaRPr lang="en-US" dirty="0"/>
          </a:p>
          <a:p>
            <a:r>
              <a:rPr lang="pl-PL" dirty="0"/>
              <a:t>To moment refleksji. Bez niego nie ma rozwoju</a:t>
            </a:r>
          </a:p>
          <a:p>
            <a:endParaRPr lang="pl-PL" dirty="0"/>
          </a:p>
        </p:txBody>
      </p:sp>
      <p:pic>
        <p:nvPicPr>
          <p:cNvPr id="5" name="Picture 4" descr="Lupa przedstawiająca spadek wydajności">
            <a:extLst>
              <a:ext uri="{FF2B5EF4-FFF2-40B4-BE49-F238E27FC236}">
                <a16:creationId xmlns:a16="http://schemas.microsoft.com/office/drawing/2014/main" id="{91C154A7-50B6-E684-DAC7-FDF86C1603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72" r="37735" b="-1"/>
          <a:stretch>
            <a:fillRect/>
          </a:stretch>
        </p:blipFill>
        <p:spPr>
          <a:xfrm>
            <a:off x="6531789" y="10"/>
            <a:ext cx="5660211" cy="6857990"/>
          </a:xfrm>
          <a:prstGeom prst="rect">
            <a:avLst/>
          </a:prstGeom>
        </p:spPr>
      </p:pic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5820E42-2F9D-41EF-B67F-522A133B3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3D9BC31-B57D-4933-AD83-94F462D4C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84AFEA3-A055-41AE-96F3-34BA58142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028771F-62FA-4349-B7A8-CE1682D2CE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19CDEE6-CB2F-49F0-B237-2A26A3D1D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7" name="Graphic 12">
              <a:extLst>
                <a:ext uri="{FF2B5EF4-FFF2-40B4-BE49-F238E27FC236}">
                  <a16:creationId xmlns:a16="http://schemas.microsoft.com/office/drawing/2014/main" id="{3DD82286-02D2-4210-A797-5D502D44A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15">
              <a:extLst>
                <a:ext uri="{FF2B5EF4-FFF2-40B4-BE49-F238E27FC236}">
                  <a16:creationId xmlns:a16="http://schemas.microsoft.com/office/drawing/2014/main" id="{735449F4-80DA-4E06-B3B6-B9F519F4A6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15">
              <a:extLst>
                <a:ext uri="{FF2B5EF4-FFF2-40B4-BE49-F238E27FC236}">
                  <a16:creationId xmlns:a16="http://schemas.microsoft.com/office/drawing/2014/main" id="{61FABA3B-05B6-433C-90F9-8D9691A84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FEBA45-D0A3-4091-9956-161EDA21A0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657178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F9C493A-9F03-49B4-B3FB-19CE5AC11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98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AE19104-A021-6EDA-C54E-4EA19E1DA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696952"/>
            <a:ext cx="10077196" cy="821794"/>
          </a:xfrm>
        </p:spPr>
        <p:txBody>
          <a:bodyPr>
            <a:normAutofit/>
          </a:bodyPr>
          <a:lstStyle/>
          <a:p>
            <a:r>
              <a:rPr lang="pl-PL" dirty="0"/>
              <a:t>Przegląd </a:t>
            </a:r>
            <a:r>
              <a:rPr lang="en-US"/>
              <a:t>kodu</a:t>
            </a:r>
            <a:r>
              <a:rPr lang="en-US" dirty="0"/>
              <a:t> </a:t>
            </a:r>
            <a:r>
              <a:rPr lang="pl-PL" dirty="0"/>
              <a:t>przed kompilacją</a:t>
            </a:r>
          </a:p>
        </p:txBody>
      </p:sp>
      <p:grpSp>
        <p:nvGrpSpPr>
          <p:cNvPr id="11" name="Graphic 78">
            <a:extLst>
              <a:ext uri="{FF2B5EF4-FFF2-40B4-BE49-F238E27FC236}">
                <a16:creationId xmlns:a16="http://schemas.microsoft.com/office/drawing/2014/main" id="{BC3D4A83-1EFA-4B2C-B330-849E35895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1708814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2" name="Graphic 78">
              <a:extLst>
                <a:ext uri="{FF2B5EF4-FFF2-40B4-BE49-F238E27FC236}">
                  <a16:creationId xmlns:a16="http://schemas.microsoft.com/office/drawing/2014/main" id="{3508E11F-ACA4-405C-A9FA-2577500EA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aphic 78">
              <a:extLst>
                <a:ext uri="{FF2B5EF4-FFF2-40B4-BE49-F238E27FC236}">
                  <a16:creationId xmlns:a16="http://schemas.microsoft.com/office/drawing/2014/main" id="{82B1CDA4-B2EA-4968-8276-0552D6D74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F4337472-CDEB-4AFE-BBB9-5A11CA470D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Graphic 78">
                <a:extLst>
                  <a:ext uri="{FF2B5EF4-FFF2-40B4-BE49-F238E27FC236}">
                    <a16:creationId xmlns:a16="http://schemas.microsoft.com/office/drawing/2014/main" id="{6CD67A6D-EAE7-4891-ACC9-4AC0CCF44A3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Graphic 78">
                <a:extLst>
                  <a:ext uri="{FF2B5EF4-FFF2-40B4-BE49-F238E27FC236}">
                    <a16:creationId xmlns:a16="http://schemas.microsoft.com/office/drawing/2014/main" id="{F1769489-D4BC-4B3B-9E23-87FCFDAB4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13E13021-8923-4A4D-84FA-DA886E2924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0A46C7D-C1BB-49B8-8D37-39742820E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84683" y="5165905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10458660-3066-9342-7311-4FA7E0C44A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7024260"/>
              </p:ext>
            </p:extLst>
          </p:nvPr>
        </p:nvGraphicFramePr>
        <p:xfrm>
          <a:off x="525462" y="1804163"/>
          <a:ext cx="11004385" cy="4407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123628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F9C493A-9F03-49B4-B3FB-19CE5AC11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98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5FFBA35-CD30-DD4F-9E6E-8EE53CF1F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696952"/>
            <a:ext cx="10077196" cy="821794"/>
          </a:xfrm>
        </p:spPr>
        <p:txBody>
          <a:bodyPr>
            <a:normAutofit/>
          </a:bodyPr>
          <a:lstStyle/>
          <a:p>
            <a:r>
              <a:rPr lang="en-US"/>
              <a:t>Kontekst</a:t>
            </a:r>
            <a:endParaRPr lang="pl-PL" dirty="0"/>
          </a:p>
        </p:txBody>
      </p:sp>
      <p:grpSp>
        <p:nvGrpSpPr>
          <p:cNvPr id="11" name="Graphic 78">
            <a:extLst>
              <a:ext uri="{FF2B5EF4-FFF2-40B4-BE49-F238E27FC236}">
                <a16:creationId xmlns:a16="http://schemas.microsoft.com/office/drawing/2014/main" id="{BC3D4A83-1EFA-4B2C-B330-849E35895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1708814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2" name="Graphic 78">
              <a:extLst>
                <a:ext uri="{FF2B5EF4-FFF2-40B4-BE49-F238E27FC236}">
                  <a16:creationId xmlns:a16="http://schemas.microsoft.com/office/drawing/2014/main" id="{3508E11F-ACA4-405C-A9FA-2577500EA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aphic 78">
              <a:extLst>
                <a:ext uri="{FF2B5EF4-FFF2-40B4-BE49-F238E27FC236}">
                  <a16:creationId xmlns:a16="http://schemas.microsoft.com/office/drawing/2014/main" id="{82B1CDA4-B2EA-4968-8276-0552D6D74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F4337472-CDEB-4AFE-BBB9-5A11CA470D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Graphic 78">
                <a:extLst>
                  <a:ext uri="{FF2B5EF4-FFF2-40B4-BE49-F238E27FC236}">
                    <a16:creationId xmlns:a16="http://schemas.microsoft.com/office/drawing/2014/main" id="{6CD67A6D-EAE7-4891-ACC9-4AC0CCF44A3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Graphic 78">
                <a:extLst>
                  <a:ext uri="{FF2B5EF4-FFF2-40B4-BE49-F238E27FC236}">
                    <a16:creationId xmlns:a16="http://schemas.microsoft.com/office/drawing/2014/main" id="{F1769489-D4BC-4B3B-9E23-87FCFDAB4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13E13021-8923-4A4D-84FA-DA886E2924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0A46C7D-C1BB-49B8-8D37-39742820E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84683" y="5165905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F8D0169E-A805-3EB8-B4DB-E9F5181F4A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3501755"/>
              </p:ext>
            </p:extLst>
          </p:nvPr>
        </p:nvGraphicFramePr>
        <p:xfrm>
          <a:off x="525462" y="1804163"/>
          <a:ext cx="11004385" cy="4407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640066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F9C493A-9F03-49B4-B3FB-19CE5AC11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98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934AEA9-599F-3C74-3730-F71E1E8C9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696952"/>
            <a:ext cx="10077196" cy="821794"/>
          </a:xfrm>
        </p:spPr>
        <p:txBody>
          <a:bodyPr>
            <a:normAutofit/>
          </a:bodyPr>
          <a:lstStyle/>
          <a:p>
            <a:r>
              <a:rPr lang="pl-PL" dirty="0"/>
              <a:t>Rachunkowość rozmiaru</a:t>
            </a:r>
          </a:p>
        </p:txBody>
      </p:sp>
      <p:grpSp>
        <p:nvGrpSpPr>
          <p:cNvPr id="11" name="Graphic 78">
            <a:extLst>
              <a:ext uri="{FF2B5EF4-FFF2-40B4-BE49-F238E27FC236}">
                <a16:creationId xmlns:a16="http://schemas.microsoft.com/office/drawing/2014/main" id="{BC3D4A83-1EFA-4B2C-B330-849E35895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1708814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2" name="Graphic 78">
              <a:extLst>
                <a:ext uri="{FF2B5EF4-FFF2-40B4-BE49-F238E27FC236}">
                  <a16:creationId xmlns:a16="http://schemas.microsoft.com/office/drawing/2014/main" id="{3508E11F-ACA4-405C-A9FA-2577500EA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aphic 78">
              <a:extLst>
                <a:ext uri="{FF2B5EF4-FFF2-40B4-BE49-F238E27FC236}">
                  <a16:creationId xmlns:a16="http://schemas.microsoft.com/office/drawing/2014/main" id="{82B1CDA4-B2EA-4968-8276-0552D6D74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F4337472-CDEB-4AFE-BBB9-5A11CA470D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Graphic 78">
                <a:extLst>
                  <a:ext uri="{FF2B5EF4-FFF2-40B4-BE49-F238E27FC236}">
                    <a16:creationId xmlns:a16="http://schemas.microsoft.com/office/drawing/2014/main" id="{6CD67A6D-EAE7-4891-ACC9-4AC0CCF44A3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Graphic 78">
                <a:extLst>
                  <a:ext uri="{FF2B5EF4-FFF2-40B4-BE49-F238E27FC236}">
                    <a16:creationId xmlns:a16="http://schemas.microsoft.com/office/drawing/2014/main" id="{F1769489-D4BC-4B3B-9E23-87FCFDAB4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13E13021-8923-4A4D-84FA-DA886E2924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0A46C7D-C1BB-49B8-8D37-39742820E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84683" y="5165905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235CC3C6-6BCD-9D82-7377-35744D530E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4600332"/>
              </p:ext>
            </p:extLst>
          </p:nvPr>
        </p:nvGraphicFramePr>
        <p:xfrm>
          <a:off x="525462" y="1804163"/>
          <a:ext cx="11004385" cy="4407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724688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42D98E1-37D2-4470-BF74-845E89795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8317177-5D00-2FD6-7069-652774DDD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829" y="1528527"/>
            <a:ext cx="4421731" cy="4542073"/>
          </a:xfrm>
        </p:spPr>
        <p:txBody>
          <a:bodyPr anchor="t">
            <a:normAutofit/>
          </a:bodyPr>
          <a:lstStyle/>
          <a:p>
            <a:r>
              <a:rPr lang="pl-PL" dirty="0"/>
              <a:t>SKRYPTY PSP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ED2C98F-B668-4CD9-862F-6BF4AE5D2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3976378" cy="127377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F333A2FA-3AD6-9B12-94E5-1E720FBD41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3173823"/>
              </p:ext>
            </p:extLst>
          </p:nvPr>
        </p:nvGraphicFramePr>
        <p:xfrm>
          <a:off x="5068561" y="582842"/>
          <a:ext cx="6449246" cy="5487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345686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42D98E1-37D2-4470-BF74-845E89795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E2B11F1-287C-822C-18A9-E5E957409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829" y="1528527"/>
            <a:ext cx="4421731" cy="4542073"/>
          </a:xfrm>
        </p:spPr>
        <p:txBody>
          <a:bodyPr anchor="t">
            <a:normAutofit/>
          </a:bodyPr>
          <a:lstStyle/>
          <a:p>
            <a:r>
              <a:rPr lang="pl-PL" dirty="0"/>
              <a:t>METODA PROBE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ED2C98F-B668-4CD9-862F-6BF4AE5D2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3976378" cy="127377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FDEC75AD-FCF2-76F9-9E6E-1CA0D3C0A4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7467378"/>
              </p:ext>
            </p:extLst>
          </p:nvPr>
        </p:nvGraphicFramePr>
        <p:xfrm>
          <a:off x="5068561" y="582842"/>
          <a:ext cx="6449246" cy="5487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048515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F9C493A-9F03-49B4-B3FB-19CE5AC11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98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0A46C7D-C1BB-49B8-8D37-39742820E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2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EFF8A17-BD68-5931-FDFA-CA765FADE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10077557" cy="1325563"/>
          </a:xfrm>
        </p:spPr>
        <p:txBody>
          <a:bodyPr>
            <a:normAutofit/>
          </a:bodyPr>
          <a:lstStyle/>
          <a:p>
            <a:r>
              <a:rPr lang="pl-PL" dirty="0"/>
              <a:t>YIELD</a:t>
            </a:r>
          </a:p>
        </p:txBody>
      </p:sp>
      <p:grpSp>
        <p:nvGrpSpPr>
          <p:cNvPr id="13" name="Graphic 78">
            <a:extLst>
              <a:ext uri="{FF2B5EF4-FFF2-40B4-BE49-F238E27FC236}">
                <a16:creationId xmlns:a16="http://schemas.microsoft.com/office/drawing/2014/main" id="{C13D619A-1417-41F6-AB84-3DA81D94BD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2345718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4" name="Graphic 78">
              <a:extLst>
                <a:ext uri="{FF2B5EF4-FFF2-40B4-BE49-F238E27FC236}">
                  <a16:creationId xmlns:a16="http://schemas.microsoft.com/office/drawing/2014/main" id="{ABA075C2-6990-484C-907A-08DB4DF5A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aphic 78">
              <a:extLst>
                <a:ext uri="{FF2B5EF4-FFF2-40B4-BE49-F238E27FC236}">
                  <a16:creationId xmlns:a16="http://schemas.microsoft.com/office/drawing/2014/main" id="{EC9D29F2-21D6-461F-8BD7-533101D86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6" name="Graphic 78">
                <a:extLst>
                  <a:ext uri="{FF2B5EF4-FFF2-40B4-BE49-F238E27FC236}">
                    <a16:creationId xmlns:a16="http://schemas.microsoft.com/office/drawing/2014/main" id="{F1CB2E23-919F-4FDA-9880-7AEF61BF39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2BBC6B41-7E8B-40C0-8289-6918BCA68F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Graphic 78">
                <a:extLst>
                  <a:ext uri="{FF2B5EF4-FFF2-40B4-BE49-F238E27FC236}">
                    <a16:creationId xmlns:a16="http://schemas.microsoft.com/office/drawing/2014/main" id="{67E04027-1EC8-4CBE-A4D2-F09F6AF0E0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Graphic 78">
                <a:extLst>
                  <a:ext uri="{FF2B5EF4-FFF2-40B4-BE49-F238E27FC236}">
                    <a16:creationId xmlns:a16="http://schemas.microsoft.com/office/drawing/2014/main" id="{5EC8762A-B2EC-4710-9F10-B93BE2075E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5B4F0F5-BE58-4EC0-B650-A71A07437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700C1F5-B637-45FE-96CC-270D263A5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3DA22C9-3830-4323-9087-6D7C1E6AA3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5AC4DA9-FD16-4055-8D2D-95D615C03C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BA7D58E-9AB5-4B54-A635-2E86BEC78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7" name="Graphic 12">
              <a:extLst>
                <a:ext uri="{FF2B5EF4-FFF2-40B4-BE49-F238E27FC236}">
                  <a16:creationId xmlns:a16="http://schemas.microsoft.com/office/drawing/2014/main" id="{B7D72779-BBD2-4D64-B6B1-E052E227EB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15">
              <a:extLst>
                <a:ext uri="{FF2B5EF4-FFF2-40B4-BE49-F238E27FC236}">
                  <a16:creationId xmlns:a16="http://schemas.microsoft.com/office/drawing/2014/main" id="{569BD34C-BFEF-4FB1-A094-2D9E687CD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15">
              <a:extLst>
                <a:ext uri="{FF2B5EF4-FFF2-40B4-BE49-F238E27FC236}">
                  <a16:creationId xmlns:a16="http://schemas.microsoft.com/office/drawing/2014/main" id="{DC258A66-ED52-4FA3-96CE-7932E91F5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EC6A48C-21EF-4485-9836-044550003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57C9C05B-1439-03F7-792B-0575DC35FE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2373133"/>
              </p:ext>
            </p:extLst>
          </p:nvPr>
        </p:nvGraphicFramePr>
        <p:xfrm>
          <a:off x="525463" y="2522538"/>
          <a:ext cx="10077450" cy="3548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054354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F9C493A-9F03-49B4-B3FB-19CE5AC11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53DBFAB-B1C1-FA64-461E-2743696F2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4663649" cy="1455091"/>
          </a:xfrm>
        </p:spPr>
        <p:txBody>
          <a:bodyPr>
            <a:normAutofit/>
          </a:bodyPr>
          <a:lstStyle/>
          <a:p>
            <a:r>
              <a:rPr lang="en-US" dirty="0"/>
              <a:t>PODSUMOWANIE</a:t>
            </a:r>
            <a:endParaRPr lang="pl-PL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0A46C7D-C1BB-49B8-8D37-39742820E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2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aphic 78">
            <a:extLst>
              <a:ext uri="{FF2B5EF4-FFF2-40B4-BE49-F238E27FC236}">
                <a16:creationId xmlns:a16="http://schemas.microsoft.com/office/drawing/2014/main" id="{61BBAB6F-65E6-4E2B-B363-6AB27C84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717" y="2585111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5" name="Graphic 78">
              <a:extLst>
                <a:ext uri="{FF2B5EF4-FFF2-40B4-BE49-F238E27FC236}">
                  <a16:creationId xmlns:a16="http://schemas.microsoft.com/office/drawing/2014/main" id="{6DA3BBB2-E620-4C13-98C9-FE1EF7D2E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aphic 78">
              <a:extLst>
                <a:ext uri="{FF2B5EF4-FFF2-40B4-BE49-F238E27FC236}">
                  <a16:creationId xmlns:a16="http://schemas.microsoft.com/office/drawing/2014/main" id="{ADC9AB5D-88A1-4FA9-B467-E8EF8FFE5B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0867B8E5-4535-4743-8235-6612FEA410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Graphic 78">
                <a:extLst>
                  <a:ext uri="{FF2B5EF4-FFF2-40B4-BE49-F238E27FC236}">
                    <a16:creationId xmlns:a16="http://schemas.microsoft.com/office/drawing/2014/main" id="{BE48FEA7-5915-4751-8090-63F3094324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Graphic 78">
                <a:extLst>
                  <a:ext uri="{FF2B5EF4-FFF2-40B4-BE49-F238E27FC236}">
                    <a16:creationId xmlns:a16="http://schemas.microsoft.com/office/drawing/2014/main" id="{32B378CE-44FD-4120-B9ED-7828D4EE9A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Graphic 78">
                <a:extLst>
                  <a:ext uri="{FF2B5EF4-FFF2-40B4-BE49-F238E27FC236}">
                    <a16:creationId xmlns:a16="http://schemas.microsoft.com/office/drawing/2014/main" id="{40FA43D3-D34B-4BC7-80D0-F3E75A222A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708E81D-64F8-268E-C9BA-281735CF1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17" y="2796427"/>
            <a:ext cx="4663649" cy="327450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l-PL" dirty="0"/>
              <a:t>Filip jako inżynier: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pl-PL" dirty="0"/>
              <a:t>mierzy swoją pracę </a:t>
            </a: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pl-PL" dirty="0"/>
              <a:t>analizuje dane </a:t>
            </a: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pl-PL" dirty="0"/>
              <a:t>poprawia jakość </a:t>
            </a:r>
            <a:endParaRPr lang="en-US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pl-PL" dirty="0"/>
              <a:t>działa świadomie i systemowo</a:t>
            </a:r>
          </a:p>
          <a:p>
            <a:pPr>
              <a:lnSpc>
                <a:spcPct val="100000"/>
              </a:lnSpc>
            </a:pPr>
            <a:r>
              <a:rPr lang="pl-PL" dirty="0"/>
              <a:t>Filip nie jest już tylko </a:t>
            </a:r>
            <a:r>
              <a:rPr lang="en-US" dirty="0"/>
              <a:t>“</a:t>
            </a:r>
            <a:r>
              <a:rPr lang="pl-PL" dirty="0"/>
              <a:t>wykonawcą</a:t>
            </a:r>
            <a:r>
              <a:rPr lang="en-US" dirty="0"/>
              <a:t>”</a:t>
            </a:r>
            <a:r>
              <a:rPr lang="pl-PL" dirty="0"/>
              <a:t>. Jest świadomym inżynierem, który kontroluje jakość swojej pracy.</a:t>
            </a:r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7E0B4FEA-AB17-A126-9B3B-D8B89792BA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53780" y="553415"/>
            <a:ext cx="5660211" cy="5660211"/>
          </a:xfrm>
          <a:prstGeom prst="rect">
            <a:avLst/>
          </a:pr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5820E42-2F9D-41EF-B67F-522A133B3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3D9BC31-B57D-4933-AD83-94F462D4C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84AFEA3-A055-41AE-96F3-34BA58142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028771F-62FA-4349-B7A8-CE1682D2CE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19CDEE6-CB2F-49F0-B237-2A26A3D1D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8" name="Graphic 12">
              <a:extLst>
                <a:ext uri="{FF2B5EF4-FFF2-40B4-BE49-F238E27FC236}">
                  <a16:creationId xmlns:a16="http://schemas.microsoft.com/office/drawing/2014/main" id="{3DD82286-02D2-4210-A797-5D502D44A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15">
              <a:extLst>
                <a:ext uri="{FF2B5EF4-FFF2-40B4-BE49-F238E27FC236}">
                  <a16:creationId xmlns:a16="http://schemas.microsoft.com/office/drawing/2014/main" id="{735449F4-80DA-4E06-B3B6-B9F519F4A6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Graphic 15">
              <a:extLst>
                <a:ext uri="{FF2B5EF4-FFF2-40B4-BE49-F238E27FC236}">
                  <a16:creationId xmlns:a16="http://schemas.microsoft.com/office/drawing/2014/main" id="{61FABA3B-05B6-433C-90F9-8D9691A84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1FEBA45-D0A3-4091-9956-161EDA21A0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6655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35959F4-53DA-47FF-BC24-1E5B75C69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7CF83E8-F6F0-41E3-B580-7412A04DD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A0B6DBB-705D-48D0-842C-F9DFA7684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194A764-16E1-4D0D-9357-76F80E608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15B7F3F-A40D-4F24-8536-E2420B4332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6" name="Graphic 12">
              <a:extLst>
                <a:ext uri="{FF2B5EF4-FFF2-40B4-BE49-F238E27FC236}">
                  <a16:creationId xmlns:a16="http://schemas.microsoft.com/office/drawing/2014/main" id="{CEF42844-A829-4ED2-A360-63BB2A7C4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Graphic 15">
              <a:extLst>
                <a:ext uri="{FF2B5EF4-FFF2-40B4-BE49-F238E27FC236}">
                  <a16:creationId xmlns:a16="http://schemas.microsoft.com/office/drawing/2014/main" id="{57B23B52-A1C3-44EF-BC11-9094A0DA1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Graphic 15">
              <a:extLst>
                <a:ext uri="{FF2B5EF4-FFF2-40B4-BE49-F238E27FC236}">
                  <a16:creationId xmlns:a16="http://schemas.microsoft.com/office/drawing/2014/main" id="{064E08E5-DA92-4CF2-A0BF-E34180022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A222560-E657-4CAE-B667-7BE9E224B2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9226104-0061-4319-8237-9C001BF85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3" name="Graphic 78">
            <a:extLst>
              <a:ext uri="{FF2B5EF4-FFF2-40B4-BE49-F238E27FC236}">
                <a16:creationId xmlns:a16="http://schemas.microsoft.com/office/drawing/2014/main" id="{51B01909-73B8-4486-A749-C643B1D7E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24" name="Graphic 78">
              <a:extLst>
                <a:ext uri="{FF2B5EF4-FFF2-40B4-BE49-F238E27FC236}">
                  <a16:creationId xmlns:a16="http://schemas.microsoft.com/office/drawing/2014/main" id="{5E279D86-4533-45F1-B0AA-D237399A5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5" name="Graphic 78">
              <a:extLst>
                <a:ext uri="{FF2B5EF4-FFF2-40B4-BE49-F238E27FC236}">
                  <a16:creationId xmlns:a16="http://schemas.microsoft.com/office/drawing/2014/main" id="{764FD722-CB31-4326-ADD8-CBA52FD1F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26" name="Graphic 78">
                <a:extLst>
                  <a:ext uri="{FF2B5EF4-FFF2-40B4-BE49-F238E27FC236}">
                    <a16:creationId xmlns:a16="http://schemas.microsoft.com/office/drawing/2014/main" id="{24E4BCEC-8B0A-444E-8509-1B3BB0449E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Graphic 78">
                <a:extLst>
                  <a:ext uri="{FF2B5EF4-FFF2-40B4-BE49-F238E27FC236}">
                    <a16:creationId xmlns:a16="http://schemas.microsoft.com/office/drawing/2014/main" id="{9DB36622-1DC7-4B17-8984-588BA8999F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Graphic 78">
                <a:extLst>
                  <a:ext uri="{FF2B5EF4-FFF2-40B4-BE49-F238E27FC236}">
                    <a16:creationId xmlns:a16="http://schemas.microsoft.com/office/drawing/2014/main" id="{51B97AF0-1974-42B9-B5FC-A332C52E82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Graphic 78">
                <a:extLst>
                  <a:ext uri="{FF2B5EF4-FFF2-40B4-BE49-F238E27FC236}">
                    <a16:creationId xmlns:a16="http://schemas.microsoft.com/office/drawing/2014/main" id="{95A298AD-BE5D-4BE1-8CDF-DBFB42D63F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A5D0B0D3-D735-4619-AA45-B57B791E1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7327D94-7982-D65E-A50C-C3D085371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1122363"/>
            <a:ext cx="4841669" cy="1978346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 dirty="0"/>
              <a:t>PSP </a:t>
            </a:r>
            <a:r>
              <a:rPr lang="en-US" sz="2500" dirty="0" err="1"/>
              <a:t>pokazuje</a:t>
            </a:r>
            <a:r>
              <a:rPr lang="en-US" sz="2500" dirty="0"/>
              <a:t>, </a:t>
            </a:r>
            <a:r>
              <a:rPr lang="en-US" sz="2500" dirty="0" err="1"/>
              <a:t>że</a:t>
            </a:r>
            <a:r>
              <a:rPr lang="en-US" sz="2500" dirty="0"/>
              <a:t> </a:t>
            </a:r>
            <a:r>
              <a:rPr lang="en-US" sz="2500" dirty="0" err="1"/>
              <a:t>każdy</a:t>
            </a:r>
            <a:r>
              <a:rPr lang="en-US" sz="2500" dirty="0"/>
              <a:t> inżynier </a:t>
            </a:r>
            <a:r>
              <a:rPr lang="en-US" sz="2500" dirty="0" err="1"/>
              <a:t>może</a:t>
            </a:r>
            <a:r>
              <a:rPr lang="en-US" sz="2500" dirty="0"/>
              <a:t> </a:t>
            </a:r>
            <a:r>
              <a:rPr lang="en-US" sz="2500" dirty="0" err="1"/>
              <a:t>pracować</a:t>
            </a:r>
            <a:r>
              <a:rPr lang="en-US" sz="2500" dirty="0"/>
              <a:t> </a:t>
            </a:r>
            <a:r>
              <a:rPr lang="en-US" sz="2500" dirty="0" err="1"/>
              <a:t>lepiej</a:t>
            </a:r>
            <a:r>
              <a:rPr lang="en-US" sz="2500" dirty="0"/>
              <a:t>, </a:t>
            </a:r>
            <a:r>
              <a:rPr lang="en-US" sz="2500" dirty="0" err="1"/>
              <a:t>jeśli</a:t>
            </a:r>
            <a:r>
              <a:rPr lang="en-US" sz="2500" dirty="0"/>
              <a:t> </a:t>
            </a:r>
            <a:r>
              <a:rPr lang="en-US" sz="2500" dirty="0" err="1"/>
              <a:t>zacznie</a:t>
            </a:r>
            <a:r>
              <a:rPr lang="en-US" sz="2500" dirty="0"/>
              <a:t> </a:t>
            </a:r>
            <a:r>
              <a:rPr lang="en-US" sz="2500" dirty="0" err="1"/>
              <a:t>mierzyć</a:t>
            </a:r>
            <a:r>
              <a:rPr lang="en-US" sz="2500" dirty="0"/>
              <a:t> i </a:t>
            </a:r>
            <a:r>
              <a:rPr lang="en-US" sz="2500" dirty="0" err="1"/>
              <a:t>analizować</a:t>
            </a:r>
            <a:r>
              <a:rPr lang="en-US" sz="2500" dirty="0"/>
              <a:t> </a:t>
            </a:r>
            <a:r>
              <a:rPr lang="en-US" sz="2500" dirty="0" err="1"/>
              <a:t>swoją</a:t>
            </a:r>
            <a:r>
              <a:rPr lang="en-US" sz="2500" dirty="0"/>
              <a:t> </a:t>
            </a:r>
            <a:r>
              <a:rPr lang="en-US" sz="2500" dirty="0" err="1"/>
              <a:t>pracę</a:t>
            </a:r>
            <a:br>
              <a:rPr lang="en-US" sz="2500" dirty="0"/>
            </a:br>
            <a:endParaRPr lang="en-US" sz="250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F7F2079-504C-499A-A644-58F4DDC76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2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35" name="Graphic 78">
            <a:extLst>
              <a:ext uri="{FF2B5EF4-FFF2-40B4-BE49-F238E27FC236}">
                <a16:creationId xmlns:a16="http://schemas.microsoft.com/office/drawing/2014/main" id="{DBBA0A0D-8F6A-400A-9E49-8C008E2C7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36" name="Graphic 78">
              <a:extLst>
                <a:ext uri="{FF2B5EF4-FFF2-40B4-BE49-F238E27FC236}">
                  <a16:creationId xmlns:a16="http://schemas.microsoft.com/office/drawing/2014/main" id="{A5DD701E-4BC9-48E3-AF4F-013B52D63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7" name="Graphic 78">
              <a:extLst>
                <a:ext uri="{FF2B5EF4-FFF2-40B4-BE49-F238E27FC236}">
                  <a16:creationId xmlns:a16="http://schemas.microsoft.com/office/drawing/2014/main" id="{FB658B62-664D-4B3B-BBDA-235666290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38" name="Graphic 78">
                <a:extLst>
                  <a:ext uri="{FF2B5EF4-FFF2-40B4-BE49-F238E27FC236}">
                    <a16:creationId xmlns:a16="http://schemas.microsoft.com/office/drawing/2014/main" id="{B11F9D25-67B1-4BDB-A290-97B93A19D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Graphic 78">
                <a:extLst>
                  <a:ext uri="{FF2B5EF4-FFF2-40B4-BE49-F238E27FC236}">
                    <a16:creationId xmlns:a16="http://schemas.microsoft.com/office/drawing/2014/main" id="{B9D5C40A-1B1B-4C25-9707-E8F1CF6EEC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Graphic 78">
                <a:extLst>
                  <a:ext uri="{FF2B5EF4-FFF2-40B4-BE49-F238E27FC236}">
                    <a16:creationId xmlns:a16="http://schemas.microsoft.com/office/drawing/2014/main" id="{2DD0C1D6-FF64-45AB-8775-83AB3C470B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Graphic 78">
                <a:extLst>
                  <a:ext uri="{FF2B5EF4-FFF2-40B4-BE49-F238E27FC236}">
                    <a16:creationId xmlns:a16="http://schemas.microsoft.com/office/drawing/2014/main" id="{15AFBB84-8485-4329-89FC-04663D985B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7" name="Graphic 6" descr="Pytania">
            <a:extLst>
              <a:ext uri="{FF2B5EF4-FFF2-40B4-BE49-F238E27FC236}">
                <a16:creationId xmlns:a16="http://schemas.microsoft.com/office/drawing/2014/main" id="{CACDEF5E-325E-A880-5953-4B0F3648E5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74872" y="555615"/>
            <a:ext cx="5677184" cy="5677184"/>
          </a:xfrm>
          <a:prstGeom prst="rect">
            <a:avLst/>
          </a:prstGeom>
        </p:spPr>
      </p:pic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3D505D40-32E9-4C48-81F8-AD80433BE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6006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507BF36-B92B-4CAC-BCA7-8364B51E1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276237E-3A6D-452F-879C-FB8C77A18D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8BC9243-F4BF-48A7-89AE-DFA5B37DE6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DE414EC-F3DF-412E-9B22-5328DAA99C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9" name="Graphic 12">
              <a:extLst>
                <a:ext uri="{FF2B5EF4-FFF2-40B4-BE49-F238E27FC236}">
                  <a16:creationId xmlns:a16="http://schemas.microsoft.com/office/drawing/2014/main" id="{039C06B1-FDEA-47B1-8222-7D622CD72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Graphic 15">
              <a:extLst>
                <a:ext uri="{FF2B5EF4-FFF2-40B4-BE49-F238E27FC236}">
                  <a16:creationId xmlns:a16="http://schemas.microsoft.com/office/drawing/2014/main" id="{B834C8C1-9BD1-4635-8E5B-65815F9017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Graphic 15">
              <a:extLst>
                <a:ext uri="{FF2B5EF4-FFF2-40B4-BE49-F238E27FC236}">
                  <a16:creationId xmlns:a16="http://schemas.microsoft.com/office/drawing/2014/main" id="{2963D456-B3F4-4EDC-827E-645741F64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73A58845-EFFB-4806-BC6D-47418C15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32414118"/>
      </p:ext>
    </p:extLst>
  </p:cSld>
  <p:clrMapOvr>
    <a:masterClrMapping/>
  </p:clrMapOvr>
</p:sld>
</file>

<file path=ppt/theme/theme1.xml><?xml version="1.0" encoding="utf-8"?>
<a:theme xmlns:a="http://schemas.openxmlformats.org/drawingml/2006/main" name="RocaVTI">
  <a:themeElements>
    <a:clrScheme name="Custom 101">
      <a:dk1>
        <a:sysClr val="windowText" lastClr="000000"/>
      </a:dk1>
      <a:lt1>
        <a:sysClr val="window" lastClr="FFFFFF"/>
      </a:lt1>
      <a:dk2>
        <a:srgbClr val="463443"/>
      </a:dk2>
      <a:lt2>
        <a:srgbClr val="F3F0E9"/>
      </a:lt2>
      <a:accent1>
        <a:srgbClr val="D45E5E"/>
      </a:accent1>
      <a:accent2>
        <a:srgbClr val="D49D8C"/>
      </a:accent2>
      <a:accent3>
        <a:srgbClr val="BF873A"/>
      </a:accent3>
      <a:accent4>
        <a:srgbClr val="C05050"/>
      </a:accent4>
      <a:accent5>
        <a:srgbClr val="A89F68"/>
      </a:accent5>
      <a:accent6>
        <a:srgbClr val="8F6B8A"/>
      </a:accent6>
      <a:hlink>
        <a:srgbClr val="D75681"/>
      </a:hlink>
      <a:folHlink>
        <a:srgbClr val="6C9D92"/>
      </a:folHlink>
    </a:clrScheme>
    <a:fontScheme name="Custom 36">
      <a:majorFont>
        <a:latin typeface="Georgia Pro Semibold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ocaVTI" id="{D79FE1D1-0489-4A69-8531-D0B8CDC31CBE}" vid="{CEBA7FE6-C04B-474E-964F-B022887AD13B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1699</Words>
  <Application>Microsoft Office PowerPoint</Application>
  <PresentationFormat>Panoramiczny</PresentationFormat>
  <Paragraphs>273</Paragraphs>
  <Slides>28</Slides>
  <Notes>26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28</vt:i4>
      </vt:variant>
    </vt:vector>
  </HeadingPairs>
  <TitlesOfParts>
    <vt:vector size="34" baseType="lpstr">
      <vt:lpstr>Aptos</vt:lpstr>
      <vt:lpstr>Arial</vt:lpstr>
      <vt:lpstr>Avenir Next LT Pro</vt:lpstr>
      <vt:lpstr>Avenir Next LT Pro Light</vt:lpstr>
      <vt:lpstr>Georgia Pro Semibold</vt:lpstr>
      <vt:lpstr>RocaVTI</vt:lpstr>
      <vt:lpstr>JAKOŚĆ PRACY INDYWIDUALNEJ – PSP</vt:lpstr>
      <vt:lpstr>WPROWADZENIE</vt:lpstr>
      <vt:lpstr>CZYM JEST PSP</vt:lpstr>
      <vt:lpstr>Założenia PSP</vt:lpstr>
      <vt:lpstr>PRODUKTYWNOŚĆ</vt:lpstr>
      <vt:lpstr>Planowanie pracy indywidualnej</vt:lpstr>
      <vt:lpstr>EWIDENCJA CZASU I DEFEKTÓW</vt:lpstr>
      <vt:lpstr>ANALIZA BŁĘDÓW</vt:lpstr>
      <vt:lpstr>Prezentacja programu PowerPoint</vt:lpstr>
      <vt:lpstr>PODSUMOWANIE PROCESU  W PRZYPADKU FILIPA</vt:lpstr>
      <vt:lpstr>DOKŁADNOŚĆ ESTYMACJI</vt:lpstr>
      <vt:lpstr>Jak poprawiać estymacje?</vt:lpstr>
      <vt:lpstr>Metryki jakości osobistej</vt:lpstr>
      <vt:lpstr>DYSCYPLINA PRACY W PSP</vt:lpstr>
      <vt:lpstr>WPŁYW PSP NA ZESPÓŁ</vt:lpstr>
      <vt:lpstr>PSP W AGILE</vt:lpstr>
      <vt:lpstr>PROCESS FIDELITY</vt:lpstr>
      <vt:lpstr>CZTERY MIARY PSP</vt:lpstr>
      <vt:lpstr>Zasady odpowiedzialności</vt:lpstr>
      <vt:lpstr>POSTMORTEM</vt:lpstr>
      <vt:lpstr>Przegląd kodu przed kompilacją</vt:lpstr>
      <vt:lpstr>Kontekst</vt:lpstr>
      <vt:lpstr>Rachunkowość rozmiaru</vt:lpstr>
      <vt:lpstr>SKRYPTY PSP</vt:lpstr>
      <vt:lpstr>METODA PROBE</vt:lpstr>
      <vt:lpstr>YIELD</vt:lpstr>
      <vt:lpstr>PODSUMOWANIE</vt:lpstr>
      <vt:lpstr>PSP pokazuje, że każdy inżynier może pracować lepiej, jeśli zacznie mierzyć i analizować swoją pracę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Filip Hałys</dc:creator>
  <cp:lastModifiedBy>Filip Hałys</cp:lastModifiedBy>
  <cp:revision>5</cp:revision>
  <dcterms:created xsi:type="dcterms:W3CDTF">2026-03-29T09:26:02Z</dcterms:created>
  <dcterms:modified xsi:type="dcterms:W3CDTF">2026-03-29T11:18:41Z</dcterms:modified>
</cp:coreProperties>
</file>