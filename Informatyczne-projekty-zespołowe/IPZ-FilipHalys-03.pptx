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383952DB-7CA2-4BC6-BC81-88C129CE09D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FC7DD8-9C12-46C1-8452-E6AED7C29BDC}" v="24" dt="2026-03-24T21:46:42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163" autoAdjust="0"/>
  </p:normalViewPr>
  <p:slideViewPr>
    <p:cSldViewPr snapToGrid="0">
      <p:cViewPr varScale="1">
        <p:scale>
          <a:sx n="62" d="100"/>
          <a:sy n="62" d="100"/>
        </p:scale>
        <p:origin x="14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Hałys" userId="5320c6f947d66da6" providerId="LiveId" clId="{BC6DC095-9609-48CF-A6DE-6C508F11F8A7}"/>
    <pc:docChg chg="custSel addSld modSld modSection">
      <pc:chgData name="Filip Hałys" userId="5320c6f947d66da6" providerId="LiveId" clId="{BC6DC095-9609-48CF-A6DE-6C508F11F8A7}" dt="2026-03-24T21:45:08.964" v="214" actId="26606"/>
      <pc:docMkLst>
        <pc:docMk/>
      </pc:docMkLst>
      <pc:sldChg chg="addSp delSp modSp new mod setBg modNotesTx">
        <pc:chgData name="Filip Hałys" userId="5320c6f947d66da6" providerId="LiveId" clId="{BC6DC095-9609-48CF-A6DE-6C508F11F8A7}" dt="2026-03-24T21:39:00.152" v="90" actId="20577"/>
        <pc:sldMkLst>
          <pc:docMk/>
          <pc:sldMk cId="2545022825" sldId="286"/>
        </pc:sldMkLst>
        <pc:spChg chg="mod">
          <ac:chgData name="Filip Hałys" userId="5320c6f947d66da6" providerId="LiveId" clId="{BC6DC095-9609-48CF-A6DE-6C508F11F8A7}" dt="2026-03-24T21:37:14.028" v="3" actId="26606"/>
          <ac:spMkLst>
            <pc:docMk/>
            <pc:sldMk cId="2545022825" sldId="286"/>
            <ac:spMk id="2" creationId="{5C0F9D7F-A970-80FA-EA0B-892CE066A770}"/>
          </ac:spMkLst>
        </pc:spChg>
        <pc:spChg chg="del">
          <ac:chgData name="Filip Hałys" userId="5320c6f947d66da6" providerId="LiveId" clId="{BC6DC095-9609-48CF-A6DE-6C508F11F8A7}" dt="2026-03-24T21:37:06.943" v="2" actId="22"/>
          <ac:spMkLst>
            <pc:docMk/>
            <pc:sldMk cId="2545022825" sldId="286"/>
            <ac:spMk id="3" creationId="{63E0DB32-CC42-EA39-F685-E46A43D737C2}"/>
          </ac:spMkLst>
        </pc:spChg>
        <pc:spChg chg="add">
          <ac:chgData name="Filip Hałys" userId="5320c6f947d66da6" providerId="LiveId" clId="{BC6DC095-9609-48CF-A6DE-6C508F11F8A7}" dt="2026-03-24T21:37:57.527" v="47"/>
          <ac:spMkLst>
            <pc:docMk/>
            <pc:sldMk cId="2545022825" sldId="286"/>
            <ac:spMk id="6" creationId="{A64E3693-2278-60D3-2767-A77DFD19DA37}"/>
          </ac:spMkLst>
        </pc:spChg>
        <pc:spChg chg="add mod">
          <ac:chgData name="Filip Hałys" userId="5320c6f947d66da6" providerId="LiveId" clId="{BC6DC095-9609-48CF-A6DE-6C508F11F8A7}" dt="2026-03-24T21:38:21.657" v="60" actId="20577"/>
          <ac:spMkLst>
            <pc:docMk/>
            <pc:sldMk cId="2545022825" sldId="286"/>
            <ac:spMk id="9" creationId="{5ACCEA79-7251-81B5-6836-6285EC505D3B}"/>
          </ac:spMkLst>
        </pc:spChg>
        <pc:spChg chg="add">
          <ac:chgData name="Filip Hałys" userId="5320c6f947d66da6" providerId="LiveId" clId="{BC6DC095-9609-48CF-A6DE-6C508F11F8A7}" dt="2026-03-24T21:37:14.028" v="3" actId="26606"/>
          <ac:spMkLst>
            <pc:docMk/>
            <pc:sldMk cId="2545022825" sldId="286"/>
            <ac:spMk id="12" creationId="{1660E788-AFA9-4A1B-9991-6AA74632A15B}"/>
          </ac:spMkLst>
        </pc:spChg>
        <pc:spChg chg="add">
          <ac:chgData name="Filip Hałys" userId="5320c6f947d66da6" providerId="LiveId" clId="{BC6DC095-9609-48CF-A6DE-6C508F11F8A7}" dt="2026-03-24T21:37:14.028" v="3" actId="26606"/>
          <ac:spMkLst>
            <pc:docMk/>
            <pc:sldMk cId="2545022825" sldId="286"/>
            <ac:spMk id="14" creationId="{867D4867-5BA7-4462-B2F6-A23F4A622AA7}"/>
          </ac:spMkLst>
        </pc:spChg>
        <pc:picChg chg="add mod ord">
          <ac:chgData name="Filip Hałys" userId="5320c6f947d66da6" providerId="LiveId" clId="{BC6DC095-9609-48CF-A6DE-6C508F11F8A7}" dt="2026-03-24T21:37:14.028" v="3" actId="26606"/>
          <ac:picMkLst>
            <pc:docMk/>
            <pc:sldMk cId="2545022825" sldId="286"/>
            <ac:picMk id="5" creationId="{ADA3425D-5DF9-76DF-F5C0-C21407E1B184}"/>
          </ac:picMkLst>
        </pc:picChg>
      </pc:sldChg>
      <pc:sldChg chg="addSp modSp new mod setBg modNotesTx">
        <pc:chgData name="Filip Hałys" userId="5320c6f947d66da6" providerId="LiveId" clId="{BC6DC095-9609-48CF-A6DE-6C508F11F8A7}" dt="2026-03-24T21:41:36.408" v="154" actId="403"/>
        <pc:sldMkLst>
          <pc:docMk/>
          <pc:sldMk cId="724878418" sldId="287"/>
        </pc:sldMkLst>
        <pc:spChg chg="mod">
          <ac:chgData name="Filip Hałys" userId="5320c6f947d66da6" providerId="LiveId" clId="{BC6DC095-9609-48CF-A6DE-6C508F11F8A7}" dt="2026-03-24T21:41:18.821" v="148" actId="26606"/>
          <ac:spMkLst>
            <pc:docMk/>
            <pc:sldMk cId="724878418" sldId="287"/>
            <ac:spMk id="2" creationId="{1895DC1F-F028-0DF4-AA7A-42A501579DAB}"/>
          </ac:spMkLst>
        </pc:spChg>
        <pc:spChg chg="mod">
          <ac:chgData name="Filip Hałys" userId="5320c6f947d66da6" providerId="LiveId" clId="{BC6DC095-9609-48CF-A6DE-6C508F11F8A7}" dt="2026-03-24T21:41:36.408" v="154" actId="403"/>
          <ac:spMkLst>
            <pc:docMk/>
            <pc:sldMk cId="724878418" sldId="287"/>
            <ac:spMk id="3" creationId="{9A147585-9CF0-E8AB-5BF9-C70DE06A7C00}"/>
          </ac:spMkLst>
        </pc:spChg>
        <pc:spChg chg="add">
          <ac:chgData name="Filip Hałys" userId="5320c6f947d66da6" providerId="LiveId" clId="{BC6DC095-9609-48CF-A6DE-6C508F11F8A7}" dt="2026-03-24T21:41:18.821" v="148" actId="26606"/>
          <ac:spMkLst>
            <pc:docMk/>
            <pc:sldMk cId="724878418" sldId="287"/>
            <ac:spMk id="8" creationId="{6AD85578-1E4B-4014-9D52-E76894750300}"/>
          </ac:spMkLst>
        </pc:spChg>
        <pc:spChg chg="add">
          <ac:chgData name="Filip Hałys" userId="5320c6f947d66da6" providerId="LiveId" clId="{BC6DC095-9609-48CF-A6DE-6C508F11F8A7}" dt="2026-03-24T21:41:18.821" v="148" actId="26606"/>
          <ac:spMkLst>
            <pc:docMk/>
            <pc:sldMk cId="724878418" sldId="287"/>
            <ac:spMk id="10" creationId="{48550B3F-9390-4CA1-B3C8-91529289DCED}"/>
          </ac:spMkLst>
        </pc:spChg>
      </pc:sldChg>
      <pc:sldChg chg="addSp delSp modSp new mod setBg">
        <pc:chgData name="Filip Hałys" userId="5320c6f947d66da6" providerId="LiveId" clId="{BC6DC095-9609-48CF-A6DE-6C508F11F8A7}" dt="2026-03-24T21:42:20.398" v="164" actId="26606"/>
        <pc:sldMkLst>
          <pc:docMk/>
          <pc:sldMk cId="1117087893" sldId="288"/>
        </pc:sldMkLst>
        <pc:spChg chg="mod">
          <ac:chgData name="Filip Hałys" userId="5320c6f947d66da6" providerId="LiveId" clId="{BC6DC095-9609-48CF-A6DE-6C508F11F8A7}" dt="2026-03-24T21:42:20.398" v="164" actId="26606"/>
          <ac:spMkLst>
            <pc:docMk/>
            <pc:sldMk cId="1117087893" sldId="288"/>
            <ac:spMk id="2" creationId="{02B72EF4-9976-B6A9-76F6-148B4B712B60}"/>
          </ac:spMkLst>
        </pc:spChg>
        <pc:spChg chg="del">
          <ac:chgData name="Filip Hałys" userId="5320c6f947d66da6" providerId="LiveId" clId="{BC6DC095-9609-48CF-A6DE-6C508F11F8A7}" dt="2026-03-24T21:41:55.481" v="157"/>
          <ac:spMkLst>
            <pc:docMk/>
            <pc:sldMk cId="1117087893" sldId="288"/>
            <ac:spMk id="3" creationId="{FEFA8094-F0C2-C20F-75DB-A1FCADBEA2C0}"/>
          </ac:spMkLst>
        </pc:spChg>
        <pc:spChg chg="add del mod">
          <ac:chgData name="Filip Hałys" userId="5320c6f947d66da6" providerId="LiveId" clId="{BC6DC095-9609-48CF-A6DE-6C508F11F8A7}" dt="2026-03-24T21:42:20.398" v="164" actId="26606"/>
          <ac:spMkLst>
            <pc:docMk/>
            <pc:sldMk cId="1117087893" sldId="288"/>
            <ac:spMk id="4" creationId="{BB0F9025-2749-6C67-A28B-CF9A94BFA90D}"/>
          </ac:spMkLst>
        </pc:spChg>
        <pc:spChg chg="add">
          <ac:chgData name="Filip Hałys" userId="5320c6f947d66da6" providerId="LiveId" clId="{BC6DC095-9609-48CF-A6DE-6C508F11F8A7}" dt="2026-03-24T21:42:20.398" v="164" actId="26606"/>
          <ac:spMkLst>
            <pc:docMk/>
            <pc:sldMk cId="1117087893" sldId="288"/>
            <ac:spMk id="10" creationId="{4E866FF9-A729-45F0-A163-10E89E871602}"/>
          </ac:spMkLst>
        </pc:spChg>
        <pc:spChg chg="add">
          <ac:chgData name="Filip Hałys" userId="5320c6f947d66da6" providerId="LiveId" clId="{BC6DC095-9609-48CF-A6DE-6C508F11F8A7}" dt="2026-03-24T21:42:20.398" v="164" actId="26606"/>
          <ac:spMkLst>
            <pc:docMk/>
            <pc:sldMk cId="1117087893" sldId="288"/>
            <ac:spMk id="12" creationId="{A804366F-2366-4688-98E7-B101C7BC6146}"/>
          </ac:spMkLst>
        </pc:spChg>
        <pc:graphicFrameChg chg="add">
          <ac:chgData name="Filip Hałys" userId="5320c6f947d66da6" providerId="LiveId" clId="{BC6DC095-9609-48CF-A6DE-6C508F11F8A7}" dt="2026-03-24T21:42:20.398" v="164" actId="26606"/>
          <ac:graphicFrameMkLst>
            <pc:docMk/>
            <pc:sldMk cId="1117087893" sldId="288"/>
            <ac:graphicFrameMk id="6" creationId="{87E00B9C-3C78-3302-C514-272BCCAD646E}"/>
          </ac:graphicFrameMkLst>
        </pc:graphicFrameChg>
      </pc:sldChg>
      <pc:sldChg chg="addSp modSp new mod setBg">
        <pc:chgData name="Filip Hałys" userId="5320c6f947d66da6" providerId="LiveId" clId="{BC6DC095-9609-48CF-A6DE-6C508F11F8A7}" dt="2026-03-24T21:42:59.546" v="170" actId="26606"/>
        <pc:sldMkLst>
          <pc:docMk/>
          <pc:sldMk cId="1097065519" sldId="289"/>
        </pc:sldMkLst>
        <pc:spChg chg="mod">
          <ac:chgData name="Filip Hałys" userId="5320c6f947d66da6" providerId="LiveId" clId="{BC6DC095-9609-48CF-A6DE-6C508F11F8A7}" dt="2026-03-24T21:42:59.546" v="170" actId="26606"/>
          <ac:spMkLst>
            <pc:docMk/>
            <pc:sldMk cId="1097065519" sldId="289"/>
            <ac:spMk id="2" creationId="{4EB5E02B-6250-1E38-2156-25C26B2F4A62}"/>
          </ac:spMkLst>
        </pc:spChg>
        <pc:spChg chg="mod">
          <ac:chgData name="Filip Hałys" userId="5320c6f947d66da6" providerId="LiveId" clId="{BC6DC095-9609-48CF-A6DE-6C508F11F8A7}" dt="2026-03-24T21:42:59.546" v="170" actId="26606"/>
          <ac:spMkLst>
            <pc:docMk/>
            <pc:sldMk cId="1097065519" sldId="289"/>
            <ac:spMk id="3" creationId="{E598B8F7-5A06-ACAE-0CFC-7B9BB1190F22}"/>
          </ac:spMkLst>
        </pc:spChg>
        <pc:picChg chg="add">
          <ac:chgData name="Filip Hałys" userId="5320c6f947d66da6" providerId="LiveId" clId="{BC6DC095-9609-48CF-A6DE-6C508F11F8A7}" dt="2026-03-24T21:42:59.546" v="170" actId="26606"/>
          <ac:picMkLst>
            <pc:docMk/>
            <pc:sldMk cId="1097065519" sldId="289"/>
            <ac:picMk id="5" creationId="{86F6643E-4494-62AB-2147-B64B25354A3B}"/>
          </ac:picMkLst>
        </pc:picChg>
      </pc:sldChg>
      <pc:sldChg chg="addSp delSp modSp new mod setBg modNotesTx">
        <pc:chgData name="Filip Hałys" userId="5320c6f947d66da6" providerId="LiveId" clId="{BC6DC095-9609-48CF-A6DE-6C508F11F8A7}" dt="2026-03-24T21:44:29.761" v="200" actId="20577"/>
        <pc:sldMkLst>
          <pc:docMk/>
          <pc:sldMk cId="429896224" sldId="290"/>
        </pc:sldMkLst>
        <pc:spChg chg="del">
          <ac:chgData name="Filip Hałys" userId="5320c6f947d66da6" providerId="LiveId" clId="{BC6DC095-9609-48CF-A6DE-6C508F11F8A7}" dt="2026-03-24T21:43:39.439" v="173" actId="26606"/>
          <ac:spMkLst>
            <pc:docMk/>
            <pc:sldMk cId="429896224" sldId="290"/>
            <ac:spMk id="2" creationId="{8A6B2C2E-E01B-FC09-C12C-123897A9B565}"/>
          </ac:spMkLst>
        </pc:spChg>
        <pc:spChg chg="del">
          <ac:chgData name="Filip Hałys" userId="5320c6f947d66da6" providerId="LiveId" clId="{BC6DC095-9609-48CF-A6DE-6C508F11F8A7}" dt="2026-03-24T21:43:36.977" v="172" actId="22"/>
          <ac:spMkLst>
            <pc:docMk/>
            <pc:sldMk cId="429896224" sldId="290"/>
            <ac:spMk id="3" creationId="{11C2B561-B61F-17C3-537D-D95218EE298F}"/>
          </ac:spMkLst>
        </pc:spChg>
        <pc:spChg chg="add">
          <ac:chgData name="Filip Hałys" userId="5320c6f947d66da6" providerId="LiveId" clId="{BC6DC095-9609-48CF-A6DE-6C508F11F8A7}" dt="2026-03-24T21:43:39.439" v="173" actId="26606"/>
          <ac:spMkLst>
            <pc:docMk/>
            <pc:sldMk cId="429896224" sldId="290"/>
            <ac:spMk id="10" creationId="{65041AB2-A9B4-4D3F-B120-38E7860A8F1A}"/>
          </ac:spMkLst>
        </pc:spChg>
        <pc:picChg chg="add mod ord">
          <ac:chgData name="Filip Hałys" userId="5320c6f947d66da6" providerId="LiveId" clId="{BC6DC095-9609-48CF-A6DE-6C508F11F8A7}" dt="2026-03-24T21:43:39.439" v="173" actId="26606"/>
          <ac:picMkLst>
            <pc:docMk/>
            <pc:sldMk cId="429896224" sldId="290"/>
            <ac:picMk id="5" creationId="{8E8B280C-3E8E-1D77-E1A6-0EA57155AE56}"/>
          </ac:picMkLst>
        </pc:picChg>
      </pc:sldChg>
      <pc:sldChg chg="addSp delSp modSp new mod">
        <pc:chgData name="Filip Hałys" userId="5320c6f947d66da6" providerId="LiveId" clId="{BC6DC095-9609-48CF-A6DE-6C508F11F8A7}" dt="2026-03-24T21:45:08.964" v="214" actId="26606"/>
        <pc:sldMkLst>
          <pc:docMk/>
          <pc:sldMk cId="3481006560" sldId="291"/>
        </pc:sldMkLst>
        <pc:spChg chg="mod">
          <ac:chgData name="Filip Hałys" userId="5320c6f947d66da6" providerId="LiveId" clId="{BC6DC095-9609-48CF-A6DE-6C508F11F8A7}" dt="2026-03-24T21:44:42.512" v="202"/>
          <ac:spMkLst>
            <pc:docMk/>
            <pc:sldMk cId="3481006560" sldId="291"/>
            <ac:spMk id="2" creationId="{42DC5699-1FF9-171B-61E3-3FE8789D2C07}"/>
          </ac:spMkLst>
        </pc:spChg>
        <pc:spChg chg="del mod">
          <ac:chgData name="Filip Hałys" userId="5320c6f947d66da6" providerId="LiveId" clId="{BC6DC095-9609-48CF-A6DE-6C508F11F8A7}" dt="2026-03-24T21:45:08.964" v="214" actId="26606"/>
          <ac:spMkLst>
            <pc:docMk/>
            <pc:sldMk cId="3481006560" sldId="291"/>
            <ac:spMk id="3" creationId="{DE57E7AF-D32A-32EC-08CB-68B11027A28E}"/>
          </ac:spMkLst>
        </pc:spChg>
        <pc:graphicFrameChg chg="add">
          <ac:chgData name="Filip Hałys" userId="5320c6f947d66da6" providerId="LiveId" clId="{BC6DC095-9609-48CF-A6DE-6C508F11F8A7}" dt="2026-03-24T21:45:08.964" v="214" actId="26606"/>
          <ac:graphicFrameMkLst>
            <pc:docMk/>
            <pc:sldMk cId="3481006560" sldId="291"/>
            <ac:graphicFrameMk id="5" creationId="{4D1FBCEA-0450-EBAC-A8D0-ACD9573180BB}"/>
          </ac:graphicFrameMkLst>
        </pc:graphicFrameChg>
      </pc:sldChg>
    </pc:docChg>
  </pc:docChgLst>
</pc:chgInfo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7F3A35-4150-4E78-8AFD-2E5E81C1696E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AC93CFB-B4F9-43CE-820C-DE1F726F6EE8}">
      <dgm:prSet/>
      <dgm:spPr/>
      <dgm:t>
        <a:bodyPr/>
        <a:lstStyle/>
        <a:p>
          <a:r>
            <a:rPr lang="pl-PL" b="0" i="0" baseline="0"/>
            <a:t>Project Manager (PM) </a:t>
          </a:r>
          <a:endParaRPr lang="en-US"/>
        </a:p>
      </dgm:t>
    </dgm:pt>
    <dgm:pt modelId="{25F39FA5-CDB1-4B13-9D8A-DF7A15CB6A58}" type="parTrans" cxnId="{FA15A0C3-E5D4-4E02-9691-A9804B0C5A01}">
      <dgm:prSet/>
      <dgm:spPr/>
      <dgm:t>
        <a:bodyPr/>
        <a:lstStyle/>
        <a:p>
          <a:endParaRPr lang="en-US"/>
        </a:p>
      </dgm:t>
    </dgm:pt>
    <dgm:pt modelId="{F41784A3-0B04-4BDE-93A0-665FB3340D17}" type="sibTrans" cxnId="{FA15A0C3-E5D4-4E02-9691-A9804B0C5A01}">
      <dgm:prSet/>
      <dgm:spPr/>
      <dgm:t>
        <a:bodyPr/>
        <a:lstStyle/>
        <a:p>
          <a:endParaRPr lang="en-US"/>
        </a:p>
      </dgm:t>
    </dgm:pt>
    <dgm:pt modelId="{F69152B1-2AB9-4F3D-AF8C-A7B44A46B228}">
      <dgm:prSet/>
      <dgm:spPr/>
      <dgm:t>
        <a:bodyPr/>
        <a:lstStyle/>
        <a:p>
          <a:r>
            <a:rPr lang="pl-PL" b="0" i="0" baseline="0"/>
            <a:t>Product Owner (PO) </a:t>
          </a:r>
          <a:endParaRPr lang="en-US"/>
        </a:p>
      </dgm:t>
    </dgm:pt>
    <dgm:pt modelId="{5E8496EE-4C04-4C6F-87CE-F3FECF8C6F0A}" type="parTrans" cxnId="{5B9C89E3-E3AE-40D7-84D7-E3948D77B6A6}">
      <dgm:prSet/>
      <dgm:spPr/>
      <dgm:t>
        <a:bodyPr/>
        <a:lstStyle/>
        <a:p>
          <a:endParaRPr lang="en-US"/>
        </a:p>
      </dgm:t>
    </dgm:pt>
    <dgm:pt modelId="{557EC22D-7018-4E71-9451-FFBCFC18BCE4}" type="sibTrans" cxnId="{5B9C89E3-E3AE-40D7-84D7-E3948D77B6A6}">
      <dgm:prSet/>
      <dgm:spPr/>
      <dgm:t>
        <a:bodyPr/>
        <a:lstStyle/>
        <a:p>
          <a:endParaRPr lang="en-US"/>
        </a:p>
      </dgm:t>
    </dgm:pt>
    <dgm:pt modelId="{22CED425-891B-4FEE-B6FE-04E59CFA3F6E}">
      <dgm:prSet/>
      <dgm:spPr/>
      <dgm:t>
        <a:bodyPr/>
        <a:lstStyle/>
        <a:p>
          <a:r>
            <a:rPr lang="pl-PL" b="0" i="0" baseline="0"/>
            <a:t>Scrum Master </a:t>
          </a:r>
          <a:endParaRPr lang="en-US"/>
        </a:p>
      </dgm:t>
    </dgm:pt>
    <dgm:pt modelId="{48D218F9-7D10-428F-B15D-A639BC5B6285}" type="parTrans" cxnId="{119CBA4C-D4F9-49EF-8B68-564727326777}">
      <dgm:prSet/>
      <dgm:spPr/>
      <dgm:t>
        <a:bodyPr/>
        <a:lstStyle/>
        <a:p>
          <a:endParaRPr lang="en-US"/>
        </a:p>
      </dgm:t>
    </dgm:pt>
    <dgm:pt modelId="{D2F0ABEB-C2DC-4B20-8F50-1DD6CF7FFA08}" type="sibTrans" cxnId="{119CBA4C-D4F9-49EF-8B68-564727326777}">
      <dgm:prSet/>
      <dgm:spPr/>
      <dgm:t>
        <a:bodyPr/>
        <a:lstStyle/>
        <a:p>
          <a:endParaRPr lang="en-US"/>
        </a:p>
      </dgm:t>
    </dgm:pt>
    <dgm:pt modelId="{3B51A603-F567-4600-B21D-79D07C71ACA4}">
      <dgm:prSet/>
      <dgm:spPr/>
      <dgm:t>
        <a:bodyPr/>
        <a:lstStyle/>
        <a:p>
          <a:r>
            <a:rPr lang="pl-PL" b="0" i="0" baseline="0"/>
            <a:t>Developer </a:t>
          </a:r>
          <a:endParaRPr lang="en-US"/>
        </a:p>
      </dgm:t>
    </dgm:pt>
    <dgm:pt modelId="{231267D5-F372-49DE-9C83-6B1DBB8ABE6A}" type="parTrans" cxnId="{D8434889-75A5-4E7E-908D-2BE840715BED}">
      <dgm:prSet/>
      <dgm:spPr/>
      <dgm:t>
        <a:bodyPr/>
        <a:lstStyle/>
        <a:p>
          <a:endParaRPr lang="en-US"/>
        </a:p>
      </dgm:t>
    </dgm:pt>
    <dgm:pt modelId="{A91BE8EA-3D8C-4252-92BA-8E66B9819B28}" type="sibTrans" cxnId="{D8434889-75A5-4E7E-908D-2BE840715BED}">
      <dgm:prSet/>
      <dgm:spPr/>
      <dgm:t>
        <a:bodyPr/>
        <a:lstStyle/>
        <a:p>
          <a:endParaRPr lang="en-US"/>
        </a:p>
      </dgm:t>
    </dgm:pt>
    <dgm:pt modelId="{F4D37BA1-9103-47A4-A44D-3B75E9D38CDF}">
      <dgm:prSet/>
      <dgm:spPr/>
      <dgm:t>
        <a:bodyPr/>
        <a:lstStyle/>
        <a:p>
          <a:r>
            <a:rPr lang="pl-PL" b="0" i="0" baseline="0"/>
            <a:t>Tester / QA </a:t>
          </a:r>
          <a:endParaRPr lang="en-US"/>
        </a:p>
      </dgm:t>
    </dgm:pt>
    <dgm:pt modelId="{AF3AA4AC-B30B-4274-BB3B-F96D8711DD03}" type="parTrans" cxnId="{7591DB99-5E04-4E0D-9F6A-21A9185CE938}">
      <dgm:prSet/>
      <dgm:spPr/>
      <dgm:t>
        <a:bodyPr/>
        <a:lstStyle/>
        <a:p>
          <a:endParaRPr lang="en-US"/>
        </a:p>
      </dgm:t>
    </dgm:pt>
    <dgm:pt modelId="{D1C340CB-688A-4D55-9B88-8BDE09B0FEF4}" type="sibTrans" cxnId="{7591DB99-5E04-4E0D-9F6A-21A9185CE938}">
      <dgm:prSet/>
      <dgm:spPr/>
      <dgm:t>
        <a:bodyPr/>
        <a:lstStyle/>
        <a:p>
          <a:endParaRPr lang="en-US"/>
        </a:p>
      </dgm:t>
    </dgm:pt>
    <dgm:pt modelId="{84170D38-402E-4AD9-B22D-9DDEADA07CAE}">
      <dgm:prSet/>
      <dgm:spPr/>
      <dgm:t>
        <a:bodyPr/>
        <a:lstStyle/>
        <a:p>
          <a:r>
            <a:rPr lang="pl-PL" b="0" i="0" baseline="0"/>
            <a:t>UX/UI Designer </a:t>
          </a:r>
          <a:endParaRPr lang="en-US"/>
        </a:p>
      </dgm:t>
    </dgm:pt>
    <dgm:pt modelId="{CF7789B6-DD6E-4343-9723-DDABE2785D09}" type="parTrans" cxnId="{C04B58A9-656B-4B80-B193-739795D16BA2}">
      <dgm:prSet/>
      <dgm:spPr/>
      <dgm:t>
        <a:bodyPr/>
        <a:lstStyle/>
        <a:p>
          <a:endParaRPr lang="en-US"/>
        </a:p>
      </dgm:t>
    </dgm:pt>
    <dgm:pt modelId="{7078F381-2B47-4070-801D-92CC25725F6D}" type="sibTrans" cxnId="{C04B58A9-656B-4B80-B193-739795D16BA2}">
      <dgm:prSet/>
      <dgm:spPr/>
      <dgm:t>
        <a:bodyPr/>
        <a:lstStyle/>
        <a:p>
          <a:endParaRPr lang="en-US"/>
        </a:p>
      </dgm:t>
    </dgm:pt>
    <dgm:pt modelId="{6F64B36D-AD2B-4B8B-A6BB-DFA7D00971FE}">
      <dgm:prSet/>
      <dgm:spPr/>
      <dgm:t>
        <a:bodyPr/>
        <a:lstStyle/>
        <a:p>
          <a:r>
            <a:rPr lang="pl-PL" b="0" i="0" baseline="0"/>
            <a:t>DevOps </a:t>
          </a:r>
          <a:endParaRPr lang="en-US"/>
        </a:p>
      </dgm:t>
    </dgm:pt>
    <dgm:pt modelId="{2C80FFC5-9C8F-456E-B95A-3C849978AE38}" type="parTrans" cxnId="{181EEAD6-B8EB-4E4F-9A68-D39C2E232A86}">
      <dgm:prSet/>
      <dgm:spPr/>
      <dgm:t>
        <a:bodyPr/>
        <a:lstStyle/>
        <a:p>
          <a:endParaRPr lang="en-US"/>
        </a:p>
      </dgm:t>
    </dgm:pt>
    <dgm:pt modelId="{1A2376BD-0B27-4948-9E2B-747530ED602A}" type="sibTrans" cxnId="{181EEAD6-B8EB-4E4F-9A68-D39C2E232A86}">
      <dgm:prSet/>
      <dgm:spPr/>
      <dgm:t>
        <a:bodyPr/>
        <a:lstStyle/>
        <a:p>
          <a:endParaRPr lang="en-US"/>
        </a:p>
      </dgm:t>
    </dgm:pt>
    <dgm:pt modelId="{670DB60D-95B9-45BA-9CED-1EDAC0463091}">
      <dgm:prSet/>
      <dgm:spPr/>
      <dgm:t>
        <a:bodyPr/>
        <a:lstStyle/>
        <a:p>
          <a:r>
            <a:rPr lang="pl-PL" b="0" i="0" baseline="0"/>
            <a:t>Stakeholder </a:t>
          </a:r>
          <a:endParaRPr lang="en-US"/>
        </a:p>
      </dgm:t>
    </dgm:pt>
    <dgm:pt modelId="{12B596B0-D104-4E9F-B608-F1C8998C6A04}" type="parTrans" cxnId="{2F053169-2CD8-4A9D-B552-DDD4297CBF77}">
      <dgm:prSet/>
      <dgm:spPr/>
      <dgm:t>
        <a:bodyPr/>
        <a:lstStyle/>
        <a:p>
          <a:endParaRPr lang="en-US"/>
        </a:p>
      </dgm:t>
    </dgm:pt>
    <dgm:pt modelId="{4227A4A1-6062-4063-898E-42C0CE94C827}" type="sibTrans" cxnId="{2F053169-2CD8-4A9D-B552-DDD4297CBF77}">
      <dgm:prSet/>
      <dgm:spPr/>
      <dgm:t>
        <a:bodyPr/>
        <a:lstStyle/>
        <a:p>
          <a:endParaRPr lang="en-US"/>
        </a:p>
      </dgm:t>
    </dgm:pt>
    <dgm:pt modelId="{C61F46B9-469F-490C-84D0-AB1ACBCAF924}" type="pres">
      <dgm:prSet presAssocID="{EF7F3A35-4150-4E78-8AFD-2E5E81C1696E}" presName="vert0" presStyleCnt="0">
        <dgm:presLayoutVars>
          <dgm:dir/>
          <dgm:animOne val="branch"/>
          <dgm:animLvl val="lvl"/>
        </dgm:presLayoutVars>
      </dgm:prSet>
      <dgm:spPr/>
    </dgm:pt>
    <dgm:pt modelId="{79D9F27D-93D6-455D-8B1A-7313CA256B46}" type="pres">
      <dgm:prSet presAssocID="{6AC93CFB-B4F9-43CE-820C-DE1F726F6EE8}" presName="thickLine" presStyleLbl="alignNode1" presStyleIdx="0" presStyleCnt="8"/>
      <dgm:spPr/>
    </dgm:pt>
    <dgm:pt modelId="{B8292136-B517-452C-A54B-3A6583A08A1E}" type="pres">
      <dgm:prSet presAssocID="{6AC93CFB-B4F9-43CE-820C-DE1F726F6EE8}" presName="horz1" presStyleCnt="0"/>
      <dgm:spPr/>
    </dgm:pt>
    <dgm:pt modelId="{2B7754AA-896D-462F-A9CB-385A0AEDF3E1}" type="pres">
      <dgm:prSet presAssocID="{6AC93CFB-B4F9-43CE-820C-DE1F726F6EE8}" presName="tx1" presStyleLbl="revTx" presStyleIdx="0" presStyleCnt="8"/>
      <dgm:spPr/>
    </dgm:pt>
    <dgm:pt modelId="{7393992D-FFFD-4AEC-9F2B-27B2CF159E55}" type="pres">
      <dgm:prSet presAssocID="{6AC93CFB-B4F9-43CE-820C-DE1F726F6EE8}" presName="vert1" presStyleCnt="0"/>
      <dgm:spPr/>
    </dgm:pt>
    <dgm:pt modelId="{90E28EB7-E588-42D3-958F-957A0B9A58B7}" type="pres">
      <dgm:prSet presAssocID="{F69152B1-2AB9-4F3D-AF8C-A7B44A46B228}" presName="thickLine" presStyleLbl="alignNode1" presStyleIdx="1" presStyleCnt="8"/>
      <dgm:spPr/>
    </dgm:pt>
    <dgm:pt modelId="{48887294-540E-4141-9256-8C2CC9DC1F87}" type="pres">
      <dgm:prSet presAssocID="{F69152B1-2AB9-4F3D-AF8C-A7B44A46B228}" presName="horz1" presStyleCnt="0"/>
      <dgm:spPr/>
    </dgm:pt>
    <dgm:pt modelId="{41A0CFAC-CFF5-4309-A213-609389B69E60}" type="pres">
      <dgm:prSet presAssocID="{F69152B1-2AB9-4F3D-AF8C-A7B44A46B228}" presName="tx1" presStyleLbl="revTx" presStyleIdx="1" presStyleCnt="8"/>
      <dgm:spPr/>
    </dgm:pt>
    <dgm:pt modelId="{FB028960-D950-47C8-9194-75D5C76D497D}" type="pres">
      <dgm:prSet presAssocID="{F69152B1-2AB9-4F3D-AF8C-A7B44A46B228}" presName="vert1" presStyleCnt="0"/>
      <dgm:spPr/>
    </dgm:pt>
    <dgm:pt modelId="{787C06DB-43F5-495E-BAE5-2FC23887E3E0}" type="pres">
      <dgm:prSet presAssocID="{22CED425-891B-4FEE-B6FE-04E59CFA3F6E}" presName="thickLine" presStyleLbl="alignNode1" presStyleIdx="2" presStyleCnt="8"/>
      <dgm:spPr/>
    </dgm:pt>
    <dgm:pt modelId="{40E9A34C-B72B-4A5E-837F-2D9F582EDCFA}" type="pres">
      <dgm:prSet presAssocID="{22CED425-891B-4FEE-B6FE-04E59CFA3F6E}" presName="horz1" presStyleCnt="0"/>
      <dgm:spPr/>
    </dgm:pt>
    <dgm:pt modelId="{20E24950-C3D8-4022-9EA7-184FABDBBC87}" type="pres">
      <dgm:prSet presAssocID="{22CED425-891B-4FEE-B6FE-04E59CFA3F6E}" presName="tx1" presStyleLbl="revTx" presStyleIdx="2" presStyleCnt="8"/>
      <dgm:spPr/>
    </dgm:pt>
    <dgm:pt modelId="{9B1AB5BC-791E-4A4E-BDFA-805A34413ADD}" type="pres">
      <dgm:prSet presAssocID="{22CED425-891B-4FEE-B6FE-04E59CFA3F6E}" presName="vert1" presStyleCnt="0"/>
      <dgm:spPr/>
    </dgm:pt>
    <dgm:pt modelId="{E7C2FFCC-189B-4DE0-BC85-53E9DBAE8503}" type="pres">
      <dgm:prSet presAssocID="{3B51A603-F567-4600-B21D-79D07C71ACA4}" presName="thickLine" presStyleLbl="alignNode1" presStyleIdx="3" presStyleCnt="8"/>
      <dgm:spPr/>
    </dgm:pt>
    <dgm:pt modelId="{05F69680-2A38-4CC1-84FC-CCCA725C70A9}" type="pres">
      <dgm:prSet presAssocID="{3B51A603-F567-4600-B21D-79D07C71ACA4}" presName="horz1" presStyleCnt="0"/>
      <dgm:spPr/>
    </dgm:pt>
    <dgm:pt modelId="{67EB5FE3-BDCE-47BB-A4F5-50E04EDD5688}" type="pres">
      <dgm:prSet presAssocID="{3B51A603-F567-4600-B21D-79D07C71ACA4}" presName="tx1" presStyleLbl="revTx" presStyleIdx="3" presStyleCnt="8"/>
      <dgm:spPr/>
    </dgm:pt>
    <dgm:pt modelId="{46A0562B-BEF6-49DF-8D84-530236E23BA6}" type="pres">
      <dgm:prSet presAssocID="{3B51A603-F567-4600-B21D-79D07C71ACA4}" presName="vert1" presStyleCnt="0"/>
      <dgm:spPr/>
    </dgm:pt>
    <dgm:pt modelId="{E282B721-D1A6-4E81-94FD-BBD2DBF59EE6}" type="pres">
      <dgm:prSet presAssocID="{F4D37BA1-9103-47A4-A44D-3B75E9D38CDF}" presName="thickLine" presStyleLbl="alignNode1" presStyleIdx="4" presStyleCnt="8"/>
      <dgm:spPr/>
    </dgm:pt>
    <dgm:pt modelId="{C88BE33D-C2A5-4CE3-8663-CEDAA3B9997D}" type="pres">
      <dgm:prSet presAssocID="{F4D37BA1-9103-47A4-A44D-3B75E9D38CDF}" presName="horz1" presStyleCnt="0"/>
      <dgm:spPr/>
    </dgm:pt>
    <dgm:pt modelId="{D244991A-BF66-4C19-AB1B-28E70E60BC44}" type="pres">
      <dgm:prSet presAssocID="{F4D37BA1-9103-47A4-A44D-3B75E9D38CDF}" presName="tx1" presStyleLbl="revTx" presStyleIdx="4" presStyleCnt="8"/>
      <dgm:spPr/>
    </dgm:pt>
    <dgm:pt modelId="{9BCA5E7C-C251-4E08-B60E-8BDFC906A91B}" type="pres">
      <dgm:prSet presAssocID="{F4D37BA1-9103-47A4-A44D-3B75E9D38CDF}" presName="vert1" presStyleCnt="0"/>
      <dgm:spPr/>
    </dgm:pt>
    <dgm:pt modelId="{9E143240-7AC8-475B-8432-6644096C1235}" type="pres">
      <dgm:prSet presAssocID="{84170D38-402E-4AD9-B22D-9DDEADA07CAE}" presName="thickLine" presStyleLbl="alignNode1" presStyleIdx="5" presStyleCnt="8"/>
      <dgm:spPr/>
    </dgm:pt>
    <dgm:pt modelId="{6FE031B5-10A6-49B8-B017-A13A60B8B281}" type="pres">
      <dgm:prSet presAssocID="{84170D38-402E-4AD9-B22D-9DDEADA07CAE}" presName="horz1" presStyleCnt="0"/>
      <dgm:spPr/>
    </dgm:pt>
    <dgm:pt modelId="{E3F05FC2-009D-4C80-9993-3DEE63A5345B}" type="pres">
      <dgm:prSet presAssocID="{84170D38-402E-4AD9-B22D-9DDEADA07CAE}" presName="tx1" presStyleLbl="revTx" presStyleIdx="5" presStyleCnt="8"/>
      <dgm:spPr/>
    </dgm:pt>
    <dgm:pt modelId="{7625123F-CF18-4C7D-8D18-57865E2AB5FC}" type="pres">
      <dgm:prSet presAssocID="{84170D38-402E-4AD9-B22D-9DDEADA07CAE}" presName="vert1" presStyleCnt="0"/>
      <dgm:spPr/>
    </dgm:pt>
    <dgm:pt modelId="{1848FDBD-20A0-43BE-A22B-DD1D9ECFF986}" type="pres">
      <dgm:prSet presAssocID="{6F64B36D-AD2B-4B8B-A6BB-DFA7D00971FE}" presName="thickLine" presStyleLbl="alignNode1" presStyleIdx="6" presStyleCnt="8"/>
      <dgm:spPr/>
    </dgm:pt>
    <dgm:pt modelId="{DE43D08E-4D9A-491A-9EE3-58CC36AEF3A2}" type="pres">
      <dgm:prSet presAssocID="{6F64B36D-AD2B-4B8B-A6BB-DFA7D00971FE}" presName="horz1" presStyleCnt="0"/>
      <dgm:spPr/>
    </dgm:pt>
    <dgm:pt modelId="{3483192C-43B1-4C4B-9FAD-BF1ADFC145BD}" type="pres">
      <dgm:prSet presAssocID="{6F64B36D-AD2B-4B8B-A6BB-DFA7D00971FE}" presName="tx1" presStyleLbl="revTx" presStyleIdx="6" presStyleCnt="8"/>
      <dgm:spPr/>
    </dgm:pt>
    <dgm:pt modelId="{7CD058D0-2A81-41FC-B05E-DBA6E540A747}" type="pres">
      <dgm:prSet presAssocID="{6F64B36D-AD2B-4B8B-A6BB-DFA7D00971FE}" presName="vert1" presStyleCnt="0"/>
      <dgm:spPr/>
    </dgm:pt>
    <dgm:pt modelId="{025A87B7-9DB3-46DF-8E17-A4CA2EA846F5}" type="pres">
      <dgm:prSet presAssocID="{670DB60D-95B9-45BA-9CED-1EDAC0463091}" presName="thickLine" presStyleLbl="alignNode1" presStyleIdx="7" presStyleCnt="8"/>
      <dgm:spPr/>
    </dgm:pt>
    <dgm:pt modelId="{3AEE8098-B209-4875-9E68-816AE5470EAA}" type="pres">
      <dgm:prSet presAssocID="{670DB60D-95B9-45BA-9CED-1EDAC0463091}" presName="horz1" presStyleCnt="0"/>
      <dgm:spPr/>
    </dgm:pt>
    <dgm:pt modelId="{4542BB0F-7955-4CC7-9DF9-1C154781A97F}" type="pres">
      <dgm:prSet presAssocID="{670DB60D-95B9-45BA-9CED-1EDAC0463091}" presName="tx1" presStyleLbl="revTx" presStyleIdx="7" presStyleCnt="8"/>
      <dgm:spPr/>
    </dgm:pt>
    <dgm:pt modelId="{701853B5-AB48-42F9-86FC-89663B1FC5C8}" type="pres">
      <dgm:prSet presAssocID="{670DB60D-95B9-45BA-9CED-1EDAC0463091}" presName="vert1" presStyleCnt="0"/>
      <dgm:spPr/>
    </dgm:pt>
  </dgm:ptLst>
  <dgm:cxnLst>
    <dgm:cxn modelId="{7BD74D1F-AA8A-4879-B215-956772B1A8CB}" type="presOf" srcId="{22CED425-891B-4FEE-B6FE-04E59CFA3F6E}" destId="{20E24950-C3D8-4022-9EA7-184FABDBBC87}" srcOrd="0" destOrd="0" presId="urn:microsoft.com/office/officeart/2008/layout/LinedList"/>
    <dgm:cxn modelId="{49D3D920-853C-4CEC-93D6-E7BAB7EB6BBE}" type="presOf" srcId="{6F64B36D-AD2B-4B8B-A6BB-DFA7D00971FE}" destId="{3483192C-43B1-4C4B-9FAD-BF1ADFC145BD}" srcOrd="0" destOrd="0" presId="urn:microsoft.com/office/officeart/2008/layout/LinedList"/>
    <dgm:cxn modelId="{EC905C63-385A-4618-A259-AF31558490EE}" type="presOf" srcId="{F69152B1-2AB9-4F3D-AF8C-A7B44A46B228}" destId="{41A0CFAC-CFF5-4309-A213-609389B69E60}" srcOrd="0" destOrd="0" presId="urn:microsoft.com/office/officeart/2008/layout/LinedList"/>
    <dgm:cxn modelId="{2F053169-2CD8-4A9D-B552-DDD4297CBF77}" srcId="{EF7F3A35-4150-4E78-8AFD-2E5E81C1696E}" destId="{670DB60D-95B9-45BA-9CED-1EDAC0463091}" srcOrd="7" destOrd="0" parTransId="{12B596B0-D104-4E9F-B608-F1C8998C6A04}" sibTransId="{4227A4A1-6062-4063-898E-42C0CE94C827}"/>
    <dgm:cxn modelId="{119CBA4C-D4F9-49EF-8B68-564727326777}" srcId="{EF7F3A35-4150-4E78-8AFD-2E5E81C1696E}" destId="{22CED425-891B-4FEE-B6FE-04E59CFA3F6E}" srcOrd="2" destOrd="0" parTransId="{48D218F9-7D10-428F-B15D-A639BC5B6285}" sibTransId="{D2F0ABEB-C2DC-4B20-8F50-1DD6CF7FFA08}"/>
    <dgm:cxn modelId="{01A89256-8C1C-4E10-B247-2203D62DBF41}" type="presOf" srcId="{F4D37BA1-9103-47A4-A44D-3B75E9D38CDF}" destId="{D244991A-BF66-4C19-AB1B-28E70E60BC44}" srcOrd="0" destOrd="0" presId="urn:microsoft.com/office/officeart/2008/layout/LinedList"/>
    <dgm:cxn modelId="{D8434889-75A5-4E7E-908D-2BE840715BED}" srcId="{EF7F3A35-4150-4E78-8AFD-2E5E81C1696E}" destId="{3B51A603-F567-4600-B21D-79D07C71ACA4}" srcOrd="3" destOrd="0" parTransId="{231267D5-F372-49DE-9C83-6B1DBB8ABE6A}" sibTransId="{A91BE8EA-3D8C-4252-92BA-8E66B9819B28}"/>
    <dgm:cxn modelId="{5DBF768D-7EE2-4629-939D-4770E543A93B}" type="presOf" srcId="{3B51A603-F567-4600-B21D-79D07C71ACA4}" destId="{67EB5FE3-BDCE-47BB-A4F5-50E04EDD5688}" srcOrd="0" destOrd="0" presId="urn:microsoft.com/office/officeart/2008/layout/LinedList"/>
    <dgm:cxn modelId="{7591DB99-5E04-4E0D-9F6A-21A9185CE938}" srcId="{EF7F3A35-4150-4E78-8AFD-2E5E81C1696E}" destId="{F4D37BA1-9103-47A4-A44D-3B75E9D38CDF}" srcOrd="4" destOrd="0" parTransId="{AF3AA4AC-B30B-4274-BB3B-F96D8711DD03}" sibTransId="{D1C340CB-688A-4D55-9B88-8BDE09B0FEF4}"/>
    <dgm:cxn modelId="{F8F1DF9E-0FAD-43D3-B7C3-45722530BB2C}" type="presOf" srcId="{84170D38-402E-4AD9-B22D-9DDEADA07CAE}" destId="{E3F05FC2-009D-4C80-9993-3DEE63A5345B}" srcOrd="0" destOrd="0" presId="urn:microsoft.com/office/officeart/2008/layout/LinedList"/>
    <dgm:cxn modelId="{EB29D8A0-B522-4B26-BA3A-CAC86CA5C511}" type="presOf" srcId="{670DB60D-95B9-45BA-9CED-1EDAC0463091}" destId="{4542BB0F-7955-4CC7-9DF9-1C154781A97F}" srcOrd="0" destOrd="0" presId="urn:microsoft.com/office/officeart/2008/layout/LinedList"/>
    <dgm:cxn modelId="{C04B58A9-656B-4B80-B193-739795D16BA2}" srcId="{EF7F3A35-4150-4E78-8AFD-2E5E81C1696E}" destId="{84170D38-402E-4AD9-B22D-9DDEADA07CAE}" srcOrd="5" destOrd="0" parTransId="{CF7789B6-DD6E-4343-9723-DDABE2785D09}" sibTransId="{7078F381-2B47-4070-801D-92CC25725F6D}"/>
    <dgm:cxn modelId="{FA15A0C3-E5D4-4E02-9691-A9804B0C5A01}" srcId="{EF7F3A35-4150-4E78-8AFD-2E5E81C1696E}" destId="{6AC93CFB-B4F9-43CE-820C-DE1F726F6EE8}" srcOrd="0" destOrd="0" parTransId="{25F39FA5-CDB1-4B13-9D8A-DF7A15CB6A58}" sibTransId="{F41784A3-0B04-4BDE-93A0-665FB3340D17}"/>
    <dgm:cxn modelId="{073F6CD5-618E-4F43-9CC0-3BFDB5C712E0}" type="presOf" srcId="{6AC93CFB-B4F9-43CE-820C-DE1F726F6EE8}" destId="{2B7754AA-896D-462F-A9CB-385A0AEDF3E1}" srcOrd="0" destOrd="0" presId="urn:microsoft.com/office/officeart/2008/layout/LinedList"/>
    <dgm:cxn modelId="{181EEAD6-B8EB-4E4F-9A68-D39C2E232A86}" srcId="{EF7F3A35-4150-4E78-8AFD-2E5E81C1696E}" destId="{6F64B36D-AD2B-4B8B-A6BB-DFA7D00971FE}" srcOrd="6" destOrd="0" parTransId="{2C80FFC5-9C8F-456E-B95A-3C849978AE38}" sibTransId="{1A2376BD-0B27-4948-9E2B-747530ED602A}"/>
    <dgm:cxn modelId="{5B9C89E3-E3AE-40D7-84D7-E3948D77B6A6}" srcId="{EF7F3A35-4150-4E78-8AFD-2E5E81C1696E}" destId="{F69152B1-2AB9-4F3D-AF8C-A7B44A46B228}" srcOrd="1" destOrd="0" parTransId="{5E8496EE-4C04-4C6F-87CE-F3FECF8C6F0A}" sibTransId="{557EC22D-7018-4E71-9451-FFBCFC18BCE4}"/>
    <dgm:cxn modelId="{31104BFF-19DE-49A8-A88C-B8CCC066E589}" type="presOf" srcId="{EF7F3A35-4150-4E78-8AFD-2E5E81C1696E}" destId="{C61F46B9-469F-490C-84D0-AB1ACBCAF924}" srcOrd="0" destOrd="0" presId="urn:microsoft.com/office/officeart/2008/layout/LinedList"/>
    <dgm:cxn modelId="{31B27CBA-879C-426B-8F11-DF54C1C1CC93}" type="presParOf" srcId="{C61F46B9-469F-490C-84D0-AB1ACBCAF924}" destId="{79D9F27D-93D6-455D-8B1A-7313CA256B46}" srcOrd="0" destOrd="0" presId="urn:microsoft.com/office/officeart/2008/layout/LinedList"/>
    <dgm:cxn modelId="{4588B436-236A-4568-820E-2C0E3389DAA2}" type="presParOf" srcId="{C61F46B9-469F-490C-84D0-AB1ACBCAF924}" destId="{B8292136-B517-452C-A54B-3A6583A08A1E}" srcOrd="1" destOrd="0" presId="urn:microsoft.com/office/officeart/2008/layout/LinedList"/>
    <dgm:cxn modelId="{9ED380A9-647F-4FF2-97E1-C9D59E9EACB0}" type="presParOf" srcId="{B8292136-B517-452C-A54B-3A6583A08A1E}" destId="{2B7754AA-896D-462F-A9CB-385A0AEDF3E1}" srcOrd="0" destOrd="0" presId="urn:microsoft.com/office/officeart/2008/layout/LinedList"/>
    <dgm:cxn modelId="{465F447C-855A-445C-B0FF-FDC839703B57}" type="presParOf" srcId="{B8292136-B517-452C-A54B-3A6583A08A1E}" destId="{7393992D-FFFD-4AEC-9F2B-27B2CF159E55}" srcOrd="1" destOrd="0" presId="urn:microsoft.com/office/officeart/2008/layout/LinedList"/>
    <dgm:cxn modelId="{C5FD153B-04BD-4D71-8E31-06235538BB19}" type="presParOf" srcId="{C61F46B9-469F-490C-84D0-AB1ACBCAF924}" destId="{90E28EB7-E588-42D3-958F-957A0B9A58B7}" srcOrd="2" destOrd="0" presId="urn:microsoft.com/office/officeart/2008/layout/LinedList"/>
    <dgm:cxn modelId="{D8928ADA-EFDD-494B-9104-9565CF7BA5CC}" type="presParOf" srcId="{C61F46B9-469F-490C-84D0-AB1ACBCAF924}" destId="{48887294-540E-4141-9256-8C2CC9DC1F87}" srcOrd="3" destOrd="0" presId="urn:microsoft.com/office/officeart/2008/layout/LinedList"/>
    <dgm:cxn modelId="{0F8EBF5E-97DE-4F1D-BB76-E01FDFE1EA62}" type="presParOf" srcId="{48887294-540E-4141-9256-8C2CC9DC1F87}" destId="{41A0CFAC-CFF5-4309-A213-609389B69E60}" srcOrd="0" destOrd="0" presId="urn:microsoft.com/office/officeart/2008/layout/LinedList"/>
    <dgm:cxn modelId="{91D89082-3A88-428E-9300-BB50A53B175A}" type="presParOf" srcId="{48887294-540E-4141-9256-8C2CC9DC1F87}" destId="{FB028960-D950-47C8-9194-75D5C76D497D}" srcOrd="1" destOrd="0" presId="urn:microsoft.com/office/officeart/2008/layout/LinedList"/>
    <dgm:cxn modelId="{B0C5B0D0-B7C2-4443-8D3D-290BEB26348E}" type="presParOf" srcId="{C61F46B9-469F-490C-84D0-AB1ACBCAF924}" destId="{787C06DB-43F5-495E-BAE5-2FC23887E3E0}" srcOrd="4" destOrd="0" presId="urn:microsoft.com/office/officeart/2008/layout/LinedList"/>
    <dgm:cxn modelId="{3DFA4883-378E-4BC4-B4AC-42033214806A}" type="presParOf" srcId="{C61F46B9-469F-490C-84D0-AB1ACBCAF924}" destId="{40E9A34C-B72B-4A5E-837F-2D9F582EDCFA}" srcOrd="5" destOrd="0" presId="urn:microsoft.com/office/officeart/2008/layout/LinedList"/>
    <dgm:cxn modelId="{2CE98163-AA9B-4889-85A9-121780744C4C}" type="presParOf" srcId="{40E9A34C-B72B-4A5E-837F-2D9F582EDCFA}" destId="{20E24950-C3D8-4022-9EA7-184FABDBBC87}" srcOrd="0" destOrd="0" presId="urn:microsoft.com/office/officeart/2008/layout/LinedList"/>
    <dgm:cxn modelId="{2C791F2F-AF3A-40D7-9CF5-C050DB9BD0F7}" type="presParOf" srcId="{40E9A34C-B72B-4A5E-837F-2D9F582EDCFA}" destId="{9B1AB5BC-791E-4A4E-BDFA-805A34413ADD}" srcOrd="1" destOrd="0" presId="urn:microsoft.com/office/officeart/2008/layout/LinedList"/>
    <dgm:cxn modelId="{4B9C3A51-52FF-4DED-8A0E-C008A033A290}" type="presParOf" srcId="{C61F46B9-469F-490C-84D0-AB1ACBCAF924}" destId="{E7C2FFCC-189B-4DE0-BC85-53E9DBAE8503}" srcOrd="6" destOrd="0" presId="urn:microsoft.com/office/officeart/2008/layout/LinedList"/>
    <dgm:cxn modelId="{9BD058A8-F0F9-41FD-B717-C31F321D3853}" type="presParOf" srcId="{C61F46B9-469F-490C-84D0-AB1ACBCAF924}" destId="{05F69680-2A38-4CC1-84FC-CCCA725C70A9}" srcOrd="7" destOrd="0" presId="urn:microsoft.com/office/officeart/2008/layout/LinedList"/>
    <dgm:cxn modelId="{7341213E-F66C-4705-8C56-9B9F594D1C2C}" type="presParOf" srcId="{05F69680-2A38-4CC1-84FC-CCCA725C70A9}" destId="{67EB5FE3-BDCE-47BB-A4F5-50E04EDD5688}" srcOrd="0" destOrd="0" presId="urn:microsoft.com/office/officeart/2008/layout/LinedList"/>
    <dgm:cxn modelId="{4D632FC1-FEB4-4694-A5B2-F490FF7D3C2E}" type="presParOf" srcId="{05F69680-2A38-4CC1-84FC-CCCA725C70A9}" destId="{46A0562B-BEF6-49DF-8D84-530236E23BA6}" srcOrd="1" destOrd="0" presId="urn:microsoft.com/office/officeart/2008/layout/LinedList"/>
    <dgm:cxn modelId="{4178565E-2A72-41C3-868B-0A6946E86598}" type="presParOf" srcId="{C61F46B9-469F-490C-84D0-AB1ACBCAF924}" destId="{E282B721-D1A6-4E81-94FD-BBD2DBF59EE6}" srcOrd="8" destOrd="0" presId="urn:microsoft.com/office/officeart/2008/layout/LinedList"/>
    <dgm:cxn modelId="{870BB5AE-28D8-4B05-A05E-19485F47274D}" type="presParOf" srcId="{C61F46B9-469F-490C-84D0-AB1ACBCAF924}" destId="{C88BE33D-C2A5-4CE3-8663-CEDAA3B9997D}" srcOrd="9" destOrd="0" presId="urn:microsoft.com/office/officeart/2008/layout/LinedList"/>
    <dgm:cxn modelId="{E0546F3A-96A4-4084-9151-C49CE0D72757}" type="presParOf" srcId="{C88BE33D-C2A5-4CE3-8663-CEDAA3B9997D}" destId="{D244991A-BF66-4C19-AB1B-28E70E60BC44}" srcOrd="0" destOrd="0" presId="urn:microsoft.com/office/officeart/2008/layout/LinedList"/>
    <dgm:cxn modelId="{5C1200C3-E868-4DCB-8AE4-C35A5C8441CD}" type="presParOf" srcId="{C88BE33D-C2A5-4CE3-8663-CEDAA3B9997D}" destId="{9BCA5E7C-C251-4E08-B60E-8BDFC906A91B}" srcOrd="1" destOrd="0" presId="urn:microsoft.com/office/officeart/2008/layout/LinedList"/>
    <dgm:cxn modelId="{138FA616-FDA1-45DE-A075-D02940A5B610}" type="presParOf" srcId="{C61F46B9-469F-490C-84D0-AB1ACBCAF924}" destId="{9E143240-7AC8-475B-8432-6644096C1235}" srcOrd="10" destOrd="0" presId="urn:microsoft.com/office/officeart/2008/layout/LinedList"/>
    <dgm:cxn modelId="{DD57BC2C-6D98-4BA1-A143-0EB401D2BEB3}" type="presParOf" srcId="{C61F46B9-469F-490C-84D0-AB1ACBCAF924}" destId="{6FE031B5-10A6-49B8-B017-A13A60B8B281}" srcOrd="11" destOrd="0" presId="urn:microsoft.com/office/officeart/2008/layout/LinedList"/>
    <dgm:cxn modelId="{AAF00E58-8578-4200-8D30-8F960A5983A5}" type="presParOf" srcId="{6FE031B5-10A6-49B8-B017-A13A60B8B281}" destId="{E3F05FC2-009D-4C80-9993-3DEE63A5345B}" srcOrd="0" destOrd="0" presId="urn:microsoft.com/office/officeart/2008/layout/LinedList"/>
    <dgm:cxn modelId="{9386D00A-900D-4080-AEF1-E60A31920D8F}" type="presParOf" srcId="{6FE031B5-10A6-49B8-B017-A13A60B8B281}" destId="{7625123F-CF18-4C7D-8D18-57865E2AB5FC}" srcOrd="1" destOrd="0" presId="urn:microsoft.com/office/officeart/2008/layout/LinedList"/>
    <dgm:cxn modelId="{5AC930F3-3DE6-4D58-915E-E06E8E91BC94}" type="presParOf" srcId="{C61F46B9-469F-490C-84D0-AB1ACBCAF924}" destId="{1848FDBD-20A0-43BE-A22B-DD1D9ECFF986}" srcOrd="12" destOrd="0" presId="urn:microsoft.com/office/officeart/2008/layout/LinedList"/>
    <dgm:cxn modelId="{970FFE5F-4AC8-4447-92A9-58E56AD83939}" type="presParOf" srcId="{C61F46B9-469F-490C-84D0-AB1ACBCAF924}" destId="{DE43D08E-4D9A-491A-9EE3-58CC36AEF3A2}" srcOrd="13" destOrd="0" presId="urn:microsoft.com/office/officeart/2008/layout/LinedList"/>
    <dgm:cxn modelId="{BCE73B7F-D67B-429B-8734-17EF4EC7D6A8}" type="presParOf" srcId="{DE43D08E-4D9A-491A-9EE3-58CC36AEF3A2}" destId="{3483192C-43B1-4C4B-9FAD-BF1ADFC145BD}" srcOrd="0" destOrd="0" presId="urn:microsoft.com/office/officeart/2008/layout/LinedList"/>
    <dgm:cxn modelId="{D9921130-01AC-449F-9278-761FAD20DC07}" type="presParOf" srcId="{DE43D08E-4D9A-491A-9EE3-58CC36AEF3A2}" destId="{7CD058D0-2A81-41FC-B05E-DBA6E540A747}" srcOrd="1" destOrd="0" presId="urn:microsoft.com/office/officeart/2008/layout/LinedList"/>
    <dgm:cxn modelId="{C9712162-AE09-4B49-9B9E-00EECCA56209}" type="presParOf" srcId="{C61F46B9-469F-490C-84D0-AB1ACBCAF924}" destId="{025A87B7-9DB3-46DF-8E17-A4CA2EA846F5}" srcOrd="14" destOrd="0" presId="urn:microsoft.com/office/officeart/2008/layout/LinedList"/>
    <dgm:cxn modelId="{EE316ACF-9193-4A66-8EAE-F0ADE94A3FD5}" type="presParOf" srcId="{C61F46B9-469F-490C-84D0-AB1ACBCAF924}" destId="{3AEE8098-B209-4875-9E68-816AE5470EAA}" srcOrd="15" destOrd="0" presId="urn:microsoft.com/office/officeart/2008/layout/LinedList"/>
    <dgm:cxn modelId="{91483C85-B57D-4FCB-B1DE-8C520F032A8E}" type="presParOf" srcId="{3AEE8098-B209-4875-9E68-816AE5470EAA}" destId="{4542BB0F-7955-4CC7-9DF9-1C154781A97F}" srcOrd="0" destOrd="0" presId="urn:microsoft.com/office/officeart/2008/layout/LinedList"/>
    <dgm:cxn modelId="{1EE5C145-1105-4F0E-9B69-8E206984F7C5}" type="presParOf" srcId="{3AEE8098-B209-4875-9E68-816AE5470EAA}" destId="{701853B5-AB48-42F9-86FC-89663B1FC5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FE0CC1-B4BC-4C22-A027-0A1E7BACDF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2E2CF7-0235-4187-9E2A-C312356CE7CD}">
      <dgm:prSet/>
      <dgm:spPr/>
      <dgm:t>
        <a:bodyPr/>
        <a:lstStyle/>
        <a:p>
          <a:r>
            <a:rPr lang="pl-PL" b="1"/>
            <a:t>Rzeczywistość projektować</a:t>
          </a:r>
          <a:r>
            <a:rPr lang="en-US" b="1"/>
            <a:t> wygląda nieco inaczej</a:t>
          </a:r>
          <a:r>
            <a:rPr lang="pl-PL" b="1"/>
            <a:t>:</a:t>
          </a:r>
          <a:endParaRPr lang="en-US"/>
        </a:p>
      </dgm:t>
    </dgm:pt>
    <dgm:pt modelId="{FE1637EC-3FA7-4569-87AE-451EE768E4F1}" type="parTrans" cxnId="{D45D88A6-752E-4A05-A8BE-95B8E58EBFF8}">
      <dgm:prSet/>
      <dgm:spPr/>
      <dgm:t>
        <a:bodyPr/>
        <a:lstStyle/>
        <a:p>
          <a:endParaRPr lang="en-US"/>
        </a:p>
      </dgm:t>
    </dgm:pt>
    <dgm:pt modelId="{AC8F4814-6353-4648-ABB1-E4C164E20C50}" type="sibTrans" cxnId="{D45D88A6-752E-4A05-A8BE-95B8E58EBFF8}">
      <dgm:prSet/>
      <dgm:spPr/>
      <dgm:t>
        <a:bodyPr/>
        <a:lstStyle/>
        <a:p>
          <a:endParaRPr lang="en-US"/>
        </a:p>
      </dgm:t>
    </dgm:pt>
    <dgm:pt modelId="{496806EA-FD50-4D4E-96A1-DE105F546331}">
      <dgm:prSet/>
      <dgm:spPr/>
      <dgm:t>
        <a:bodyPr/>
        <a:lstStyle/>
        <a:p>
          <a:r>
            <a:rPr lang="pl-PL" dirty="0"/>
            <a:t>1 osoba = wiele ról </a:t>
          </a:r>
          <a:endParaRPr lang="en-US" dirty="0"/>
        </a:p>
      </dgm:t>
    </dgm:pt>
    <dgm:pt modelId="{238C41BF-BDB3-43FA-A064-229875DE68B1}" type="parTrans" cxnId="{4EA9A295-3C33-4222-81B5-E95C550BFC13}">
      <dgm:prSet/>
      <dgm:spPr/>
      <dgm:t>
        <a:bodyPr/>
        <a:lstStyle/>
        <a:p>
          <a:endParaRPr lang="en-US"/>
        </a:p>
      </dgm:t>
    </dgm:pt>
    <dgm:pt modelId="{60F9D778-3EA4-4F4C-867D-ECAEF34F0354}" type="sibTrans" cxnId="{4EA9A295-3C33-4222-81B5-E95C550BFC13}">
      <dgm:prSet/>
      <dgm:spPr/>
      <dgm:t>
        <a:bodyPr/>
        <a:lstStyle/>
        <a:p>
          <a:endParaRPr lang="en-US"/>
        </a:p>
      </dgm:t>
    </dgm:pt>
    <dgm:pt modelId="{951B9A7E-7DE0-40A9-882F-5C896E440FBE}">
      <dgm:prSet/>
      <dgm:spPr/>
      <dgm:t>
        <a:bodyPr/>
        <a:lstStyle/>
        <a:p>
          <a:r>
            <a:rPr lang="pl-PL"/>
            <a:t>1 rola = wiele osób </a:t>
          </a:r>
          <a:endParaRPr lang="en-US"/>
        </a:p>
      </dgm:t>
    </dgm:pt>
    <dgm:pt modelId="{E486F2DB-98F5-4B27-918E-47ABF3919D91}" type="parTrans" cxnId="{B4E808B9-6402-4F70-AA7C-58795F7312D8}">
      <dgm:prSet/>
      <dgm:spPr/>
      <dgm:t>
        <a:bodyPr/>
        <a:lstStyle/>
        <a:p>
          <a:endParaRPr lang="en-US"/>
        </a:p>
      </dgm:t>
    </dgm:pt>
    <dgm:pt modelId="{A5964B80-56D8-4444-A16E-F090EF9AF9A6}" type="sibTrans" cxnId="{B4E808B9-6402-4F70-AA7C-58795F7312D8}">
      <dgm:prSet/>
      <dgm:spPr/>
      <dgm:t>
        <a:bodyPr/>
        <a:lstStyle/>
        <a:p>
          <a:endParaRPr lang="en-US"/>
        </a:p>
      </dgm:t>
    </dgm:pt>
    <dgm:pt modelId="{4A1C31B6-AB3B-47EC-BD10-C20576643BCA}">
      <dgm:prSet/>
      <dgm:spPr/>
      <dgm:t>
        <a:bodyPr/>
        <a:lstStyle/>
        <a:p>
          <a:r>
            <a:rPr lang="pl-PL" dirty="0"/>
            <a:t>Role zmieniają się w czasie</a:t>
          </a:r>
          <a:r>
            <a:rPr lang="en-US" dirty="0"/>
            <a:t> w </a:t>
          </a:r>
          <a:r>
            <a:rPr lang="en-US" dirty="0" err="1"/>
            <a:t>zależności</a:t>
          </a:r>
          <a:r>
            <a:rPr lang="en-US" dirty="0"/>
            <a:t> od </a:t>
          </a:r>
          <a:r>
            <a:rPr lang="en-US" dirty="0" err="1"/>
            <a:t>potrzeb</a:t>
          </a:r>
          <a:endParaRPr lang="en-US" dirty="0"/>
        </a:p>
      </dgm:t>
    </dgm:pt>
    <dgm:pt modelId="{03576D95-8CF0-4700-8593-79EBAB5CB9F4}" type="parTrans" cxnId="{11E175D5-2765-429F-AC6B-A56B8EA752E7}">
      <dgm:prSet/>
      <dgm:spPr/>
      <dgm:t>
        <a:bodyPr/>
        <a:lstStyle/>
        <a:p>
          <a:endParaRPr lang="en-US"/>
        </a:p>
      </dgm:t>
    </dgm:pt>
    <dgm:pt modelId="{83A2482C-E912-4CA7-BC93-C101377F806B}" type="sibTrans" cxnId="{11E175D5-2765-429F-AC6B-A56B8EA752E7}">
      <dgm:prSet/>
      <dgm:spPr/>
      <dgm:t>
        <a:bodyPr/>
        <a:lstStyle/>
        <a:p>
          <a:endParaRPr lang="en-US"/>
        </a:p>
      </dgm:t>
    </dgm:pt>
    <dgm:pt modelId="{7053E668-EEA3-4809-BD42-BDC2FC4ED046}" type="pres">
      <dgm:prSet presAssocID="{9AFE0CC1-B4BC-4C22-A027-0A1E7BACDFDE}" presName="linear" presStyleCnt="0">
        <dgm:presLayoutVars>
          <dgm:animLvl val="lvl"/>
          <dgm:resizeHandles val="exact"/>
        </dgm:presLayoutVars>
      </dgm:prSet>
      <dgm:spPr/>
    </dgm:pt>
    <dgm:pt modelId="{051E1B57-44B2-4674-A697-E4A17171DC11}" type="pres">
      <dgm:prSet presAssocID="{782E2CF7-0235-4187-9E2A-C312356CE7C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8334BD-ADD8-4B27-8A5A-3AABCA9D2EEE}" type="pres">
      <dgm:prSet presAssocID="{AC8F4814-6353-4648-ABB1-E4C164E20C50}" presName="spacer" presStyleCnt="0"/>
      <dgm:spPr/>
    </dgm:pt>
    <dgm:pt modelId="{1FF58330-947E-4520-A127-2EC95EEC8FF3}" type="pres">
      <dgm:prSet presAssocID="{496806EA-FD50-4D4E-96A1-DE105F54633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3FBE0F6-5660-4BB5-84B5-3F6059E8F45D}" type="pres">
      <dgm:prSet presAssocID="{60F9D778-3EA4-4F4C-867D-ECAEF34F0354}" presName="spacer" presStyleCnt="0"/>
      <dgm:spPr/>
    </dgm:pt>
    <dgm:pt modelId="{B984719C-522B-4D02-8A6A-F52A7F4292BD}" type="pres">
      <dgm:prSet presAssocID="{951B9A7E-7DE0-40A9-882F-5C896E440F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DCFA874-F722-4735-B234-A95CAA1F99CF}" type="pres">
      <dgm:prSet presAssocID="{A5964B80-56D8-4444-A16E-F090EF9AF9A6}" presName="spacer" presStyleCnt="0"/>
      <dgm:spPr/>
    </dgm:pt>
    <dgm:pt modelId="{098A2434-AE64-441C-87B0-65D45F6E3C42}" type="pres">
      <dgm:prSet presAssocID="{4A1C31B6-AB3B-47EC-BD10-C20576643BC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D9E7370-874B-4DE9-B72A-265430F68557}" type="presOf" srcId="{782E2CF7-0235-4187-9E2A-C312356CE7CD}" destId="{051E1B57-44B2-4674-A697-E4A17171DC11}" srcOrd="0" destOrd="0" presId="urn:microsoft.com/office/officeart/2005/8/layout/vList2"/>
    <dgm:cxn modelId="{6FAC7C79-F5FD-4247-B6FB-EE5652DE8FEC}" type="presOf" srcId="{496806EA-FD50-4D4E-96A1-DE105F546331}" destId="{1FF58330-947E-4520-A127-2EC95EEC8FF3}" srcOrd="0" destOrd="0" presId="urn:microsoft.com/office/officeart/2005/8/layout/vList2"/>
    <dgm:cxn modelId="{ACFA148E-D95A-40BF-83EF-4DD92D289ECB}" type="presOf" srcId="{9AFE0CC1-B4BC-4C22-A027-0A1E7BACDFDE}" destId="{7053E668-EEA3-4809-BD42-BDC2FC4ED046}" srcOrd="0" destOrd="0" presId="urn:microsoft.com/office/officeart/2005/8/layout/vList2"/>
    <dgm:cxn modelId="{4EA9A295-3C33-4222-81B5-E95C550BFC13}" srcId="{9AFE0CC1-B4BC-4C22-A027-0A1E7BACDFDE}" destId="{496806EA-FD50-4D4E-96A1-DE105F546331}" srcOrd="1" destOrd="0" parTransId="{238C41BF-BDB3-43FA-A064-229875DE68B1}" sibTransId="{60F9D778-3EA4-4F4C-867D-ECAEF34F0354}"/>
    <dgm:cxn modelId="{D45D88A6-752E-4A05-A8BE-95B8E58EBFF8}" srcId="{9AFE0CC1-B4BC-4C22-A027-0A1E7BACDFDE}" destId="{782E2CF7-0235-4187-9E2A-C312356CE7CD}" srcOrd="0" destOrd="0" parTransId="{FE1637EC-3FA7-4569-87AE-451EE768E4F1}" sibTransId="{AC8F4814-6353-4648-ABB1-E4C164E20C50}"/>
    <dgm:cxn modelId="{3FA9D7B3-B6EB-42CC-868E-E9948E583CA6}" type="presOf" srcId="{4A1C31B6-AB3B-47EC-BD10-C20576643BCA}" destId="{098A2434-AE64-441C-87B0-65D45F6E3C42}" srcOrd="0" destOrd="0" presId="urn:microsoft.com/office/officeart/2005/8/layout/vList2"/>
    <dgm:cxn modelId="{B4E808B9-6402-4F70-AA7C-58795F7312D8}" srcId="{9AFE0CC1-B4BC-4C22-A027-0A1E7BACDFDE}" destId="{951B9A7E-7DE0-40A9-882F-5C896E440FBE}" srcOrd="2" destOrd="0" parTransId="{E486F2DB-98F5-4B27-918E-47ABF3919D91}" sibTransId="{A5964B80-56D8-4444-A16E-F090EF9AF9A6}"/>
    <dgm:cxn modelId="{EF2704CE-54D3-4E25-A949-94AFCFA08012}" type="presOf" srcId="{951B9A7E-7DE0-40A9-882F-5C896E440FBE}" destId="{B984719C-522B-4D02-8A6A-F52A7F4292BD}" srcOrd="0" destOrd="0" presId="urn:microsoft.com/office/officeart/2005/8/layout/vList2"/>
    <dgm:cxn modelId="{11E175D5-2765-429F-AC6B-A56B8EA752E7}" srcId="{9AFE0CC1-B4BC-4C22-A027-0A1E7BACDFDE}" destId="{4A1C31B6-AB3B-47EC-BD10-C20576643BCA}" srcOrd="3" destOrd="0" parTransId="{03576D95-8CF0-4700-8593-79EBAB5CB9F4}" sibTransId="{83A2482C-E912-4CA7-BC93-C101377F806B}"/>
    <dgm:cxn modelId="{458AC371-7E37-400B-B0C8-2F5314B42314}" type="presParOf" srcId="{7053E668-EEA3-4809-BD42-BDC2FC4ED046}" destId="{051E1B57-44B2-4674-A697-E4A17171DC11}" srcOrd="0" destOrd="0" presId="urn:microsoft.com/office/officeart/2005/8/layout/vList2"/>
    <dgm:cxn modelId="{860E1C56-0A8D-4C97-A84C-346FB06363A9}" type="presParOf" srcId="{7053E668-EEA3-4809-BD42-BDC2FC4ED046}" destId="{3F8334BD-ADD8-4B27-8A5A-3AABCA9D2EEE}" srcOrd="1" destOrd="0" presId="urn:microsoft.com/office/officeart/2005/8/layout/vList2"/>
    <dgm:cxn modelId="{4E2AE703-BD5E-42E5-BAC4-45EC1154C407}" type="presParOf" srcId="{7053E668-EEA3-4809-BD42-BDC2FC4ED046}" destId="{1FF58330-947E-4520-A127-2EC95EEC8FF3}" srcOrd="2" destOrd="0" presId="urn:microsoft.com/office/officeart/2005/8/layout/vList2"/>
    <dgm:cxn modelId="{1FB2E96C-6AC6-4D68-984B-BD3F6F13748C}" type="presParOf" srcId="{7053E668-EEA3-4809-BD42-BDC2FC4ED046}" destId="{C3FBE0F6-5660-4BB5-84B5-3F6059E8F45D}" srcOrd="3" destOrd="0" presId="urn:microsoft.com/office/officeart/2005/8/layout/vList2"/>
    <dgm:cxn modelId="{4BBF8593-9F18-4DB2-AE27-B6852E5B9DF1}" type="presParOf" srcId="{7053E668-EEA3-4809-BD42-BDC2FC4ED046}" destId="{B984719C-522B-4D02-8A6A-F52A7F4292BD}" srcOrd="4" destOrd="0" presId="urn:microsoft.com/office/officeart/2005/8/layout/vList2"/>
    <dgm:cxn modelId="{7BF065B2-CEAB-46DD-84A1-3F4DD5CFB370}" type="presParOf" srcId="{7053E668-EEA3-4809-BD42-BDC2FC4ED046}" destId="{BDCFA874-F722-4735-B234-A95CAA1F99CF}" srcOrd="5" destOrd="0" presId="urn:microsoft.com/office/officeart/2005/8/layout/vList2"/>
    <dgm:cxn modelId="{51F07CF6-20F3-4F99-A545-8C9392F291A7}" type="presParOf" srcId="{7053E668-EEA3-4809-BD42-BDC2FC4ED046}" destId="{098A2434-AE64-441C-87B0-65D45F6E3C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1C2A6A-49C1-4DFD-A630-5ABA761812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916869-4E9C-4497-B395-B4FA6D447D21}">
      <dgm:prSet/>
      <dgm:spPr/>
      <dgm:t>
        <a:bodyPr/>
        <a:lstStyle/>
        <a:p>
          <a:r>
            <a:rPr lang="pl-PL" b="1"/>
            <a:t>Mały projekt:</a:t>
          </a:r>
          <a:endParaRPr lang="en-US"/>
        </a:p>
      </dgm:t>
    </dgm:pt>
    <dgm:pt modelId="{51D572A8-8292-48A6-8E75-976172866612}" type="parTrans" cxnId="{70570B45-2FBC-4A76-A033-21D53B0447E7}">
      <dgm:prSet/>
      <dgm:spPr/>
      <dgm:t>
        <a:bodyPr/>
        <a:lstStyle/>
        <a:p>
          <a:endParaRPr lang="en-US"/>
        </a:p>
      </dgm:t>
    </dgm:pt>
    <dgm:pt modelId="{C1CEE0F6-BEC3-42C0-90DF-940820B7DAFA}" type="sibTrans" cxnId="{70570B45-2FBC-4A76-A033-21D53B0447E7}">
      <dgm:prSet/>
      <dgm:spPr/>
      <dgm:t>
        <a:bodyPr/>
        <a:lstStyle/>
        <a:p>
          <a:endParaRPr lang="en-US"/>
        </a:p>
      </dgm:t>
    </dgm:pt>
    <dgm:pt modelId="{3C9990EE-C23A-49E6-956C-C793D7310755}">
      <dgm:prSet/>
      <dgm:spPr/>
      <dgm:t>
        <a:bodyPr/>
        <a:lstStyle/>
        <a:p>
          <a:r>
            <a:rPr lang="pl-PL"/>
            <a:t>prosty zespół </a:t>
          </a:r>
          <a:endParaRPr lang="en-US"/>
        </a:p>
      </dgm:t>
    </dgm:pt>
    <dgm:pt modelId="{C3032D29-08B9-4909-B0E9-29827FEBE35C}" type="parTrans" cxnId="{E607356F-AE64-474A-92A8-648D82D43A5E}">
      <dgm:prSet/>
      <dgm:spPr/>
      <dgm:t>
        <a:bodyPr/>
        <a:lstStyle/>
        <a:p>
          <a:endParaRPr lang="en-US"/>
        </a:p>
      </dgm:t>
    </dgm:pt>
    <dgm:pt modelId="{7BEDC36B-A8DA-4EF2-BC75-0950BE446937}" type="sibTrans" cxnId="{E607356F-AE64-474A-92A8-648D82D43A5E}">
      <dgm:prSet/>
      <dgm:spPr/>
      <dgm:t>
        <a:bodyPr/>
        <a:lstStyle/>
        <a:p>
          <a:endParaRPr lang="en-US"/>
        </a:p>
      </dgm:t>
    </dgm:pt>
    <dgm:pt modelId="{399CA76B-EED9-4162-A289-EE9D1DFF9E94}">
      <dgm:prSet/>
      <dgm:spPr/>
      <dgm:t>
        <a:bodyPr/>
        <a:lstStyle/>
        <a:p>
          <a:r>
            <a:rPr lang="pl-PL"/>
            <a:t>mniej ról </a:t>
          </a:r>
          <a:endParaRPr lang="en-US"/>
        </a:p>
      </dgm:t>
    </dgm:pt>
    <dgm:pt modelId="{6518BD21-731F-4DE2-B356-3AC7BA4D9CB6}" type="parTrans" cxnId="{F89A71DB-36B5-4DDC-A66A-1A268BEA2C57}">
      <dgm:prSet/>
      <dgm:spPr/>
      <dgm:t>
        <a:bodyPr/>
        <a:lstStyle/>
        <a:p>
          <a:endParaRPr lang="en-US"/>
        </a:p>
      </dgm:t>
    </dgm:pt>
    <dgm:pt modelId="{89E8DAFC-E28A-40A1-B693-A46E4498B9E6}" type="sibTrans" cxnId="{F89A71DB-36B5-4DDC-A66A-1A268BEA2C57}">
      <dgm:prSet/>
      <dgm:spPr/>
      <dgm:t>
        <a:bodyPr/>
        <a:lstStyle/>
        <a:p>
          <a:endParaRPr lang="en-US"/>
        </a:p>
      </dgm:t>
    </dgm:pt>
    <dgm:pt modelId="{53F2BE9B-B4AA-4C47-88F8-36AA454A4338}">
      <dgm:prSet/>
      <dgm:spPr/>
      <dgm:t>
        <a:bodyPr/>
        <a:lstStyle/>
        <a:p>
          <a:r>
            <a:rPr lang="pl-PL"/>
            <a:t>szybkie decyzje</a:t>
          </a:r>
          <a:endParaRPr lang="en-US"/>
        </a:p>
      </dgm:t>
    </dgm:pt>
    <dgm:pt modelId="{C81B1DAE-2934-4879-874A-B16D094E7592}" type="parTrans" cxnId="{5F1EF645-C549-41AC-BBDF-3BA96C1D4F1D}">
      <dgm:prSet/>
      <dgm:spPr/>
      <dgm:t>
        <a:bodyPr/>
        <a:lstStyle/>
        <a:p>
          <a:endParaRPr lang="en-US"/>
        </a:p>
      </dgm:t>
    </dgm:pt>
    <dgm:pt modelId="{9A8D2DCE-072F-4366-A659-E5319F136105}" type="sibTrans" cxnId="{5F1EF645-C549-41AC-BBDF-3BA96C1D4F1D}">
      <dgm:prSet/>
      <dgm:spPr/>
      <dgm:t>
        <a:bodyPr/>
        <a:lstStyle/>
        <a:p>
          <a:endParaRPr lang="en-US"/>
        </a:p>
      </dgm:t>
    </dgm:pt>
    <dgm:pt modelId="{EA111735-4FCC-4D86-A04A-050789D933D1}">
      <dgm:prSet/>
      <dgm:spPr/>
      <dgm:t>
        <a:bodyPr/>
        <a:lstStyle/>
        <a:p>
          <a:r>
            <a:rPr lang="pl-PL" b="1"/>
            <a:t>Duży projekt:</a:t>
          </a:r>
          <a:endParaRPr lang="en-US"/>
        </a:p>
      </dgm:t>
    </dgm:pt>
    <dgm:pt modelId="{4D3035C9-4470-425B-84C1-62F85DCD883B}" type="parTrans" cxnId="{4A0CB8FA-2974-4D34-9F3F-9C7A5A85CE52}">
      <dgm:prSet/>
      <dgm:spPr/>
      <dgm:t>
        <a:bodyPr/>
        <a:lstStyle/>
        <a:p>
          <a:endParaRPr lang="en-US"/>
        </a:p>
      </dgm:t>
    </dgm:pt>
    <dgm:pt modelId="{8FD914F9-6F41-4A93-AD53-D886FCF5036E}" type="sibTrans" cxnId="{4A0CB8FA-2974-4D34-9F3F-9C7A5A85CE52}">
      <dgm:prSet/>
      <dgm:spPr/>
      <dgm:t>
        <a:bodyPr/>
        <a:lstStyle/>
        <a:p>
          <a:endParaRPr lang="en-US"/>
        </a:p>
      </dgm:t>
    </dgm:pt>
    <dgm:pt modelId="{C72625B9-C1C0-47AB-8450-A5540273A8A5}">
      <dgm:prSet/>
      <dgm:spPr/>
      <dgm:t>
        <a:bodyPr/>
        <a:lstStyle/>
        <a:p>
          <a:r>
            <a:rPr lang="pl-PL"/>
            <a:t>wiele zespołów </a:t>
          </a:r>
          <a:endParaRPr lang="en-US"/>
        </a:p>
      </dgm:t>
    </dgm:pt>
    <dgm:pt modelId="{0F95E3F1-60A7-4B0A-A08B-5DFCF776F6DC}" type="parTrans" cxnId="{AD2FDE01-7B5B-4FAA-BCBF-AFACD8451B0A}">
      <dgm:prSet/>
      <dgm:spPr/>
      <dgm:t>
        <a:bodyPr/>
        <a:lstStyle/>
        <a:p>
          <a:endParaRPr lang="en-US"/>
        </a:p>
      </dgm:t>
    </dgm:pt>
    <dgm:pt modelId="{EB790ECA-7202-4B01-A37B-4B104ED3E92B}" type="sibTrans" cxnId="{AD2FDE01-7B5B-4FAA-BCBF-AFACD8451B0A}">
      <dgm:prSet/>
      <dgm:spPr/>
      <dgm:t>
        <a:bodyPr/>
        <a:lstStyle/>
        <a:p>
          <a:endParaRPr lang="en-US"/>
        </a:p>
      </dgm:t>
    </dgm:pt>
    <dgm:pt modelId="{522AE33D-2888-4677-B2B1-9B88A755A220}">
      <dgm:prSet/>
      <dgm:spPr/>
      <dgm:t>
        <a:bodyPr/>
        <a:lstStyle/>
        <a:p>
          <a:r>
            <a:rPr lang="pl-PL" dirty="0"/>
            <a:t>więcej ról </a:t>
          </a:r>
          <a:endParaRPr lang="en-US" dirty="0"/>
        </a:p>
        <a:p>
          <a:r>
            <a:rPr lang="pl-PL" dirty="0"/>
            <a:t>(np. architekt, liderzy) </a:t>
          </a:r>
          <a:endParaRPr lang="en-US" dirty="0"/>
        </a:p>
      </dgm:t>
    </dgm:pt>
    <dgm:pt modelId="{32E5D720-A993-4961-9DED-9E911709EDEA}" type="parTrans" cxnId="{DFD5D324-9302-4C9F-BDB3-16EE5B55D040}">
      <dgm:prSet/>
      <dgm:spPr/>
      <dgm:t>
        <a:bodyPr/>
        <a:lstStyle/>
        <a:p>
          <a:endParaRPr lang="en-US"/>
        </a:p>
      </dgm:t>
    </dgm:pt>
    <dgm:pt modelId="{65A4D144-9EB8-4CBF-A621-1E4276952A8D}" type="sibTrans" cxnId="{DFD5D324-9302-4C9F-BDB3-16EE5B55D040}">
      <dgm:prSet/>
      <dgm:spPr/>
      <dgm:t>
        <a:bodyPr/>
        <a:lstStyle/>
        <a:p>
          <a:endParaRPr lang="en-US"/>
        </a:p>
      </dgm:t>
    </dgm:pt>
    <dgm:pt modelId="{DF9652CB-DA2E-4928-9722-1D27AE068286}">
      <dgm:prSet/>
      <dgm:spPr/>
      <dgm:t>
        <a:bodyPr/>
        <a:lstStyle/>
        <a:p>
          <a:r>
            <a:rPr lang="pl-PL"/>
            <a:t>formalne procesy</a:t>
          </a:r>
          <a:endParaRPr lang="en-US"/>
        </a:p>
      </dgm:t>
    </dgm:pt>
    <dgm:pt modelId="{70670BB3-6084-4D66-A4E1-E54C1F7A33A3}" type="parTrans" cxnId="{D12E2DE7-BEE7-430E-8CE8-5B33AF9C6AC4}">
      <dgm:prSet/>
      <dgm:spPr/>
      <dgm:t>
        <a:bodyPr/>
        <a:lstStyle/>
        <a:p>
          <a:endParaRPr lang="en-US"/>
        </a:p>
      </dgm:t>
    </dgm:pt>
    <dgm:pt modelId="{961B0EF8-33C7-4444-8C75-112A023813A2}" type="sibTrans" cxnId="{D12E2DE7-BEE7-430E-8CE8-5B33AF9C6AC4}">
      <dgm:prSet/>
      <dgm:spPr/>
      <dgm:t>
        <a:bodyPr/>
        <a:lstStyle/>
        <a:p>
          <a:endParaRPr lang="en-US"/>
        </a:p>
      </dgm:t>
    </dgm:pt>
    <dgm:pt modelId="{D57EC77E-E053-4249-AAE8-586424435428}" type="pres">
      <dgm:prSet presAssocID="{8D1C2A6A-49C1-4DFD-A630-5ABA7618124D}" presName="diagram" presStyleCnt="0">
        <dgm:presLayoutVars>
          <dgm:dir/>
          <dgm:resizeHandles val="exact"/>
        </dgm:presLayoutVars>
      </dgm:prSet>
      <dgm:spPr/>
    </dgm:pt>
    <dgm:pt modelId="{A75B94F5-00D7-4041-845E-9702FEA267CC}" type="pres">
      <dgm:prSet presAssocID="{4C916869-4E9C-4497-B395-B4FA6D447D21}" presName="node" presStyleLbl="node1" presStyleIdx="0" presStyleCnt="8">
        <dgm:presLayoutVars>
          <dgm:bulletEnabled val="1"/>
        </dgm:presLayoutVars>
      </dgm:prSet>
      <dgm:spPr/>
    </dgm:pt>
    <dgm:pt modelId="{BA6A3E74-578D-4933-B079-3CA06953FFC0}" type="pres">
      <dgm:prSet presAssocID="{C1CEE0F6-BEC3-42C0-90DF-940820B7DAFA}" presName="sibTrans" presStyleCnt="0"/>
      <dgm:spPr/>
    </dgm:pt>
    <dgm:pt modelId="{038353DD-18D2-4ACF-8699-4AF4D11EDCCF}" type="pres">
      <dgm:prSet presAssocID="{3C9990EE-C23A-49E6-956C-C793D7310755}" presName="node" presStyleLbl="node1" presStyleIdx="1" presStyleCnt="8">
        <dgm:presLayoutVars>
          <dgm:bulletEnabled val="1"/>
        </dgm:presLayoutVars>
      </dgm:prSet>
      <dgm:spPr/>
    </dgm:pt>
    <dgm:pt modelId="{160C3BFF-2220-473D-B58E-4B77C512AD0C}" type="pres">
      <dgm:prSet presAssocID="{7BEDC36B-A8DA-4EF2-BC75-0950BE446937}" presName="sibTrans" presStyleCnt="0"/>
      <dgm:spPr/>
    </dgm:pt>
    <dgm:pt modelId="{FC1030BF-D1D2-45CA-9A02-6515CD33AAAE}" type="pres">
      <dgm:prSet presAssocID="{399CA76B-EED9-4162-A289-EE9D1DFF9E94}" presName="node" presStyleLbl="node1" presStyleIdx="2" presStyleCnt="8">
        <dgm:presLayoutVars>
          <dgm:bulletEnabled val="1"/>
        </dgm:presLayoutVars>
      </dgm:prSet>
      <dgm:spPr/>
    </dgm:pt>
    <dgm:pt modelId="{C50455C0-F9AD-4F40-A72A-3EDDD1583D80}" type="pres">
      <dgm:prSet presAssocID="{89E8DAFC-E28A-40A1-B693-A46E4498B9E6}" presName="sibTrans" presStyleCnt="0"/>
      <dgm:spPr/>
    </dgm:pt>
    <dgm:pt modelId="{1C6C7261-93DC-412E-8DE1-3DE07A2D956B}" type="pres">
      <dgm:prSet presAssocID="{53F2BE9B-B4AA-4C47-88F8-36AA454A4338}" presName="node" presStyleLbl="node1" presStyleIdx="3" presStyleCnt="8">
        <dgm:presLayoutVars>
          <dgm:bulletEnabled val="1"/>
        </dgm:presLayoutVars>
      </dgm:prSet>
      <dgm:spPr/>
    </dgm:pt>
    <dgm:pt modelId="{0D882F55-65AD-426C-98F2-0CF8C97CF37F}" type="pres">
      <dgm:prSet presAssocID="{9A8D2DCE-072F-4366-A659-E5319F136105}" presName="sibTrans" presStyleCnt="0"/>
      <dgm:spPr/>
    </dgm:pt>
    <dgm:pt modelId="{942EEA6C-DCBA-42D7-829F-832AFA227421}" type="pres">
      <dgm:prSet presAssocID="{EA111735-4FCC-4D86-A04A-050789D933D1}" presName="node" presStyleLbl="node1" presStyleIdx="4" presStyleCnt="8">
        <dgm:presLayoutVars>
          <dgm:bulletEnabled val="1"/>
        </dgm:presLayoutVars>
      </dgm:prSet>
      <dgm:spPr/>
    </dgm:pt>
    <dgm:pt modelId="{80C29C89-559F-4FDA-9760-38E96E37C73B}" type="pres">
      <dgm:prSet presAssocID="{8FD914F9-6F41-4A93-AD53-D886FCF5036E}" presName="sibTrans" presStyleCnt="0"/>
      <dgm:spPr/>
    </dgm:pt>
    <dgm:pt modelId="{E000063A-A6E3-4729-827E-7761533E922F}" type="pres">
      <dgm:prSet presAssocID="{C72625B9-C1C0-47AB-8450-A5540273A8A5}" presName="node" presStyleLbl="node1" presStyleIdx="5" presStyleCnt="8">
        <dgm:presLayoutVars>
          <dgm:bulletEnabled val="1"/>
        </dgm:presLayoutVars>
      </dgm:prSet>
      <dgm:spPr/>
    </dgm:pt>
    <dgm:pt modelId="{AEB57F7A-1985-4C1A-9854-4C9877807BE3}" type="pres">
      <dgm:prSet presAssocID="{EB790ECA-7202-4B01-A37B-4B104ED3E92B}" presName="sibTrans" presStyleCnt="0"/>
      <dgm:spPr/>
    </dgm:pt>
    <dgm:pt modelId="{D3B6D12F-9415-4B11-8188-9A5D3F841D4D}" type="pres">
      <dgm:prSet presAssocID="{522AE33D-2888-4677-B2B1-9B88A755A220}" presName="node" presStyleLbl="node1" presStyleIdx="6" presStyleCnt="8">
        <dgm:presLayoutVars>
          <dgm:bulletEnabled val="1"/>
        </dgm:presLayoutVars>
      </dgm:prSet>
      <dgm:spPr/>
    </dgm:pt>
    <dgm:pt modelId="{AA1ACEA7-62C1-47DE-A056-02699A42B1F0}" type="pres">
      <dgm:prSet presAssocID="{65A4D144-9EB8-4CBF-A621-1E4276952A8D}" presName="sibTrans" presStyleCnt="0"/>
      <dgm:spPr/>
    </dgm:pt>
    <dgm:pt modelId="{4378A32A-76E1-4236-94BA-6A80A014EFD4}" type="pres">
      <dgm:prSet presAssocID="{DF9652CB-DA2E-4928-9722-1D27AE068286}" presName="node" presStyleLbl="node1" presStyleIdx="7" presStyleCnt="8">
        <dgm:presLayoutVars>
          <dgm:bulletEnabled val="1"/>
        </dgm:presLayoutVars>
      </dgm:prSet>
      <dgm:spPr/>
    </dgm:pt>
  </dgm:ptLst>
  <dgm:cxnLst>
    <dgm:cxn modelId="{AD2FDE01-7B5B-4FAA-BCBF-AFACD8451B0A}" srcId="{8D1C2A6A-49C1-4DFD-A630-5ABA7618124D}" destId="{C72625B9-C1C0-47AB-8450-A5540273A8A5}" srcOrd="5" destOrd="0" parTransId="{0F95E3F1-60A7-4B0A-A08B-5DFCF776F6DC}" sibTransId="{EB790ECA-7202-4B01-A37B-4B104ED3E92B}"/>
    <dgm:cxn modelId="{DFD5D324-9302-4C9F-BDB3-16EE5B55D040}" srcId="{8D1C2A6A-49C1-4DFD-A630-5ABA7618124D}" destId="{522AE33D-2888-4677-B2B1-9B88A755A220}" srcOrd="6" destOrd="0" parTransId="{32E5D720-A993-4961-9DED-9E911709EDEA}" sibTransId="{65A4D144-9EB8-4CBF-A621-1E4276952A8D}"/>
    <dgm:cxn modelId="{70570B45-2FBC-4A76-A033-21D53B0447E7}" srcId="{8D1C2A6A-49C1-4DFD-A630-5ABA7618124D}" destId="{4C916869-4E9C-4497-B395-B4FA6D447D21}" srcOrd="0" destOrd="0" parTransId="{51D572A8-8292-48A6-8E75-976172866612}" sibTransId="{C1CEE0F6-BEC3-42C0-90DF-940820B7DAFA}"/>
    <dgm:cxn modelId="{5F1EF645-C549-41AC-BBDF-3BA96C1D4F1D}" srcId="{8D1C2A6A-49C1-4DFD-A630-5ABA7618124D}" destId="{53F2BE9B-B4AA-4C47-88F8-36AA454A4338}" srcOrd="3" destOrd="0" parTransId="{C81B1DAE-2934-4879-874A-B16D094E7592}" sibTransId="{9A8D2DCE-072F-4366-A659-E5319F136105}"/>
    <dgm:cxn modelId="{52890D47-71FE-4EA9-934C-3DFC818CE413}" type="presOf" srcId="{8D1C2A6A-49C1-4DFD-A630-5ABA7618124D}" destId="{D57EC77E-E053-4249-AAE8-586424435428}" srcOrd="0" destOrd="0" presId="urn:microsoft.com/office/officeart/2005/8/layout/default"/>
    <dgm:cxn modelId="{3C8DF94C-3DF9-4065-AFD9-E94C9FE5A114}" type="presOf" srcId="{3C9990EE-C23A-49E6-956C-C793D7310755}" destId="{038353DD-18D2-4ACF-8699-4AF4D11EDCCF}" srcOrd="0" destOrd="0" presId="urn:microsoft.com/office/officeart/2005/8/layout/default"/>
    <dgm:cxn modelId="{E607356F-AE64-474A-92A8-648D82D43A5E}" srcId="{8D1C2A6A-49C1-4DFD-A630-5ABA7618124D}" destId="{3C9990EE-C23A-49E6-956C-C793D7310755}" srcOrd="1" destOrd="0" parTransId="{C3032D29-08B9-4909-B0E9-29827FEBE35C}" sibTransId="{7BEDC36B-A8DA-4EF2-BC75-0950BE446937}"/>
    <dgm:cxn modelId="{00411F7A-72E1-4A0C-8E26-96F8201ED8D3}" type="presOf" srcId="{DF9652CB-DA2E-4928-9722-1D27AE068286}" destId="{4378A32A-76E1-4236-94BA-6A80A014EFD4}" srcOrd="0" destOrd="0" presId="urn:microsoft.com/office/officeart/2005/8/layout/default"/>
    <dgm:cxn modelId="{60F7D9BC-7B13-4DA6-B45B-28163923BCD9}" type="presOf" srcId="{EA111735-4FCC-4D86-A04A-050789D933D1}" destId="{942EEA6C-DCBA-42D7-829F-832AFA227421}" srcOrd="0" destOrd="0" presId="urn:microsoft.com/office/officeart/2005/8/layout/default"/>
    <dgm:cxn modelId="{540262CB-F9B0-4110-9FCE-6FC7C6CCF064}" type="presOf" srcId="{C72625B9-C1C0-47AB-8450-A5540273A8A5}" destId="{E000063A-A6E3-4729-827E-7761533E922F}" srcOrd="0" destOrd="0" presId="urn:microsoft.com/office/officeart/2005/8/layout/default"/>
    <dgm:cxn modelId="{DF7AA6DA-A3C8-4386-BD18-3B3C48797EAE}" type="presOf" srcId="{522AE33D-2888-4677-B2B1-9B88A755A220}" destId="{D3B6D12F-9415-4B11-8188-9A5D3F841D4D}" srcOrd="0" destOrd="0" presId="urn:microsoft.com/office/officeart/2005/8/layout/default"/>
    <dgm:cxn modelId="{F89A71DB-36B5-4DDC-A66A-1A268BEA2C57}" srcId="{8D1C2A6A-49C1-4DFD-A630-5ABA7618124D}" destId="{399CA76B-EED9-4162-A289-EE9D1DFF9E94}" srcOrd="2" destOrd="0" parTransId="{6518BD21-731F-4DE2-B356-3AC7BA4D9CB6}" sibTransId="{89E8DAFC-E28A-40A1-B693-A46E4498B9E6}"/>
    <dgm:cxn modelId="{D12E2DE7-BEE7-430E-8CE8-5B33AF9C6AC4}" srcId="{8D1C2A6A-49C1-4DFD-A630-5ABA7618124D}" destId="{DF9652CB-DA2E-4928-9722-1D27AE068286}" srcOrd="7" destOrd="0" parTransId="{70670BB3-6084-4D66-A4E1-E54C1F7A33A3}" sibTransId="{961B0EF8-33C7-4444-8C75-112A023813A2}"/>
    <dgm:cxn modelId="{32AC74ED-716E-4225-A0A3-0247122B54FB}" type="presOf" srcId="{53F2BE9B-B4AA-4C47-88F8-36AA454A4338}" destId="{1C6C7261-93DC-412E-8DE1-3DE07A2D956B}" srcOrd="0" destOrd="0" presId="urn:microsoft.com/office/officeart/2005/8/layout/default"/>
    <dgm:cxn modelId="{280A5FF1-1AD4-4149-94E3-199336872E97}" type="presOf" srcId="{4C916869-4E9C-4497-B395-B4FA6D447D21}" destId="{A75B94F5-00D7-4041-845E-9702FEA267CC}" srcOrd="0" destOrd="0" presId="urn:microsoft.com/office/officeart/2005/8/layout/default"/>
    <dgm:cxn modelId="{4A0CB8FA-2974-4D34-9F3F-9C7A5A85CE52}" srcId="{8D1C2A6A-49C1-4DFD-A630-5ABA7618124D}" destId="{EA111735-4FCC-4D86-A04A-050789D933D1}" srcOrd="4" destOrd="0" parTransId="{4D3035C9-4470-425B-84C1-62F85DCD883B}" sibTransId="{8FD914F9-6F41-4A93-AD53-D886FCF5036E}"/>
    <dgm:cxn modelId="{452DDCFC-E8B5-48A1-B3C9-5E10259AD836}" type="presOf" srcId="{399CA76B-EED9-4162-A289-EE9D1DFF9E94}" destId="{FC1030BF-D1D2-45CA-9A02-6515CD33AAAE}" srcOrd="0" destOrd="0" presId="urn:microsoft.com/office/officeart/2005/8/layout/default"/>
    <dgm:cxn modelId="{9F721416-2CF5-494D-A38A-EC2D6748396F}" type="presParOf" srcId="{D57EC77E-E053-4249-AAE8-586424435428}" destId="{A75B94F5-00D7-4041-845E-9702FEA267CC}" srcOrd="0" destOrd="0" presId="urn:microsoft.com/office/officeart/2005/8/layout/default"/>
    <dgm:cxn modelId="{764713D2-FAB0-48B6-8030-9FE83D9B4163}" type="presParOf" srcId="{D57EC77E-E053-4249-AAE8-586424435428}" destId="{BA6A3E74-578D-4933-B079-3CA06953FFC0}" srcOrd="1" destOrd="0" presId="urn:microsoft.com/office/officeart/2005/8/layout/default"/>
    <dgm:cxn modelId="{49B9337B-D37D-4123-8164-290107463F2D}" type="presParOf" srcId="{D57EC77E-E053-4249-AAE8-586424435428}" destId="{038353DD-18D2-4ACF-8699-4AF4D11EDCCF}" srcOrd="2" destOrd="0" presId="urn:microsoft.com/office/officeart/2005/8/layout/default"/>
    <dgm:cxn modelId="{425DDB35-5E4C-4D40-82E2-FCC9D5FA6561}" type="presParOf" srcId="{D57EC77E-E053-4249-AAE8-586424435428}" destId="{160C3BFF-2220-473D-B58E-4B77C512AD0C}" srcOrd="3" destOrd="0" presId="urn:microsoft.com/office/officeart/2005/8/layout/default"/>
    <dgm:cxn modelId="{7E8F991F-6D88-4176-8E76-E629F6AA9441}" type="presParOf" srcId="{D57EC77E-E053-4249-AAE8-586424435428}" destId="{FC1030BF-D1D2-45CA-9A02-6515CD33AAAE}" srcOrd="4" destOrd="0" presId="urn:microsoft.com/office/officeart/2005/8/layout/default"/>
    <dgm:cxn modelId="{EE87A731-1758-4BB3-BAA4-E15174DC56C7}" type="presParOf" srcId="{D57EC77E-E053-4249-AAE8-586424435428}" destId="{C50455C0-F9AD-4F40-A72A-3EDDD1583D80}" srcOrd="5" destOrd="0" presId="urn:microsoft.com/office/officeart/2005/8/layout/default"/>
    <dgm:cxn modelId="{4913AC9B-6EBE-4676-84B2-B15B557149AE}" type="presParOf" srcId="{D57EC77E-E053-4249-AAE8-586424435428}" destId="{1C6C7261-93DC-412E-8DE1-3DE07A2D956B}" srcOrd="6" destOrd="0" presId="urn:microsoft.com/office/officeart/2005/8/layout/default"/>
    <dgm:cxn modelId="{99A3459F-F480-47F8-8EE3-1902C85895DB}" type="presParOf" srcId="{D57EC77E-E053-4249-AAE8-586424435428}" destId="{0D882F55-65AD-426C-98F2-0CF8C97CF37F}" srcOrd="7" destOrd="0" presId="urn:microsoft.com/office/officeart/2005/8/layout/default"/>
    <dgm:cxn modelId="{6FCCA186-2365-42C9-93BE-E3FE767BF666}" type="presParOf" srcId="{D57EC77E-E053-4249-AAE8-586424435428}" destId="{942EEA6C-DCBA-42D7-829F-832AFA227421}" srcOrd="8" destOrd="0" presId="urn:microsoft.com/office/officeart/2005/8/layout/default"/>
    <dgm:cxn modelId="{55036F8C-3CBB-49ED-A4FB-711E6EFD5C65}" type="presParOf" srcId="{D57EC77E-E053-4249-AAE8-586424435428}" destId="{80C29C89-559F-4FDA-9760-38E96E37C73B}" srcOrd="9" destOrd="0" presId="urn:microsoft.com/office/officeart/2005/8/layout/default"/>
    <dgm:cxn modelId="{E5770084-4675-4FAD-AE0C-DCE11934564D}" type="presParOf" srcId="{D57EC77E-E053-4249-AAE8-586424435428}" destId="{E000063A-A6E3-4729-827E-7761533E922F}" srcOrd="10" destOrd="0" presId="urn:microsoft.com/office/officeart/2005/8/layout/default"/>
    <dgm:cxn modelId="{B0651780-CAA1-4C76-8A9E-1A39F4F83E62}" type="presParOf" srcId="{D57EC77E-E053-4249-AAE8-586424435428}" destId="{AEB57F7A-1985-4C1A-9854-4C9877807BE3}" srcOrd="11" destOrd="0" presId="urn:microsoft.com/office/officeart/2005/8/layout/default"/>
    <dgm:cxn modelId="{0BE10128-4091-4D1C-81AC-BB388220BB3F}" type="presParOf" srcId="{D57EC77E-E053-4249-AAE8-586424435428}" destId="{D3B6D12F-9415-4B11-8188-9A5D3F841D4D}" srcOrd="12" destOrd="0" presId="urn:microsoft.com/office/officeart/2005/8/layout/default"/>
    <dgm:cxn modelId="{625FE618-6895-44EE-BFA3-187FEF1F65B0}" type="presParOf" srcId="{D57EC77E-E053-4249-AAE8-586424435428}" destId="{AA1ACEA7-62C1-47DE-A056-02699A42B1F0}" srcOrd="13" destOrd="0" presId="urn:microsoft.com/office/officeart/2005/8/layout/default"/>
    <dgm:cxn modelId="{25AE0AE4-3516-4472-B56F-4F91669D8AE3}" type="presParOf" srcId="{D57EC77E-E053-4249-AAE8-586424435428}" destId="{4378A32A-76E1-4236-94BA-6A80A014EFD4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DFDD46-DAF7-4D46-9D33-38C696EBE2CD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682A66E-7DCD-4C5D-87CA-5286585DA338}">
      <dgm:prSet/>
      <dgm:spPr/>
      <dgm:t>
        <a:bodyPr/>
        <a:lstStyle/>
        <a:p>
          <a:r>
            <a:rPr lang="pl-PL" b="0" i="0" baseline="0"/>
            <a:t>kopiowanie struktury z innego projektu </a:t>
          </a:r>
          <a:endParaRPr lang="en-US"/>
        </a:p>
      </dgm:t>
    </dgm:pt>
    <dgm:pt modelId="{2A5C2333-6488-48B6-B6DD-3E41F45D0232}" type="parTrans" cxnId="{4C587273-22E8-4DBC-883A-52158CD2973E}">
      <dgm:prSet/>
      <dgm:spPr/>
      <dgm:t>
        <a:bodyPr/>
        <a:lstStyle/>
        <a:p>
          <a:endParaRPr lang="en-US"/>
        </a:p>
      </dgm:t>
    </dgm:pt>
    <dgm:pt modelId="{B8190134-1256-4578-9DF8-F1ACCFF7E1FD}" type="sibTrans" cxnId="{4C587273-22E8-4DBC-883A-52158CD2973E}">
      <dgm:prSet/>
      <dgm:spPr/>
      <dgm:t>
        <a:bodyPr/>
        <a:lstStyle/>
        <a:p>
          <a:endParaRPr lang="en-US"/>
        </a:p>
      </dgm:t>
    </dgm:pt>
    <dgm:pt modelId="{6489DB6C-123F-4936-B19C-97B845A93A19}">
      <dgm:prSet/>
      <dgm:spPr/>
      <dgm:t>
        <a:bodyPr/>
        <a:lstStyle/>
        <a:p>
          <a:r>
            <a:rPr lang="pl-PL" b="0" i="0" baseline="0" dirty="0"/>
            <a:t>zbyt wiele ról na starcie </a:t>
          </a:r>
          <a:endParaRPr lang="en-US" dirty="0"/>
        </a:p>
      </dgm:t>
    </dgm:pt>
    <dgm:pt modelId="{18645D41-96CF-4C4E-BF0D-2245F1E2241E}" type="parTrans" cxnId="{EF0FAC2C-6EB2-4B9C-BD59-8036C5DF17F1}">
      <dgm:prSet/>
      <dgm:spPr/>
      <dgm:t>
        <a:bodyPr/>
        <a:lstStyle/>
        <a:p>
          <a:endParaRPr lang="en-US"/>
        </a:p>
      </dgm:t>
    </dgm:pt>
    <dgm:pt modelId="{A1BEC4A2-E71E-4555-BBCD-677DA7A53DA9}" type="sibTrans" cxnId="{EF0FAC2C-6EB2-4B9C-BD59-8036C5DF17F1}">
      <dgm:prSet/>
      <dgm:spPr/>
      <dgm:t>
        <a:bodyPr/>
        <a:lstStyle/>
        <a:p>
          <a:endParaRPr lang="en-US"/>
        </a:p>
      </dgm:t>
    </dgm:pt>
    <dgm:pt modelId="{B579D0BA-58D6-41AB-BFE3-6B904E1922D1}">
      <dgm:prSet/>
      <dgm:spPr/>
      <dgm:t>
        <a:bodyPr/>
        <a:lstStyle/>
        <a:p>
          <a:r>
            <a:rPr lang="pl-PL" b="0" i="0" baseline="0" dirty="0"/>
            <a:t>brak skalowania struktury w czasie </a:t>
          </a:r>
          <a:endParaRPr lang="en-US" dirty="0"/>
        </a:p>
      </dgm:t>
    </dgm:pt>
    <dgm:pt modelId="{80BB2199-F25C-4B7D-BB13-00116973D0E7}" type="parTrans" cxnId="{C840A9A0-9B5E-468D-A451-183657B1F240}">
      <dgm:prSet/>
      <dgm:spPr/>
      <dgm:t>
        <a:bodyPr/>
        <a:lstStyle/>
        <a:p>
          <a:endParaRPr lang="en-US"/>
        </a:p>
      </dgm:t>
    </dgm:pt>
    <dgm:pt modelId="{E5CCD018-54B3-4B39-9124-7A2AEA406153}" type="sibTrans" cxnId="{C840A9A0-9B5E-468D-A451-183657B1F240}">
      <dgm:prSet/>
      <dgm:spPr/>
      <dgm:t>
        <a:bodyPr/>
        <a:lstStyle/>
        <a:p>
          <a:endParaRPr lang="en-US"/>
        </a:p>
      </dgm:t>
    </dgm:pt>
    <dgm:pt modelId="{104ABC03-B21B-455A-BBB5-FF90230B17C2}">
      <dgm:prSet/>
      <dgm:spPr/>
      <dgm:t>
        <a:bodyPr/>
        <a:lstStyle/>
        <a:p>
          <a:r>
            <a:rPr lang="pl-PL" b="0" i="0" baseline="0" dirty="0"/>
            <a:t>ignorowanie wzrostu projektu </a:t>
          </a:r>
          <a:endParaRPr lang="en-US" dirty="0"/>
        </a:p>
      </dgm:t>
    </dgm:pt>
    <dgm:pt modelId="{45DBBBA3-16DE-4E2C-9FAE-BB21545C7797}" type="parTrans" cxnId="{21EE9FA0-01BF-42BD-A32D-042C947473F6}">
      <dgm:prSet/>
      <dgm:spPr/>
      <dgm:t>
        <a:bodyPr/>
        <a:lstStyle/>
        <a:p>
          <a:endParaRPr lang="en-US"/>
        </a:p>
      </dgm:t>
    </dgm:pt>
    <dgm:pt modelId="{B2E7D76A-A8E5-4C28-A630-55A7B03A72E6}" type="sibTrans" cxnId="{21EE9FA0-01BF-42BD-A32D-042C947473F6}">
      <dgm:prSet/>
      <dgm:spPr/>
      <dgm:t>
        <a:bodyPr/>
        <a:lstStyle/>
        <a:p>
          <a:endParaRPr lang="en-US"/>
        </a:p>
      </dgm:t>
    </dgm:pt>
    <dgm:pt modelId="{5C86D3DE-BECB-4C3E-8C59-04519033422D}" type="pres">
      <dgm:prSet presAssocID="{87DFDD46-DAF7-4D46-9D33-38C696EBE2CD}" presName="linear" presStyleCnt="0">
        <dgm:presLayoutVars>
          <dgm:animLvl val="lvl"/>
          <dgm:resizeHandles val="exact"/>
        </dgm:presLayoutVars>
      </dgm:prSet>
      <dgm:spPr/>
    </dgm:pt>
    <dgm:pt modelId="{BABC24A2-F2FB-4356-AC36-F90278886F26}" type="pres">
      <dgm:prSet presAssocID="{B682A66E-7DCD-4C5D-87CA-5286585DA33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6D3E6B-7A5D-4301-BC21-7A5B97D1DECD}" type="pres">
      <dgm:prSet presAssocID="{B8190134-1256-4578-9DF8-F1ACCFF7E1FD}" presName="spacer" presStyleCnt="0"/>
      <dgm:spPr/>
    </dgm:pt>
    <dgm:pt modelId="{21FAAF32-957D-4D45-ADA6-D3B3846C377F}" type="pres">
      <dgm:prSet presAssocID="{6489DB6C-123F-4936-B19C-97B845A93A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5A7341B-774C-4658-9950-49BB276BCDA2}" type="pres">
      <dgm:prSet presAssocID="{A1BEC4A2-E71E-4555-BBCD-677DA7A53DA9}" presName="spacer" presStyleCnt="0"/>
      <dgm:spPr/>
    </dgm:pt>
    <dgm:pt modelId="{51DD00E4-AC45-4308-8F84-DD9E5CEAE7C8}" type="pres">
      <dgm:prSet presAssocID="{B579D0BA-58D6-41AB-BFE3-6B904E1922D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BA20F8A-F762-49CA-A583-E8951356D934}" type="pres">
      <dgm:prSet presAssocID="{E5CCD018-54B3-4B39-9124-7A2AEA406153}" presName="spacer" presStyleCnt="0"/>
      <dgm:spPr/>
    </dgm:pt>
    <dgm:pt modelId="{6C0DC8CA-427E-4742-B3EB-8E55E686D46C}" type="pres">
      <dgm:prSet presAssocID="{104ABC03-B21B-455A-BBB5-FF90230B17C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1185F0A-5E0C-4141-82F3-2FF25EF64FE5}" type="presOf" srcId="{B579D0BA-58D6-41AB-BFE3-6B904E1922D1}" destId="{51DD00E4-AC45-4308-8F84-DD9E5CEAE7C8}" srcOrd="0" destOrd="0" presId="urn:microsoft.com/office/officeart/2005/8/layout/vList2"/>
    <dgm:cxn modelId="{F146302C-E92F-4E7E-B2BF-B276A4A9C3D2}" type="presOf" srcId="{B682A66E-7DCD-4C5D-87CA-5286585DA338}" destId="{BABC24A2-F2FB-4356-AC36-F90278886F26}" srcOrd="0" destOrd="0" presId="urn:microsoft.com/office/officeart/2005/8/layout/vList2"/>
    <dgm:cxn modelId="{EF0FAC2C-6EB2-4B9C-BD59-8036C5DF17F1}" srcId="{87DFDD46-DAF7-4D46-9D33-38C696EBE2CD}" destId="{6489DB6C-123F-4936-B19C-97B845A93A19}" srcOrd="1" destOrd="0" parTransId="{18645D41-96CF-4C4E-BF0D-2245F1E2241E}" sibTransId="{A1BEC4A2-E71E-4555-BBCD-677DA7A53DA9}"/>
    <dgm:cxn modelId="{ABAD5047-BEF9-431D-890C-BC3752212BD1}" type="presOf" srcId="{6489DB6C-123F-4936-B19C-97B845A93A19}" destId="{21FAAF32-957D-4D45-ADA6-D3B3846C377F}" srcOrd="0" destOrd="0" presId="urn:microsoft.com/office/officeart/2005/8/layout/vList2"/>
    <dgm:cxn modelId="{071E746D-6352-4A97-8A62-6FF564C51E81}" type="presOf" srcId="{104ABC03-B21B-455A-BBB5-FF90230B17C2}" destId="{6C0DC8CA-427E-4742-B3EB-8E55E686D46C}" srcOrd="0" destOrd="0" presId="urn:microsoft.com/office/officeart/2005/8/layout/vList2"/>
    <dgm:cxn modelId="{4C587273-22E8-4DBC-883A-52158CD2973E}" srcId="{87DFDD46-DAF7-4D46-9D33-38C696EBE2CD}" destId="{B682A66E-7DCD-4C5D-87CA-5286585DA338}" srcOrd="0" destOrd="0" parTransId="{2A5C2333-6488-48B6-B6DD-3E41F45D0232}" sibTransId="{B8190134-1256-4578-9DF8-F1ACCFF7E1FD}"/>
    <dgm:cxn modelId="{54A69B77-C221-438D-88F7-9D07E9AF1E6C}" type="presOf" srcId="{87DFDD46-DAF7-4D46-9D33-38C696EBE2CD}" destId="{5C86D3DE-BECB-4C3E-8C59-04519033422D}" srcOrd="0" destOrd="0" presId="urn:microsoft.com/office/officeart/2005/8/layout/vList2"/>
    <dgm:cxn modelId="{21EE9FA0-01BF-42BD-A32D-042C947473F6}" srcId="{87DFDD46-DAF7-4D46-9D33-38C696EBE2CD}" destId="{104ABC03-B21B-455A-BBB5-FF90230B17C2}" srcOrd="3" destOrd="0" parTransId="{45DBBBA3-16DE-4E2C-9FAE-BB21545C7797}" sibTransId="{B2E7D76A-A8E5-4C28-A630-55A7B03A72E6}"/>
    <dgm:cxn modelId="{C840A9A0-9B5E-468D-A451-183657B1F240}" srcId="{87DFDD46-DAF7-4D46-9D33-38C696EBE2CD}" destId="{B579D0BA-58D6-41AB-BFE3-6B904E1922D1}" srcOrd="2" destOrd="0" parTransId="{80BB2199-F25C-4B7D-BB13-00116973D0E7}" sibTransId="{E5CCD018-54B3-4B39-9124-7A2AEA406153}"/>
    <dgm:cxn modelId="{30FEF078-C241-478C-9DBE-3069C4C60040}" type="presParOf" srcId="{5C86D3DE-BECB-4C3E-8C59-04519033422D}" destId="{BABC24A2-F2FB-4356-AC36-F90278886F26}" srcOrd="0" destOrd="0" presId="urn:microsoft.com/office/officeart/2005/8/layout/vList2"/>
    <dgm:cxn modelId="{4FC4EF36-0476-40F1-B5B8-78F7D60702F8}" type="presParOf" srcId="{5C86D3DE-BECB-4C3E-8C59-04519033422D}" destId="{566D3E6B-7A5D-4301-BC21-7A5B97D1DECD}" srcOrd="1" destOrd="0" presId="urn:microsoft.com/office/officeart/2005/8/layout/vList2"/>
    <dgm:cxn modelId="{CF931BBF-EED2-4D6B-924C-A5C6E519995C}" type="presParOf" srcId="{5C86D3DE-BECB-4C3E-8C59-04519033422D}" destId="{21FAAF32-957D-4D45-ADA6-D3B3846C377F}" srcOrd="2" destOrd="0" presId="urn:microsoft.com/office/officeart/2005/8/layout/vList2"/>
    <dgm:cxn modelId="{9BF8BE1E-4FB1-451B-9DE0-3DDD9E1CF248}" type="presParOf" srcId="{5C86D3DE-BECB-4C3E-8C59-04519033422D}" destId="{D5A7341B-774C-4658-9950-49BB276BCDA2}" srcOrd="3" destOrd="0" presId="urn:microsoft.com/office/officeart/2005/8/layout/vList2"/>
    <dgm:cxn modelId="{48248E61-F1A3-482E-8DB7-F1E2084C9D38}" type="presParOf" srcId="{5C86D3DE-BECB-4C3E-8C59-04519033422D}" destId="{51DD00E4-AC45-4308-8F84-DD9E5CEAE7C8}" srcOrd="4" destOrd="0" presId="urn:microsoft.com/office/officeart/2005/8/layout/vList2"/>
    <dgm:cxn modelId="{E4B83875-912E-4200-898F-472BDAB39DC0}" type="presParOf" srcId="{5C86D3DE-BECB-4C3E-8C59-04519033422D}" destId="{7BA20F8A-F762-49CA-A583-E8951356D934}" srcOrd="5" destOrd="0" presId="urn:microsoft.com/office/officeart/2005/8/layout/vList2"/>
    <dgm:cxn modelId="{ED1CC475-627B-45E0-853E-81C9EB3B8900}" type="presParOf" srcId="{5C86D3DE-BECB-4C3E-8C59-04519033422D}" destId="{6C0DC8CA-427E-4742-B3EB-8E55E686D46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81AF5DC-0817-4B49-AE90-723C6661886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7615473-E883-436F-B6E1-9A02671A2569}">
      <dgm:prSet/>
      <dgm:spPr/>
      <dgm:t>
        <a:bodyPr/>
        <a:lstStyle/>
        <a:p>
          <a:r>
            <a:rPr lang="pl-PL" b="1"/>
            <a:t>Indywidualna:</a:t>
          </a:r>
          <a:endParaRPr lang="en-US"/>
        </a:p>
      </dgm:t>
    </dgm:pt>
    <dgm:pt modelId="{237C23EB-427E-419E-8B88-D742E297A93A}" type="parTrans" cxnId="{513710F1-8F66-4144-9B5A-C6F019E7B970}">
      <dgm:prSet/>
      <dgm:spPr/>
      <dgm:t>
        <a:bodyPr/>
        <a:lstStyle/>
        <a:p>
          <a:endParaRPr lang="en-US"/>
        </a:p>
      </dgm:t>
    </dgm:pt>
    <dgm:pt modelId="{4DCBFD9E-F3FF-4AE8-89CE-35BC2AFABF63}" type="sibTrans" cxnId="{513710F1-8F66-4144-9B5A-C6F019E7B970}">
      <dgm:prSet/>
      <dgm:spPr/>
      <dgm:t>
        <a:bodyPr/>
        <a:lstStyle/>
        <a:p>
          <a:endParaRPr lang="en-US"/>
        </a:p>
      </dgm:t>
    </dgm:pt>
    <dgm:pt modelId="{88925C5F-DD18-4823-A41E-D5DCBC4113BC}">
      <dgm:prSet/>
      <dgm:spPr/>
      <dgm:t>
        <a:bodyPr/>
        <a:lstStyle/>
        <a:p>
          <a:r>
            <a:rPr lang="pl-PL"/>
            <a:t>konkretna osoba </a:t>
          </a:r>
          <a:endParaRPr lang="en-US"/>
        </a:p>
      </dgm:t>
    </dgm:pt>
    <dgm:pt modelId="{B8479A9C-5C67-44D4-B911-44D30469D634}" type="parTrans" cxnId="{5D130F18-8BD2-47E1-A9A7-BAAA4CCA1B13}">
      <dgm:prSet/>
      <dgm:spPr/>
      <dgm:t>
        <a:bodyPr/>
        <a:lstStyle/>
        <a:p>
          <a:endParaRPr lang="en-US"/>
        </a:p>
      </dgm:t>
    </dgm:pt>
    <dgm:pt modelId="{6EE0C0B9-BF5D-4417-ADC4-EE88C475F459}" type="sibTrans" cxnId="{5D130F18-8BD2-47E1-A9A7-BAAA4CCA1B13}">
      <dgm:prSet/>
      <dgm:spPr/>
      <dgm:t>
        <a:bodyPr/>
        <a:lstStyle/>
        <a:p>
          <a:endParaRPr lang="en-US"/>
        </a:p>
      </dgm:t>
    </dgm:pt>
    <dgm:pt modelId="{A72304D0-7E8D-4702-8597-EE09D75F6C43}">
      <dgm:prSet/>
      <dgm:spPr/>
      <dgm:t>
        <a:bodyPr/>
        <a:lstStyle/>
        <a:p>
          <a:r>
            <a:rPr lang="pl-PL"/>
            <a:t>konkretne zadanie </a:t>
          </a:r>
          <a:endParaRPr lang="en-US"/>
        </a:p>
      </dgm:t>
    </dgm:pt>
    <dgm:pt modelId="{D9991AA0-14E5-484E-9E75-96F5BB143691}" type="parTrans" cxnId="{AC96CAF2-C720-4E04-874E-AA3C2C2E2826}">
      <dgm:prSet/>
      <dgm:spPr/>
      <dgm:t>
        <a:bodyPr/>
        <a:lstStyle/>
        <a:p>
          <a:endParaRPr lang="en-US"/>
        </a:p>
      </dgm:t>
    </dgm:pt>
    <dgm:pt modelId="{0B58B816-CF51-434B-AB9B-0E0E20AABA1E}" type="sibTrans" cxnId="{AC96CAF2-C720-4E04-874E-AA3C2C2E2826}">
      <dgm:prSet/>
      <dgm:spPr/>
      <dgm:t>
        <a:bodyPr/>
        <a:lstStyle/>
        <a:p>
          <a:endParaRPr lang="en-US"/>
        </a:p>
      </dgm:t>
    </dgm:pt>
    <dgm:pt modelId="{DBA93E8E-4D71-4299-BB8D-B4100AB235EE}">
      <dgm:prSet/>
      <dgm:spPr/>
      <dgm:t>
        <a:bodyPr/>
        <a:lstStyle/>
        <a:p>
          <a:r>
            <a:rPr lang="pl-PL" b="1"/>
            <a:t>Zbiorowa:</a:t>
          </a:r>
          <a:endParaRPr lang="en-US"/>
        </a:p>
      </dgm:t>
    </dgm:pt>
    <dgm:pt modelId="{1835CEDC-5B16-4427-9D9F-226C6BD0FA4B}" type="parTrans" cxnId="{D78B3867-A461-41AE-8840-7E968E66398B}">
      <dgm:prSet/>
      <dgm:spPr/>
      <dgm:t>
        <a:bodyPr/>
        <a:lstStyle/>
        <a:p>
          <a:endParaRPr lang="en-US"/>
        </a:p>
      </dgm:t>
    </dgm:pt>
    <dgm:pt modelId="{25245599-3B3D-4742-967F-03497963EA86}" type="sibTrans" cxnId="{D78B3867-A461-41AE-8840-7E968E66398B}">
      <dgm:prSet/>
      <dgm:spPr/>
      <dgm:t>
        <a:bodyPr/>
        <a:lstStyle/>
        <a:p>
          <a:endParaRPr lang="en-US"/>
        </a:p>
      </dgm:t>
    </dgm:pt>
    <dgm:pt modelId="{75A0F4A8-6B28-4C44-8794-4228781A64F5}">
      <dgm:prSet/>
      <dgm:spPr/>
      <dgm:t>
        <a:bodyPr/>
        <a:lstStyle/>
        <a:p>
          <a:r>
            <a:rPr lang="pl-PL"/>
            <a:t>cały zespół </a:t>
          </a:r>
          <a:endParaRPr lang="en-US"/>
        </a:p>
      </dgm:t>
    </dgm:pt>
    <dgm:pt modelId="{76E46C78-6BAE-4E23-A5ED-A894A4BC2C78}" type="parTrans" cxnId="{08C1B311-0235-4738-AE7C-BD08F272628E}">
      <dgm:prSet/>
      <dgm:spPr/>
      <dgm:t>
        <a:bodyPr/>
        <a:lstStyle/>
        <a:p>
          <a:endParaRPr lang="en-US"/>
        </a:p>
      </dgm:t>
    </dgm:pt>
    <dgm:pt modelId="{618C5EB5-05BB-424D-A9C4-1C9D7765BE7D}" type="sibTrans" cxnId="{08C1B311-0235-4738-AE7C-BD08F272628E}">
      <dgm:prSet/>
      <dgm:spPr/>
      <dgm:t>
        <a:bodyPr/>
        <a:lstStyle/>
        <a:p>
          <a:endParaRPr lang="en-US"/>
        </a:p>
      </dgm:t>
    </dgm:pt>
    <dgm:pt modelId="{10479AD4-40D7-445D-A53F-247BB3FF406C}">
      <dgm:prSet/>
      <dgm:spPr/>
      <dgm:t>
        <a:bodyPr/>
        <a:lstStyle/>
        <a:p>
          <a:r>
            <a:rPr lang="pl-PL"/>
            <a:t>wspólny wynik </a:t>
          </a:r>
          <a:endParaRPr lang="en-US"/>
        </a:p>
      </dgm:t>
    </dgm:pt>
    <dgm:pt modelId="{BC7DB833-C750-4B9B-B4AF-2D1572B30C40}" type="parTrans" cxnId="{5ECFDFD2-D3F4-479C-B592-5395B6D48EDA}">
      <dgm:prSet/>
      <dgm:spPr/>
      <dgm:t>
        <a:bodyPr/>
        <a:lstStyle/>
        <a:p>
          <a:endParaRPr lang="en-US"/>
        </a:p>
      </dgm:t>
    </dgm:pt>
    <dgm:pt modelId="{C9A95CF7-E71F-4311-82A5-3D3A76D8C285}" type="sibTrans" cxnId="{5ECFDFD2-D3F4-479C-B592-5395B6D48EDA}">
      <dgm:prSet/>
      <dgm:spPr/>
      <dgm:t>
        <a:bodyPr/>
        <a:lstStyle/>
        <a:p>
          <a:endParaRPr lang="en-US"/>
        </a:p>
      </dgm:t>
    </dgm:pt>
    <dgm:pt modelId="{54F1BC9C-9DF6-45EC-8DE7-5E1A83D781F1}" type="pres">
      <dgm:prSet presAssocID="{E81AF5DC-0817-4B49-AE90-723C66618867}" presName="diagram" presStyleCnt="0">
        <dgm:presLayoutVars>
          <dgm:dir/>
          <dgm:resizeHandles val="exact"/>
        </dgm:presLayoutVars>
      </dgm:prSet>
      <dgm:spPr/>
    </dgm:pt>
    <dgm:pt modelId="{455B5757-A3A6-423C-9D7B-6D7A5C5E935F}" type="pres">
      <dgm:prSet presAssocID="{87615473-E883-436F-B6E1-9A02671A2569}" presName="node" presStyleLbl="node1" presStyleIdx="0" presStyleCnt="6">
        <dgm:presLayoutVars>
          <dgm:bulletEnabled val="1"/>
        </dgm:presLayoutVars>
      </dgm:prSet>
      <dgm:spPr/>
    </dgm:pt>
    <dgm:pt modelId="{61EB9EBA-86CA-4BBE-93BC-D5310C618EC1}" type="pres">
      <dgm:prSet presAssocID="{4DCBFD9E-F3FF-4AE8-89CE-35BC2AFABF63}" presName="sibTrans" presStyleCnt="0"/>
      <dgm:spPr/>
    </dgm:pt>
    <dgm:pt modelId="{F9669800-7CD0-4434-9003-C57E8AD54C63}" type="pres">
      <dgm:prSet presAssocID="{88925C5F-DD18-4823-A41E-D5DCBC4113BC}" presName="node" presStyleLbl="node1" presStyleIdx="1" presStyleCnt="6">
        <dgm:presLayoutVars>
          <dgm:bulletEnabled val="1"/>
        </dgm:presLayoutVars>
      </dgm:prSet>
      <dgm:spPr/>
    </dgm:pt>
    <dgm:pt modelId="{AAB6D146-1FF7-4790-8879-BF51E1050C83}" type="pres">
      <dgm:prSet presAssocID="{6EE0C0B9-BF5D-4417-ADC4-EE88C475F459}" presName="sibTrans" presStyleCnt="0"/>
      <dgm:spPr/>
    </dgm:pt>
    <dgm:pt modelId="{A852E315-DB4F-42CF-90ED-5EDE691AB037}" type="pres">
      <dgm:prSet presAssocID="{A72304D0-7E8D-4702-8597-EE09D75F6C43}" presName="node" presStyleLbl="node1" presStyleIdx="2" presStyleCnt="6">
        <dgm:presLayoutVars>
          <dgm:bulletEnabled val="1"/>
        </dgm:presLayoutVars>
      </dgm:prSet>
      <dgm:spPr/>
    </dgm:pt>
    <dgm:pt modelId="{DF7A4E56-C8DB-4F97-A6F5-66FF562501E2}" type="pres">
      <dgm:prSet presAssocID="{0B58B816-CF51-434B-AB9B-0E0E20AABA1E}" presName="sibTrans" presStyleCnt="0"/>
      <dgm:spPr/>
    </dgm:pt>
    <dgm:pt modelId="{A68BC4D7-E0C9-46FB-AFF1-E2F74698C0EE}" type="pres">
      <dgm:prSet presAssocID="{DBA93E8E-4D71-4299-BB8D-B4100AB235EE}" presName="node" presStyleLbl="node1" presStyleIdx="3" presStyleCnt="6">
        <dgm:presLayoutVars>
          <dgm:bulletEnabled val="1"/>
        </dgm:presLayoutVars>
      </dgm:prSet>
      <dgm:spPr/>
    </dgm:pt>
    <dgm:pt modelId="{1887B3F5-8DE6-4931-9097-982294ADDF15}" type="pres">
      <dgm:prSet presAssocID="{25245599-3B3D-4742-967F-03497963EA86}" presName="sibTrans" presStyleCnt="0"/>
      <dgm:spPr/>
    </dgm:pt>
    <dgm:pt modelId="{7C99C46D-03D0-410A-B41A-675094F8ED9E}" type="pres">
      <dgm:prSet presAssocID="{75A0F4A8-6B28-4C44-8794-4228781A64F5}" presName="node" presStyleLbl="node1" presStyleIdx="4" presStyleCnt="6">
        <dgm:presLayoutVars>
          <dgm:bulletEnabled val="1"/>
        </dgm:presLayoutVars>
      </dgm:prSet>
      <dgm:spPr/>
    </dgm:pt>
    <dgm:pt modelId="{5C932CF1-9ACB-4C7C-AEB9-F2EF772AE71A}" type="pres">
      <dgm:prSet presAssocID="{618C5EB5-05BB-424D-A9C4-1C9D7765BE7D}" presName="sibTrans" presStyleCnt="0"/>
      <dgm:spPr/>
    </dgm:pt>
    <dgm:pt modelId="{AD61E5DD-8F72-402A-ACEE-33A8292B4C34}" type="pres">
      <dgm:prSet presAssocID="{10479AD4-40D7-445D-A53F-247BB3FF406C}" presName="node" presStyleLbl="node1" presStyleIdx="5" presStyleCnt="6">
        <dgm:presLayoutVars>
          <dgm:bulletEnabled val="1"/>
        </dgm:presLayoutVars>
      </dgm:prSet>
      <dgm:spPr/>
    </dgm:pt>
  </dgm:ptLst>
  <dgm:cxnLst>
    <dgm:cxn modelId="{08C1B311-0235-4738-AE7C-BD08F272628E}" srcId="{E81AF5DC-0817-4B49-AE90-723C66618867}" destId="{75A0F4A8-6B28-4C44-8794-4228781A64F5}" srcOrd="4" destOrd="0" parTransId="{76E46C78-6BAE-4E23-A5ED-A894A4BC2C78}" sibTransId="{618C5EB5-05BB-424D-A9C4-1C9D7765BE7D}"/>
    <dgm:cxn modelId="{5D130F18-8BD2-47E1-A9A7-BAAA4CCA1B13}" srcId="{E81AF5DC-0817-4B49-AE90-723C66618867}" destId="{88925C5F-DD18-4823-A41E-D5DCBC4113BC}" srcOrd="1" destOrd="0" parTransId="{B8479A9C-5C67-44D4-B911-44D30469D634}" sibTransId="{6EE0C0B9-BF5D-4417-ADC4-EE88C475F459}"/>
    <dgm:cxn modelId="{0B278A20-7D3D-449C-BACC-851385C65058}" type="presOf" srcId="{75A0F4A8-6B28-4C44-8794-4228781A64F5}" destId="{7C99C46D-03D0-410A-B41A-675094F8ED9E}" srcOrd="0" destOrd="0" presId="urn:microsoft.com/office/officeart/2005/8/layout/default"/>
    <dgm:cxn modelId="{D78B3867-A461-41AE-8840-7E968E66398B}" srcId="{E81AF5DC-0817-4B49-AE90-723C66618867}" destId="{DBA93E8E-4D71-4299-BB8D-B4100AB235EE}" srcOrd="3" destOrd="0" parTransId="{1835CEDC-5B16-4427-9D9F-226C6BD0FA4B}" sibTransId="{25245599-3B3D-4742-967F-03497963EA86}"/>
    <dgm:cxn modelId="{EB9AA774-F06B-4A74-9320-3ACB7E767948}" type="presOf" srcId="{DBA93E8E-4D71-4299-BB8D-B4100AB235EE}" destId="{A68BC4D7-E0C9-46FB-AFF1-E2F74698C0EE}" srcOrd="0" destOrd="0" presId="urn:microsoft.com/office/officeart/2005/8/layout/default"/>
    <dgm:cxn modelId="{F0FBDD78-E8AE-4B8E-8843-8C7447CA403E}" type="presOf" srcId="{87615473-E883-436F-B6E1-9A02671A2569}" destId="{455B5757-A3A6-423C-9D7B-6D7A5C5E935F}" srcOrd="0" destOrd="0" presId="urn:microsoft.com/office/officeart/2005/8/layout/default"/>
    <dgm:cxn modelId="{2E17D994-886C-4EFE-8933-3B57846AE154}" type="presOf" srcId="{E81AF5DC-0817-4B49-AE90-723C66618867}" destId="{54F1BC9C-9DF6-45EC-8DE7-5E1A83D781F1}" srcOrd="0" destOrd="0" presId="urn:microsoft.com/office/officeart/2005/8/layout/default"/>
    <dgm:cxn modelId="{0C5F28C8-891B-41A9-B1A6-66FBB742D135}" type="presOf" srcId="{A72304D0-7E8D-4702-8597-EE09D75F6C43}" destId="{A852E315-DB4F-42CF-90ED-5EDE691AB037}" srcOrd="0" destOrd="0" presId="urn:microsoft.com/office/officeart/2005/8/layout/default"/>
    <dgm:cxn modelId="{5ECFDFD2-D3F4-479C-B592-5395B6D48EDA}" srcId="{E81AF5DC-0817-4B49-AE90-723C66618867}" destId="{10479AD4-40D7-445D-A53F-247BB3FF406C}" srcOrd="5" destOrd="0" parTransId="{BC7DB833-C750-4B9B-B4AF-2D1572B30C40}" sibTransId="{C9A95CF7-E71F-4311-82A5-3D3A76D8C285}"/>
    <dgm:cxn modelId="{178655DA-78CE-4F96-AFA0-440F529E6B13}" type="presOf" srcId="{88925C5F-DD18-4823-A41E-D5DCBC4113BC}" destId="{F9669800-7CD0-4434-9003-C57E8AD54C63}" srcOrd="0" destOrd="0" presId="urn:microsoft.com/office/officeart/2005/8/layout/default"/>
    <dgm:cxn modelId="{513710F1-8F66-4144-9B5A-C6F019E7B970}" srcId="{E81AF5DC-0817-4B49-AE90-723C66618867}" destId="{87615473-E883-436F-B6E1-9A02671A2569}" srcOrd="0" destOrd="0" parTransId="{237C23EB-427E-419E-8B88-D742E297A93A}" sibTransId="{4DCBFD9E-F3FF-4AE8-89CE-35BC2AFABF63}"/>
    <dgm:cxn modelId="{AC96CAF2-C720-4E04-874E-AA3C2C2E2826}" srcId="{E81AF5DC-0817-4B49-AE90-723C66618867}" destId="{A72304D0-7E8D-4702-8597-EE09D75F6C43}" srcOrd="2" destOrd="0" parTransId="{D9991AA0-14E5-484E-9E75-96F5BB143691}" sibTransId="{0B58B816-CF51-434B-AB9B-0E0E20AABA1E}"/>
    <dgm:cxn modelId="{E81119FF-B053-4296-9DC4-0D4ADAC70750}" type="presOf" srcId="{10479AD4-40D7-445D-A53F-247BB3FF406C}" destId="{AD61E5DD-8F72-402A-ACEE-33A8292B4C34}" srcOrd="0" destOrd="0" presId="urn:microsoft.com/office/officeart/2005/8/layout/default"/>
    <dgm:cxn modelId="{250CE124-DDB3-47F2-ADC7-328B73749D31}" type="presParOf" srcId="{54F1BC9C-9DF6-45EC-8DE7-5E1A83D781F1}" destId="{455B5757-A3A6-423C-9D7B-6D7A5C5E935F}" srcOrd="0" destOrd="0" presId="urn:microsoft.com/office/officeart/2005/8/layout/default"/>
    <dgm:cxn modelId="{5C554E78-1E1F-40CC-ADB3-33A327E696A7}" type="presParOf" srcId="{54F1BC9C-9DF6-45EC-8DE7-5E1A83D781F1}" destId="{61EB9EBA-86CA-4BBE-93BC-D5310C618EC1}" srcOrd="1" destOrd="0" presId="urn:microsoft.com/office/officeart/2005/8/layout/default"/>
    <dgm:cxn modelId="{067D3E17-9F62-4146-9C06-7BB0F038FD90}" type="presParOf" srcId="{54F1BC9C-9DF6-45EC-8DE7-5E1A83D781F1}" destId="{F9669800-7CD0-4434-9003-C57E8AD54C63}" srcOrd="2" destOrd="0" presId="urn:microsoft.com/office/officeart/2005/8/layout/default"/>
    <dgm:cxn modelId="{781F95A2-93FB-4713-A3E1-A226B4698CA4}" type="presParOf" srcId="{54F1BC9C-9DF6-45EC-8DE7-5E1A83D781F1}" destId="{AAB6D146-1FF7-4790-8879-BF51E1050C83}" srcOrd="3" destOrd="0" presId="urn:microsoft.com/office/officeart/2005/8/layout/default"/>
    <dgm:cxn modelId="{0501D465-1803-41CD-A642-B7B747160AC9}" type="presParOf" srcId="{54F1BC9C-9DF6-45EC-8DE7-5E1A83D781F1}" destId="{A852E315-DB4F-42CF-90ED-5EDE691AB037}" srcOrd="4" destOrd="0" presId="urn:microsoft.com/office/officeart/2005/8/layout/default"/>
    <dgm:cxn modelId="{BED7C28C-E1B6-4CA8-BAC8-7893B010E3FC}" type="presParOf" srcId="{54F1BC9C-9DF6-45EC-8DE7-5E1A83D781F1}" destId="{DF7A4E56-C8DB-4F97-A6F5-66FF562501E2}" srcOrd="5" destOrd="0" presId="urn:microsoft.com/office/officeart/2005/8/layout/default"/>
    <dgm:cxn modelId="{004D8E49-00BE-44F5-907D-CB80A4907DC8}" type="presParOf" srcId="{54F1BC9C-9DF6-45EC-8DE7-5E1A83D781F1}" destId="{A68BC4D7-E0C9-46FB-AFF1-E2F74698C0EE}" srcOrd="6" destOrd="0" presId="urn:microsoft.com/office/officeart/2005/8/layout/default"/>
    <dgm:cxn modelId="{3E645D6A-9C0E-439B-972C-C90B9265D82A}" type="presParOf" srcId="{54F1BC9C-9DF6-45EC-8DE7-5E1A83D781F1}" destId="{1887B3F5-8DE6-4931-9097-982294ADDF15}" srcOrd="7" destOrd="0" presId="urn:microsoft.com/office/officeart/2005/8/layout/default"/>
    <dgm:cxn modelId="{E87BD198-DE55-4968-98F7-8B5E1DA64621}" type="presParOf" srcId="{54F1BC9C-9DF6-45EC-8DE7-5E1A83D781F1}" destId="{7C99C46D-03D0-410A-B41A-675094F8ED9E}" srcOrd="8" destOrd="0" presId="urn:microsoft.com/office/officeart/2005/8/layout/default"/>
    <dgm:cxn modelId="{1EE07AC4-9AC6-42E0-AA40-2236A137F8BA}" type="presParOf" srcId="{54F1BC9C-9DF6-45EC-8DE7-5E1A83D781F1}" destId="{5C932CF1-9ACB-4C7C-AEB9-F2EF772AE71A}" srcOrd="9" destOrd="0" presId="urn:microsoft.com/office/officeart/2005/8/layout/default"/>
    <dgm:cxn modelId="{A2376A47-EEEF-4729-B25E-0E7C7ECD28D8}" type="presParOf" srcId="{54F1BC9C-9DF6-45EC-8DE7-5E1A83D781F1}" destId="{AD61E5DD-8F72-402A-ACEE-33A8292B4C3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A9547DF-779A-477B-95CE-36BB4597688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C851D2C-D77B-4C76-B0D6-5DA3404CDA33}">
      <dgm:prSet custT="1"/>
      <dgm:spPr/>
      <dgm:t>
        <a:bodyPr/>
        <a:lstStyle/>
        <a:p>
          <a:r>
            <a:rPr lang="pl-PL" sz="1600" b="0" i="0" baseline="0"/>
            <a:t>silosy </a:t>
          </a:r>
          <a:endParaRPr lang="en-US" sz="1600"/>
        </a:p>
      </dgm:t>
    </dgm:pt>
    <dgm:pt modelId="{48C8BECD-0C79-4231-A0C9-022D42CF3F62}" type="parTrans" cxnId="{7E796FF8-3A93-48AF-9EA6-4FE94333E00D}">
      <dgm:prSet/>
      <dgm:spPr/>
      <dgm:t>
        <a:bodyPr/>
        <a:lstStyle/>
        <a:p>
          <a:endParaRPr lang="en-US" sz="3600"/>
        </a:p>
      </dgm:t>
    </dgm:pt>
    <dgm:pt modelId="{068D2322-9D36-4F15-8B75-53D63606A611}" type="sibTrans" cxnId="{7E796FF8-3A93-48AF-9EA6-4FE94333E00D}">
      <dgm:prSet/>
      <dgm:spPr/>
      <dgm:t>
        <a:bodyPr/>
        <a:lstStyle/>
        <a:p>
          <a:endParaRPr lang="en-US" sz="3600"/>
        </a:p>
      </dgm:t>
    </dgm:pt>
    <dgm:pt modelId="{2D6D66D7-962A-4F05-B96D-2F2583FE6F91}">
      <dgm:prSet custT="1"/>
      <dgm:spPr/>
      <dgm:t>
        <a:bodyPr/>
        <a:lstStyle/>
        <a:p>
          <a:r>
            <a:rPr lang="pl-PL" sz="1600" b="0" i="0" baseline="0"/>
            <a:t>brak komunikacji </a:t>
          </a:r>
          <a:endParaRPr lang="en-US" sz="1600"/>
        </a:p>
      </dgm:t>
    </dgm:pt>
    <dgm:pt modelId="{87DBD3B6-3439-4E8D-B9D3-9788B9F2141D}" type="parTrans" cxnId="{3754FBF5-26D6-4105-8D05-EE46286F4D50}">
      <dgm:prSet/>
      <dgm:spPr/>
      <dgm:t>
        <a:bodyPr/>
        <a:lstStyle/>
        <a:p>
          <a:endParaRPr lang="en-US" sz="3600"/>
        </a:p>
      </dgm:t>
    </dgm:pt>
    <dgm:pt modelId="{EE905F01-90D3-42C0-9618-CE8439FB5894}" type="sibTrans" cxnId="{3754FBF5-26D6-4105-8D05-EE46286F4D50}">
      <dgm:prSet/>
      <dgm:spPr/>
      <dgm:t>
        <a:bodyPr/>
        <a:lstStyle/>
        <a:p>
          <a:endParaRPr lang="en-US" sz="3600"/>
        </a:p>
      </dgm:t>
    </dgm:pt>
    <dgm:pt modelId="{AFB20698-5B40-4FE1-AEDE-C5DE9304DD46}">
      <dgm:prSet custT="1"/>
      <dgm:spPr/>
      <dgm:t>
        <a:bodyPr/>
        <a:lstStyle/>
        <a:p>
          <a:r>
            <a:rPr lang="pl-PL" sz="1600" b="0" i="0" baseline="0"/>
            <a:t>konflikty między zespołami </a:t>
          </a:r>
          <a:endParaRPr lang="en-US" sz="1600"/>
        </a:p>
      </dgm:t>
    </dgm:pt>
    <dgm:pt modelId="{9C882115-B488-416B-9229-228FCEA385FE}" type="parTrans" cxnId="{CD3F3BD8-3D89-4AFB-A092-1FC8F1053870}">
      <dgm:prSet/>
      <dgm:spPr/>
      <dgm:t>
        <a:bodyPr/>
        <a:lstStyle/>
        <a:p>
          <a:endParaRPr lang="en-US" sz="3600"/>
        </a:p>
      </dgm:t>
    </dgm:pt>
    <dgm:pt modelId="{76F57AA4-BBBA-42BF-B3B1-FC790339B2A5}" type="sibTrans" cxnId="{CD3F3BD8-3D89-4AFB-A092-1FC8F1053870}">
      <dgm:prSet/>
      <dgm:spPr/>
      <dgm:t>
        <a:bodyPr/>
        <a:lstStyle/>
        <a:p>
          <a:endParaRPr lang="en-US" sz="3600"/>
        </a:p>
      </dgm:t>
    </dgm:pt>
    <dgm:pt modelId="{5D01F98B-6879-4EB6-B612-B52B721866AA}">
      <dgm:prSet custT="1"/>
      <dgm:spPr/>
      <dgm:t>
        <a:bodyPr/>
        <a:lstStyle/>
        <a:p>
          <a:r>
            <a:rPr lang="pl-PL" sz="1600" b="0" i="0" baseline="0"/>
            <a:t>utrata odpowiedzialności </a:t>
          </a:r>
          <a:endParaRPr lang="en-US" sz="1600"/>
        </a:p>
      </dgm:t>
    </dgm:pt>
    <dgm:pt modelId="{6DC492F1-9C2C-4D2C-A375-8F42C7C5B500}" type="parTrans" cxnId="{A9B6921F-4CAB-4E30-9A35-31F87DC1239C}">
      <dgm:prSet/>
      <dgm:spPr/>
      <dgm:t>
        <a:bodyPr/>
        <a:lstStyle/>
        <a:p>
          <a:endParaRPr lang="en-US" sz="3600"/>
        </a:p>
      </dgm:t>
    </dgm:pt>
    <dgm:pt modelId="{4E890EC8-8BBE-4683-A88B-CAC56B58E4DC}" type="sibTrans" cxnId="{A9B6921F-4CAB-4E30-9A35-31F87DC1239C}">
      <dgm:prSet/>
      <dgm:spPr/>
      <dgm:t>
        <a:bodyPr/>
        <a:lstStyle/>
        <a:p>
          <a:endParaRPr lang="en-US" sz="3600"/>
        </a:p>
      </dgm:t>
    </dgm:pt>
    <dgm:pt modelId="{5D29835F-34F5-420D-ACA3-4EDFE2B01DD5}" type="pres">
      <dgm:prSet presAssocID="{6A9547DF-779A-477B-95CE-36BB45976888}" presName="matrix" presStyleCnt="0">
        <dgm:presLayoutVars>
          <dgm:chMax val="1"/>
          <dgm:dir/>
          <dgm:resizeHandles val="exact"/>
        </dgm:presLayoutVars>
      </dgm:prSet>
      <dgm:spPr/>
    </dgm:pt>
    <dgm:pt modelId="{A71E51BA-5B38-4EAA-A351-711BB945657D}" type="pres">
      <dgm:prSet presAssocID="{6A9547DF-779A-477B-95CE-36BB45976888}" presName="diamond" presStyleLbl="bgShp" presStyleIdx="0" presStyleCnt="1"/>
      <dgm:spPr/>
    </dgm:pt>
    <dgm:pt modelId="{FC7F80C7-CCF5-4061-94A7-FC644DCE48CC}" type="pres">
      <dgm:prSet presAssocID="{6A9547DF-779A-477B-95CE-36BB4597688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7704599-6406-40A5-A6E5-D635E2899237}" type="pres">
      <dgm:prSet presAssocID="{6A9547DF-779A-477B-95CE-36BB4597688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44AA160-3973-4FF9-926D-0E26CE3A5ECB}" type="pres">
      <dgm:prSet presAssocID="{6A9547DF-779A-477B-95CE-36BB4597688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76DF224-60CE-4B52-A42F-46D47F521240}" type="pres">
      <dgm:prSet presAssocID="{6A9547DF-779A-477B-95CE-36BB4597688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9B6921F-4CAB-4E30-9A35-31F87DC1239C}" srcId="{6A9547DF-779A-477B-95CE-36BB45976888}" destId="{5D01F98B-6879-4EB6-B612-B52B721866AA}" srcOrd="3" destOrd="0" parTransId="{6DC492F1-9C2C-4D2C-A375-8F42C7C5B500}" sibTransId="{4E890EC8-8BBE-4683-A88B-CAC56B58E4DC}"/>
    <dgm:cxn modelId="{4935DF3F-A2CD-4F3B-9A95-94049562E52D}" type="presOf" srcId="{1C851D2C-D77B-4C76-B0D6-5DA3404CDA33}" destId="{FC7F80C7-CCF5-4061-94A7-FC644DCE48CC}" srcOrd="0" destOrd="0" presId="urn:microsoft.com/office/officeart/2005/8/layout/matrix3"/>
    <dgm:cxn modelId="{B12E1F73-F7D6-457D-9C6C-607C7DE0EDD2}" type="presOf" srcId="{2D6D66D7-962A-4F05-B96D-2F2583FE6F91}" destId="{77704599-6406-40A5-A6E5-D635E2899237}" srcOrd="0" destOrd="0" presId="urn:microsoft.com/office/officeart/2005/8/layout/matrix3"/>
    <dgm:cxn modelId="{D7A3B5B1-DAB7-4778-8F52-623D34F87356}" type="presOf" srcId="{6A9547DF-779A-477B-95CE-36BB45976888}" destId="{5D29835F-34F5-420D-ACA3-4EDFE2B01DD5}" srcOrd="0" destOrd="0" presId="urn:microsoft.com/office/officeart/2005/8/layout/matrix3"/>
    <dgm:cxn modelId="{EA28A5B9-F9E1-4D2E-BFDC-E6FDD7F51D75}" type="presOf" srcId="{5D01F98B-6879-4EB6-B612-B52B721866AA}" destId="{376DF224-60CE-4B52-A42F-46D47F521240}" srcOrd="0" destOrd="0" presId="urn:microsoft.com/office/officeart/2005/8/layout/matrix3"/>
    <dgm:cxn modelId="{6A315CD4-F5A9-42E1-9A6C-BAE186DC7E8D}" type="presOf" srcId="{AFB20698-5B40-4FE1-AEDE-C5DE9304DD46}" destId="{544AA160-3973-4FF9-926D-0E26CE3A5ECB}" srcOrd="0" destOrd="0" presId="urn:microsoft.com/office/officeart/2005/8/layout/matrix3"/>
    <dgm:cxn modelId="{CD3F3BD8-3D89-4AFB-A092-1FC8F1053870}" srcId="{6A9547DF-779A-477B-95CE-36BB45976888}" destId="{AFB20698-5B40-4FE1-AEDE-C5DE9304DD46}" srcOrd="2" destOrd="0" parTransId="{9C882115-B488-416B-9229-228FCEA385FE}" sibTransId="{76F57AA4-BBBA-42BF-B3B1-FC790339B2A5}"/>
    <dgm:cxn modelId="{3754FBF5-26D6-4105-8D05-EE46286F4D50}" srcId="{6A9547DF-779A-477B-95CE-36BB45976888}" destId="{2D6D66D7-962A-4F05-B96D-2F2583FE6F91}" srcOrd="1" destOrd="0" parTransId="{87DBD3B6-3439-4E8D-B9D3-9788B9F2141D}" sibTransId="{EE905F01-90D3-42C0-9618-CE8439FB5894}"/>
    <dgm:cxn modelId="{7E796FF8-3A93-48AF-9EA6-4FE94333E00D}" srcId="{6A9547DF-779A-477B-95CE-36BB45976888}" destId="{1C851D2C-D77B-4C76-B0D6-5DA3404CDA33}" srcOrd="0" destOrd="0" parTransId="{48C8BECD-0C79-4231-A0C9-022D42CF3F62}" sibTransId="{068D2322-9D36-4F15-8B75-53D63606A611}"/>
    <dgm:cxn modelId="{01414DDE-D2E3-4906-B64F-A0013453934C}" type="presParOf" srcId="{5D29835F-34F5-420D-ACA3-4EDFE2B01DD5}" destId="{A71E51BA-5B38-4EAA-A351-711BB945657D}" srcOrd="0" destOrd="0" presId="urn:microsoft.com/office/officeart/2005/8/layout/matrix3"/>
    <dgm:cxn modelId="{5FA954CC-F97A-4DD6-80AC-600BF736583B}" type="presParOf" srcId="{5D29835F-34F5-420D-ACA3-4EDFE2B01DD5}" destId="{FC7F80C7-CCF5-4061-94A7-FC644DCE48CC}" srcOrd="1" destOrd="0" presId="urn:microsoft.com/office/officeart/2005/8/layout/matrix3"/>
    <dgm:cxn modelId="{C72E9404-D8FB-430C-B40F-7C7DBBD0ED5C}" type="presParOf" srcId="{5D29835F-34F5-420D-ACA3-4EDFE2B01DD5}" destId="{77704599-6406-40A5-A6E5-D635E2899237}" srcOrd="2" destOrd="0" presId="urn:microsoft.com/office/officeart/2005/8/layout/matrix3"/>
    <dgm:cxn modelId="{459F095E-24F8-4F7E-9DC5-746C368C6E70}" type="presParOf" srcId="{5D29835F-34F5-420D-ACA3-4EDFE2B01DD5}" destId="{544AA160-3973-4FF9-926D-0E26CE3A5ECB}" srcOrd="3" destOrd="0" presId="urn:microsoft.com/office/officeart/2005/8/layout/matrix3"/>
    <dgm:cxn modelId="{C5895ED4-D56E-49F8-A5BB-C522BEE537B2}" type="presParOf" srcId="{5D29835F-34F5-420D-ACA3-4EDFE2B01DD5}" destId="{376DF224-60CE-4B52-A42F-46D47F52124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E0128A2-24BC-454C-B92E-526E88DC8DC5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C2E96AD-C33B-4D18-A73D-D41F09531193}">
      <dgm:prSet/>
      <dgm:spPr/>
      <dgm:t>
        <a:bodyPr/>
        <a:lstStyle/>
        <a:p>
          <a:r>
            <a:rPr lang="pl-PL"/>
            <a:t>lepiej współpracują w zespole</a:t>
          </a:r>
          <a:endParaRPr lang="en-US"/>
        </a:p>
      </dgm:t>
    </dgm:pt>
    <dgm:pt modelId="{AEB14BA2-EC6A-44AA-9A34-C77CB03B513F}" type="parTrans" cxnId="{285E6A67-19F5-4AE6-834E-627B71A9AFCF}">
      <dgm:prSet/>
      <dgm:spPr/>
      <dgm:t>
        <a:bodyPr/>
        <a:lstStyle/>
        <a:p>
          <a:endParaRPr lang="en-US"/>
        </a:p>
      </dgm:t>
    </dgm:pt>
    <dgm:pt modelId="{F5769A5C-335C-4AC6-98D9-80592D8A2305}" type="sibTrans" cxnId="{285E6A67-19F5-4AE6-834E-627B71A9AFCF}">
      <dgm:prSet/>
      <dgm:spPr/>
      <dgm:t>
        <a:bodyPr/>
        <a:lstStyle/>
        <a:p>
          <a:endParaRPr lang="en-US"/>
        </a:p>
      </dgm:t>
    </dgm:pt>
    <dgm:pt modelId="{4E161E78-6271-4309-BB98-9E374F0271E5}">
      <dgm:prSet/>
      <dgm:spPr/>
      <dgm:t>
        <a:bodyPr/>
        <a:lstStyle/>
        <a:p>
          <a:r>
            <a:rPr lang="pl-PL"/>
            <a:t>rozumieją kontekst pracy innych</a:t>
          </a:r>
          <a:endParaRPr lang="en-US"/>
        </a:p>
      </dgm:t>
    </dgm:pt>
    <dgm:pt modelId="{5E79F467-CFD1-47E9-97D0-FFDED8637005}" type="parTrans" cxnId="{4DD5DD6C-2355-4E08-ACB8-C6A19BE4D63D}">
      <dgm:prSet/>
      <dgm:spPr/>
      <dgm:t>
        <a:bodyPr/>
        <a:lstStyle/>
        <a:p>
          <a:endParaRPr lang="en-US"/>
        </a:p>
      </dgm:t>
    </dgm:pt>
    <dgm:pt modelId="{B5829C90-428D-4684-80E4-39D809E9A045}" type="sibTrans" cxnId="{4DD5DD6C-2355-4E08-ACB8-C6A19BE4D63D}">
      <dgm:prSet/>
      <dgm:spPr/>
      <dgm:t>
        <a:bodyPr/>
        <a:lstStyle/>
        <a:p>
          <a:endParaRPr lang="en-US"/>
        </a:p>
      </dgm:t>
    </dgm:pt>
    <dgm:pt modelId="{2E08A5CB-F9C0-40E3-BA7E-CF4FC5F5968B}">
      <dgm:prSet/>
      <dgm:spPr/>
      <dgm:t>
        <a:bodyPr/>
        <a:lstStyle/>
        <a:p>
          <a:r>
            <a:rPr lang="pl-PL"/>
            <a:t>szybciej rozwiązują problemy</a:t>
          </a:r>
          <a:endParaRPr lang="en-US"/>
        </a:p>
      </dgm:t>
    </dgm:pt>
    <dgm:pt modelId="{87203E49-7336-464D-BFA4-EFECE8C324EA}" type="parTrans" cxnId="{391AD586-2906-43C0-B075-8B41A817C632}">
      <dgm:prSet/>
      <dgm:spPr/>
      <dgm:t>
        <a:bodyPr/>
        <a:lstStyle/>
        <a:p>
          <a:endParaRPr lang="en-US"/>
        </a:p>
      </dgm:t>
    </dgm:pt>
    <dgm:pt modelId="{975E4C84-2247-44CD-B971-E700BC763AC5}" type="sibTrans" cxnId="{391AD586-2906-43C0-B075-8B41A817C632}">
      <dgm:prSet/>
      <dgm:spPr/>
      <dgm:t>
        <a:bodyPr/>
        <a:lstStyle/>
        <a:p>
          <a:endParaRPr lang="en-US"/>
        </a:p>
      </dgm:t>
    </dgm:pt>
    <dgm:pt modelId="{D629BC40-3D04-47C3-BD49-0DACF3010204}">
      <dgm:prSet/>
      <dgm:spPr/>
      <dgm:t>
        <a:bodyPr/>
        <a:lstStyle/>
        <a:p>
          <a:r>
            <a:rPr lang="pl-PL"/>
            <a:t>zwiększają elastyczność zespołu</a:t>
          </a:r>
          <a:endParaRPr lang="en-US"/>
        </a:p>
      </dgm:t>
    </dgm:pt>
    <dgm:pt modelId="{4FE278A0-6BEF-4AD3-A56E-8889441DD4D9}" type="parTrans" cxnId="{AC19C754-15C0-4D82-8D7F-216CFDB926A5}">
      <dgm:prSet/>
      <dgm:spPr/>
      <dgm:t>
        <a:bodyPr/>
        <a:lstStyle/>
        <a:p>
          <a:endParaRPr lang="en-US"/>
        </a:p>
      </dgm:t>
    </dgm:pt>
    <dgm:pt modelId="{C04FF5A0-A0F8-4A3E-BB89-897073E20D8D}" type="sibTrans" cxnId="{AC19C754-15C0-4D82-8D7F-216CFDB926A5}">
      <dgm:prSet/>
      <dgm:spPr/>
      <dgm:t>
        <a:bodyPr/>
        <a:lstStyle/>
        <a:p>
          <a:endParaRPr lang="en-US"/>
        </a:p>
      </dgm:t>
    </dgm:pt>
    <dgm:pt modelId="{33E1F7B1-595B-4ED9-B733-B704FA4992DC}" type="pres">
      <dgm:prSet presAssocID="{3E0128A2-24BC-454C-B92E-526E88DC8DC5}" presName="linear" presStyleCnt="0">
        <dgm:presLayoutVars>
          <dgm:dir/>
          <dgm:animLvl val="lvl"/>
          <dgm:resizeHandles val="exact"/>
        </dgm:presLayoutVars>
      </dgm:prSet>
      <dgm:spPr/>
    </dgm:pt>
    <dgm:pt modelId="{5B068561-E0F7-4D77-A9D7-FA9E3B433668}" type="pres">
      <dgm:prSet presAssocID="{0C2E96AD-C33B-4D18-A73D-D41F09531193}" presName="parentLin" presStyleCnt="0"/>
      <dgm:spPr/>
    </dgm:pt>
    <dgm:pt modelId="{467D48D3-9FC3-4424-880B-45BEBCE203E4}" type="pres">
      <dgm:prSet presAssocID="{0C2E96AD-C33B-4D18-A73D-D41F09531193}" presName="parentLeftMargin" presStyleLbl="node1" presStyleIdx="0" presStyleCnt="4"/>
      <dgm:spPr/>
    </dgm:pt>
    <dgm:pt modelId="{B903D058-C277-4F8E-9096-3B3FAFB2C55E}" type="pres">
      <dgm:prSet presAssocID="{0C2E96AD-C33B-4D18-A73D-D41F0953119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A887141-5221-4158-83EC-756378273AD6}" type="pres">
      <dgm:prSet presAssocID="{0C2E96AD-C33B-4D18-A73D-D41F09531193}" presName="negativeSpace" presStyleCnt="0"/>
      <dgm:spPr/>
    </dgm:pt>
    <dgm:pt modelId="{6D674651-2CD9-4B05-8A47-4F0419FFA2C7}" type="pres">
      <dgm:prSet presAssocID="{0C2E96AD-C33B-4D18-A73D-D41F09531193}" presName="childText" presStyleLbl="conFgAcc1" presStyleIdx="0" presStyleCnt="4">
        <dgm:presLayoutVars>
          <dgm:bulletEnabled val="1"/>
        </dgm:presLayoutVars>
      </dgm:prSet>
      <dgm:spPr/>
    </dgm:pt>
    <dgm:pt modelId="{EC0F5399-310E-47FB-8D39-D17160C3D2F7}" type="pres">
      <dgm:prSet presAssocID="{F5769A5C-335C-4AC6-98D9-80592D8A2305}" presName="spaceBetweenRectangles" presStyleCnt="0"/>
      <dgm:spPr/>
    </dgm:pt>
    <dgm:pt modelId="{6A5CE692-7ECC-47BC-8EDC-9373C081D998}" type="pres">
      <dgm:prSet presAssocID="{4E161E78-6271-4309-BB98-9E374F0271E5}" presName="parentLin" presStyleCnt="0"/>
      <dgm:spPr/>
    </dgm:pt>
    <dgm:pt modelId="{057CDC99-DA54-4ED5-AAD7-E9A30750279B}" type="pres">
      <dgm:prSet presAssocID="{4E161E78-6271-4309-BB98-9E374F0271E5}" presName="parentLeftMargin" presStyleLbl="node1" presStyleIdx="0" presStyleCnt="4"/>
      <dgm:spPr/>
    </dgm:pt>
    <dgm:pt modelId="{92164012-CD0C-4D10-A653-F73D6A44CCF1}" type="pres">
      <dgm:prSet presAssocID="{4E161E78-6271-4309-BB98-9E374F0271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2413D65-45AD-46DA-8695-CE259BF0278A}" type="pres">
      <dgm:prSet presAssocID="{4E161E78-6271-4309-BB98-9E374F0271E5}" presName="negativeSpace" presStyleCnt="0"/>
      <dgm:spPr/>
    </dgm:pt>
    <dgm:pt modelId="{77CA7EC4-A719-4EB2-91E4-DB94AD096796}" type="pres">
      <dgm:prSet presAssocID="{4E161E78-6271-4309-BB98-9E374F0271E5}" presName="childText" presStyleLbl="conFgAcc1" presStyleIdx="1" presStyleCnt="4">
        <dgm:presLayoutVars>
          <dgm:bulletEnabled val="1"/>
        </dgm:presLayoutVars>
      </dgm:prSet>
      <dgm:spPr/>
    </dgm:pt>
    <dgm:pt modelId="{E4FD46D8-6DAD-4083-8B0A-2EA4DAD77040}" type="pres">
      <dgm:prSet presAssocID="{B5829C90-428D-4684-80E4-39D809E9A045}" presName="spaceBetweenRectangles" presStyleCnt="0"/>
      <dgm:spPr/>
    </dgm:pt>
    <dgm:pt modelId="{459496BD-10DA-438C-99BE-BFED2B4D3E08}" type="pres">
      <dgm:prSet presAssocID="{2E08A5CB-F9C0-40E3-BA7E-CF4FC5F5968B}" presName="parentLin" presStyleCnt="0"/>
      <dgm:spPr/>
    </dgm:pt>
    <dgm:pt modelId="{CE4DBAE5-85E8-4916-9F1E-2A2387F2A4A7}" type="pres">
      <dgm:prSet presAssocID="{2E08A5CB-F9C0-40E3-BA7E-CF4FC5F5968B}" presName="parentLeftMargin" presStyleLbl="node1" presStyleIdx="1" presStyleCnt="4"/>
      <dgm:spPr/>
    </dgm:pt>
    <dgm:pt modelId="{3B3FD378-F109-449B-A610-C439F3291E4E}" type="pres">
      <dgm:prSet presAssocID="{2E08A5CB-F9C0-40E3-BA7E-CF4FC5F5968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667F2CF-580E-404B-98DB-E419D143DE70}" type="pres">
      <dgm:prSet presAssocID="{2E08A5CB-F9C0-40E3-BA7E-CF4FC5F5968B}" presName="negativeSpace" presStyleCnt="0"/>
      <dgm:spPr/>
    </dgm:pt>
    <dgm:pt modelId="{7370A25D-17C8-4E90-8628-E1AE44EDFB92}" type="pres">
      <dgm:prSet presAssocID="{2E08A5CB-F9C0-40E3-BA7E-CF4FC5F5968B}" presName="childText" presStyleLbl="conFgAcc1" presStyleIdx="2" presStyleCnt="4">
        <dgm:presLayoutVars>
          <dgm:bulletEnabled val="1"/>
        </dgm:presLayoutVars>
      </dgm:prSet>
      <dgm:spPr/>
    </dgm:pt>
    <dgm:pt modelId="{7160C401-5F71-457E-8D09-6D51741F568B}" type="pres">
      <dgm:prSet presAssocID="{975E4C84-2247-44CD-B971-E700BC763AC5}" presName="spaceBetweenRectangles" presStyleCnt="0"/>
      <dgm:spPr/>
    </dgm:pt>
    <dgm:pt modelId="{6A27CC19-15C0-4D1E-A51D-6393432B58D8}" type="pres">
      <dgm:prSet presAssocID="{D629BC40-3D04-47C3-BD49-0DACF3010204}" presName="parentLin" presStyleCnt="0"/>
      <dgm:spPr/>
    </dgm:pt>
    <dgm:pt modelId="{3B69D81A-EF25-4C65-8E73-696261CB3751}" type="pres">
      <dgm:prSet presAssocID="{D629BC40-3D04-47C3-BD49-0DACF3010204}" presName="parentLeftMargin" presStyleLbl="node1" presStyleIdx="2" presStyleCnt="4"/>
      <dgm:spPr/>
    </dgm:pt>
    <dgm:pt modelId="{8E7592C6-9872-4571-8F0D-BDBC41E0C38C}" type="pres">
      <dgm:prSet presAssocID="{D629BC40-3D04-47C3-BD49-0DACF301020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D058637-F868-4A85-B8C7-55A3E2EF7854}" type="pres">
      <dgm:prSet presAssocID="{D629BC40-3D04-47C3-BD49-0DACF3010204}" presName="negativeSpace" presStyleCnt="0"/>
      <dgm:spPr/>
    </dgm:pt>
    <dgm:pt modelId="{51862E74-6FC3-4951-ACBF-1CF61998C9A7}" type="pres">
      <dgm:prSet presAssocID="{D629BC40-3D04-47C3-BD49-0DACF301020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2933660-ADCD-4D3F-83F7-98ED5C977EE9}" type="presOf" srcId="{4E161E78-6271-4309-BB98-9E374F0271E5}" destId="{92164012-CD0C-4D10-A653-F73D6A44CCF1}" srcOrd="1" destOrd="0" presId="urn:microsoft.com/office/officeart/2005/8/layout/list1"/>
    <dgm:cxn modelId="{285E6A67-19F5-4AE6-834E-627B71A9AFCF}" srcId="{3E0128A2-24BC-454C-B92E-526E88DC8DC5}" destId="{0C2E96AD-C33B-4D18-A73D-D41F09531193}" srcOrd="0" destOrd="0" parTransId="{AEB14BA2-EC6A-44AA-9A34-C77CB03B513F}" sibTransId="{F5769A5C-335C-4AC6-98D9-80592D8A2305}"/>
    <dgm:cxn modelId="{45D86C4A-3EE5-4EF5-A1EA-F3069CED6EF1}" type="presOf" srcId="{D629BC40-3D04-47C3-BD49-0DACF3010204}" destId="{8E7592C6-9872-4571-8F0D-BDBC41E0C38C}" srcOrd="1" destOrd="0" presId="urn:microsoft.com/office/officeart/2005/8/layout/list1"/>
    <dgm:cxn modelId="{2939AE4C-9E89-4BC7-8BC5-6268F4AD6774}" type="presOf" srcId="{D629BC40-3D04-47C3-BD49-0DACF3010204}" destId="{3B69D81A-EF25-4C65-8E73-696261CB3751}" srcOrd="0" destOrd="0" presId="urn:microsoft.com/office/officeart/2005/8/layout/list1"/>
    <dgm:cxn modelId="{4DD5DD6C-2355-4E08-ACB8-C6A19BE4D63D}" srcId="{3E0128A2-24BC-454C-B92E-526E88DC8DC5}" destId="{4E161E78-6271-4309-BB98-9E374F0271E5}" srcOrd="1" destOrd="0" parTransId="{5E79F467-CFD1-47E9-97D0-FFDED8637005}" sibTransId="{B5829C90-428D-4684-80E4-39D809E9A045}"/>
    <dgm:cxn modelId="{F9020750-4E17-4716-9311-971EDE39D513}" type="presOf" srcId="{0C2E96AD-C33B-4D18-A73D-D41F09531193}" destId="{467D48D3-9FC3-4424-880B-45BEBCE203E4}" srcOrd="0" destOrd="0" presId="urn:microsoft.com/office/officeart/2005/8/layout/list1"/>
    <dgm:cxn modelId="{AC19C754-15C0-4D82-8D7F-216CFDB926A5}" srcId="{3E0128A2-24BC-454C-B92E-526E88DC8DC5}" destId="{D629BC40-3D04-47C3-BD49-0DACF3010204}" srcOrd="3" destOrd="0" parTransId="{4FE278A0-6BEF-4AD3-A56E-8889441DD4D9}" sibTransId="{C04FF5A0-A0F8-4A3E-BB89-897073E20D8D}"/>
    <dgm:cxn modelId="{E3E39C7B-61DA-406E-8D2C-452FA0D9A566}" type="presOf" srcId="{3E0128A2-24BC-454C-B92E-526E88DC8DC5}" destId="{33E1F7B1-595B-4ED9-B733-B704FA4992DC}" srcOrd="0" destOrd="0" presId="urn:microsoft.com/office/officeart/2005/8/layout/list1"/>
    <dgm:cxn modelId="{391AD586-2906-43C0-B075-8B41A817C632}" srcId="{3E0128A2-24BC-454C-B92E-526E88DC8DC5}" destId="{2E08A5CB-F9C0-40E3-BA7E-CF4FC5F5968B}" srcOrd="2" destOrd="0" parTransId="{87203E49-7336-464D-BFA4-EFECE8C324EA}" sibTransId="{975E4C84-2247-44CD-B971-E700BC763AC5}"/>
    <dgm:cxn modelId="{C3C0BB8A-AE4E-439C-BADA-98550B06B5A3}" type="presOf" srcId="{4E161E78-6271-4309-BB98-9E374F0271E5}" destId="{057CDC99-DA54-4ED5-AAD7-E9A30750279B}" srcOrd="0" destOrd="0" presId="urn:microsoft.com/office/officeart/2005/8/layout/list1"/>
    <dgm:cxn modelId="{09388B9B-00DF-406B-8903-5297CE14C44A}" type="presOf" srcId="{2E08A5CB-F9C0-40E3-BA7E-CF4FC5F5968B}" destId="{CE4DBAE5-85E8-4916-9F1E-2A2387F2A4A7}" srcOrd="0" destOrd="0" presId="urn:microsoft.com/office/officeart/2005/8/layout/list1"/>
    <dgm:cxn modelId="{E4204ECB-60FB-47D3-BD01-A3D8CF3D688B}" type="presOf" srcId="{2E08A5CB-F9C0-40E3-BA7E-CF4FC5F5968B}" destId="{3B3FD378-F109-449B-A610-C439F3291E4E}" srcOrd="1" destOrd="0" presId="urn:microsoft.com/office/officeart/2005/8/layout/list1"/>
    <dgm:cxn modelId="{5BFBB4ED-DF74-4322-A818-86B9C80E86A1}" type="presOf" srcId="{0C2E96AD-C33B-4D18-A73D-D41F09531193}" destId="{B903D058-C277-4F8E-9096-3B3FAFB2C55E}" srcOrd="1" destOrd="0" presId="urn:microsoft.com/office/officeart/2005/8/layout/list1"/>
    <dgm:cxn modelId="{A5868676-C73F-4204-901B-D8311FEF92DD}" type="presParOf" srcId="{33E1F7B1-595B-4ED9-B733-B704FA4992DC}" destId="{5B068561-E0F7-4D77-A9D7-FA9E3B433668}" srcOrd="0" destOrd="0" presId="urn:microsoft.com/office/officeart/2005/8/layout/list1"/>
    <dgm:cxn modelId="{AC1E169B-0B39-4C17-938F-30F8556DFC80}" type="presParOf" srcId="{5B068561-E0F7-4D77-A9D7-FA9E3B433668}" destId="{467D48D3-9FC3-4424-880B-45BEBCE203E4}" srcOrd="0" destOrd="0" presId="urn:microsoft.com/office/officeart/2005/8/layout/list1"/>
    <dgm:cxn modelId="{A33887D8-2C92-4B72-B522-2718EEAFFF27}" type="presParOf" srcId="{5B068561-E0F7-4D77-A9D7-FA9E3B433668}" destId="{B903D058-C277-4F8E-9096-3B3FAFB2C55E}" srcOrd="1" destOrd="0" presId="urn:microsoft.com/office/officeart/2005/8/layout/list1"/>
    <dgm:cxn modelId="{06C50A0F-F0F9-4501-9897-C89232450298}" type="presParOf" srcId="{33E1F7B1-595B-4ED9-B733-B704FA4992DC}" destId="{FA887141-5221-4158-83EC-756378273AD6}" srcOrd="1" destOrd="0" presId="urn:microsoft.com/office/officeart/2005/8/layout/list1"/>
    <dgm:cxn modelId="{C1C503F4-DD05-431C-9D2C-1868F3924F2F}" type="presParOf" srcId="{33E1F7B1-595B-4ED9-B733-B704FA4992DC}" destId="{6D674651-2CD9-4B05-8A47-4F0419FFA2C7}" srcOrd="2" destOrd="0" presId="urn:microsoft.com/office/officeart/2005/8/layout/list1"/>
    <dgm:cxn modelId="{1F676A63-E356-41FB-8186-5F916660DED1}" type="presParOf" srcId="{33E1F7B1-595B-4ED9-B733-B704FA4992DC}" destId="{EC0F5399-310E-47FB-8D39-D17160C3D2F7}" srcOrd="3" destOrd="0" presId="urn:microsoft.com/office/officeart/2005/8/layout/list1"/>
    <dgm:cxn modelId="{0377B89C-F87C-44C9-8B2C-70C0E5C049DF}" type="presParOf" srcId="{33E1F7B1-595B-4ED9-B733-B704FA4992DC}" destId="{6A5CE692-7ECC-47BC-8EDC-9373C081D998}" srcOrd="4" destOrd="0" presId="urn:microsoft.com/office/officeart/2005/8/layout/list1"/>
    <dgm:cxn modelId="{4956755C-71F9-47E2-99B0-8416E72EA8DC}" type="presParOf" srcId="{6A5CE692-7ECC-47BC-8EDC-9373C081D998}" destId="{057CDC99-DA54-4ED5-AAD7-E9A30750279B}" srcOrd="0" destOrd="0" presId="urn:microsoft.com/office/officeart/2005/8/layout/list1"/>
    <dgm:cxn modelId="{B9FCECAB-D26C-46C4-84C2-0CE000CCC931}" type="presParOf" srcId="{6A5CE692-7ECC-47BC-8EDC-9373C081D998}" destId="{92164012-CD0C-4D10-A653-F73D6A44CCF1}" srcOrd="1" destOrd="0" presId="urn:microsoft.com/office/officeart/2005/8/layout/list1"/>
    <dgm:cxn modelId="{25D396D3-B83B-49DD-9349-D8376C542711}" type="presParOf" srcId="{33E1F7B1-595B-4ED9-B733-B704FA4992DC}" destId="{02413D65-45AD-46DA-8695-CE259BF0278A}" srcOrd="5" destOrd="0" presId="urn:microsoft.com/office/officeart/2005/8/layout/list1"/>
    <dgm:cxn modelId="{8BE1A964-74E9-4701-AB93-E6FDBF22BC4E}" type="presParOf" srcId="{33E1F7B1-595B-4ED9-B733-B704FA4992DC}" destId="{77CA7EC4-A719-4EB2-91E4-DB94AD096796}" srcOrd="6" destOrd="0" presId="urn:microsoft.com/office/officeart/2005/8/layout/list1"/>
    <dgm:cxn modelId="{A4D3AA44-C041-4A60-8372-864F190925C8}" type="presParOf" srcId="{33E1F7B1-595B-4ED9-B733-B704FA4992DC}" destId="{E4FD46D8-6DAD-4083-8B0A-2EA4DAD77040}" srcOrd="7" destOrd="0" presId="urn:microsoft.com/office/officeart/2005/8/layout/list1"/>
    <dgm:cxn modelId="{3701EC4E-9F62-4F40-A28E-0544A93F50DD}" type="presParOf" srcId="{33E1F7B1-595B-4ED9-B733-B704FA4992DC}" destId="{459496BD-10DA-438C-99BE-BFED2B4D3E08}" srcOrd="8" destOrd="0" presId="urn:microsoft.com/office/officeart/2005/8/layout/list1"/>
    <dgm:cxn modelId="{3B7B9CFC-5131-4A48-88F1-781CDBF7D41A}" type="presParOf" srcId="{459496BD-10DA-438C-99BE-BFED2B4D3E08}" destId="{CE4DBAE5-85E8-4916-9F1E-2A2387F2A4A7}" srcOrd="0" destOrd="0" presId="urn:microsoft.com/office/officeart/2005/8/layout/list1"/>
    <dgm:cxn modelId="{1E9C13CA-BBAC-43B8-97FE-E9CCD0757EA9}" type="presParOf" srcId="{459496BD-10DA-438C-99BE-BFED2B4D3E08}" destId="{3B3FD378-F109-449B-A610-C439F3291E4E}" srcOrd="1" destOrd="0" presId="urn:microsoft.com/office/officeart/2005/8/layout/list1"/>
    <dgm:cxn modelId="{FDE54F69-B500-434E-9D39-E14B1F90D869}" type="presParOf" srcId="{33E1F7B1-595B-4ED9-B733-B704FA4992DC}" destId="{0667F2CF-580E-404B-98DB-E419D143DE70}" srcOrd="9" destOrd="0" presId="urn:microsoft.com/office/officeart/2005/8/layout/list1"/>
    <dgm:cxn modelId="{2A76F08F-63FA-4EB2-939A-EBF7A29461F5}" type="presParOf" srcId="{33E1F7B1-595B-4ED9-B733-B704FA4992DC}" destId="{7370A25D-17C8-4E90-8628-E1AE44EDFB92}" srcOrd="10" destOrd="0" presId="urn:microsoft.com/office/officeart/2005/8/layout/list1"/>
    <dgm:cxn modelId="{0D84322F-6932-409B-8526-E0C680C53DA9}" type="presParOf" srcId="{33E1F7B1-595B-4ED9-B733-B704FA4992DC}" destId="{7160C401-5F71-457E-8D09-6D51741F568B}" srcOrd="11" destOrd="0" presId="urn:microsoft.com/office/officeart/2005/8/layout/list1"/>
    <dgm:cxn modelId="{01AA62BD-AA11-4074-9D2F-4C5324AA654A}" type="presParOf" srcId="{33E1F7B1-595B-4ED9-B733-B704FA4992DC}" destId="{6A27CC19-15C0-4D1E-A51D-6393432B58D8}" srcOrd="12" destOrd="0" presId="urn:microsoft.com/office/officeart/2005/8/layout/list1"/>
    <dgm:cxn modelId="{FD99DED8-7B62-4B16-993F-60B945B701B1}" type="presParOf" srcId="{6A27CC19-15C0-4D1E-A51D-6393432B58D8}" destId="{3B69D81A-EF25-4C65-8E73-696261CB3751}" srcOrd="0" destOrd="0" presId="urn:microsoft.com/office/officeart/2005/8/layout/list1"/>
    <dgm:cxn modelId="{BFC894D2-A204-482C-B19C-C63D988FA0F5}" type="presParOf" srcId="{6A27CC19-15C0-4D1E-A51D-6393432B58D8}" destId="{8E7592C6-9872-4571-8F0D-BDBC41E0C38C}" srcOrd="1" destOrd="0" presId="urn:microsoft.com/office/officeart/2005/8/layout/list1"/>
    <dgm:cxn modelId="{C7E64CBD-2A8C-40E1-9AAD-1C67288BF60C}" type="presParOf" srcId="{33E1F7B1-595B-4ED9-B733-B704FA4992DC}" destId="{8D058637-F868-4A85-B8C7-55A3E2EF7854}" srcOrd="13" destOrd="0" presId="urn:microsoft.com/office/officeart/2005/8/layout/list1"/>
    <dgm:cxn modelId="{7E59FED0-FD59-4E14-A4B3-49B0BA65C92A}" type="presParOf" srcId="{33E1F7B1-595B-4ED9-B733-B704FA4992DC}" destId="{51862E74-6FC3-4951-ACBF-1CF61998C9A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5C0974E-47E1-47BF-864A-C2183393C9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09CD600-4B1B-4059-A6B1-ED39CD616BD0}">
      <dgm:prSet/>
      <dgm:spPr/>
      <dgm:t>
        <a:bodyPr/>
        <a:lstStyle/>
        <a:p>
          <a:r>
            <a:rPr lang="pl-PL"/>
            <a:t>Team Leader </a:t>
          </a:r>
          <a:r>
            <a:rPr lang="en-US"/>
            <a:t>- </a:t>
          </a:r>
          <a:r>
            <a:rPr lang="pl-PL"/>
            <a:t>koordynuje pracę zespołu</a:t>
          </a:r>
          <a:endParaRPr lang="en-US"/>
        </a:p>
      </dgm:t>
    </dgm:pt>
    <dgm:pt modelId="{F874D4EB-16E2-49C9-BA2B-B713714BC82E}" type="parTrans" cxnId="{5EE8C413-DBBB-4D2A-957A-5064E820402B}">
      <dgm:prSet/>
      <dgm:spPr/>
      <dgm:t>
        <a:bodyPr/>
        <a:lstStyle/>
        <a:p>
          <a:endParaRPr lang="en-US"/>
        </a:p>
      </dgm:t>
    </dgm:pt>
    <dgm:pt modelId="{FA2B2A22-1456-4A15-85D2-6590A69BCEF8}" type="sibTrans" cxnId="{5EE8C413-DBBB-4D2A-957A-5064E820402B}">
      <dgm:prSet/>
      <dgm:spPr/>
      <dgm:t>
        <a:bodyPr/>
        <a:lstStyle/>
        <a:p>
          <a:endParaRPr lang="en-US"/>
        </a:p>
      </dgm:t>
    </dgm:pt>
    <dgm:pt modelId="{F2E6200A-71EF-4665-8333-D0C8B7D3D012}">
      <dgm:prSet/>
      <dgm:spPr/>
      <dgm:t>
        <a:bodyPr/>
        <a:lstStyle/>
        <a:p>
          <a:r>
            <a:rPr lang="pl-PL"/>
            <a:t>Development Manager </a:t>
          </a:r>
          <a:r>
            <a:rPr lang="en-US"/>
            <a:t>-</a:t>
          </a:r>
          <a:r>
            <a:rPr lang="pl-PL"/>
            <a:t> zarządza procesem tworzenia</a:t>
          </a:r>
          <a:endParaRPr lang="en-US"/>
        </a:p>
      </dgm:t>
    </dgm:pt>
    <dgm:pt modelId="{0168040C-FC5B-465C-B8CC-02ACF735B60F}" type="parTrans" cxnId="{5ACC980D-0ECD-4A9A-A90F-DD167EBFA922}">
      <dgm:prSet/>
      <dgm:spPr/>
      <dgm:t>
        <a:bodyPr/>
        <a:lstStyle/>
        <a:p>
          <a:endParaRPr lang="en-US"/>
        </a:p>
      </dgm:t>
    </dgm:pt>
    <dgm:pt modelId="{2601CB3F-A8E4-4C57-9A58-DBA8D7F34788}" type="sibTrans" cxnId="{5ACC980D-0ECD-4A9A-A90F-DD167EBFA922}">
      <dgm:prSet/>
      <dgm:spPr/>
      <dgm:t>
        <a:bodyPr/>
        <a:lstStyle/>
        <a:p>
          <a:endParaRPr lang="en-US"/>
        </a:p>
      </dgm:t>
    </dgm:pt>
    <dgm:pt modelId="{EAA36002-CF66-449E-8A53-B6591C614033}">
      <dgm:prSet/>
      <dgm:spPr/>
      <dgm:t>
        <a:bodyPr/>
        <a:lstStyle/>
        <a:p>
          <a:r>
            <a:rPr lang="pl-PL"/>
            <a:t>Quality Manager </a:t>
          </a:r>
          <a:r>
            <a:rPr lang="en-US"/>
            <a:t>-</a:t>
          </a:r>
          <a:r>
            <a:rPr lang="pl-PL"/>
            <a:t> odpowiada za jakość</a:t>
          </a:r>
          <a:endParaRPr lang="en-US"/>
        </a:p>
      </dgm:t>
    </dgm:pt>
    <dgm:pt modelId="{37651452-6134-474A-9BF6-BD628F687162}" type="parTrans" cxnId="{70B8B620-8221-467D-8D75-6F577256DE5D}">
      <dgm:prSet/>
      <dgm:spPr/>
      <dgm:t>
        <a:bodyPr/>
        <a:lstStyle/>
        <a:p>
          <a:endParaRPr lang="en-US"/>
        </a:p>
      </dgm:t>
    </dgm:pt>
    <dgm:pt modelId="{B797BA6E-EF53-4710-A03C-2C144216363C}" type="sibTrans" cxnId="{70B8B620-8221-467D-8D75-6F577256DE5D}">
      <dgm:prSet/>
      <dgm:spPr/>
      <dgm:t>
        <a:bodyPr/>
        <a:lstStyle/>
        <a:p>
          <a:endParaRPr lang="en-US"/>
        </a:p>
      </dgm:t>
    </dgm:pt>
    <dgm:pt modelId="{0518BA7F-2275-4EC9-AB5A-E64CA2D418D9}">
      <dgm:prSet/>
      <dgm:spPr/>
      <dgm:t>
        <a:bodyPr/>
        <a:lstStyle/>
        <a:p>
          <a:r>
            <a:rPr lang="pl-PL"/>
            <a:t>Process Manager </a:t>
          </a:r>
          <a:r>
            <a:rPr lang="en-US"/>
            <a:t>-</a:t>
          </a:r>
          <a:r>
            <a:rPr lang="pl-PL"/>
            <a:t> nadzoruje proces</a:t>
          </a:r>
          <a:endParaRPr lang="en-US"/>
        </a:p>
      </dgm:t>
    </dgm:pt>
    <dgm:pt modelId="{F6CAC41B-A13B-449D-93AE-F1196F17A53B}" type="parTrans" cxnId="{B38E57D5-F082-4867-A5F0-429E15A95E05}">
      <dgm:prSet/>
      <dgm:spPr/>
      <dgm:t>
        <a:bodyPr/>
        <a:lstStyle/>
        <a:p>
          <a:endParaRPr lang="en-US"/>
        </a:p>
      </dgm:t>
    </dgm:pt>
    <dgm:pt modelId="{52740F09-B911-4174-A407-FA2798455637}" type="sibTrans" cxnId="{B38E57D5-F082-4867-A5F0-429E15A95E05}">
      <dgm:prSet/>
      <dgm:spPr/>
      <dgm:t>
        <a:bodyPr/>
        <a:lstStyle/>
        <a:p>
          <a:endParaRPr lang="en-US"/>
        </a:p>
      </dgm:t>
    </dgm:pt>
    <dgm:pt modelId="{93BA7DB8-F4E6-4E5E-990B-035CF964B348}">
      <dgm:prSet/>
      <dgm:spPr/>
      <dgm:t>
        <a:bodyPr/>
        <a:lstStyle/>
        <a:p>
          <a:r>
            <a:rPr lang="pl-PL"/>
            <a:t>Support Manager </a:t>
          </a:r>
          <a:r>
            <a:rPr lang="en-US"/>
            <a:t>-</a:t>
          </a:r>
          <a:r>
            <a:rPr lang="pl-PL"/>
            <a:t> wspiera zespół</a:t>
          </a:r>
          <a:endParaRPr lang="en-US"/>
        </a:p>
      </dgm:t>
    </dgm:pt>
    <dgm:pt modelId="{F6697808-80D4-4C10-B8DB-CEEC24C1D18E}" type="parTrans" cxnId="{180DD5BF-B879-4DFB-A938-898A3C8B0E7B}">
      <dgm:prSet/>
      <dgm:spPr/>
      <dgm:t>
        <a:bodyPr/>
        <a:lstStyle/>
        <a:p>
          <a:endParaRPr lang="en-US"/>
        </a:p>
      </dgm:t>
    </dgm:pt>
    <dgm:pt modelId="{C46E1F21-551B-48F4-9D55-84CC6D97B9CC}" type="sibTrans" cxnId="{180DD5BF-B879-4DFB-A938-898A3C8B0E7B}">
      <dgm:prSet/>
      <dgm:spPr/>
      <dgm:t>
        <a:bodyPr/>
        <a:lstStyle/>
        <a:p>
          <a:endParaRPr lang="en-US"/>
        </a:p>
      </dgm:t>
    </dgm:pt>
    <dgm:pt modelId="{BC78FF5C-9945-4C47-BCF8-342EA4B26F6D}" type="pres">
      <dgm:prSet presAssocID="{25C0974E-47E1-47BF-864A-C2183393C9E0}" presName="root" presStyleCnt="0">
        <dgm:presLayoutVars>
          <dgm:dir/>
          <dgm:resizeHandles val="exact"/>
        </dgm:presLayoutVars>
      </dgm:prSet>
      <dgm:spPr/>
    </dgm:pt>
    <dgm:pt modelId="{D0F15A54-8ED8-4742-B265-7B74066E22B7}" type="pres">
      <dgm:prSet presAssocID="{309CD600-4B1B-4059-A6B1-ED39CD616BD0}" presName="compNode" presStyleCnt="0"/>
      <dgm:spPr/>
    </dgm:pt>
    <dgm:pt modelId="{4DCE345A-628D-4A61-8673-43A7DE6DD57A}" type="pres">
      <dgm:prSet presAssocID="{309CD600-4B1B-4059-A6B1-ED39CD616BD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ęben"/>
        </a:ext>
      </dgm:extLst>
    </dgm:pt>
    <dgm:pt modelId="{092700D3-8B54-4B38-A4B8-244F4A891228}" type="pres">
      <dgm:prSet presAssocID="{309CD600-4B1B-4059-A6B1-ED39CD616BD0}" presName="spaceRect" presStyleCnt="0"/>
      <dgm:spPr/>
    </dgm:pt>
    <dgm:pt modelId="{84294989-EF1B-492D-B805-5A627627D133}" type="pres">
      <dgm:prSet presAssocID="{309CD600-4B1B-4059-A6B1-ED39CD616BD0}" presName="textRect" presStyleLbl="revTx" presStyleIdx="0" presStyleCnt="5">
        <dgm:presLayoutVars>
          <dgm:chMax val="1"/>
          <dgm:chPref val="1"/>
        </dgm:presLayoutVars>
      </dgm:prSet>
      <dgm:spPr/>
    </dgm:pt>
    <dgm:pt modelId="{D9860DE6-73C8-49C5-ADC8-FFA3D826D9C8}" type="pres">
      <dgm:prSet presAssocID="{FA2B2A22-1456-4A15-85D2-6590A69BCEF8}" presName="sibTrans" presStyleCnt="0"/>
      <dgm:spPr/>
    </dgm:pt>
    <dgm:pt modelId="{931C6F52-9070-4968-920D-F0DEE76B869A}" type="pres">
      <dgm:prSet presAssocID="{F2E6200A-71EF-4665-8333-D0C8B7D3D012}" presName="compNode" presStyleCnt="0"/>
      <dgm:spPr/>
    </dgm:pt>
    <dgm:pt modelId="{4ACF23CC-0266-48C8-BB0D-697609F46082}" type="pres">
      <dgm:prSet presAssocID="{F2E6200A-71EF-4665-8333-D0C8B7D3D01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żytkownik"/>
        </a:ext>
      </dgm:extLst>
    </dgm:pt>
    <dgm:pt modelId="{8EB3ECEA-C389-48DB-8F9A-7D52B49719A6}" type="pres">
      <dgm:prSet presAssocID="{F2E6200A-71EF-4665-8333-D0C8B7D3D012}" presName="spaceRect" presStyleCnt="0"/>
      <dgm:spPr/>
    </dgm:pt>
    <dgm:pt modelId="{0E4E47BA-F02E-4F1E-A7F0-50907D4CCD98}" type="pres">
      <dgm:prSet presAssocID="{F2E6200A-71EF-4665-8333-D0C8B7D3D012}" presName="textRect" presStyleLbl="revTx" presStyleIdx="1" presStyleCnt="5">
        <dgm:presLayoutVars>
          <dgm:chMax val="1"/>
          <dgm:chPref val="1"/>
        </dgm:presLayoutVars>
      </dgm:prSet>
      <dgm:spPr/>
    </dgm:pt>
    <dgm:pt modelId="{8A2F2DBA-0F4C-4EBC-9C93-BFFCD4A09C53}" type="pres">
      <dgm:prSet presAssocID="{2601CB3F-A8E4-4C57-9A58-DBA8D7F34788}" presName="sibTrans" presStyleCnt="0"/>
      <dgm:spPr/>
    </dgm:pt>
    <dgm:pt modelId="{3442C8B4-0DA2-4980-B6E8-388F898DEE2C}" type="pres">
      <dgm:prSet presAssocID="{EAA36002-CF66-449E-8A53-B6591C614033}" presName="compNode" presStyleCnt="0"/>
      <dgm:spPr/>
    </dgm:pt>
    <dgm:pt modelId="{650D093E-1CFE-44E7-A34C-BDD3BF351478}" type="pres">
      <dgm:prSet presAssocID="{EAA36002-CF66-449E-8A53-B6591C61403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uczyciel"/>
        </a:ext>
      </dgm:extLst>
    </dgm:pt>
    <dgm:pt modelId="{E2E6437F-5CD6-4940-9822-9E24853EA912}" type="pres">
      <dgm:prSet presAssocID="{EAA36002-CF66-449E-8A53-B6591C614033}" presName="spaceRect" presStyleCnt="0"/>
      <dgm:spPr/>
    </dgm:pt>
    <dgm:pt modelId="{5417C98E-0D51-4367-B22B-65B581502F8C}" type="pres">
      <dgm:prSet presAssocID="{EAA36002-CF66-449E-8A53-B6591C614033}" presName="textRect" presStyleLbl="revTx" presStyleIdx="2" presStyleCnt="5">
        <dgm:presLayoutVars>
          <dgm:chMax val="1"/>
          <dgm:chPref val="1"/>
        </dgm:presLayoutVars>
      </dgm:prSet>
      <dgm:spPr/>
    </dgm:pt>
    <dgm:pt modelId="{B1C763D8-4FA1-45A9-80AE-CEAA75D2BAF5}" type="pres">
      <dgm:prSet presAssocID="{B797BA6E-EF53-4710-A03C-2C144216363C}" presName="sibTrans" presStyleCnt="0"/>
      <dgm:spPr/>
    </dgm:pt>
    <dgm:pt modelId="{4FFB8E10-E115-49BF-BC6E-0108017B8D67}" type="pres">
      <dgm:prSet presAssocID="{0518BA7F-2275-4EC9-AB5A-E64CA2D418D9}" presName="compNode" presStyleCnt="0"/>
      <dgm:spPr/>
    </dgm:pt>
    <dgm:pt modelId="{BA5F6007-2243-471A-A5C6-8352A6A76AC3}" type="pres">
      <dgm:prSet presAssocID="{0518BA7F-2275-4EC9-AB5A-E64CA2D418D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ia"/>
        </a:ext>
      </dgm:extLst>
    </dgm:pt>
    <dgm:pt modelId="{ED6FE552-B010-4139-9B3E-F1207E3B5E38}" type="pres">
      <dgm:prSet presAssocID="{0518BA7F-2275-4EC9-AB5A-E64CA2D418D9}" presName="spaceRect" presStyleCnt="0"/>
      <dgm:spPr/>
    </dgm:pt>
    <dgm:pt modelId="{91095223-E532-4850-B8C1-09305E08CFF3}" type="pres">
      <dgm:prSet presAssocID="{0518BA7F-2275-4EC9-AB5A-E64CA2D418D9}" presName="textRect" presStyleLbl="revTx" presStyleIdx="3" presStyleCnt="5">
        <dgm:presLayoutVars>
          <dgm:chMax val="1"/>
          <dgm:chPref val="1"/>
        </dgm:presLayoutVars>
      </dgm:prSet>
      <dgm:spPr/>
    </dgm:pt>
    <dgm:pt modelId="{1423F4D7-F6B4-4F6E-BEB0-14E467CD52CA}" type="pres">
      <dgm:prSet presAssocID="{52740F09-B911-4174-A407-FA2798455637}" presName="sibTrans" presStyleCnt="0"/>
      <dgm:spPr/>
    </dgm:pt>
    <dgm:pt modelId="{61E718AC-6E84-41A5-8730-A51C82A3BC16}" type="pres">
      <dgm:prSet presAssocID="{93BA7DB8-F4E6-4E5E-990B-035CF964B348}" presName="compNode" presStyleCnt="0"/>
      <dgm:spPr/>
    </dgm:pt>
    <dgm:pt modelId="{3EE2C800-F63F-4357-99B9-B6329A7246C6}" type="pres">
      <dgm:prSet presAssocID="{93BA7DB8-F4E6-4E5E-990B-035CF964B34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ksofon"/>
        </a:ext>
      </dgm:extLst>
    </dgm:pt>
    <dgm:pt modelId="{D8F84908-FC6A-4AFC-9049-BDE545B40164}" type="pres">
      <dgm:prSet presAssocID="{93BA7DB8-F4E6-4E5E-990B-035CF964B348}" presName="spaceRect" presStyleCnt="0"/>
      <dgm:spPr/>
    </dgm:pt>
    <dgm:pt modelId="{887EC2FE-86F8-40B4-B31D-400332BD3A97}" type="pres">
      <dgm:prSet presAssocID="{93BA7DB8-F4E6-4E5E-990B-035CF964B34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FE2AC0C-B2A0-4734-B21D-96D6D39E8279}" type="presOf" srcId="{93BA7DB8-F4E6-4E5E-990B-035CF964B348}" destId="{887EC2FE-86F8-40B4-B31D-400332BD3A97}" srcOrd="0" destOrd="0" presId="urn:microsoft.com/office/officeart/2018/2/layout/IconLabelList"/>
    <dgm:cxn modelId="{5ACC980D-0ECD-4A9A-A90F-DD167EBFA922}" srcId="{25C0974E-47E1-47BF-864A-C2183393C9E0}" destId="{F2E6200A-71EF-4665-8333-D0C8B7D3D012}" srcOrd="1" destOrd="0" parTransId="{0168040C-FC5B-465C-B8CC-02ACF735B60F}" sibTransId="{2601CB3F-A8E4-4C57-9A58-DBA8D7F34788}"/>
    <dgm:cxn modelId="{5EE8C413-DBBB-4D2A-957A-5064E820402B}" srcId="{25C0974E-47E1-47BF-864A-C2183393C9E0}" destId="{309CD600-4B1B-4059-A6B1-ED39CD616BD0}" srcOrd="0" destOrd="0" parTransId="{F874D4EB-16E2-49C9-BA2B-B713714BC82E}" sibTransId="{FA2B2A22-1456-4A15-85D2-6590A69BCEF8}"/>
    <dgm:cxn modelId="{70B8B620-8221-467D-8D75-6F577256DE5D}" srcId="{25C0974E-47E1-47BF-864A-C2183393C9E0}" destId="{EAA36002-CF66-449E-8A53-B6591C614033}" srcOrd="2" destOrd="0" parTransId="{37651452-6134-474A-9BF6-BD628F687162}" sibTransId="{B797BA6E-EF53-4710-A03C-2C144216363C}"/>
    <dgm:cxn modelId="{AF998F2A-1CE3-4970-826C-169E65D7AA19}" type="presOf" srcId="{25C0974E-47E1-47BF-864A-C2183393C9E0}" destId="{BC78FF5C-9945-4C47-BCF8-342EA4B26F6D}" srcOrd="0" destOrd="0" presId="urn:microsoft.com/office/officeart/2018/2/layout/IconLabelList"/>
    <dgm:cxn modelId="{E131A56D-35A7-443D-ACAA-D2341CD37663}" type="presOf" srcId="{0518BA7F-2275-4EC9-AB5A-E64CA2D418D9}" destId="{91095223-E532-4850-B8C1-09305E08CFF3}" srcOrd="0" destOrd="0" presId="urn:microsoft.com/office/officeart/2018/2/layout/IconLabelList"/>
    <dgm:cxn modelId="{0E97128F-743C-4E6F-99A0-4911C9F2E371}" type="presOf" srcId="{F2E6200A-71EF-4665-8333-D0C8B7D3D012}" destId="{0E4E47BA-F02E-4F1E-A7F0-50907D4CCD98}" srcOrd="0" destOrd="0" presId="urn:microsoft.com/office/officeart/2018/2/layout/IconLabelList"/>
    <dgm:cxn modelId="{07F9FAA4-3699-438E-B42C-D2A3A82680EF}" type="presOf" srcId="{EAA36002-CF66-449E-8A53-B6591C614033}" destId="{5417C98E-0D51-4367-B22B-65B581502F8C}" srcOrd="0" destOrd="0" presId="urn:microsoft.com/office/officeart/2018/2/layout/IconLabelList"/>
    <dgm:cxn modelId="{180DD5BF-B879-4DFB-A938-898A3C8B0E7B}" srcId="{25C0974E-47E1-47BF-864A-C2183393C9E0}" destId="{93BA7DB8-F4E6-4E5E-990B-035CF964B348}" srcOrd="4" destOrd="0" parTransId="{F6697808-80D4-4C10-B8DB-CEEC24C1D18E}" sibTransId="{C46E1F21-551B-48F4-9D55-84CC6D97B9CC}"/>
    <dgm:cxn modelId="{62D14EC6-0C64-441C-8251-E6A0A56337D6}" type="presOf" srcId="{309CD600-4B1B-4059-A6B1-ED39CD616BD0}" destId="{84294989-EF1B-492D-B805-5A627627D133}" srcOrd="0" destOrd="0" presId="urn:microsoft.com/office/officeart/2018/2/layout/IconLabelList"/>
    <dgm:cxn modelId="{B38E57D5-F082-4867-A5F0-429E15A95E05}" srcId="{25C0974E-47E1-47BF-864A-C2183393C9E0}" destId="{0518BA7F-2275-4EC9-AB5A-E64CA2D418D9}" srcOrd="3" destOrd="0" parTransId="{F6CAC41B-A13B-449D-93AE-F1196F17A53B}" sibTransId="{52740F09-B911-4174-A407-FA2798455637}"/>
    <dgm:cxn modelId="{5831FC70-7F73-448B-B0C5-CEECC3B6A2DB}" type="presParOf" srcId="{BC78FF5C-9945-4C47-BCF8-342EA4B26F6D}" destId="{D0F15A54-8ED8-4742-B265-7B74066E22B7}" srcOrd="0" destOrd="0" presId="urn:microsoft.com/office/officeart/2018/2/layout/IconLabelList"/>
    <dgm:cxn modelId="{9CEF40C4-B3F8-49CE-B10D-19BAA614A946}" type="presParOf" srcId="{D0F15A54-8ED8-4742-B265-7B74066E22B7}" destId="{4DCE345A-628D-4A61-8673-43A7DE6DD57A}" srcOrd="0" destOrd="0" presId="urn:microsoft.com/office/officeart/2018/2/layout/IconLabelList"/>
    <dgm:cxn modelId="{A6FD6DFA-D060-4132-A2CE-8738D41C772C}" type="presParOf" srcId="{D0F15A54-8ED8-4742-B265-7B74066E22B7}" destId="{092700D3-8B54-4B38-A4B8-244F4A891228}" srcOrd="1" destOrd="0" presId="urn:microsoft.com/office/officeart/2018/2/layout/IconLabelList"/>
    <dgm:cxn modelId="{55A5969B-0964-4324-BF06-C1172DCCDBB3}" type="presParOf" srcId="{D0F15A54-8ED8-4742-B265-7B74066E22B7}" destId="{84294989-EF1B-492D-B805-5A627627D133}" srcOrd="2" destOrd="0" presId="urn:microsoft.com/office/officeart/2018/2/layout/IconLabelList"/>
    <dgm:cxn modelId="{A38B108D-CFB8-4295-A52E-EF6C55458DB9}" type="presParOf" srcId="{BC78FF5C-9945-4C47-BCF8-342EA4B26F6D}" destId="{D9860DE6-73C8-49C5-ADC8-FFA3D826D9C8}" srcOrd="1" destOrd="0" presId="urn:microsoft.com/office/officeart/2018/2/layout/IconLabelList"/>
    <dgm:cxn modelId="{8021EE9F-7F02-4936-8CA2-B2B5E27BB13C}" type="presParOf" srcId="{BC78FF5C-9945-4C47-BCF8-342EA4B26F6D}" destId="{931C6F52-9070-4968-920D-F0DEE76B869A}" srcOrd="2" destOrd="0" presId="urn:microsoft.com/office/officeart/2018/2/layout/IconLabelList"/>
    <dgm:cxn modelId="{9B14A920-F030-4819-BC79-42305C383B14}" type="presParOf" srcId="{931C6F52-9070-4968-920D-F0DEE76B869A}" destId="{4ACF23CC-0266-48C8-BB0D-697609F46082}" srcOrd="0" destOrd="0" presId="urn:microsoft.com/office/officeart/2018/2/layout/IconLabelList"/>
    <dgm:cxn modelId="{0DE7CB1A-BEA5-4290-A5E7-CED387CE3E4E}" type="presParOf" srcId="{931C6F52-9070-4968-920D-F0DEE76B869A}" destId="{8EB3ECEA-C389-48DB-8F9A-7D52B49719A6}" srcOrd="1" destOrd="0" presId="urn:microsoft.com/office/officeart/2018/2/layout/IconLabelList"/>
    <dgm:cxn modelId="{948D94B5-B495-4363-B03C-F7A31CBA059F}" type="presParOf" srcId="{931C6F52-9070-4968-920D-F0DEE76B869A}" destId="{0E4E47BA-F02E-4F1E-A7F0-50907D4CCD98}" srcOrd="2" destOrd="0" presId="urn:microsoft.com/office/officeart/2018/2/layout/IconLabelList"/>
    <dgm:cxn modelId="{2539BEC4-70ED-4F9B-8C53-68D731D70BEA}" type="presParOf" srcId="{BC78FF5C-9945-4C47-BCF8-342EA4B26F6D}" destId="{8A2F2DBA-0F4C-4EBC-9C93-BFFCD4A09C53}" srcOrd="3" destOrd="0" presId="urn:microsoft.com/office/officeart/2018/2/layout/IconLabelList"/>
    <dgm:cxn modelId="{1BBC9741-298C-4F03-9206-F769C9B3AC63}" type="presParOf" srcId="{BC78FF5C-9945-4C47-BCF8-342EA4B26F6D}" destId="{3442C8B4-0DA2-4980-B6E8-388F898DEE2C}" srcOrd="4" destOrd="0" presId="urn:microsoft.com/office/officeart/2018/2/layout/IconLabelList"/>
    <dgm:cxn modelId="{FBCD2A3F-E289-4356-BA2A-EA45BB6C67DD}" type="presParOf" srcId="{3442C8B4-0DA2-4980-B6E8-388F898DEE2C}" destId="{650D093E-1CFE-44E7-A34C-BDD3BF351478}" srcOrd="0" destOrd="0" presId="urn:microsoft.com/office/officeart/2018/2/layout/IconLabelList"/>
    <dgm:cxn modelId="{A43B90C6-480F-4BB6-84B6-B44AA3F145B6}" type="presParOf" srcId="{3442C8B4-0DA2-4980-B6E8-388F898DEE2C}" destId="{E2E6437F-5CD6-4940-9822-9E24853EA912}" srcOrd="1" destOrd="0" presId="urn:microsoft.com/office/officeart/2018/2/layout/IconLabelList"/>
    <dgm:cxn modelId="{92F35DFD-D8EF-4D0F-AC44-DE4CD1349F38}" type="presParOf" srcId="{3442C8B4-0DA2-4980-B6E8-388F898DEE2C}" destId="{5417C98E-0D51-4367-B22B-65B581502F8C}" srcOrd="2" destOrd="0" presId="urn:microsoft.com/office/officeart/2018/2/layout/IconLabelList"/>
    <dgm:cxn modelId="{6B01D315-7586-4879-984A-126455B0B807}" type="presParOf" srcId="{BC78FF5C-9945-4C47-BCF8-342EA4B26F6D}" destId="{B1C763D8-4FA1-45A9-80AE-CEAA75D2BAF5}" srcOrd="5" destOrd="0" presId="urn:microsoft.com/office/officeart/2018/2/layout/IconLabelList"/>
    <dgm:cxn modelId="{0A8FC0A4-F1D0-4BBB-B72C-F5353533BE88}" type="presParOf" srcId="{BC78FF5C-9945-4C47-BCF8-342EA4B26F6D}" destId="{4FFB8E10-E115-49BF-BC6E-0108017B8D67}" srcOrd="6" destOrd="0" presId="urn:microsoft.com/office/officeart/2018/2/layout/IconLabelList"/>
    <dgm:cxn modelId="{8684FF36-6390-473A-B845-BF05B2FEADAC}" type="presParOf" srcId="{4FFB8E10-E115-49BF-BC6E-0108017B8D67}" destId="{BA5F6007-2243-471A-A5C6-8352A6A76AC3}" srcOrd="0" destOrd="0" presId="urn:microsoft.com/office/officeart/2018/2/layout/IconLabelList"/>
    <dgm:cxn modelId="{1D25A933-9C80-49B6-A25A-E00189919B8D}" type="presParOf" srcId="{4FFB8E10-E115-49BF-BC6E-0108017B8D67}" destId="{ED6FE552-B010-4139-9B3E-F1207E3B5E38}" srcOrd="1" destOrd="0" presId="urn:microsoft.com/office/officeart/2018/2/layout/IconLabelList"/>
    <dgm:cxn modelId="{DECFE28F-FE59-4E78-A015-41EF60B6110C}" type="presParOf" srcId="{4FFB8E10-E115-49BF-BC6E-0108017B8D67}" destId="{91095223-E532-4850-B8C1-09305E08CFF3}" srcOrd="2" destOrd="0" presId="urn:microsoft.com/office/officeart/2018/2/layout/IconLabelList"/>
    <dgm:cxn modelId="{39973716-DC98-488D-9C8D-574A5C87E8D7}" type="presParOf" srcId="{BC78FF5C-9945-4C47-BCF8-342EA4B26F6D}" destId="{1423F4D7-F6B4-4F6E-BEB0-14E467CD52CA}" srcOrd="7" destOrd="0" presId="urn:microsoft.com/office/officeart/2018/2/layout/IconLabelList"/>
    <dgm:cxn modelId="{743D9E86-801A-4BC3-BAD2-99863D5A8630}" type="presParOf" srcId="{BC78FF5C-9945-4C47-BCF8-342EA4B26F6D}" destId="{61E718AC-6E84-41A5-8730-A51C82A3BC16}" srcOrd="8" destOrd="0" presId="urn:microsoft.com/office/officeart/2018/2/layout/IconLabelList"/>
    <dgm:cxn modelId="{CA2DD398-BFB6-439F-A56E-CA841D794E23}" type="presParOf" srcId="{61E718AC-6E84-41A5-8730-A51C82A3BC16}" destId="{3EE2C800-F63F-4357-99B9-B6329A7246C6}" srcOrd="0" destOrd="0" presId="urn:microsoft.com/office/officeart/2018/2/layout/IconLabelList"/>
    <dgm:cxn modelId="{2210CCAE-9066-4906-A5B1-3D787513B649}" type="presParOf" srcId="{61E718AC-6E84-41A5-8730-A51C82A3BC16}" destId="{D8F84908-FC6A-4AFC-9049-BDE545B40164}" srcOrd="1" destOrd="0" presId="urn:microsoft.com/office/officeart/2018/2/layout/IconLabelList"/>
    <dgm:cxn modelId="{704138B3-536B-4529-8EA0-54ECD232EBE3}" type="presParOf" srcId="{61E718AC-6E84-41A5-8730-A51C82A3BC16}" destId="{887EC2FE-86F8-40B4-B31D-400332BD3A9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A8E1A0A-AF4B-4932-B277-7196640431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394416-97EC-4AD5-8A94-5C24925CFC37}">
      <dgm:prSet/>
      <dgm:spPr/>
      <dgm:t>
        <a:bodyPr/>
        <a:lstStyle/>
        <a:p>
          <a:r>
            <a:rPr lang="pl-PL" b="1" dirty="0"/>
            <a:t>TSP kładzie nacisk na:</a:t>
          </a:r>
          <a:endParaRPr lang="en-US" b="1" dirty="0"/>
        </a:p>
      </dgm:t>
    </dgm:pt>
    <dgm:pt modelId="{38207A75-FB6D-4373-8612-08BB58662047}" type="parTrans" cxnId="{8D9A9D6F-C4BF-41E5-9A90-6E60372DF595}">
      <dgm:prSet/>
      <dgm:spPr/>
      <dgm:t>
        <a:bodyPr/>
        <a:lstStyle/>
        <a:p>
          <a:endParaRPr lang="en-US"/>
        </a:p>
      </dgm:t>
    </dgm:pt>
    <dgm:pt modelId="{DC0A48BA-9457-4AEC-9B4D-DD0196228168}" type="sibTrans" cxnId="{8D9A9D6F-C4BF-41E5-9A90-6E60372DF595}">
      <dgm:prSet/>
      <dgm:spPr/>
      <dgm:t>
        <a:bodyPr/>
        <a:lstStyle/>
        <a:p>
          <a:endParaRPr lang="en-US"/>
        </a:p>
      </dgm:t>
    </dgm:pt>
    <dgm:pt modelId="{B32296E6-E676-40D7-BF0E-0E1184622D3C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dokładne planowanie </a:t>
          </a:r>
          <a:endParaRPr lang="en-US" dirty="0"/>
        </a:p>
      </dgm:t>
    </dgm:pt>
    <dgm:pt modelId="{F4135896-E27E-42D7-96C4-936CEB7264E8}" type="parTrans" cxnId="{92CB9D26-92E4-4CED-BE1B-EF26E1892A46}">
      <dgm:prSet/>
      <dgm:spPr/>
      <dgm:t>
        <a:bodyPr/>
        <a:lstStyle/>
        <a:p>
          <a:endParaRPr lang="en-US"/>
        </a:p>
      </dgm:t>
    </dgm:pt>
    <dgm:pt modelId="{AE538786-B126-43DA-AB71-645A5380C927}" type="sibTrans" cxnId="{92CB9D26-92E4-4CED-BE1B-EF26E1892A46}">
      <dgm:prSet/>
      <dgm:spPr/>
      <dgm:t>
        <a:bodyPr/>
        <a:lstStyle/>
        <a:p>
          <a:endParaRPr lang="en-US"/>
        </a:p>
      </dgm:t>
    </dgm:pt>
    <dgm:pt modelId="{F36876A8-F2E2-4870-AC42-5DDE894B5045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pomiary efektywności </a:t>
          </a:r>
          <a:endParaRPr lang="en-US" dirty="0"/>
        </a:p>
      </dgm:t>
    </dgm:pt>
    <dgm:pt modelId="{AA1C05A8-1406-4D65-AB4E-398C544FC2BE}" type="parTrans" cxnId="{F2DBFB80-2714-489C-BE03-A1C88A516968}">
      <dgm:prSet/>
      <dgm:spPr/>
      <dgm:t>
        <a:bodyPr/>
        <a:lstStyle/>
        <a:p>
          <a:endParaRPr lang="en-US"/>
        </a:p>
      </dgm:t>
    </dgm:pt>
    <dgm:pt modelId="{0094EDD6-B13B-431F-A968-D56A4587095F}" type="sibTrans" cxnId="{F2DBFB80-2714-489C-BE03-A1C88A516968}">
      <dgm:prSet/>
      <dgm:spPr/>
      <dgm:t>
        <a:bodyPr/>
        <a:lstStyle/>
        <a:p>
          <a:endParaRPr lang="en-US"/>
        </a:p>
      </dgm:t>
    </dgm:pt>
    <dgm:pt modelId="{28C33E58-A77D-45D5-A2F8-AA7FA8B619C7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odpowiedzialność zespołu </a:t>
          </a:r>
          <a:endParaRPr lang="en-US" dirty="0"/>
        </a:p>
      </dgm:t>
    </dgm:pt>
    <dgm:pt modelId="{3FCAFD23-D574-490F-99AA-446BD6BCAE07}" type="parTrans" cxnId="{4226A8D7-E9FF-412A-A67F-BF3831CA9D01}">
      <dgm:prSet/>
      <dgm:spPr/>
      <dgm:t>
        <a:bodyPr/>
        <a:lstStyle/>
        <a:p>
          <a:endParaRPr lang="en-US"/>
        </a:p>
      </dgm:t>
    </dgm:pt>
    <dgm:pt modelId="{86188521-7A15-428D-88F3-044511136971}" type="sibTrans" cxnId="{4226A8D7-E9FF-412A-A67F-BF3831CA9D01}">
      <dgm:prSet/>
      <dgm:spPr/>
      <dgm:t>
        <a:bodyPr/>
        <a:lstStyle/>
        <a:p>
          <a:endParaRPr lang="en-US"/>
        </a:p>
      </dgm:t>
    </dgm:pt>
    <dgm:pt modelId="{65894420-D68E-40EC-B9D2-9FAE99DED6C5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ciągłe doskonalenie</a:t>
          </a:r>
          <a:endParaRPr lang="en-US" dirty="0"/>
        </a:p>
      </dgm:t>
    </dgm:pt>
    <dgm:pt modelId="{2D412B7E-83CE-4F15-B8CD-7D7F98BB3BD9}" type="parTrans" cxnId="{5D2C5355-A3D9-4C5C-885A-77E568E719EB}">
      <dgm:prSet/>
      <dgm:spPr/>
      <dgm:t>
        <a:bodyPr/>
        <a:lstStyle/>
        <a:p>
          <a:endParaRPr lang="en-US"/>
        </a:p>
      </dgm:t>
    </dgm:pt>
    <dgm:pt modelId="{4A329180-9769-497D-9BD1-25765A2D2BD4}" type="sibTrans" cxnId="{5D2C5355-A3D9-4C5C-885A-77E568E719EB}">
      <dgm:prSet/>
      <dgm:spPr/>
      <dgm:t>
        <a:bodyPr/>
        <a:lstStyle/>
        <a:p>
          <a:endParaRPr lang="en-US"/>
        </a:p>
      </dgm:t>
    </dgm:pt>
    <dgm:pt modelId="{7BE4F14C-7118-404C-B6C4-8D291E5CC621}" type="pres">
      <dgm:prSet presAssocID="{BA8E1A0A-AF4B-4932-B277-719664043184}" presName="linear" presStyleCnt="0">
        <dgm:presLayoutVars>
          <dgm:animLvl val="lvl"/>
          <dgm:resizeHandles val="exact"/>
        </dgm:presLayoutVars>
      </dgm:prSet>
      <dgm:spPr/>
    </dgm:pt>
    <dgm:pt modelId="{180C0A08-24EE-4068-8AE9-9BF05330A786}" type="pres">
      <dgm:prSet presAssocID="{D1394416-97EC-4AD5-8A94-5C24925CFC3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849BC70-304C-4AB7-B7EB-488FCF4D70A9}" type="pres">
      <dgm:prSet presAssocID="{DC0A48BA-9457-4AEC-9B4D-DD0196228168}" presName="spacer" presStyleCnt="0"/>
      <dgm:spPr/>
    </dgm:pt>
    <dgm:pt modelId="{1E817F13-8152-41C1-9399-E1988E0257C2}" type="pres">
      <dgm:prSet presAssocID="{B32296E6-E676-40D7-BF0E-0E1184622D3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D4EF350-13CD-4777-A5A3-602941FA4463}" type="pres">
      <dgm:prSet presAssocID="{AE538786-B126-43DA-AB71-645A5380C927}" presName="spacer" presStyleCnt="0"/>
      <dgm:spPr/>
    </dgm:pt>
    <dgm:pt modelId="{9A151154-BC26-4DA3-B508-0EC473E6354C}" type="pres">
      <dgm:prSet presAssocID="{F36876A8-F2E2-4870-AC42-5DDE894B504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A7CE330-0BB7-4C18-941B-E2F7B1F5F208}" type="pres">
      <dgm:prSet presAssocID="{0094EDD6-B13B-431F-A968-D56A4587095F}" presName="spacer" presStyleCnt="0"/>
      <dgm:spPr/>
    </dgm:pt>
    <dgm:pt modelId="{FF54D52E-6A48-4FE8-ABC0-D8F71187DF8D}" type="pres">
      <dgm:prSet presAssocID="{28C33E58-A77D-45D5-A2F8-AA7FA8B619C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A50A038-B7F7-4358-BFD7-DDDA0C26FD02}" type="pres">
      <dgm:prSet presAssocID="{86188521-7A15-428D-88F3-044511136971}" presName="spacer" presStyleCnt="0"/>
      <dgm:spPr/>
    </dgm:pt>
    <dgm:pt modelId="{9FE17BD2-360B-4C19-ACC2-C39257F0CBC2}" type="pres">
      <dgm:prSet presAssocID="{65894420-D68E-40EC-B9D2-9FAE99DED6C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43B8404-517B-4806-9068-9CA83F6072BB}" type="presOf" srcId="{28C33E58-A77D-45D5-A2F8-AA7FA8B619C7}" destId="{FF54D52E-6A48-4FE8-ABC0-D8F71187DF8D}" srcOrd="0" destOrd="0" presId="urn:microsoft.com/office/officeart/2005/8/layout/vList2"/>
    <dgm:cxn modelId="{92CB9D26-92E4-4CED-BE1B-EF26E1892A46}" srcId="{BA8E1A0A-AF4B-4932-B277-719664043184}" destId="{B32296E6-E676-40D7-BF0E-0E1184622D3C}" srcOrd="1" destOrd="0" parTransId="{F4135896-E27E-42D7-96C4-936CEB7264E8}" sibTransId="{AE538786-B126-43DA-AB71-645A5380C927}"/>
    <dgm:cxn modelId="{C5494865-DC2A-4070-BFC5-42B3497487DF}" type="presOf" srcId="{65894420-D68E-40EC-B9D2-9FAE99DED6C5}" destId="{9FE17BD2-360B-4C19-ACC2-C39257F0CBC2}" srcOrd="0" destOrd="0" presId="urn:microsoft.com/office/officeart/2005/8/layout/vList2"/>
    <dgm:cxn modelId="{8D9A9D6F-C4BF-41E5-9A90-6E60372DF595}" srcId="{BA8E1A0A-AF4B-4932-B277-719664043184}" destId="{D1394416-97EC-4AD5-8A94-5C24925CFC37}" srcOrd="0" destOrd="0" parTransId="{38207A75-FB6D-4373-8612-08BB58662047}" sibTransId="{DC0A48BA-9457-4AEC-9B4D-DD0196228168}"/>
    <dgm:cxn modelId="{5D2C5355-A3D9-4C5C-885A-77E568E719EB}" srcId="{BA8E1A0A-AF4B-4932-B277-719664043184}" destId="{65894420-D68E-40EC-B9D2-9FAE99DED6C5}" srcOrd="4" destOrd="0" parTransId="{2D412B7E-83CE-4F15-B8CD-7D7F98BB3BD9}" sibTransId="{4A329180-9769-497D-9BD1-25765A2D2BD4}"/>
    <dgm:cxn modelId="{F2DBFB80-2714-489C-BE03-A1C88A516968}" srcId="{BA8E1A0A-AF4B-4932-B277-719664043184}" destId="{F36876A8-F2E2-4870-AC42-5DDE894B5045}" srcOrd="2" destOrd="0" parTransId="{AA1C05A8-1406-4D65-AB4E-398C544FC2BE}" sibTransId="{0094EDD6-B13B-431F-A968-D56A4587095F}"/>
    <dgm:cxn modelId="{367A8D9F-F964-456D-A810-F5B8A0B005F7}" type="presOf" srcId="{B32296E6-E676-40D7-BF0E-0E1184622D3C}" destId="{1E817F13-8152-41C1-9399-E1988E0257C2}" srcOrd="0" destOrd="0" presId="urn:microsoft.com/office/officeart/2005/8/layout/vList2"/>
    <dgm:cxn modelId="{58162EB2-1164-4A2E-9C10-1F401C1E8C08}" type="presOf" srcId="{BA8E1A0A-AF4B-4932-B277-719664043184}" destId="{7BE4F14C-7118-404C-B6C4-8D291E5CC621}" srcOrd="0" destOrd="0" presId="urn:microsoft.com/office/officeart/2005/8/layout/vList2"/>
    <dgm:cxn modelId="{F304A1B2-FCE8-4CBB-AB88-412378142B52}" type="presOf" srcId="{D1394416-97EC-4AD5-8A94-5C24925CFC37}" destId="{180C0A08-24EE-4068-8AE9-9BF05330A786}" srcOrd="0" destOrd="0" presId="urn:microsoft.com/office/officeart/2005/8/layout/vList2"/>
    <dgm:cxn modelId="{CE4BD7D3-94AA-4D33-B013-86B53E5C6367}" type="presOf" srcId="{F36876A8-F2E2-4870-AC42-5DDE894B5045}" destId="{9A151154-BC26-4DA3-B508-0EC473E6354C}" srcOrd="0" destOrd="0" presId="urn:microsoft.com/office/officeart/2005/8/layout/vList2"/>
    <dgm:cxn modelId="{4226A8D7-E9FF-412A-A67F-BF3831CA9D01}" srcId="{BA8E1A0A-AF4B-4932-B277-719664043184}" destId="{28C33E58-A77D-45D5-A2F8-AA7FA8B619C7}" srcOrd="3" destOrd="0" parTransId="{3FCAFD23-D574-490F-99AA-446BD6BCAE07}" sibTransId="{86188521-7A15-428D-88F3-044511136971}"/>
    <dgm:cxn modelId="{6E28B46F-7087-4054-9F56-9B17BB8FDD31}" type="presParOf" srcId="{7BE4F14C-7118-404C-B6C4-8D291E5CC621}" destId="{180C0A08-24EE-4068-8AE9-9BF05330A786}" srcOrd="0" destOrd="0" presId="urn:microsoft.com/office/officeart/2005/8/layout/vList2"/>
    <dgm:cxn modelId="{29D22F36-8272-4B5C-BD64-95F686701575}" type="presParOf" srcId="{7BE4F14C-7118-404C-B6C4-8D291E5CC621}" destId="{1849BC70-304C-4AB7-B7EB-488FCF4D70A9}" srcOrd="1" destOrd="0" presId="urn:microsoft.com/office/officeart/2005/8/layout/vList2"/>
    <dgm:cxn modelId="{D10BB750-B0B7-456D-9048-3465DD070589}" type="presParOf" srcId="{7BE4F14C-7118-404C-B6C4-8D291E5CC621}" destId="{1E817F13-8152-41C1-9399-E1988E0257C2}" srcOrd="2" destOrd="0" presId="urn:microsoft.com/office/officeart/2005/8/layout/vList2"/>
    <dgm:cxn modelId="{E7FC44F2-8A43-4F04-8E74-AA0804070D82}" type="presParOf" srcId="{7BE4F14C-7118-404C-B6C4-8D291E5CC621}" destId="{1D4EF350-13CD-4777-A5A3-602941FA4463}" srcOrd="3" destOrd="0" presId="urn:microsoft.com/office/officeart/2005/8/layout/vList2"/>
    <dgm:cxn modelId="{3C19AA2D-831E-4F92-AE0C-88D10215245C}" type="presParOf" srcId="{7BE4F14C-7118-404C-B6C4-8D291E5CC621}" destId="{9A151154-BC26-4DA3-B508-0EC473E6354C}" srcOrd="4" destOrd="0" presId="urn:microsoft.com/office/officeart/2005/8/layout/vList2"/>
    <dgm:cxn modelId="{3BB0300F-FA48-47B7-9D76-1845BA244D8F}" type="presParOf" srcId="{7BE4F14C-7118-404C-B6C4-8D291E5CC621}" destId="{2A7CE330-0BB7-4C18-941B-E2F7B1F5F208}" srcOrd="5" destOrd="0" presId="urn:microsoft.com/office/officeart/2005/8/layout/vList2"/>
    <dgm:cxn modelId="{2618B470-1287-44D6-8239-86292401C9F4}" type="presParOf" srcId="{7BE4F14C-7118-404C-B6C4-8D291E5CC621}" destId="{FF54D52E-6A48-4FE8-ABC0-D8F71187DF8D}" srcOrd="6" destOrd="0" presId="urn:microsoft.com/office/officeart/2005/8/layout/vList2"/>
    <dgm:cxn modelId="{4E78F02F-3B06-4BBC-8DA9-F34008E7E01A}" type="presParOf" srcId="{7BE4F14C-7118-404C-B6C4-8D291E5CC621}" destId="{2A50A038-B7F7-4358-BFD7-DDDA0C26FD02}" srcOrd="7" destOrd="0" presId="urn:microsoft.com/office/officeart/2005/8/layout/vList2"/>
    <dgm:cxn modelId="{6B3B3F34-206D-43EC-8E46-71746772C09F}" type="presParOf" srcId="{7BE4F14C-7118-404C-B6C4-8D291E5CC621}" destId="{9FE17BD2-360B-4C19-ACC2-C39257F0CBC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373B73E-E0E9-41D0-A057-789139C6D2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8A3509-985C-4908-B83E-83A39892BAF8}">
      <dgm:prSet/>
      <dgm:spPr/>
      <dgm:t>
        <a:bodyPr/>
        <a:lstStyle/>
        <a:p>
          <a:r>
            <a:rPr lang="pl-PL"/>
            <a:t>Badacze danych (data scientists) koncentrują się na analizie danych, modelach i eksperymentach.</a:t>
          </a:r>
          <a:endParaRPr lang="en-US"/>
        </a:p>
      </dgm:t>
    </dgm:pt>
    <dgm:pt modelId="{704D10EE-A314-44D9-B2E7-345A0122B572}" type="parTrans" cxnId="{2A2E1ADD-07EC-4965-8D82-8E784EEDD363}">
      <dgm:prSet/>
      <dgm:spPr/>
      <dgm:t>
        <a:bodyPr/>
        <a:lstStyle/>
        <a:p>
          <a:endParaRPr lang="en-US"/>
        </a:p>
      </dgm:t>
    </dgm:pt>
    <dgm:pt modelId="{7EE1F058-7244-4607-912C-7CED2A832C03}" type="sibTrans" cxnId="{2A2E1ADD-07EC-4965-8D82-8E784EEDD363}">
      <dgm:prSet/>
      <dgm:spPr/>
      <dgm:t>
        <a:bodyPr/>
        <a:lstStyle/>
        <a:p>
          <a:endParaRPr lang="en-US"/>
        </a:p>
      </dgm:t>
    </dgm:pt>
    <dgm:pt modelId="{567F8DAD-82BB-445B-B55E-E18F7800DFE9}">
      <dgm:prSet/>
      <dgm:spPr/>
      <dgm:t>
        <a:bodyPr/>
        <a:lstStyle/>
        <a:p>
          <a:r>
            <a:rPr lang="pl-PL"/>
            <a:t>Inżynierowie oprogramowania koncentrują się na budowie stabilnych, skalowalnych systemów.</a:t>
          </a:r>
          <a:endParaRPr lang="en-US"/>
        </a:p>
      </dgm:t>
    </dgm:pt>
    <dgm:pt modelId="{72A313D3-A8B1-4D0C-81F9-C05C55F6E9E0}" type="parTrans" cxnId="{0121930F-7A84-4814-8BD5-A55D0341F1CA}">
      <dgm:prSet/>
      <dgm:spPr/>
      <dgm:t>
        <a:bodyPr/>
        <a:lstStyle/>
        <a:p>
          <a:endParaRPr lang="en-US"/>
        </a:p>
      </dgm:t>
    </dgm:pt>
    <dgm:pt modelId="{77F6DC52-CD70-4AA0-96BF-9526A71F2E87}" type="sibTrans" cxnId="{0121930F-7A84-4814-8BD5-A55D0341F1CA}">
      <dgm:prSet/>
      <dgm:spPr/>
      <dgm:t>
        <a:bodyPr/>
        <a:lstStyle/>
        <a:p>
          <a:endParaRPr lang="en-US"/>
        </a:p>
      </dgm:t>
    </dgm:pt>
    <dgm:pt modelId="{EE7A5F53-DB71-4A06-89E0-A8A5771E36A5}">
      <dgm:prSet/>
      <dgm:spPr/>
      <dgm:t>
        <a:bodyPr/>
        <a:lstStyle/>
        <a:p>
          <a:r>
            <a:rPr lang="pl-PL"/>
            <a:t>Te role mają różne cele, metody pracy i podejście do jakości.</a:t>
          </a:r>
          <a:endParaRPr lang="en-US"/>
        </a:p>
      </dgm:t>
    </dgm:pt>
    <dgm:pt modelId="{39C3FE2A-0F81-4DDF-AB85-CED5411B4EF7}" type="parTrans" cxnId="{51E01E77-23C0-4BC2-9B1D-15671155A085}">
      <dgm:prSet/>
      <dgm:spPr/>
      <dgm:t>
        <a:bodyPr/>
        <a:lstStyle/>
        <a:p>
          <a:endParaRPr lang="en-US"/>
        </a:p>
      </dgm:t>
    </dgm:pt>
    <dgm:pt modelId="{24CC80A8-1127-4C0C-A79F-1B336C6B0A0D}" type="sibTrans" cxnId="{51E01E77-23C0-4BC2-9B1D-15671155A085}">
      <dgm:prSet/>
      <dgm:spPr/>
      <dgm:t>
        <a:bodyPr/>
        <a:lstStyle/>
        <a:p>
          <a:endParaRPr lang="en-US"/>
        </a:p>
      </dgm:t>
    </dgm:pt>
    <dgm:pt modelId="{AA7FD007-0241-4EC3-9A0D-63FECCFA584A}" type="pres">
      <dgm:prSet presAssocID="{F373B73E-E0E9-41D0-A057-789139C6D285}" presName="root" presStyleCnt="0">
        <dgm:presLayoutVars>
          <dgm:dir/>
          <dgm:resizeHandles val="exact"/>
        </dgm:presLayoutVars>
      </dgm:prSet>
      <dgm:spPr/>
    </dgm:pt>
    <dgm:pt modelId="{09BF91CF-4A22-45F1-A6AE-3436180C0FDB}" type="pres">
      <dgm:prSet presAssocID="{BC8A3509-985C-4908-B83E-83A39892BAF8}" presName="compNode" presStyleCnt="0"/>
      <dgm:spPr/>
    </dgm:pt>
    <dgm:pt modelId="{77C36741-B93A-4FFF-991F-DDF61C6F9932}" type="pres">
      <dgm:prSet presAssocID="{BC8A3509-985C-4908-B83E-83A39892BAF8}" presName="bgRect" presStyleLbl="bgShp" presStyleIdx="0" presStyleCnt="3"/>
      <dgm:spPr/>
    </dgm:pt>
    <dgm:pt modelId="{D0A169BE-580A-45AC-A9D2-7BAB6C32C514}" type="pres">
      <dgm:prSet presAssocID="{BC8A3509-985C-4908-B83E-83A39892BAF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498E684D-836A-4DCA-97B3-9D7DE8CB6910}" type="pres">
      <dgm:prSet presAssocID="{BC8A3509-985C-4908-B83E-83A39892BAF8}" presName="spaceRect" presStyleCnt="0"/>
      <dgm:spPr/>
    </dgm:pt>
    <dgm:pt modelId="{68894AC6-147D-44AA-8C2B-F2AD6E7365D2}" type="pres">
      <dgm:prSet presAssocID="{BC8A3509-985C-4908-B83E-83A39892BAF8}" presName="parTx" presStyleLbl="revTx" presStyleIdx="0" presStyleCnt="3">
        <dgm:presLayoutVars>
          <dgm:chMax val="0"/>
          <dgm:chPref val="0"/>
        </dgm:presLayoutVars>
      </dgm:prSet>
      <dgm:spPr/>
    </dgm:pt>
    <dgm:pt modelId="{AAD90DDB-6806-409F-BF60-78EAC62424DE}" type="pres">
      <dgm:prSet presAssocID="{7EE1F058-7244-4607-912C-7CED2A832C03}" presName="sibTrans" presStyleCnt="0"/>
      <dgm:spPr/>
    </dgm:pt>
    <dgm:pt modelId="{16C5DE26-1570-4A19-B786-6C5EC55E2277}" type="pres">
      <dgm:prSet presAssocID="{567F8DAD-82BB-445B-B55E-E18F7800DFE9}" presName="compNode" presStyleCnt="0"/>
      <dgm:spPr/>
    </dgm:pt>
    <dgm:pt modelId="{D05B5249-E6B0-4060-BAAC-8F5AC1BBEAF4}" type="pres">
      <dgm:prSet presAssocID="{567F8DAD-82BB-445B-B55E-E18F7800DFE9}" presName="bgRect" presStyleLbl="bgShp" presStyleIdx="1" presStyleCnt="3"/>
      <dgm:spPr/>
    </dgm:pt>
    <dgm:pt modelId="{D2320CEC-CC75-4B8D-8DB7-A3C4C862E432}" type="pres">
      <dgm:prSet presAssocID="{567F8DAD-82BB-445B-B55E-E18F7800DFE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ia"/>
        </a:ext>
      </dgm:extLst>
    </dgm:pt>
    <dgm:pt modelId="{6435AB4D-FBDB-4CD9-9BF2-D7420CFF6247}" type="pres">
      <dgm:prSet presAssocID="{567F8DAD-82BB-445B-B55E-E18F7800DFE9}" presName="spaceRect" presStyleCnt="0"/>
      <dgm:spPr/>
    </dgm:pt>
    <dgm:pt modelId="{1F330E7F-F749-452B-85C4-1135E110AF95}" type="pres">
      <dgm:prSet presAssocID="{567F8DAD-82BB-445B-B55E-E18F7800DFE9}" presName="parTx" presStyleLbl="revTx" presStyleIdx="1" presStyleCnt="3">
        <dgm:presLayoutVars>
          <dgm:chMax val="0"/>
          <dgm:chPref val="0"/>
        </dgm:presLayoutVars>
      </dgm:prSet>
      <dgm:spPr/>
    </dgm:pt>
    <dgm:pt modelId="{8C8C45A2-ED44-47F4-A1AD-92BE5CEB7229}" type="pres">
      <dgm:prSet presAssocID="{77F6DC52-CD70-4AA0-96BF-9526A71F2E87}" presName="sibTrans" presStyleCnt="0"/>
      <dgm:spPr/>
    </dgm:pt>
    <dgm:pt modelId="{AF63739C-3BD1-46D1-BDF4-539F72E14345}" type="pres">
      <dgm:prSet presAssocID="{EE7A5F53-DB71-4A06-89E0-A8A5771E36A5}" presName="compNode" presStyleCnt="0"/>
      <dgm:spPr/>
    </dgm:pt>
    <dgm:pt modelId="{BDF13EDD-DFB5-40DD-9682-ACF87481F7F7}" type="pres">
      <dgm:prSet presAssocID="{EE7A5F53-DB71-4A06-89E0-A8A5771E36A5}" presName="bgRect" presStyleLbl="bgShp" presStyleIdx="2" presStyleCnt="3"/>
      <dgm:spPr/>
    </dgm:pt>
    <dgm:pt modelId="{C262129E-7AA1-4661-A42C-B7615308021A}" type="pres">
      <dgm:prSet presAssocID="{EE7A5F53-DB71-4A06-89E0-A8A5771E36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zał w dziesiątkę"/>
        </a:ext>
      </dgm:extLst>
    </dgm:pt>
    <dgm:pt modelId="{1F107D92-12DE-48D1-8B0E-8B81DAEB80E2}" type="pres">
      <dgm:prSet presAssocID="{EE7A5F53-DB71-4A06-89E0-A8A5771E36A5}" presName="spaceRect" presStyleCnt="0"/>
      <dgm:spPr/>
    </dgm:pt>
    <dgm:pt modelId="{1C615DA1-D2B8-4A20-87ED-C0078C883453}" type="pres">
      <dgm:prSet presAssocID="{EE7A5F53-DB71-4A06-89E0-A8A5771E36A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121930F-7A84-4814-8BD5-A55D0341F1CA}" srcId="{F373B73E-E0E9-41D0-A057-789139C6D285}" destId="{567F8DAD-82BB-445B-B55E-E18F7800DFE9}" srcOrd="1" destOrd="0" parTransId="{72A313D3-A8B1-4D0C-81F9-C05C55F6E9E0}" sibTransId="{77F6DC52-CD70-4AA0-96BF-9526A71F2E87}"/>
    <dgm:cxn modelId="{6343C516-489A-41EB-97D3-20441F4FA2BD}" type="presOf" srcId="{567F8DAD-82BB-445B-B55E-E18F7800DFE9}" destId="{1F330E7F-F749-452B-85C4-1135E110AF95}" srcOrd="0" destOrd="0" presId="urn:microsoft.com/office/officeart/2018/2/layout/IconVerticalSolidList"/>
    <dgm:cxn modelId="{78E70038-616D-4C49-B7F4-0FC93614DCA4}" type="presOf" srcId="{F373B73E-E0E9-41D0-A057-789139C6D285}" destId="{AA7FD007-0241-4EC3-9A0D-63FECCFA584A}" srcOrd="0" destOrd="0" presId="urn:microsoft.com/office/officeart/2018/2/layout/IconVerticalSolidList"/>
    <dgm:cxn modelId="{9D42394B-3112-4CAC-BBC6-D825045D3A71}" type="presOf" srcId="{EE7A5F53-DB71-4A06-89E0-A8A5771E36A5}" destId="{1C615DA1-D2B8-4A20-87ED-C0078C883453}" srcOrd="0" destOrd="0" presId="urn:microsoft.com/office/officeart/2018/2/layout/IconVerticalSolidList"/>
    <dgm:cxn modelId="{51E01E77-23C0-4BC2-9B1D-15671155A085}" srcId="{F373B73E-E0E9-41D0-A057-789139C6D285}" destId="{EE7A5F53-DB71-4A06-89E0-A8A5771E36A5}" srcOrd="2" destOrd="0" parTransId="{39C3FE2A-0F81-4DDF-AB85-CED5411B4EF7}" sibTransId="{24CC80A8-1127-4C0C-A79F-1B336C6B0A0D}"/>
    <dgm:cxn modelId="{2A2E1ADD-07EC-4965-8D82-8E784EEDD363}" srcId="{F373B73E-E0E9-41D0-A057-789139C6D285}" destId="{BC8A3509-985C-4908-B83E-83A39892BAF8}" srcOrd="0" destOrd="0" parTransId="{704D10EE-A314-44D9-B2E7-345A0122B572}" sibTransId="{7EE1F058-7244-4607-912C-7CED2A832C03}"/>
    <dgm:cxn modelId="{FE2462E6-1E5F-473A-B0CC-CFEB700407A3}" type="presOf" srcId="{BC8A3509-985C-4908-B83E-83A39892BAF8}" destId="{68894AC6-147D-44AA-8C2B-F2AD6E7365D2}" srcOrd="0" destOrd="0" presId="urn:microsoft.com/office/officeart/2018/2/layout/IconVerticalSolidList"/>
    <dgm:cxn modelId="{FDC6631B-609A-4798-9FF9-5A44ED706E39}" type="presParOf" srcId="{AA7FD007-0241-4EC3-9A0D-63FECCFA584A}" destId="{09BF91CF-4A22-45F1-A6AE-3436180C0FDB}" srcOrd="0" destOrd="0" presId="urn:microsoft.com/office/officeart/2018/2/layout/IconVerticalSolidList"/>
    <dgm:cxn modelId="{4C17034F-CB6A-4479-8CF9-A6962235F95A}" type="presParOf" srcId="{09BF91CF-4A22-45F1-A6AE-3436180C0FDB}" destId="{77C36741-B93A-4FFF-991F-DDF61C6F9932}" srcOrd="0" destOrd="0" presId="urn:microsoft.com/office/officeart/2018/2/layout/IconVerticalSolidList"/>
    <dgm:cxn modelId="{3890E7F9-19DF-4E1E-9E9A-348AF1A3370D}" type="presParOf" srcId="{09BF91CF-4A22-45F1-A6AE-3436180C0FDB}" destId="{D0A169BE-580A-45AC-A9D2-7BAB6C32C514}" srcOrd="1" destOrd="0" presId="urn:microsoft.com/office/officeart/2018/2/layout/IconVerticalSolidList"/>
    <dgm:cxn modelId="{BD586131-7192-4683-92F1-5EE6F5348CEA}" type="presParOf" srcId="{09BF91CF-4A22-45F1-A6AE-3436180C0FDB}" destId="{498E684D-836A-4DCA-97B3-9D7DE8CB6910}" srcOrd="2" destOrd="0" presId="urn:microsoft.com/office/officeart/2018/2/layout/IconVerticalSolidList"/>
    <dgm:cxn modelId="{B0E010F7-9D6A-4F40-8417-D6ACCA8A0870}" type="presParOf" srcId="{09BF91CF-4A22-45F1-A6AE-3436180C0FDB}" destId="{68894AC6-147D-44AA-8C2B-F2AD6E7365D2}" srcOrd="3" destOrd="0" presId="urn:microsoft.com/office/officeart/2018/2/layout/IconVerticalSolidList"/>
    <dgm:cxn modelId="{3E821662-2CF5-4D1D-99A1-7A12D658C22B}" type="presParOf" srcId="{AA7FD007-0241-4EC3-9A0D-63FECCFA584A}" destId="{AAD90DDB-6806-409F-BF60-78EAC62424DE}" srcOrd="1" destOrd="0" presId="urn:microsoft.com/office/officeart/2018/2/layout/IconVerticalSolidList"/>
    <dgm:cxn modelId="{EFEFC98B-E1E2-4AB2-A6B9-691AB4D85D4B}" type="presParOf" srcId="{AA7FD007-0241-4EC3-9A0D-63FECCFA584A}" destId="{16C5DE26-1570-4A19-B786-6C5EC55E2277}" srcOrd="2" destOrd="0" presId="urn:microsoft.com/office/officeart/2018/2/layout/IconVerticalSolidList"/>
    <dgm:cxn modelId="{A0992FD5-3EBE-4D84-99D4-9B6AB77525DA}" type="presParOf" srcId="{16C5DE26-1570-4A19-B786-6C5EC55E2277}" destId="{D05B5249-E6B0-4060-BAAC-8F5AC1BBEAF4}" srcOrd="0" destOrd="0" presId="urn:microsoft.com/office/officeart/2018/2/layout/IconVerticalSolidList"/>
    <dgm:cxn modelId="{3FD9B9A6-3895-4811-AA5F-23F4E8A989EE}" type="presParOf" srcId="{16C5DE26-1570-4A19-B786-6C5EC55E2277}" destId="{D2320CEC-CC75-4B8D-8DB7-A3C4C862E432}" srcOrd="1" destOrd="0" presId="urn:microsoft.com/office/officeart/2018/2/layout/IconVerticalSolidList"/>
    <dgm:cxn modelId="{89AF210C-BD31-44C4-84E4-EC9EF764D636}" type="presParOf" srcId="{16C5DE26-1570-4A19-B786-6C5EC55E2277}" destId="{6435AB4D-FBDB-4CD9-9BF2-D7420CFF6247}" srcOrd="2" destOrd="0" presId="urn:microsoft.com/office/officeart/2018/2/layout/IconVerticalSolidList"/>
    <dgm:cxn modelId="{C9ADC4C5-D40F-4B68-B288-CD80C8F680FB}" type="presParOf" srcId="{16C5DE26-1570-4A19-B786-6C5EC55E2277}" destId="{1F330E7F-F749-452B-85C4-1135E110AF95}" srcOrd="3" destOrd="0" presId="urn:microsoft.com/office/officeart/2018/2/layout/IconVerticalSolidList"/>
    <dgm:cxn modelId="{A21A3F38-2FE4-412F-BA7F-8EB6C7B5865D}" type="presParOf" srcId="{AA7FD007-0241-4EC3-9A0D-63FECCFA584A}" destId="{8C8C45A2-ED44-47F4-A1AD-92BE5CEB7229}" srcOrd="3" destOrd="0" presId="urn:microsoft.com/office/officeart/2018/2/layout/IconVerticalSolidList"/>
    <dgm:cxn modelId="{4A0C1586-19D4-46D2-8143-C986B7D9BF90}" type="presParOf" srcId="{AA7FD007-0241-4EC3-9A0D-63FECCFA584A}" destId="{AF63739C-3BD1-46D1-BDF4-539F72E14345}" srcOrd="4" destOrd="0" presId="urn:microsoft.com/office/officeart/2018/2/layout/IconVerticalSolidList"/>
    <dgm:cxn modelId="{AB72DA28-49C4-4225-9B11-089262082391}" type="presParOf" srcId="{AF63739C-3BD1-46D1-BDF4-539F72E14345}" destId="{BDF13EDD-DFB5-40DD-9682-ACF87481F7F7}" srcOrd="0" destOrd="0" presId="urn:microsoft.com/office/officeart/2018/2/layout/IconVerticalSolidList"/>
    <dgm:cxn modelId="{650CAA5E-15DF-44B6-BF28-E8EB2287EE44}" type="presParOf" srcId="{AF63739C-3BD1-46D1-BDF4-539F72E14345}" destId="{C262129E-7AA1-4661-A42C-B7615308021A}" srcOrd="1" destOrd="0" presId="urn:microsoft.com/office/officeart/2018/2/layout/IconVerticalSolidList"/>
    <dgm:cxn modelId="{1F4B3865-7497-4128-A5D9-CA12FF320A27}" type="presParOf" srcId="{AF63739C-3BD1-46D1-BDF4-539F72E14345}" destId="{1F107D92-12DE-48D1-8B0E-8B81DAEB80E2}" srcOrd="2" destOrd="0" presId="urn:microsoft.com/office/officeart/2018/2/layout/IconVerticalSolidList"/>
    <dgm:cxn modelId="{C7FBF907-B380-4903-A2D1-D0C73152F115}" type="presParOf" srcId="{AF63739C-3BD1-46D1-BDF4-539F72E14345}" destId="{1C615DA1-D2B8-4A20-87ED-C0078C8834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AFD9A95-0821-4B6B-9FFD-03164E7BC2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D015E9-833B-4577-B8DB-33CA726B0088}">
      <dgm:prSet/>
      <dgm:spPr/>
      <dgm:t>
        <a:bodyPr/>
        <a:lstStyle/>
        <a:p>
          <a:r>
            <a:rPr lang="pl-PL" b="0" i="0" baseline="0"/>
            <a:t>zespoły cross-funkcjonalne </a:t>
          </a:r>
          <a:endParaRPr lang="en-US"/>
        </a:p>
      </dgm:t>
    </dgm:pt>
    <dgm:pt modelId="{CEF7A3FF-2A72-4659-AD54-40B0DE4D62C9}" type="parTrans" cxnId="{1B8C6EC3-DDA1-47C0-85A2-AF62D9209034}">
      <dgm:prSet/>
      <dgm:spPr/>
      <dgm:t>
        <a:bodyPr/>
        <a:lstStyle/>
        <a:p>
          <a:endParaRPr lang="en-US"/>
        </a:p>
      </dgm:t>
    </dgm:pt>
    <dgm:pt modelId="{7914EA3E-BD7C-4907-BD19-4D15C9B18983}" type="sibTrans" cxnId="{1B8C6EC3-DDA1-47C0-85A2-AF62D9209034}">
      <dgm:prSet/>
      <dgm:spPr/>
      <dgm:t>
        <a:bodyPr/>
        <a:lstStyle/>
        <a:p>
          <a:endParaRPr lang="en-US"/>
        </a:p>
      </dgm:t>
    </dgm:pt>
    <dgm:pt modelId="{2EE88179-801A-4E10-9F0C-42476817C4FE}">
      <dgm:prSet/>
      <dgm:spPr/>
      <dgm:t>
        <a:bodyPr/>
        <a:lstStyle/>
        <a:p>
          <a:r>
            <a:rPr lang="pl-PL" b="0" i="0" baseline="0"/>
            <a:t>współdzielenie wiedzy </a:t>
          </a:r>
          <a:endParaRPr lang="en-US"/>
        </a:p>
      </dgm:t>
    </dgm:pt>
    <dgm:pt modelId="{79795113-92CD-41AD-A139-7E2DB4142780}" type="parTrans" cxnId="{5E3450FD-12F3-4CF5-91D3-79C81C948D73}">
      <dgm:prSet/>
      <dgm:spPr/>
      <dgm:t>
        <a:bodyPr/>
        <a:lstStyle/>
        <a:p>
          <a:endParaRPr lang="en-US"/>
        </a:p>
      </dgm:t>
    </dgm:pt>
    <dgm:pt modelId="{19AF5358-18DA-4D62-92E4-A971D8EE3D99}" type="sibTrans" cxnId="{5E3450FD-12F3-4CF5-91D3-79C81C948D73}">
      <dgm:prSet/>
      <dgm:spPr/>
      <dgm:t>
        <a:bodyPr/>
        <a:lstStyle/>
        <a:p>
          <a:endParaRPr lang="en-US"/>
        </a:p>
      </dgm:t>
    </dgm:pt>
    <dgm:pt modelId="{0162EFC7-3516-4961-B1C3-84522EE0B8BF}">
      <dgm:prSet/>
      <dgm:spPr/>
      <dgm:t>
        <a:bodyPr/>
        <a:lstStyle/>
        <a:p>
          <a:r>
            <a:rPr lang="pl-PL" b="0" i="0" baseline="0"/>
            <a:t>T-shaped skills </a:t>
          </a:r>
          <a:endParaRPr lang="en-US"/>
        </a:p>
      </dgm:t>
    </dgm:pt>
    <dgm:pt modelId="{CC3B5F31-3C1C-4FC6-A5CC-43DB208A03F0}" type="parTrans" cxnId="{CBEA3314-344F-4369-9FD5-9E765E8FE742}">
      <dgm:prSet/>
      <dgm:spPr/>
      <dgm:t>
        <a:bodyPr/>
        <a:lstStyle/>
        <a:p>
          <a:endParaRPr lang="en-US"/>
        </a:p>
      </dgm:t>
    </dgm:pt>
    <dgm:pt modelId="{D2B4E5E7-6EFD-4F8D-80C8-9D8E083634FB}" type="sibTrans" cxnId="{CBEA3314-344F-4369-9FD5-9E765E8FE742}">
      <dgm:prSet/>
      <dgm:spPr/>
      <dgm:t>
        <a:bodyPr/>
        <a:lstStyle/>
        <a:p>
          <a:endParaRPr lang="en-US"/>
        </a:p>
      </dgm:t>
    </dgm:pt>
    <dgm:pt modelId="{2801EC07-EB5E-47C2-B73B-3ED6DB18F264}">
      <dgm:prSet/>
      <dgm:spPr/>
      <dgm:t>
        <a:bodyPr/>
        <a:lstStyle/>
        <a:p>
          <a:r>
            <a:rPr lang="pl-PL" b="0" i="0" baseline="0"/>
            <a:t>wspólna odpowiedzialność za produkt </a:t>
          </a:r>
          <a:endParaRPr lang="en-US"/>
        </a:p>
      </dgm:t>
    </dgm:pt>
    <dgm:pt modelId="{DE5965A7-7400-4F79-B264-6CF000814599}" type="parTrans" cxnId="{A2088C11-35D2-42F7-8BA6-2E2C25393BEB}">
      <dgm:prSet/>
      <dgm:spPr/>
      <dgm:t>
        <a:bodyPr/>
        <a:lstStyle/>
        <a:p>
          <a:endParaRPr lang="en-US"/>
        </a:p>
      </dgm:t>
    </dgm:pt>
    <dgm:pt modelId="{07199C8E-0DCF-45E7-9C60-3FC6BA202F10}" type="sibTrans" cxnId="{A2088C11-35D2-42F7-8BA6-2E2C25393BEB}">
      <dgm:prSet/>
      <dgm:spPr/>
      <dgm:t>
        <a:bodyPr/>
        <a:lstStyle/>
        <a:p>
          <a:endParaRPr lang="en-US"/>
        </a:p>
      </dgm:t>
    </dgm:pt>
    <dgm:pt modelId="{2D904D50-9626-4B07-BD30-7DD85EEA5527}" type="pres">
      <dgm:prSet presAssocID="{9AFD9A95-0821-4B6B-9FFD-03164E7BC21D}" presName="root" presStyleCnt="0">
        <dgm:presLayoutVars>
          <dgm:dir/>
          <dgm:resizeHandles val="exact"/>
        </dgm:presLayoutVars>
      </dgm:prSet>
      <dgm:spPr/>
    </dgm:pt>
    <dgm:pt modelId="{73DE9D91-8C45-4DA3-902D-D4F0F917F890}" type="pres">
      <dgm:prSet presAssocID="{A0D015E9-833B-4577-B8DB-33CA726B0088}" presName="compNode" presStyleCnt="0"/>
      <dgm:spPr/>
    </dgm:pt>
    <dgm:pt modelId="{0926FA61-3B29-4D16-A036-A2D9C3D4EC6D}" type="pres">
      <dgm:prSet presAssocID="{A0D015E9-833B-4577-B8DB-33CA726B0088}" presName="bgRect" presStyleLbl="bgShp" presStyleIdx="0" presStyleCnt="4"/>
      <dgm:spPr/>
    </dgm:pt>
    <dgm:pt modelId="{CF4245C0-2A75-492A-8C64-D6ED83108638}" type="pres">
      <dgm:prSet presAssocID="{A0D015E9-833B-4577-B8DB-33CA726B008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żytkownicy"/>
        </a:ext>
      </dgm:extLst>
    </dgm:pt>
    <dgm:pt modelId="{081DFE7C-881F-4AF0-971D-46AB05FB95C5}" type="pres">
      <dgm:prSet presAssocID="{A0D015E9-833B-4577-B8DB-33CA726B0088}" presName="spaceRect" presStyleCnt="0"/>
      <dgm:spPr/>
    </dgm:pt>
    <dgm:pt modelId="{6AD4056E-165B-438C-B8EA-4CEED9DB01C2}" type="pres">
      <dgm:prSet presAssocID="{A0D015E9-833B-4577-B8DB-33CA726B0088}" presName="parTx" presStyleLbl="revTx" presStyleIdx="0" presStyleCnt="4">
        <dgm:presLayoutVars>
          <dgm:chMax val="0"/>
          <dgm:chPref val="0"/>
        </dgm:presLayoutVars>
      </dgm:prSet>
      <dgm:spPr/>
    </dgm:pt>
    <dgm:pt modelId="{37EE943C-229C-49F6-81D1-75A041D0435F}" type="pres">
      <dgm:prSet presAssocID="{7914EA3E-BD7C-4907-BD19-4D15C9B18983}" presName="sibTrans" presStyleCnt="0"/>
      <dgm:spPr/>
    </dgm:pt>
    <dgm:pt modelId="{D5551570-21D5-4A27-B185-B6C2D1069B6B}" type="pres">
      <dgm:prSet presAssocID="{2EE88179-801A-4E10-9F0C-42476817C4FE}" presName="compNode" presStyleCnt="0"/>
      <dgm:spPr/>
    </dgm:pt>
    <dgm:pt modelId="{6157EE61-8F3B-4D50-8A36-49ECBB49B0E3}" type="pres">
      <dgm:prSet presAssocID="{2EE88179-801A-4E10-9F0C-42476817C4FE}" presName="bgRect" presStyleLbl="bgShp" presStyleIdx="1" presStyleCnt="4"/>
      <dgm:spPr/>
    </dgm:pt>
    <dgm:pt modelId="{C17EC596-A564-4741-A157-B27C5C66DF0B}" type="pres">
      <dgm:prSet presAssocID="{2EE88179-801A-4E10-9F0C-42476817C4F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83B57AB-4C1B-4838-BD15-9CA4E721C232}" type="pres">
      <dgm:prSet presAssocID="{2EE88179-801A-4E10-9F0C-42476817C4FE}" presName="spaceRect" presStyleCnt="0"/>
      <dgm:spPr/>
    </dgm:pt>
    <dgm:pt modelId="{A069604A-9A7A-4FBA-B75F-1A9690D0FD4A}" type="pres">
      <dgm:prSet presAssocID="{2EE88179-801A-4E10-9F0C-42476817C4FE}" presName="parTx" presStyleLbl="revTx" presStyleIdx="1" presStyleCnt="4">
        <dgm:presLayoutVars>
          <dgm:chMax val="0"/>
          <dgm:chPref val="0"/>
        </dgm:presLayoutVars>
      </dgm:prSet>
      <dgm:spPr/>
    </dgm:pt>
    <dgm:pt modelId="{EE4440F6-818C-487D-BBAE-D3D07113FA17}" type="pres">
      <dgm:prSet presAssocID="{19AF5358-18DA-4D62-92E4-A971D8EE3D99}" presName="sibTrans" presStyleCnt="0"/>
      <dgm:spPr/>
    </dgm:pt>
    <dgm:pt modelId="{D3F8A751-53E0-4E3A-AD2E-AAF7AA01D820}" type="pres">
      <dgm:prSet presAssocID="{0162EFC7-3516-4961-B1C3-84522EE0B8BF}" presName="compNode" presStyleCnt="0"/>
      <dgm:spPr/>
    </dgm:pt>
    <dgm:pt modelId="{3C574931-1CCD-4A2B-8DE6-2B96FF63A82C}" type="pres">
      <dgm:prSet presAssocID="{0162EFC7-3516-4961-B1C3-84522EE0B8BF}" presName="bgRect" presStyleLbl="bgShp" presStyleIdx="2" presStyleCnt="4"/>
      <dgm:spPr/>
    </dgm:pt>
    <dgm:pt modelId="{62D8B295-C523-4AAF-B65E-6642F24161BA}" type="pres">
      <dgm:prSet presAssocID="{0162EFC7-3516-4961-B1C3-84522EE0B8B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a"/>
        </a:ext>
      </dgm:extLst>
    </dgm:pt>
    <dgm:pt modelId="{FB22D8D6-B9B3-4FE1-AE1D-55242DC805EB}" type="pres">
      <dgm:prSet presAssocID="{0162EFC7-3516-4961-B1C3-84522EE0B8BF}" presName="spaceRect" presStyleCnt="0"/>
      <dgm:spPr/>
    </dgm:pt>
    <dgm:pt modelId="{440F9011-FB50-41DE-90FA-E1C85D64FD66}" type="pres">
      <dgm:prSet presAssocID="{0162EFC7-3516-4961-B1C3-84522EE0B8BF}" presName="parTx" presStyleLbl="revTx" presStyleIdx="2" presStyleCnt="4">
        <dgm:presLayoutVars>
          <dgm:chMax val="0"/>
          <dgm:chPref val="0"/>
        </dgm:presLayoutVars>
      </dgm:prSet>
      <dgm:spPr/>
    </dgm:pt>
    <dgm:pt modelId="{90185E2F-7275-45E0-92E0-7665FEB2FF74}" type="pres">
      <dgm:prSet presAssocID="{D2B4E5E7-6EFD-4F8D-80C8-9D8E083634FB}" presName="sibTrans" presStyleCnt="0"/>
      <dgm:spPr/>
    </dgm:pt>
    <dgm:pt modelId="{513083BE-C436-4C34-A02C-9762CB2AE84E}" type="pres">
      <dgm:prSet presAssocID="{2801EC07-EB5E-47C2-B73B-3ED6DB18F264}" presName="compNode" presStyleCnt="0"/>
      <dgm:spPr/>
    </dgm:pt>
    <dgm:pt modelId="{3DB50366-9D52-4A24-B625-3146D20F4DB5}" type="pres">
      <dgm:prSet presAssocID="{2801EC07-EB5E-47C2-B73B-3ED6DB18F264}" presName="bgRect" presStyleLbl="bgShp" presStyleIdx="3" presStyleCnt="4"/>
      <dgm:spPr/>
    </dgm:pt>
    <dgm:pt modelId="{F0CD2991-FA69-4DE1-A93C-BB22A96B8176}" type="pres">
      <dgm:prSet presAssocID="{2801EC07-EB5E-47C2-B73B-3ED6DB18F26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ścisk dłoni"/>
        </a:ext>
      </dgm:extLst>
    </dgm:pt>
    <dgm:pt modelId="{44CF56DD-84E3-4074-A9D8-891B65EB5909}" type="pres">
      <dgm:prSet presAssocID="{2801EC07-EB5E-47C2-B73B-3ED6DB18F264}" presName="spaceRect" presStyleCnt="0"/>
      <dgm:spPr/>
    </dgm:pt>
    <dgm:pt modelId="{09F33EFC-A5B8-45C3-B27C-8F5189F2A0B5}" type="pres">
      <dgm:prSet presAssocID="{2801EC07-EB5E-47C2-B73B-3ED6DB18F26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2088C11-35D2-42F7-8BA6-2E2C25393BEB}" srcId="{9AFD9A95-0821-4B6B-9FFD-03164E7BC21D}" destId="{2801EC07-EB5E-47C2-B73B-3ED6DB18F264}" srcOrd="3" destOrd="0" parTransId="{DE5965A7-7400-4F79-B264-6CF000814599}" sibTransId="{07199C8E-0DCF-45E7-9C60-3FC6BA202F10}"/>
    <dgm:cxn modelId="{CBEA3314-344F-4369-9FD5-9E765E8FE742}" srcId="{9AFD9A95-0821-4B6B-9FFD-03164E7BC21D}" destId="{0162EFC7-3516-4961-B1C3-84522EE0B8BF}" srcOrd="2" destOrd="0" parTransId="{CC3B5F31-3C1C-4FC6-A5CC-43DB208A03F0}" sibTransId="{D2B4E5E7-6EFD-4F8D-80C8-9D8E083634FB}"/>
    <dgm:cxn modelId="{3735815B-5220-4BFB-A0BB-8B6C009FAC22}" type="presOf" srcId="{2EE88179-801A-4E10-9F0C-42476817C4FE}" destId="{A069604A-9A7A-4FBA-B75F-1A9690D0FD4A}" srcOrd="0" destOrd="0" presId="urn:microsoft.com/office/officeart/2018/2/layout/IconVerticalSolidList"/>
    <dgm:cxn modelId="{056AD153-1638-4BD9-9E30-F8036024BA32}" type="presOf" srcId="{2801EC07-EB5E-47C2-B73B-3ED6DB18F264}" destId="{09F33EFC-A5B8-45C3-B27C-8F5189F2A0B5}" srcOrd="0" destOrd="0" presId="urn:microsoft.com/office/officeart/2018/2/layout/IconVerticalSolidList"/>
    <dgm:cxn modelId="{781CBEBC-C57F-47B5-9BBD-A48D08E6DA6C}" type="presOf" srcId="{0162EFC7-3516-4961-B1C3-84522EE0B8BF}" destId="{440F9011-FB50-41DE-90FA-E1C85D64FD66}" srcOrd="0" destOrd="0" presId="urn:microsoft.com/office/officeart/2018/2/layout/IconVerticalSolidList"/>
    <dgm:cxn modelId="{1B8C6EC3-DDA1-47C0-85A2-AF62D9209034}" srcId="{9AFD9A95-0821-4B6B-9FFD-03164E7BC21D}" destId="{A0D015E9-833B-4577-B8DB-33CA726B0088}" srcOrd="0" destOrd="0" parTransId="{CEF7A3FF-2A72-4659-AD54-40B0DE4D62C9}" sibTransId="{7914EA3E-BD7C-4907-BD19-4D15C9B18983}"/>
    <dgm:cxn modelId="{3F1D66E1-F131-4D42-91CD-3A10761F8708}" type="presOf" srcId="{A0D015E9-833B-4577-B8DB-33CA726B0088}" destId="{6AD4056E-165B-438C-B8EA-4CEED9DB01C2}" srcOrd="0" destOrd="0" presId="urn:microsoft.com/office/officeart/2018/2/layout/IconVerticalSolidList"/>
    <dgm:cxn modelId="{8C2FB8E6-8BF1-457E-A527-A44139033279}" type="presOf" srcId="{9AFD9A95-0821-4B6B-9FFD-03164E7BC21D}" destId="{2D904D50-9626-4B07-BD30-7DD85EEA5527}" srcOrd="0" destOrd="0" presId="urn:microsoft.com/office/officeart/2018/2/layout/IconVerticalSolidList"/>
    <dgm:cxn modelId="{5E3450FD-12F3-4CF5-91D3-79C81C948D73}" srcId="{9AFD9A95-0821-4B6B-9FFD-03164E7BC21D}" destId="{2EE88179-801A-4E10-9F0C-42476817C4FE}" srcOrd="1" destOrd="0" parTransId="{79795113-92CD-41AD-A139-7E2DB4142780}" sibTransId="{19AF5358-18DA-4D62-92E4-A971D8EE3D99}"/>
    <dgm:cxn modelId="{312C24B8-4D9D-4656-ADF0-FDAF4FCE888F}" type="presParOf" srcId="{2D904D50-9626-4B07-BD30-7DD85EEA5527}" destId="{73DE9D91-8C45-4DA3-902D-D4F0F917F890}" srcOrd="0" destOrd="0" presId="urn:microsoft.com/office/officeart/2018/2/layout/IconVerticalSolidList"/>
    <dgm:cxn modelId="{AA85184A-7030-43AD-BC8A-256A8DF7DC57}" type="presParOf" srcId="{73DE9D91-8C45-4DA3-902D-D4F0F917F890}" destId="{0926FA61-3B29-4D16-A036-A2D9C3D4EC6D}" srcOrd="0" destOrd="0" presId="urn:microsoft.com/office/officeart/2018/2/layout/IconVerticalSolidList"/>
    <dgm:cxn modelId="{A33B44BD-B4E7-49C0-9147-5127BE7E68E3}" type="presParOf" srcId="{73DE9D91-8C45-4DA3-902D-D4F0F917F890}" destId="{CF4245C0-2A75-492A-8C64-D6ED83108638}" srcOrd="1" destOrd="0" presId="urn:microsoft.com/office/officeart/2018/2/layout/IconVerticalSolidList"/>
    <dgm:cxn modelId="{FAEBD947-56D6-4A7E-904E-7F20E61CC5CA}" type="presParOf" srcId="{73DE9D91-8C45-4DA3-902D-D4F0F917F890}" destId="{081DFE7C-881F-4AF0-971D-46AB05FB95C5}" srcOrd="2" destOrd="0" presId="urn:microsoft.com/office/officeart/2018/2/layout/IconVerticalSolidList"/>
    <dgm:cxn modelId="{39877851-3039-4E7D-84FD-7C1799268D94}" type="presParOf" srcId="{73DE9D91-8C45-4DA3-902D-D4F0F917F890}" destId="{6AD4056E-165B-438C-B8EA-4CEED9DB01C2}" srcOrd="3" destOrd="0" presId="urn:microsoft.com/office/officeart/2018/2/layout/IconVerticalSolidList"/>
    <dgm:cxn modelId="{0EB94F19-3829-4C34-8691-533728DD82E2}" type="presParOf" srcId="{2D904D50-9626-4B07-BD30-7DD85EEA5527}" destId="{37EE943C-229C-49F6-81D1-75A041D0435F}" srcOrd="1" destOrd="0" presId="urn:microsoft.com/office/officeart/2018/2/layout/IconVerticalSolidList"/>
    <dgm:cxn modelId="{131C3EB6-6B64-4EE7-A298-96D3243C0C5C}" type="presParOf" srcId="{2D904D50-9626-4B07-BD30-7DD85EEA5527}" destId="{D5551570-21D5-4A27-B185-B6C2D1069B6B}" srcOrd="2" destOrd="0" presId="urn:microsoft.com/office/officeart/2018/2/layout/IconVerticalSolidList"/>
    <dgm:cxn modelId="{D4EA19B3-08C0-43EB-B102-B38656F3176B}" type="presParOf" srcId="{D5551570-21D5-4A27-B185-B6C2D1069B6B}" destId="{6157EE61-8F3B-4D50-8A36-49ECBB49B0E3}" srcOrd="0" destOrd="0" presId="urn:microsoft.com/office/officeart/2018/2/layout/IconVerticalSolidList"/>
    <dgm:cxn modelId="{24587EA9-3445-4295-8C1F-56F13DA3C793}" type="presParOf" srcId="{D5551570-21D5-4A27-B185-B6C2D1069B6B}" destId="{C17EC596-A564-4741-A157-B27C5C66DF0B}" srcOrd="1" destOrd="0" presId="urn:microsoft.com/office/officeart/2018/2/layout/IconVerticalSolidList"/>
    <dgm:cxn modelId="{51486A8C-8E00-4E3B-A1F8-CAA05240FD8A}" type="presParOf" srcId="{D5551570-21D5-4A27-B185-B6C2D1069B6B}" destId="{C83B57AB-4C1B-4838-BD15-9CA4E721C232}" srcOrd="2" destOrd="0" presId="urn:microsoft.com/office/officeart/2018/2/layout/IconVerticalSolidList"/>
    <dgm:cxn modelId="{AAFA1E64-D6F2-4598-9C4B-3315DF610E7D}" type="presParOf" srcId="{D5551570-21D5-4A27-B185-B6C2D1069B6B}" destId="{A069604A-9A7A-4FBA-B75F-1A9690D0FD4A}" srcOrd="3" destOrd="0" presId="urn:microsoft.com/office/officeart/2018/2/layout/IconVerticalSolidList"/>
    <dgm:cxn modelId="{74962925-4595-4044-9798-5550414D52F5}" type="presParOf" srcId="{2D904D50-9626-4B07-BD30-7DD85EEA5527}" destId="{EE4440F6-818C-487D-BBAE-D3D07113FA17}" srcOrd="3" destOrd="0" presId="urn:microsoft.com/office/officeart/2018/2/layout/IconVerticalSolidList"/>
    <dgm:cxn modelId="{B43F3EE9-BE43-481A-A3F7-AFF7961AA1FF}" type="presParOf" srcId="{2D904D50-9626-4B07-BD30-7DD85EEA5527}" destId="{D3F8A751-53E0-4E3A-AD2E-AAF7AA01D820}" srcOrd="4" destOrd="0" presId="urn:microsoft.com/office/officeart/2018/2/layout/IconVerticalSolidList"/>
    <dgm:cxn modelId="{11EE104F-DE5B-4821-B849-E2E2680AA2A2}" type="presParOf" srcId="{D3F8A751-53E0-4E3A-AD2E-AAF7AA01D820}" destId="{3C574931-1CCD-4A2B-8DE6-2B96FF63A82C}" srcOrd="0" destOrd="0" presId="urn:microsoft.com/office/officeart/2018/2/layout/IconVerticalSolidList"/>
    <dgm:cxn modelId="{53BEE872-276E-4525-B679-F33062975A0F}" type="presParOf" srcId="{D3F8A751-53E0-4E3A-AD2E-AAF7AA01D820}" destId="{62D8B295-C523-4AAF-B65E-6642F24161BA}" srcOrd="1" destOrd="0" presId="urn:microsoft.com/office/officeart/2018/2/layout/IconVerticalSolidList"/>
    <dgm:cxn modelId="{FE55C392-6098-4D03-A553-44192DCB8395}" type="presParOf" srcId="{D3F8A751-53E0-4E3A-AD2E-AAF7AA01D820}" destId="{FB22D8D6-B9B3-4FE1-AE1D-55242DC805EB}" srcOrd="2" destOrd="0" presId="urn:microsoft.com/office/officeart/2018/2/layout/IconVerticalSolidList"/>
    <dgm:cxn modelId="{D04B33FC-B117-4833-A134-28CFBC9E98CF}" type="presParOf" srcId="{D3F8A751-53E0-4E3A-AD2E-AAF7AA01D820}" destId="{440F9011-FB50-41DE-90FA-E1C85D64FD66}" srcOrd="3" destOrd="0" presId="urn:microsoft.com/office/officeart/2018/2/layout/IconVerticalSolidList"/>
    <dgm:cxn modelId="{37CC2DF9-E07C-4FA3-8036-077860F4C6ED}" type="presParOf" srcId="{2D904D50-9626-4B07-BD30-7DD85EEA5527}" destId="{90185E2F-7275-45E0-92E0-7665FEB2FF74}" srcOrd="5" destOrd="0" presId="urn:microsoft.com/office/officeart/2018/2/layout/IconVerticalSolidList"/>
    <dgm:cxn modelId="{394FC3C6-A095-43F2-964F-D61112989105}" type="presParOf" srcId="{2D904D50-9626-4B07-BD30-7DD85EEA5527}" destId="{513083BE-C436-4C34-A02C-9762CB2AE84E}" srcOrd="6" destOrd="0" presId="urn:microsoft.com/office/officeart/2018/2/layout/IconVerticalSolidList"/>
    <dgm:cxn modelId="{B4E2FE3A-6501-4EDB-A646-611431B6E69C}" type="presParOf" srcId="{513083BE-C436-4C34-A02C-9762CB2AE84E}" destId="{3DB50366-9D52-4A24-B625-3146D20F4DB5}" srcOrd="0" destOrd="0" presId="urn:microsoft.com/office/officeart/2018/2/layout/IconVerticalSolidList"/>
    <dgm:cxn modelId="{0AE3F2BB-058B-40F1-959D-E30AC3AE7A5E}" type="presParOf" srcId="{513083BE-C436-4C34-A02C-9762CB2AE84E}" destId="{F0CD2991-FA69-4DE1-A93C-BB22A96B8176}" srcOrd="1" destOrd="0" presId="urn:microsoft.com/office/officeart/2018/2/layout/IconVerticalSolidList"/>
    <dgm:cxn modelId="{110A616F-ED33-4102-83AA-5CF7F4FE71BF}" type="presParOf" srcId="{513083BE-C436-4C34-A02C-9762CB2AE84E}" destId="{44CF56DD-84E3-4074-A9D8-891B65EB5909}" srcOrd="2" destOrd="0" presId="urn:microsoft.com/office/officeart/2018/2/layout/IconVerticalSolidList"/>
    <dgm:cxn modelId="{34AF2910-4CB4-47E8-8C20-A01311A347FB}" type="presParOf" srcId="{513083BE-C436-4C34-A02C-9762CB2AE84E}" destId="{09F33EFC-A5B8-45C3-B27C-8F5189F2A0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64D2BC8-5F94-4C3C-B598-E4C85AAA9B0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BC33AE8-ED1C-4D6A-8117-DE581D2235E9}">
      <dgm:prSet/>
      <dgm:spPr/>
      <dgm:t>
        <a:bodyPr/>
        <a:lstStyle/>
        <a:p>
          <a:r>
            <a:rPr lang="pl-PL"/>
            <a:t>Budowanie zespołu wysokowydajnego wymaga:</a:t>
          </a:r>
          <a:endParaRPr lang="en-US"/>
        </a:p>
      </dgm:t>
    </dgm:pt>
    <dgm:pt modelId="{FC3EB1C7-85D8-4E2A-B35F-16C3642A9319}" type="parTrans" cxnId="{8D2DE97F-0BDC-4435-A837-206B5B0DEDC2}">
      <dgm:prSet/>
      <dgm:spPr/>
      <dgm:t>
        <a:bodyPr/>
        <a:lstStyle/>
        <a:p>
          <a:endParaRPr lang="en-US"/>
        </a:p>
      </dgm:t>
    </dgm:pt>
    <dgm:pt modelId="{394B3177-0BB8-4EC1-88FC-DE050484C042}" type="sibTrans" cxnId="{8D2DE97F-0BDC-4435-A837-206B5B0DEDC2}">
      <dgm:prSet/>
      <dgm:spPr/>
      <dgm:t>
        <a:bodyPr/>
        <a:lstStyle/>
        <a:p>
          <a:endParaRPr lang="en-US"/>
        </a:p>
      </dgm:t>
    </dgm:pt>
    <dgm:pt modelId="{17D8014D-119F-492C-8780-147BA0E83F0A}">
      <dgm:prSet/>
      <dgm:spPr/>
      <dgm:t>
        <a:bodyPr/>
        <a:lstStyle/>
        <a:p>
          <a:r>
            <a:rPr lang="pl-PL"/>
            <a:t>dobrego przywództwa </a:t>
          </a:r>
          <a:endParaRPr lang="en-US"/>
        </a:p>
      </dgm:t>
    </dgm:pt>
    <dgm:pt modelId="{FF719EC8-375B-4796-85F4-0164289BD2E6}" type="parTrans" cxnId="{AFF9B3DD-FC1C-41E8-A23F-073B12FA93ED}">
      <dgm:prSet/>
      <dgm:spPr/>
      <dgm:t>
        <a:bodyPr/>
        <a:lstStyle/>
        <a:p>
          <a:endParaRPr lang="en-US"/>
        </a:p>
      </dgm:t>
    </dgm:pt>
    <dgm:pt modelId="{5972F511-338A-44E9-9ED8-4F91F168891F}" type="sibTrans" cxnId="{AFF9B3DD-FC1C-41E8-A23F-073B12FA93ED}">
      <dgm:prSet/>
      <dgm:spPr/>
      <dgm:t>
        <a:bodyPr/>
        <a:lstStyle/>
        <a:p>
          <a:endParaRPr lang="en-US"/>
        </a:p>
      </dgm:t>
    </dgm:pt>
    <dgm:pt modelId="{4064287F-9C83-41F8-BB50-143BBC8F1BEE}">
      <dgm:prSet/>
      <dgm:spPr/>
      <dgm:t>
        <a:bodyPr/>
        <a:lstStyle/>
        <a:p>
          <a:r>
            <a:rPr lang="pl-PL"/>
            <a:t>jasnej struktury </a:t>
          </a:r>
          <a:endParaRPr lang="en-US"/>
        </a:p>
      </dgm:t>
    </dgm:pt>
    <dgm:pt modelId="{83F86B07-54D6-43BC-B80A-66CBDAA8E731}" type="parTrans" cxnId="{5E5C63C5-2701-4E48-BB13-F1AFE1C02E15}">
      <dgm:prSet/>
      <dgm:spPr/>
      <dgm:t>
        <a:bodyPr/>
        <a:lstStyle/>
        <a:p>
          <a:endParaRPr lang="en-US"/>
        </a:p>
      </dgm:t>
    </dgm:pt>
    <dgm:pt modelId="{78CA7582-B948-48FF-849E-6FE7FDD5CA1E}" type="sibTrans" cxnId="{5E5C63C5-2701-4E48-BB13-F1AFE1C02E15}">
      <dgm:prSet/>
      <dgm:spPr/>
      <dgm:t>
        <a:bodyPr/>
        <a:lstStyle/>
        <a:p>
          <a:endParaRPr lang="en-US"/>
        </a:p>
      </dgm:t>
    </dgm:pt>
    <dgm:pt modelId="{F1FC7064-0DDE-4E1A-96FE-FB059ADFBB11}">
      <dgm:prSet/>
      <dgm:spPr/>
      <dgm:t>
        <a:bodyPr/>
        <a:lstStyle/>
        <a:p>
          <a:r>
            <a:rPr lang="pl-PL"/>
            <a:t>kultury współpracy </a:t>
          </a:r>
          <a:endParaRPr lang="en-US"/>
        </a:p>
      </dgm:t>
    </dgm:pt>
    <dgm:pt modelId="{97B64BAF-D45F-4503-918A-DC29BBCA0717}" type="parTrans" cxnId="{11FBC1F2-1FB2-47DC-8B6D-D865467FD959}">
      <dgm:prSet/>
      <dgm:spPr/>
      <dgm:t>
        <a:bodyPr/>
        <a:lstStyle/>
        <a:p>
          <a:endParaRPr lang="en-US"/>
        </a:p>
      </dgm:t>
    </dgm:pt>
    <dgm:pt modelId="{494CB225-C38A-4A0A-9114-B68348AB4050}" type="sibTrans" cxnId="{11FBC1F2-1FB2-47DC-8B6D-D865467FD959}">
      <dgm:prSet/>
      <dgm:spPr/>
      <dgm:t>
        <a:bodyPr/>
        <a:lstStyle/>
        <a:p>
          <a:endParaRPr lang="en-US"/>
        </a:p>
      </dgm:t>
    </dgm:pt>
    <dgm:pt modelId="{B47214A4-3C55-4542-9C6B-1D6D063651B0}">
      <dgm:prSet/>
      <dgm:spPr/>
      <dgm:t>
        <a:bodyPr/>
        <a:lstStyle/>
        <a:p>
          <a:r>
            <a:rPr lang="en-US"/>
            <a:t>oraz </a:t>
          </a:r>
          <a:r>
            <a:rPr lang="pl-PL"/>
            <a:t>inwestycji w ludzi</a:t>
          </a:r>
          <a:endParaRPr lang="en-US"/>
        </a:p>
      </dgm:t>
    </dgm:pt>
    <dgm:pt modelId="{26DE213A-7080-47BA-AA1E-E21D6FDEA7D8}" type="parTrans" cxnId="{E9D6B9D6-A31A-4FFC-9382-6B9D11EE0279}">
      <dgm:prSet/>
      <dgm:spPr/>
      <dgm:t>
        <a:bodyPr/>
        <a:lstStyle/>
        <a:p>
          <a:endParaRPr lang="en-US"/>
        </a:p>
      </dgm:t>
    </dgm:pt>
    <dgm:pt modelId="{9D2308D0-A7BD-4E66-9C16-C44B87041493}" type="sibTrans" cxnId="{E9D6B9D6-A31A-4FFC-9382-6B9D11EE0279}">
      <dgm:prSet/>
      <dgm:spPr/>
      <dgm:t>
        <a:bodyPr/>
        <a:lstStyle/>
        <a:p>
          <a:endParaRPr lang="en-US"/>
        </a:p>
      </dgm:t>
    </dgm:pt>
    <dgm:pt modelId="{7E972B2E-85AD-4ACA-82D7-30E6D4D69931}" type="pres">
      <dgm:prSet presAssocID="{C64D2BC8-5F94-4C3C-B598-E4C85AAA9B05}" presName="outerComposite" presStyleCnt="0">
        <dgm:presLayoutVars>
          <dgm:chMax val="5"/>
          <dgm:dir/>
          <dgm:resizeHandles val="exact"/>
        </dgm:presLayoutVars>
      </dgm:prSet>
      <dgm:spPr/>
    </dgm:pt>
    <dgm:pt modelId="{04369A66-E706-4CA0-871E-DDF521D20E5C}" type="pres">
      <dgm:prSet presAssocID="{C64D2BC8-5F94-4C3C-B598-E4C85AAA9B05}" presName="dummyMaxCanvas" presStyleCnt="0">
        <dgm:presLayoutVars/>
      </dgm:prSet>
      <dgm:spPr/>
    </dgm:pt>
    <dgm:pt modelId="{E628CBC9-55BA-430D-BA47-8705F342FDFC}" type="pres">
      <dgm:prSet presAssocID="{C64D2BC8-5F94-4C3C-B598-E4C85AAA9B05}" presName="FiveNodes_1" presStyleLbl="node1" presStyleIdx="0" presStyleCnt="5">
        <dgm:presLayoutVars>
          <dgm:bulletEnabled val="1"/>
        </dgm:presLayoutVars>
      </dgm:prSet>
      <dgm:spPr/>
    </dgm:pt>
    <dgm:pt modelId="{15A54ADF-942C-49C2-8128-1DBEA625F13F}" type="pres">
      <dgm:prSet presAssocID="{C64D2BC8-5F94-4C3C-B598-E4C85AAA9B05}" presName="FiveNodes_2" presStyleLbl="node1" presStyleIdx="1" presStyleCnt="5">
        <dgm:presLayoutVars>
          <dgm:bulletEnabled val="1"/>
        </dgm:presLayoutVars>
      </dgm:prSet>
      <dgm:spPr/>
    </dgm:pt>
    <dgm:pt modelId="{F1AA4205-CFC7-4F6B-8112-F747AD985076}" type="pres">
      <dgm:prSet presAssocID="{C64D2BC8-5F94-4C3C-B598-E4C85AAA9B05}" presName="FiveNodes_3" presStyleLbl="node1" presStyleIdx="2" presStyleCnt="5">
        <dgm:presLayoutVars>
          <dgm:bulletEnabled val="1"/>
        </dgm:presLayoutVars>
      </dgm:prSet>
      <dgm:spPr/>
    </dgm:pt>
    <dgm:pt modelId="{22D2A791-0E56-4EA6-83D5-6A20A69A63E1}" type="pres">
      <dgm:prSet presAssocID="{C64D2BC8-5F94-4C3C-B598-E4C85AAA9B05}" presName="FiveNodes_4" presStyleLbl="node1" presStyleIdx="3" presStyleCnt="5">
        <dgm:presLayoutVars>
          <dgm:bulletEnabled val="1"/>
        </dgm:presLayoutVars>
      </dgm:prSet>
      <dgm:spPr/>
    </dgm:pt>
    <dgm:pt modelId="{43571B7A-3346-41C7-B679-773D7A62E8BC}" type="pres">
      <dgm:prSet presAssocID="{C64D2BC8-5F94-4C3C-B598-E4C85AAA9B05}" presName="FiveNodes_5" presStyleLbl="node1" presStyleIdx="4" presStyleCnt="5">
        <dgm:presLayoutVars>
          <dgm:bulletEnabled val="1"/>
        </dgm:presLayoutVars>
      </dgm:prSet>
      <dgm:spPr/>
    </dgm:pt>
    <dgm:pt modelId="{604E5614-B524-4498-A5DD-9411F354FE69}" type="pres">
      <dgm:prSet presAssocID="{C64D2BC8-5F94-4C3C-B598-E4C85AAA9B05}" presName="FiveConn_1-2" presStyleLbl="fgAccFollowNode1" presStyleIdx="0" presStyleCnt="4">
        <dgm:presLayoutVars>
          <dgm:bulletEnabled val="1"/>
        </dgm:presLayoutVars>
      </dgm:prSet>
      <dgm:spPr/>
    </dgm:pt>
    <dgm:pt modelId="{40D8AA0A-9673-4079-B618-B366B39B2103}" type="pres">
      <dgm:prSet presAssocID="{C64D2BC8-5F94-4C3C-B598-E4C85AAA9B05}" presName="FiveConn_2-3" presStyleLbl="fgAccFollowNode1" presStyleIdx="1" presStyleCnt="4">
        <dgm:presLayoutVars>
          <dgm:bulletEnabled val="1"/>
        </dgm:presLayoutVars>
      </dgm:prSet>
      <dgm:spPr/>
    </dgm:pt>
    <dgm:pt modelId="{A2BC6E7C-1D7B-4FF8-B7D0-665453944AEF}" type="pres">
      <dgm:prSet presAssocID="{C64D2BC8-5F94-4C3C-B598-E4C85AAA9B05}" presName="FiveConn_3-4" presStyleLbl="fgAccFollowNode1" presStyleIdx="2" presStyleCnt="4">
        <dgm:presLayoutVars>
          <dgm:bulletEnabled val="1"/>
        </dgm:presLayoutVars>
      </dgm:prSet>
      <dgm:spPr/>
    </dgm:pt>
    <dgm:pt modelId="{FB766C79-8113-4434-B947-356102A1AA3D}" type="pres">
      <dgm:prSet presAssocID="{C64D2BC8-5F94-4C3C-B598-E4C85AAA9B05}" presName="FiveConn_4-5" presStyleLbl="fgAccFollowNode1" presStyleIdx="3" presStyleCnt="4">
        <dgm:presLayoutVars>
          <dgm:bulletEnabled val="1"/>
        </dgm:presLayoutVars>
      </dgm:prSet>
      <dgm:spPr/>
    </dgm:pt>
    <dgm:pt modelId="{E143F465-228E-4493-9A0E-1E9ED5C99932}" type="pres">
      <dgm:prSet presAssocID="{C64D2BC8-5F94-4C3C-B598-E4C85AAA9B05}" presName="FiveNodes_1_text" presStyleLbl="node1" presStyleIdx="4" presStyleCnt="5">
        <dgm:presLayoutVars>
          <dgm:bulletEnabled val="1"/>
        </dgm:presLayoutVars>
      </dgm:prSet>
      <dgm:spPr/>
    </dgm:pt>
    <dgm:pt modelId="{EC4DB3CE-30CC-47CA-A4C6-5DE6B070DFD3}" type="pres">
      <dgm:prSet presAssocID="{C64D2BC8-5F94-4C3C-B598-E4C85AAA9B05}" presName="FiveNodes_2_text" presStyleLbl="node1" presStyleIdx="4" presStyleCnt="5">
        <dgm:presLayoutVars>
          <dgm:bulletEnabled val="1"/>
        </dgm:presLayoutVars>
      </dgm:prSet>
      <dgm:spPr/>
    </dgm:pt>
    <dgm:pt modelId="{D65C555D-1073-49B1-BD39-56319D879429}" type="pres">
      <dgm:prSet presAssocID="{C64D2BC8-5F94-4C3C-B598-E4C85AAA9B05}" presName="FiveNodes_3_text" presStyleLbl="node1" presStyleIdx="4" presStyleCnt="5">
        <dgm:presLayoutVars>
          <dgm:bulletEnabled val="1"/>
        </dgm:presLayoutVars>
      </dgm:prSet>
      <dgm:spPr/>
    </dgm:pt>
    <dgm:pt modelId="{4A02D769-9C01-475D-85B7-37BFC2108BB5}" type="pres">
      <dgm:prSet presAssocID="{C64D2BC8-5F94-4C3C-B598-E4C85AAA9B05}" presName="FiveNodes_4_text" presStyleLbl="node1" presStyleIdx="4" presStyleCnt="5">
        <dgm:presLayoutVars>
          <dgm:bulletEnabled val="1"/>
        </dgm:presLayoutVars>
      </dgm:prSet>
      <dgm:spPr/>
    </dgm:pt>
    <dgm:pt modelId="{7759D575-4C6C-4A46-8C1A-480BC5B3DAE8}" type="pres">
      <dgm:prSet presAssocID="{C64D2BC8-5F94-4C3C-B598-E4C85AAA9B0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D32CB03-FBE0-414A-830C-E0915D83D336}" type="presOf" srcId="{494CB225-C38A-4A0A-9114-B68348AB4050}" destId="{FB766C79-8113-4434-B947-356102A1AA3D}" srcOrd="0" destOrd="0" presId="urn:microsoft.com/office/officeart/2005/8/layout/vProcess5"/>
    <dgm:cxn modelId="{38734610-7918-49FB-8BDF-A151FCB7F6DA}" type="presOf" srcId="{F1FC7064-0DDE-4E1A-96FE-FB059ADFBB11}" destId="{4A02D769-9C01-475D-85B7-37BFC2108BB5}" srcOrd="1" destOrd="0" presId="urn:microsoft.com/office/officeart/2005/8/layout/vProcess5"/>
    <dgm:cxn modelId="{EFCA5E18-3BD0-45A5-B25E-2E89C0C5EA0E}" type="presOf" srcId="{4064287F-9C83-41F8-BB50-143BBC8F1BEE}" destId="{F1AA4205-CFC7-4F6B-8112-F747AD985076}" srcOrd="0" destOrd="0" presId="urn:microsoft.com/office/officeart/2005/8/layout/vProcess5"/>
    <dgm:cxn modelId="{48A8F81B-5F65-46F4-BC01-211B8DBD0D7E}" type="presOf" srcId="{F1FC7064-0DDE-4E1A-96FE-FB059ADFBB11}" destId="{22D2A791-0E56-4EA6-83D5-6A20A69A63E1}" srcOrd="0" destOrd="0" presId="urn:microsoft.com/office/officeart/2005/8/layout/vProcess5"/>
    <dgm:cxn modelId="{3C610C64-0E62-4BE6-8D58-403780670441}" type="presOf" srcId="{4064287F-9C83-41F8-BB50-143BBC8F1BEE}" destId="{D65C555D-1073-49B1-BD39-56319D879429}" srcOrd="1" destOrd="0" presId="urn:microsoft.com/office/officeart/2005/8/layout/vProcess5"/>
    <dgm:cxn modelId="{6EE34E4D-AC5B-4A64-92F6-125E14F254C3}" type="presOf" srcId="{B47214A4-3C55-4542-9C6B-1D6D063651B0}" destId="{7759D575-4C6C-4A46-8C1A-480BC5B3DAE8}" srcOrd="1" destOrd="0" presId="urn:microsoft.com/office/officeart/2005/8/layout/vProcess5"/>
    <dgm:cxn modelId="{B0EB3778-83B2-42DF-846E-02CC6058D260}" type="presOf" srcId="{17D8014D-119F-492C-8780-147BA0E83F0A}" destId="{EC4DB3CE-30CC-47CA-A4C6-5DE6B070DFD3}" srcOrd="1" destOrd="0" presId="urn:microsoft.com/office/officeart/2005/8/layout/vProcess5"/>
    <dgm:cxn modelId="{8D2DE97F-0BDC-4435-A837-206B5B0DEDC2}" srcId="{C64D2BC8-5F94-4C3C-B598-E4C85AAA9B05}" destId="{2BC33AE8-ED1C-4D6A-8117-DE581D2235E9}" srcOrd="0" destOrd="0" parTransId="{FC3EB1C7-85D8-4E2A-B35F-16C3642A9319}" sibTransId="{394B3177-0BB8-4EC1-88FC-DE050484C042}"/>
    <dgm:cxn modelId="{0FFBADA1-085A-40E3-8FF8-E79BB2CCEDC9}" type="presOf" srcId="{2BC33AE8-ED1C-4D6A-8117-DE581D2235E9}" destId="{E628CBC9-55BA-430D-BA47-8705F342FDFC}" srcOrd="0" destOrd="0" presId="urn:microsoft.com/office/officeart/2005/8/layout/vProcess5"/>
    <dgm:cxn modelId="{7A79D0A4-F8D8-4C5E-AE9D-6AB224386ACA}" type="presOf" srcId="{2BC33AE8-ED1C-4D6A-8117-DE581D2235E9}" destId="{E143F465-228E-4493-9A0E-1E9ED5C99932}" srcOrd="1" destOrd="0" presId="urn:microsoft.com/office/officeart/2005/8/layout/vProcess5"/>
    <dgm:cxn modelId="{29C75AA5-75D2-492F-AB08-6DF352F03BE3}" type="presOf" srcId="{17D8014D-119F-492C-8780-147BA0E83F0A}" destId="{15A54ADF-942C-49C2-8128-1DBEA625F13F}" srcOrd="0" destOrd="0" presId="urn:microsoft.com/office/officeart/2005/8/layout/vProcess5"/>
    <dgm:cxn modelId="{C3AE0DA7-5E86-4A74-8B6B-709310A9FBDC}" type="presOf" srcId="{78CA7582-B948-48FF-849E-6FE7FDD5CA1E}" destId="{A2BC6E7C-1D7B-4FF8-B7D0-665453944AEF}" srcOrd="0" destOrd="0" presId="urn:microsoft.com/office/officeart/2005/8/layout/vProcess5"/>
    <dgm:cxn modelId="{4A91ECC0-8531-4372-AC27-7E0F10E68CAD}" type="presOf" srcId="{C64D2BC8-5F94-4C3C-B598-E4C85AAA9B05}" destId="{7E972B2E-85AD-4ACA-82D7-30E6D4D69931}" srcOrd="0" destOrd="0" presId="urn:microsoft.com/office/officeart/2005/8/layout/vProcess5"/>
    <dgm:cxn modelId="{5E5C63C5-2701-4E48-BB13-F1AFE1C02E15}" srcId="{C64D2BC8-5F94-4C3C-B598-E4C85AAA9B05}" destId="{4064287F-9C83-41F8-BB50-143BBC8F1BEE}" srcOrd="2" destOrd="0" parTransId="{83F86B07-54D6-43BC-B80A-66CBDAA8E731}" sibTransId="{78CA7582-B948-48FF-849E-6FE7FDD5CA1E}"/>
    <dgm:cxn modelId="{E9D6B9D6-A31A-4FFC-9382-6B9D11EE0279}" srcId="{C64D2BC8-5F94-4C3C-B598-E4C85AAA9B05}" destId="{B47214A4-3C55-4542-9C6B-1D6D063651B0}" srcOrd="4" destOrd="0" parTransId="{26DE213A-7080-47BA-AA1E-E21D6FDEA7D8}" sibTransId="{9D2308D0-A7BD-4E66-9C16-C44B87041493}"/>
    <dgm:cxn modelId="{AFF9B3DD-FC1C-41E8-A23F-073B12FA93ED}" srcId="{C64D2BC8-5F94-4C3C-B598-E4C85AAA9B05}" destId="{17D8014D-119F-492C-8780-147BA0E83F0A}" srcOrd="1" destOrd="0" parTransId="{FF719EC8-375B-4796-85F4-0164289BD2E6}" sibTransId="{5972F511-338A-44E9-9ED8-4F91F168891F}"/>
    <dgm:cxn modelId="{E3F04CDF-5093-4453-A381-2508BD06EEB7}" type="presOf" srcId="{5972F511-338A-44E9-9ED8-4F91F168891F}" destId="{40D8AA0A-9673-4079-B618-B366B39B2103}" srcOrd="0" destOrd="0" presId="urn:microsoft.com/office/officeart/2005/8/layout/vProcess5"/>
    <dgm:cxn modelId="{A1996AF0-9DA4-4A7D-B4CB-5B30E79E0A26}" type="presOf" srcId="{B47214A4-3C55-4542-9C6B-1D6D063651B0}" destId="{43571B7A-3346-41C7-B679-773D7A62E8BC}" srcOrd="0" destOrd="0" presId="urn:microsoft.com/office/officeart/2005/8/layout/vProcess5"/>
    <dgm:cxn modelId="{11FBC1F2-1FB2-47DC-8B6D-D865467FD959}" srcId="{C64D2BC8-5F94-4C3C-B598-E4C85AAA9B05}" destId="{F1FC7064-0DDE-4E1A-96FE-FB059ADFBB11}" srcOrd="3" destOrd="0" parTransId="{97B64BAF-D45F-4503-918A-DC29BBCA0717}" sibTransId="{494CB225-C38A-4A0A-9114-B68348AB4050}"/>
    <dgm:cxn modelId="{31C1DCFB-15DC-4D7E-977D-0AD2D7BE763D}" type="presOf" srcId="{394B3177-0BB8-4EC1-88FC-DE050484C042}" destId="{604E5614-B524-4498-A5DD-9411F354FE69}" srcOrd="0" destOrd="0" presId="urn:microsoft.com/office/officeart/2005/8/layout/vProcess5"/>
    <dgm:cxn modelId="{D783379A-5606-4516-AE4B-0625D70CFA6B}" type="presParOf" srcId="{7E972B2E-85AD-4ACA-82D7-30E6D4D69931}" destId="{04369A66-E706-4CA0-871E-DDF521D20E5C}" srcOrd="0" destOrd="0" presId="urn:microsoft.com/office/officeart/2005/8/layout/vProcess5"/>
    <dgm:cxn modelId="{7E08F4E2-6255-4646-A2E4-48F1C471DFD7}" type="presParOf" srcId="{7E972B2E-85AD-4ACA-82D7-30E6D4D69931}" destId="{E628CBC9-55BA-430D-BA47-8705F342FDFC}" srcOrd="1" destOrd="0" presId="urn:microsoft.com/office/officeart/2005/8/layout/vProcess5"/>
    <dgm:cxn modelId="{75220ECD-D63A-451C-A4F8-CD50CCFDF686}" type="presParOf" srcId="{7E972B2E-85AD-4ACA-82D7-30E6D4D69931}" destId="{15A54ADF-942C-49C2-8128-1DBEA625F13F}" srcOrd="2" destOrd="0" presId="urn:microsoft.com/office/officeart/2005/8/layout/vProcess5"/>
    <dgm:cxn modelId="{97CEC012-A386-43B7-B7A1-721256B34474}" type="presParOf" srcId="{7E972B2E-85AD-4ACA-82D7-30E6D4D69931}" destId="{F1AA4205-CFC7-4F6B-8112-F747AD985076}" srcOrd="3" destOrd="0" presId="urn:microsoft.com/office/officeart/2005/8/layout/vProcess5"/>
    <dgm:cxn modelId="{0CE70172-B6F9-420E-9E04-04CDFAC9BF37}" type="presParOf" srcId="{7E972B2E-85AD-4ACA-82D7-30E6D4D69931}" destId="{22D2A791-0E56-4EA6-83D5-6A20A69A63E1}" srcOrd="4" destOrd="0" presId="urn:microsoft.com/office/officeart/2005/8/layout/vProcess5"/>
    <dgm:cxn modelId="{1C9CB2B5-1DC9-4E41-BD55-5E7A41C152FA}" type="presParOf" srcId="{7E972B2E-85AD-4ACA-82D7-30E6D4D69931}" destId="{43571B7A-3346-41C7-B679-773D7A62E8BC}" srcOrd="5" destOrd="0" presId="urn:microsoft.com/office/officeart/2005/8/layout/vProcess5"/>
    <dgm:cxn modelId="{906CC079-0AAD-47B3-917B-CF773295BFB8}" type="presParOf" srcId="{7E972B2E-85AD-4ACA-82D7-30E6D4D69931}" destId="{604E5614-B524-4498-A5DD-9411F354FE69}" srcOrd="6" destOrd="0" presId="urn:microsoft.com/office/officeart/2005/8/layout/vProcess5"/>
    <dgm:cxn modelId="{9E711FC6-851A-4D4C-8845-8244B6CBFDF4}" type="presParOf" srcId="{7E972B2E-85AD-4ACA-82D7-30E6D4D69931}" destId="{40D8AA0A-9673-4079-B618-B366B39B2103}" srcOrd="7" destOrd="0" presId="urn:microsoft.com/office/officeart/2005/8/layout/vProcess5"/>
    <dgm:cxn modelId="{40B3AACE-09FB-4945-91A5-4E10F57D8049}" type="presParOf" srcId="{7E972B2E-85AD-4ACA-82D7-30E6D4D69931}" destId="{A2BC6E7C-1D7B-4FF8-B7D0-665453944AEF}" srcOrd="8" destOrd="0" presId="urn:microsoft.com/office/officeart/2005/8/layout/vProcess5"/>
    <dgm:cxn modelId="{BE6782B5-7770-44B6-8331-1AF2B0C3F98C}" type="presParOf" srcId="{7E972B2E-85AD-4ACA-82D7-30E6D4D69931}" destId="{FB766C79-8113-4434-B947-356102A1AA3D}" srcOrd="9" destOrd="0" presId="urn:microsoft.com/office/officeart/2005/8/layout/vProcess5"/>
    <dgm:cxn modelId="{464A265F-3CEF-4671-95DC-50734DD80A23}" type="presParOf" srcId="{7E972B2E-85AD-4ACA-82D7-30E6D4D69931}" destId="{E143F465-228E-4493-9A0E-1E9ED5C99932}" srcOrd="10" destOrd="0" presId="urn:microsoft.com/office/officeart/2005/8/layout/vProcess5"/>
    <dgm:cxn modelId="{E06FC531-6A7F-4F43-99C1-90E60C44379E}" type="presParOf" srcId="{7E972B2E-85AD-4ACA-82D7-30E6D4D69931}" destId="{EC4DB3CE-30CC-47CA-A4C6-5DE6B070DFD3}" srcOrd="11" destOrd="0" presId="urn:microsoft.com/office/officeart/2005/8/layout/vProcess5"/>
    <dgm:cxn modelId="{CC947B7D-51A3-4778-82E1-6F2236F1A4F2}" type="presParOf" srcId="{7E972B2E-85AD-4ACA-82D7-30E6D4D69931}" destId="{D65C555D-1073-49B1-BD39-56319D879429}" srcOrd="12" destOrd="0" presId="urn:microsoft.com/office/officeart/2005/8/layout/vProcess5"/>
    <dgm:cxn modelId="{600D75FF-20C5-47E7-B8FB-833770DA6F0F}" type="presParOf" srcId="{7E972B2E-85AD-4ACA-82D7-30E6D4D69931}" destId="{4A02D769-9C01-475D-85B7-37BFC2108BB5}" srcOrd="13" destOrd="0" presId="urn:microsoft.com/office/officeart/2005/8/layout/vProcess5"/>
    <dgm:cxn modelId="{0D457E14-CE44-4561-BF9D-CD32513C84BF}" type="presParOf" srcId="{7E972B2E-85AD-4ACA-82D7-30E6D4D69931}" destId="{7759D575-4C6C-4A46-8C1A-480BC5B3DAE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D9F27D-93D6-455D-8B1A-7313CA256B46}">
      <dsp:nvSpPr>
        <dsp:cNvPr id="0" name=""/>
        <dsp:cNvSpPr/>
      </dsp:nvSpPr>
      <dsp:spPr>
        <a:xfrm>
          <a:off x="0" y="0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7754AA-896D-462F-A9CB-385A0AEDF3E1}">
      <dsp:nvSpPr>
        <dsp:cNvPr id="0" name=""/>
        <dsp:cNvSpPr/>
      </dsp:nvSpPr>
      <dsp:spPr>
        <a:xfrm>
          <a:off x="0" y="0"/>
          <a:ext cx="5607050" cy="615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b="0" i="0" kern="1200" baseline="0"/>
            <a:t>Project Manager (PM) </a:t>
          </a:r>
          <a:endParaRPr lang="en-US" sz="2900" kern="1200"/>
        </a:p>
      </dsp:txBody>
      <dsp:txXfrm>
        <a:off x="0" y="0"/>
        <a:ext cx="5607050" cy="615949"/>
      </dsp:txXfrm>
    </dsp:sp>
    <dsp:sp modelId="{90E28EB7-E588-42D3-958F-957A0B9A58B7}">
      <dsp:nvSpPr>
        <dsp:cNvPr id="0" name=""/>
        <dsp:cNvSpPr/>
      </dsp:nvSpPr>
      <dsp:spPr>
        <a:xfrm>
          <a:off x="0" y="615949"/>
          <a:ext cx="56070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A0CFAC-CFF5-4309-A213-609389B69E60}">
      <dsp:nvSpPr>
        <dsp:cNvPr id="0" name=""/>
        <dsp:cNvSpPr/>
      </dsp:nvSpPr>
      <dsp:spPr>
        <a:xfrm>
          <a:off x="0" y="615949"/>
          <a:ext cx="5607050" cy="615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b="0" i="0" kern="1200" baseline="0"/>
            <a:t>Product Owner (PO) </a:t>
          </a:r>
          <a:endParaRPr lang="en-US" sz="2900" kern="1200"/>
        </a:p>
      </dsp:txBody>
      <dsp:txXfrm>
        <a:off x="0" y="615949"/>
        <a:ext cx="5607050" cy="615949"/>
      </dsp:txXfrm>
    </dsp:sp>
    <dsp:sp modelId="{787C06DB-43F5-495E-BAE5-2FC23887E3E0}">
      <dsp:nvSpPr>
        <dsp:cNvPr id="0" name=""/>
        <dsp:cNvSpPr/>
      </dsp:nvSpPr>
      <dsp:spPr>
        <a:xfrm>
          <a:off x="0" y="1231899"/>
          <a:ext cx="5607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E24950-C3D8-4022-9EA7-184FABDBBC87}">
      <dsp:nvSpPr>
        <dsp:cNvPr id="0" name=""/>
        <dsp:cNvSpPr/>
      </dsp:nvSpPr>
      <dsp:spPr>
        <a:xfrm>
          <a:off x="0" y="1231899"/>
          <a:ext cx="5607050" cy="615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b="0" i="0" kern="1200" baseline="0"/>
            <a:t>Scrum Master </a:t>
          </a:r>
          <a:endParaRPr lang="en-US" sz="2900" kern="1200"/>
        </a:p>
      </dsp:txBody>
      <dsp:txXfrm>
        <a:off x="0" y="1231899"/>
        <a:ext cx="5607050" cy="615949"/>
      </dsp:txXfrm>
    </dsp:sp>
    <dsp:sp modelId="{E7C2FFCC-189B-4DE0-BC85-53E9DBAE8503}">
      <dsp:nvSpPr>
        <dsp:cNvPr id="0" name=""/>
        <dsp:cNvSpPr/>
      </dsp:nvSpPr>
      <dsp:spPr>
        <a:xfrm>
          <a:off x="0" y="1847849"/>
          <a:ext cx="560705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EB5FE3-BDCE-47BB-A4F5-50E04EDD5688}">
      <dsp:nvSpPr>
        <dsp:cNvPr id="0" name=""/>
        <dsp:cNvSpPr/>
      </dsp:nvSpPr>
      <dsp:spPr>
        <a:xfrm>
          <a:off x="0" y="1847849"/>
          <a:ext cx="5607050" cy="615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b="0" i="0" kern="1200" baseline="0"/>
            <a:t>Developer </a:t>
          </a:r>
          <a:endParaRPr lang="en-US" sz="2900" kern="1200"/>
        </a:p>
      </dsp:txBody>
      <dsp:txXfrm>
        <a:off x="0" y="1847849"/>
        <a:ext cx="5607050" cy="615949"/>
      </dsp:txXfrm>
    </dsp:sp>
    <dsp:sp modelId="{E282B721-D1A6-4E81-94FD-BBD2DBF59EE6}">
      <dsp:nvSpPr>
        <dsp:cNvPr id="0" name=""/>
        <dsp:cNvSpPr/>
      </dsp:nvSpPr>
      <dsp:spPr>
        <a:xfrm>
          <a:off x="0" y="2463799"/>
          <a:ext cx="560705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44991A-BF66-4C19-AB1B-28E70E60BC44}">
      <dsp:nvSpPr>
        <dsp:cNvPr id="0" name=""/>
        <dsp:cNvSpPr/>
      </dsp:nvSpPr>
      <dsp:spPr>
        <a:xfrm>
          <a:off x="0" y="2463799"/>
          <a:ext cx="5607050" cy="615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b="0" i="0" kern="1200" baseline="0"/>
            <a:t>Tester / QA </a:t>
          </a:r>
          <a:endParaRPr lang="en-US" sz="2900" kern="1200"/>
        </a:p>
      </dsp:txBody>
      <dsp:txXfrm>
        <a:off x="0" y="2463799"/>
        <a:ext cx="5607050" cy="615949"/>
      </dsp:txXfrm>
    </dsp:sp>
    <dsp:sp modelId="{9E143240-7AC8-475B-8432-6644096C1235}">
      <dsp:nvSpPr>
        <dsp:cNvPr id="0" name=""/>
        <dsp:cNvSpPr/>
      </dsp:nvSpPr>
      <dsp:spPr>
        <a:xfrm>
          <a:off x="0" y="307974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F05FC2-009D-4C80-9993-3DEE63A5345B}">
      <dsp:nvSpPr>
        <dsp:cNvPr id="0" name=""/>
        <dsp:cNvSpPr/>
      </dsp:nvSpPr>
      <dsp:spPr>
        <a:xfrm>
          <a:off x="0" y="3079749"/>
          <a:ext cx="5607050" cy="615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b="0" i="0" kern="1200" baseline="0"/>
            <a:t>UX/UI Designer </a:t>
          </a:r>
          <a:endParaRPr lang="en-US" sz="2900" kern="1200"/>
        </a:p>
      </dsp:txBody>
      <dsp:txXfrm>
        <a:off x="0" y="3079749"/>
        <a:ext cx="5607050" cy="615949"/>
      </dsp:txXfrm>
    </dsp:sp>
    <dsp:sp modelId="{1848FDBD-20A0-43BE-A22B-DD1D9ECFF986}">
      <dsp:nvSpPr>
        <dsp:cNvPr id="0" name=""/>
        <dsp:cNvSpPr/>
      </dsp:nvSpPr>
      <dsp:spPr>
        <a:xfrm>
          <a:off x="0" y="3695699"/>
          <a:ext cx="56070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83192C-43B1-4C4B-9FAD-BF1ADFC145BD}">
      <dsp:nvSpPr>
        <dsp:cNvPr id="0" name=""/>
        <dsp:cNvSpPr/>
      </dsp:nvSpPr>
      <dsp:spPr>
        <a:xfrm>
          <a:off x="0" y="3695699"/>
          <a:ext cx="5607050" cy="615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b="0" i="0" kern="1200" baseline="0"/>
            <a:t>DevOps </a:t>
          </a:r>
          <a:endParaRPr lang="en-US" sz="2900" kern="1200"/>
        </a:p>
      </dsp:txBody>
      <dsp:txXfrm>
        <a:off x="0" y="3695699"/>
        <a:ext cx="5607050" cy="615949"/>
      </dsp:txXfrm>
    </dsp:sp>
    <dsp:sp modelId="{025A87B7-9DB3-46DF-8E17-A4CA2EA846F5}">
      <dsp:nvSpPr>
        <dsp:cNvPr id="0" name=""/>
        <dsp:cNvSpPr/>
      </dsp:nvSpPr>
      <dsp:spPr>
        <a:xfrm>
          <a:off x="0" y="4311649"/>
          <a:ext cx="5607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42BB0F-7955-4CC7-9DF9-1C154781A97F}">
      <dsp:nvSpPr>
        <dsp:cNvPr id="0" name=""/>
        <dsp:cNvSpPr/>
      </dsp:nvSpPr>
      <dsp:spPr>
        <a:xfrm>
          <a:off x="0" y="4311649"/>
          <a:ext cx="5607050" cy="6159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b="0" i="0" kern="1200" baseline="0"/>
            <a:t>Stakeholder </a:t>
          </a:r>
          <a:endParaRPr lang="en-US" sz="2900" kern="1200"/>
        </a:p>
      </dsp:txBody>
      <dsp:txXfrm>
        <a:off x="0" y="4311649"/>
        <a:ext cx="5607050" cy="6159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1E1B57-44B2-4674-A697-E4A17171DC11}">
      <dsp:nvSpPr>
        <dsp:cNvPr id="0" name=""/>
        <dsp:cNvSpPr/>
      </dsp:nvSpPr>
      <dsp:spPr>
        <a:xfrm>
          <a:off x="0" y="272991"/>
          <a:ext cx="7729728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b="1" kern="1200"/>
            <a:t>Rzeczywistość projektować</a:t>
          </a:r>
          <a:r>
            <a:rPr lang="en-US" sz="2500" b="1" kern="1200"/>
            <a:t> wygląda nieco inaczej</a:t>
          </a:r>
          <a:r>
            <a:rPr lang="pl-PL" sz="2500" b="1" kern="1200"/>
            <a:t>:</a:t>
          </a:r>
          <a:endParaRPr lang="en-US" sz="2500" kern="1200"/>
        </a:p>
      </dsp:txBody>
      <dsp:txXfrm>
        <a:off x="28557" y="301548"/>
        <a:ext cx="7672614" cy="527886"/>
      </dsp:txXfrm>
    </dsp:sp>
    <dsp:sp modelId="{1FF58330-947E-4520-A127-2EC95EEC8FF3}">
      <dsp:nvSpPr>
        <dsp:cNvPr id="0" name=""/>
        <dsp:cNvSpPr/>
      </dsp:nvSpPr>
      <dsp:spPr>
        <a:xfrm>
          <a:off x="0" y="929991"/>
          <a:ext cx="7729728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1 osoba = wiele ról </a:t>
          </a:r>
          <a:endParaRPr lang="en-US" sz="2500" kern="1200" dirty="0"/>
        </a:p>
      </dsp:txBody>
      <dsp:txXfrm>
        <a:off x="28557" y="958548"/>
        <a:ext cx="7672614" cy="527886"/>
      </dsp:txXfrm>
    </dsp:sp>
    <dsp:sp modelId="{B984719C-522B-4D02-8A6A-F52A7F4292BD}">
      <dsp:nvSpPr>
        <dsp:cNvPr id="0" name=""/>
        <dsp:cNvSpPr/>
      </dsp:nvSpPr>
      <dsp:spPr>
        <a:xfrm>
          <a:off x="0" y="1586991"/>
          <a:ext cx="7729728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1 rola = wiele osób </a:t>
          </a:r>
          <a:endParaRPr lang="en-US" sz="2500" kern="1200"/>
        </a:p>
      </dsp:txBody>
      <dsp:txXfrm>
        <a:off x="28557" y="1615548"/>
        <a:ext cx="7672614" cy="527886"/>
      </dsp:txXfrm>
    </dsp:sp>
    <dsp:sp modelId="{098A2434-AE64-441C-87B0-65D45F6E3C42}">
      <dsp:nvSpPr>
        <dsp:cNvPr id="0" name=""/>
        <dsp:cNvSpPr/>
      </dsp:nvSpPr>
      <dsp:spPr>
        <a:xfrm>
          <a:off x="0" y="2243991"/>
          <a:ext cx="7729728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Role zmieniają się w czasie</a:t>
          </a:r>
          <a:r>
            <a:rPr lang="en-US" sz="2500" kern="1200" dirty="0"/>
            <a:t> w </a:t>
          </a:r>
          <a:r>
            <a:rPr lang="en-US" sz="2500" kern="1200" dirty="0" err="1"/>
            <a:t>zależności</a:t>
          </a:r>
          <a:r>
            <a:rPr lang="en-US" sz="2500" kern="1200" dirty="0"/>
            <a:t> od </a:t>
          </a:r>
          <a:r>
            <a:rPr lang="en-US" sz="2500" kern="1200" dirty="0" err="1"/>
            <a:t>potrzeb</a:t>
          </a:r>
          <a:endParaRPr lang="en-US" sz="2500" kern="1200" dirty="0"/>
        </a:p>
      </dsp:txBody>
      <dsp:txXfrm>
        <a:off x="28557" y="2272548"/>
        <a:ext cx="7672614" cy="527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B94F5-00D7-4041-845E-9702FEA267CC}">
      <dsp:nvSpPr>
        <dsp:cNvPr id="0" name=""/>
        <dsp:cNvSpPr/>
      </dsp:nvSpPr>
      <dsp:spPr>
        <a:xfrm>
          <a:off x="2264" y="383228"/>
          <a:ext cx="1796557" cy="1077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kern="1200"/>
            <a:t>Mały projekt:</a:t>
          </a:r>
          <a:endParaRPr lang="en-US" sz="2000" kern="1200"/>
        </a:p>
      </dsp:txBody>
      <dsp:txXfrm>
        <a:off x="2264" y="383228"/>
        <a:ext cx="1796557" cy="1077934"/>
      </dsp:txXfrm>
    </dsp:sp>
    <dsp:sp modelId="{038353DD-18D2-4ACF-8699-4AF4D11EDCCF}">
      <dsp:nvSpPr>
        <dsp:cNvPr id="0" name=""/>
        <dsp:cNvSpPr/>
      </dsp:nvSpPr>
      <dsp:spPr>
        <a:xfrm>
          <a:off x="1978478" y="383228"/>
          <a:ext cx="1796557" cy="1077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prosty zespół </a:t>
          </a:r>
          <a:endParaRPr lang="en-US" sz="2000" kern="1200"/>
        </a:p>
      </dsp:txBody>
      <dsp:txXfrm>
        <a:off x="1978478" y="383228"/>
        <a:ext cx="1796557" cy="1077934"/>
      </dsp:txXfrm>
    </dsp:sp>
    <dsp:sp modelId="{FC1030BF-D1D2-45CA-9A02-6515CD33AAAE}">
      <dsp:nvSpPr>
        <dsp:cNvPr id="0" name=""/>
        <dsp:cNvSpPr/>
      </dsp:nvSpPr>
      <dsp:spPr>
        <a:xfrm>
          <a:off x="3954691" y="383228"/>
          <a:ext cx="1796557" cy="1077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mniej ról </a:t>
          </a:r>
          <a:endParaRPr lang="en-US" sz="2000" kern="1200"/>
        </a:p>
      </dsp:txBody>
      <dsp:txXfrm>
        <a:off x="3954691" y="383228"/>
        <a:ext cx="1796557" cy="1077934"/>
      </dsp:txXfrm>
    </dsp:sp>
    <dsp:sp modelId="{1C6C7261-93DC-412E-8DE1-3DE07A2D956B}">
      <dsp:nvSpPr>
        <dsp:cNvPr id="0" name=""/>
        <dsp:cNvSpPr/>
      </dsp:nvSpPr>
      <dsp:spPr>
        <a:xfrm>
          <a:off x="5930905" y="383228"/>
          <a:ext cx="1796557" cy="1077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szybkie decyzje</a:t>
          </a:r>
          <a:endParaRPr lang="en-US" sz="2000" kern="1200"/>
        </a:p>
      </dsp:txBody>
      <dsp:txXfrm>
        <a:off x="5930905" y="383228"/>
        <a:ext cx="1796557" cy="1077934"/>
      </dsp:txXfrm>
    </dsp:sp>
    <dsp:sp modelId="{942EEA6C-DCBA-42D7-829F-832AFA227421}">
      <dsp:nvSpPr>
        <dsp:cNvPr id="0" name=""/>
        <dsp:cNvSpPr/>
      </dsp:nvSpPr>
      <dsp:spPr>
        <a:xfrm>
          <a:off x="2264" y="1640819"/>
          <a:ext cx="1796557" cy="1077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kern="1200"/>
            <a:t>Duży projekt:</a:t>
          </a:r>
          <a:endParaRPr lang="en-US" sz="2000" kern="1200"/>
        </a:p>
      </dsp:txBody>
      <dsp:txXfrm>
        <a:off x="2264" y="1640819"/>
        <a:ext cx="1796557" cy="1077934"/>
      </dsp:txXfrm>
    </dsp:sp>
    <dsp:sp modelId="{E000063A-A6E3-4729-827E-7761533E922F}">
      <dsp:nvSpPr>
        <dsp:cNvPr id="0" name=""/>
        <dsp:cNvSpPr/>
      </dsp:nvSpPr>
      <dsp:spPr>
        <a:xfrm>
          <a:off x="1978478" y="1640819"/>
          <a:ext cx="1796557" cy="1077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wiele zespołów </a:t>
          </a:r>
          <a:endParaRPr lang="en-US" sz="2000" kern="1200"/>
        </a:p>
      </dsp:txBody>
      <dsp:txXfrm>
        <a:off x="1978478" y="1640819"/>
        <a:ext cx="1796557" cy="1077934"/>
      </dsp:txXfrm>
    </dsp:sp>
    <dsp:sp modelId="{D3B6D12F-9415-4B11-8188-9A5D3F841D4D}">
      <dsp:nvSpPr>
        <dsp:cNvPr id="0" name=""/>
        <dsp:cNvSpPr/>
      </dsp:nvSpPr>
      <dsp:spPr>
        <a:xfrm>
          <a:off x="3954691" y="1640819"/>
          <a:ext cx="1796557" cy="1077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więcej ról </a:t>
          </a: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(np. architekt, liderzy) </a:t>
          </a:r>
          <a:endParaRPr lang="en-US" sz="2000" kern="1200" dirty="0"/>
        </a:p>
      </dsp:txBody>
      <dsp:txXfrm>
        <a:off x="3954691" y="1640819"/>
        <a:ext cx="1796557" cy="1077934"/>
      </dsp:txXfrm>
    </dsp:sp>
    <dsp:sp modelId="{4378A32A-76E1-4236-94BA-6A80A014EFD4}">
      <dsp:nvSpPr>
        <dsp:cNvPr id="0" name=""/>
        <dsp:cNvSpPr/>
      </dsp:nvSpPr>
      <dsp:spPr>
        <a:xfrm>
          <a:off x="5930905" y="1640819"/>
          <a:ext cx="1796557" cy="1077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formalne procesy</a:t>
          </a:r>
          <a:endParaRPr lang="en-US" sz="2000" kern="1200"/>
        </a:p>
      </dsp:txBody>
      <dsp:txXfrm>
        <a:off x="5930905" y="1640819"/>
        <a:ext cx="1796557" cy="10779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C24A2-F2FB-4356-AC36-F90278886F26}">
      <dsp:nvSpPr>
        <dsp:cNvPr id="0" name=""/>
        <dsp:cNvSpPr/>
      </dsp:nvSpPr>
      <dsp:spPr>
        <a:xfrm>
          <a:off x="0" y="17387"/>
          <a:ext cx="10261599" cy="7020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b="0" i="0" kern="1200" baseline="0"/>
            <a:t>kopiowanie struktury z innego projektu </a:t>
          </a:r>
          <a:endParaRPr lang="en-US" sz="3000" kern="1200"/>
        </a:p>
      </dsp:txBody>
      <dsp:txXfrm>
        <a:off x="34269" y="51656"/>
        <a:ext cx="10193061" cy="633462"/>
      </dsp:txXfrm>
    </dsp:sp>
    <dsp:sp modelId="{21FAAF32-957D-4D45-ADA6-D3B3846C377F}">
      <dsp:nvSpPr>
        <dsp:cNvPr id="0" name=""/>
        <dsp:cNvSpPr/>
      </dsp:nvSpPr>
      <dsp:spPr>
        <a:xfrm>
          <a:off x="0" y="805787"/>
          <a:ext cx="10261599" cy="7020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b="0" i="0" kern="1200" baseline="0" dirty="0"/>
            <a:t>zbyt wiele ról na starcie </a:t>
          </a:r>
          <a:endParaRPr lang="en-US" sz="3000" kern="1200" dirty="0"/>
        </a:p>
      </dsp:txBody>
      <dsp:txXfrm>
        <a:off x="34269" y="840056"/>
        <a:ext cx="10193061" cy="633462"/>
      </dsp:txXfrm>
    </dsp:sp>
    <dsp:sp modelId="{51DD00E4-AC45-4308-8F84-DD9E5CEAE7C8}">
      <dsp:nvSpPr>
        <dsp:cNvPr id="0" name=""/>
        <dsp:cNvSpPr/>
      </dsp:nvSpPr>
      <dsp:spPr>
        <a:xfrm>
          <a:off x="0" y="1594187"/>
          <a:ext cx="10261599" cy="7020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b="0" i="0" kern="1200" baseline="0" dirty="0"/>
            <a:t>brak skalowania struktury w czasie </a:t>
          </a:r>
          <a:endParaRPr lang="en-US" sz="3000" kern="1200" dirty="0"/>
        </a:p>
      </dsp:txBody>
      <dsp:txXfrm>
        <a:off x="34269" y="1628456"/>
        <a:ext cx="10193061" cy="633462"/>
      </dsp:txXfrm>
    </dsp:sp>
    <dsp:sp modelId="{6C0DC8CA-427E-4742-B3EB-8E55E686D46C}">
      <dsp:nvSpPr>
        <dsp:cNvPr id="0" name=""/>
        <dsp:cNvSpPr/>
      </dsp:nvSpPr>
      <dsp:spPr>
        <a:xfrm>
          <a:off x="0" y="2382587"/>
          <a:ext cx="10261599" cy="7020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b="0" i="0" kern="1200" baseline="0" dirty="0"/>
            <a:t>ignorowanie wzrostu projektu </a:t>
          </a:r>
          <a:endParaRPr lang="en-US" sz="3000" kern="1200" dirty="0"/>
        </a:p>
      </dsp:txBody>
      <dsp:txXfrm>
        <a:off x="34269" y="2416856"/>
        <a:ext cx="10193061" cy="6334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B5757-A3A6-423C-9D7B-6D7A5C5E935F}">
      <dsp:nvSpPr>
        <dsp:cNvPr id="0" name=""/>
        <dsp:cNvSpPr/>
      </dsp:nvSpPr>
      <dsp:spPr>
        <a:xfrm>
          <a:off x="48310" y="516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b="1" kern="1200"/>
            <a:t>Indywidualna:</a:t>
          </a:r>
          <a:endParaRPr lang="en-US" sz="2600" kern="1200"/>
        </a:p>
      </dsp:txBody>
      <dsp:txXfrm>
        <a:off x="48310" y="516"/>
        <a:ext cx="2385345" cy="1431207"/>
      </dsp:txXfrm>
    </dsp:sp>
    <dsp:sp modelId="{F9669800-7CD0-4434-9003-C57E8AD54C63}">
      <dsp:nvSpPr>
        <dsp:cNvPr id="0" name=""/>
        <dsp:cNvSpPr/>
      </dsp:nvSpPr>
      <dsp:spPr>
        <a:xfrm>
          <a:off x="2672191" y="516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konkretna osoba </a:t>
          </a:r>
          <a:endParaRPr lang="en-US" sz="2600" kern="1200"/>
        </a:p>
      </dsp:txBody>
      <dsp:txXfrm>
        <a:off x="2672191" y="516"/>
        <a:ext cx="2385345" cy="1431207"/>
      </dsp:txXfrm>
    </dsp:sp>
    <dsp:sp modelId="{A852E315-DB4F-42CF-90ED-5EDE691AB037}">
      <dsp:nvSpPr>
        <dsp:cNvPr id="0" name=""/>
        <dsp:cNvSpPr/>
      </dsp:nvSpPr>
      <dsp:spPr>
        <a:xfrm>
          <a:off x="5296071" y="516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konkretne zadanie </a:t>
          </a:r>
          <a:endParaRPr lang="en-US" sz="2600" kern="1200"/>
        </a:p>
      </dsp:txBody>
      <dsp:txXfrm>
        <a:off x="5296071" y="516"/>
        <a:ext cx="2385345" cy="1431207"/>
      </dsp:txXfrm>
    </dsp:sp>
    <dsp:sp modelId="{A68BC4D7-E0C9-46FB-AFF1-E2F74698C0EE}">
      <dsp:nvSpPr>
        <dsp:cNvPr id="0" name=""/>
        <dsp:cNvSpPr/>
      </dsp:nvSpPr>
      <dsp:spPr>
        <a:xfrm>
          <a:off x="48310" y="1670258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b="1" kern="1200"/>
            <a:t>Zbiorowa:</a:t>
          </a:r>
          <a:endParaRPr lang="en-US" sz="2600" kern="1200"/>
        </a:p>
      </dsp:txBody>
      <dsp:txXfrm>
        <a:off x="48310" y="1670258"/>
        <a:ext cx="2385345" cy="1431207"/>
      </dsp:txXfrm>
    </dsp:sp>
    <dsp:sp modelId="{7C99C46D-03D0-410A-B41A-675094F8ED9E}">
      <dsp:nvSpPr>
        <dsp:cNvPr id="0" name=""/>
        <dsp:cNvSpPr/>
      </dsp:nvSpPr>
      <dsp:spPr>
        <a:xfrm>
          <a:off x="2672191" y="1670258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cały zespół </a:t>
          </a:r>
          <a:endParaRPr lang="en-US" sz="2600" kern="1200"/>
        </a:p>
      </dsp:txBody>
      <dsp:txXfrm>
        <a:off x="2672191" y="1670258"/>
        <a:ext cx="2385345" cy="1431207"/>
      </dsp:txXfrm>
    </dsp:sp>
    <dsp:sp modelId="{AD61E5DD-8F72-402A-ACEE-33A8292B4C34}">
      <dsp:nvSpPr>
        <dsp:cNvPr id="0" name=""/>
        <dsp:cNvSpPr/>
      </dsp:nvSpPr>
      <dsp:spPr>
        <a:xfrm>
          <a:off x="5296071" y="1670258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wspólny wynik </a:t>
          </a:r>
          <a:endParaRPr lang="en-US" sz="2600" kern="1200"/>
        </a:p>
      </dsp:txBody>
      <dsp:txXfrm>
        <a:off x="5296071" y="1670258"/>
        <a:ext cx="2385345" cy="14312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1E51BA-5B38-4EAA-A351-711BB945657D}">
      <dsp:nvSpPr>
        <dsp:cNvPr id="0" name=""/>
        <dsp:cNvSpPr/>
      </dsp:nvSpPr>
      <dsp:spPr>
        <a:xfrm>
          <a:off x="2313872" y="0"/>
          <a:ext cx="3101983" cy="310198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7F80C7-CCF5-4061-94A7-FC644DCE48CC}">
      <dsp:nvSpPr>
        <dsp:cNvPr id="0" name=""/>
        <dsp:cNvSpPr/>
      </dsp:nvSpPr>
      <dsp:spPr>
        <a:xfrm>
          <a:off x="2608560" y="294688"/>
          <a:ext cx="1209773" cy="12097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0" i="0" kern="1200" baseline="0"/>
            <a:t>silosy </a:t>
          </a:r>
          <a:endParaRPr lang="en-US" sz="1600" kern="1200"/>
        </a:p>
      </dsp:txBody>
      <dsp:txXfrm>
        <a:off x="2667616" y="353744"/>
        <a:ext cx="1091661" cy="1091661"/>
      </dsp:txXfrm>
    </dsp:sp>
    <dsp:sp modelId="{77704599-6406-40A5-A6E5-D635E2899237}">
      <dsp:nvSpPr>
        <dsp:cNvPr id="0" name=""/>
        <dsp:cNvSpPr/>
      </dsp:nvSpPr>
      <dsp:spPr>
        <a:xfrm>
          <a:off x="3911393" y="294688"/>
          <a:ext cx="1209773" cy="12097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0" i="0" kern="1200" baseline="0"/>
            <a:t>brak komunikacji </a:t>
          </a:r>
          <a:endParaRPr lang="en-US" sz="1600" kern="1200"/>
        </a:p>
      </dsp:txBody>
      <dsp:txXfrm>
        <a:off x="3970449" y="353744"/>
        <a:ext cx="1091661" cy="1091661"/>
      </dsp:txXfrm>
    </dsp:sp>
    <dsp:sp modelId="{544AA160-3973-4FF9-926D-0E26CE3A5ECB}">
      <dsp:nvSpPr>
        <dsp:cNvPr id="0" name=""/>
        <dsp:cNvSpPr/>
      </dsp:nvSpPr>
      <dsp:spPr>
        <a:xfrm>
          <a:off x="2608560" y="1597521"/>
          <a:ext cx="1209773" cy="12097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0" i="0" kern="1200" baseline="0"/>
            <a:t>konflikty między zespołami </a:t>
          </a:r>
          <a:endParaRPr lang="en-US" sz="1600" kern="1200"/>
        </a:p>
      </dsp:txBody>
      <dsp:txXfrm>
        <a:off x="2667616" y="1656577"/>
        <a:ext cx="1091661" cy="1091661"/>
      </dsp:txXfrm>
    </dsp:sp>
    <dsp:sp modelId="{376DF224-60CE-4B52-A42F-46D47F521240}">
      <dsp:nvSpPr>
        <dsp:cNvPr id="0" name=""/>
        <dsp:cNvSpPr/>
      </dsp:nvSpPr>
      <dsp:spPr>
        <a:xfrm>
          <a:off x="3911393" y="1597521"/>
          <a:ext cx="1209773" cy="12097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0" i="0" kern="1200" baseline="0"/>
            <a:t>utrata odpowiedzialności </a:t>
          </a:r>
          <a:endParaRPr lang="en-US" sz="1600" kern="1200"/>
        </a:p>
      </dsp:txBody>
      <dsp:txXfrm>
        <a:off x="3970449" y="1656577"/>
        <a:ext cx="1091661" cy="10916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74651-2CD9-4B05-8A47-4F0419FFA2C7}">
      <dsp:nvSpPr>
        <dsp:cNvPr id="0" name=""/>
        <dsp:cNvSpPr/>
      </dsp:nvSpPr>
      <dsp:spPr>
        <a:xfrm>
          <a:off x="0" y="485779"/>
          <a:ext cx="560705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3D058-C277-4F8E-9096-3B3FAFB2C55E}">
      <dsp:nvSpPr>
        <dsp:cNvPr id="0" name=""/>
        <dsp:cNvSpPr/>
      </dsp:nvSpPr>
      <dsp:spPr>
        <a:xfrm>
          <a:off x="280352" y="87259"/>
          <a:ext cx="3924935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353" tIns="0" rIns="14835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lepiej współpracują w zespole</a:t>
          </a:r>
          <a:endParaRPr lang="en-US" sz="2700" kern="1200"/>
        </a:p>
      </dsp:txBody>
      <dsp:txXfrm>
        <a:off x="319260" y="126167"/>
        <a:ext cx="3847119" cy="719224"/>
      </dsp:txXfrm>
    </dsp:sp>
    <dsp:sp modelId="{77CA7EC4-A719-4EB2-91E4-DB94AD096796}">
      <dsp:nvSpPr>
        <dsp:cNvPr id="0" name=""/>
        <dsp:cNvSpPr/>
      </dsp:nvSpPr>
      <dsp:spPr>
        <a:xfrm>
          <a:off x="0" y="1710499"/>
          <a:ext cx="560705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164012-CD0C-4D10-A653-F73D6A44CCF1}">
      <dsp:nvSpPr>
        <dsp:cNvPr id="0" name=""/>
        <dsp:cNvSpPr/>
      </dsp:nvSpPr>
      <dsp:spPr>
        <a:xfrm>
          <a:off x="280352" y="1311979"/>
          <a:ext cx="3924935" cy="7970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353" tIns="0" rIns="14835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rozumieją kontekst pracy innych</a:t>
          </a:r>
          <a:endParaRPr lang="en-US" sz="2700" kern="1200"/>
        </a:p>
      </dsp:txBody>
      <dsp:txXfrm>
        <a:off x="319260" y="1350887"/>
        <a:ext cx="3847119" cy="719224"/>
      </dsp:txXfrm>
    </dsp:sp>
    <dsp:sp modelId="{7370A25D-17C8-4E90-8628-E1AE44EDFB92}">
      <dsp:nvSpPr>
        <dsp:cNvPr id="0" name=""/>
        <dsp:cNvSpPr/>
      </dsp:nvSpPr>
      <dsp:spPr>
        <a:xfrm>
          <a:off x="0" y="2935219"/>
          <a:ext cx="560705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3FD378-F109-449B-A610-C439F3291E4E}">
      <dsp:nvSpPr>
        <dsp:cNvPr id="0" name=""/>
        <dsp:cNvSpPr/>
      </dsp:nvSpPr>
      <dsp:spPr>
        <a:xfrm>
          <a:off x="280352" y="2536699"/>
          <a:ext cx="3924935" cy="7970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353" tIns="0" rIns="14835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szybciej rozwiązują problemy</a:t>
          </a:r>
          <a:endParaRPr lang="en-US" sz="2700" kern="1200"/>
        </a:p>
      </dsp:txBody>
      <dsp:txXfrm>
        <a:off x="319260" y="2575607"/>
        <a:ext cx="3847119" cy="719224"/>
      </dsp:txXfrm>
    </dsp:sp>
    <dsp:sp modelId="{51862E74-6FC3-4951-ACBF-1CF61998C9A7}">
      <dsp:nvSpPr>
        <dsp:cNvPr id="0" name=""/>
        <dsp:cNvSpPr/>
      </dsp:nvSpPr>
      <dsp:spPr>
        <a:xfrm>
          <a:off x="0" y="4159940"/>
          <a:ext cx="560705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7592C6-9872-4571-8F0D-BDBC41E0C38C}">
      <dsp:nvSpPr>
        <dsp:cNvPr id="0" name=""/>
        <dsp:cNvSpPr/>
      </dsp:nvSpPr>
      <dsp:spPr>
        <a:xfrm>
          <a:off x="280352" y="3761420"/>
          <a:ext cx="3924935" cy="7970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353" tIns="0" rIns="14835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zwiększają elastyczność zespołu</a:t>
          </a:r>
          <a:endParaRPr lang="en-US" sz="2700" kern="1200"/>
        </a:p>
      </dsp:txBody>
      <dsp:txXfrm>
        <a:off x="319260" y="3800328"/>
        <a:ext cx="3847119" cy="7192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CE345A-628D-4A61-8673-43A7DE6DD57A}">
      <dsp:nvSpPr>
        <dsp:cNvPr id="0" name=""/>
        <dsp:cNvSpPr/>
      </dsp:nvSpPr>
      <dsp:spPr>
        <a:xfrm>
          <a:off x="495799" y="65385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94989-EF1B-492D-B805-5A627627D133}">
      <dsp:nvSpPr>
        <dsp:cNvPr id="0" name=""/>
        <dsp:cNvSpPr/>
      </dsp:nvSpPr>
      <dsp:spPr>
        <a:xfrm>
          <a:off x="799" y="173389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Team Leader </a:t>
          </a:r>
          <a:r>
            <a:rPr lang="en-US" sz="1700" kern="1200"/>
            <a:t>- </a:t>
          </a:r>
          <a:r>
            <a:rPr lang="pl-PL" sz="1700" kern="1200"/>
            <a:t>koordynuje pracę zespołu</a:t>
          </a:r>
          <a:endParaRPr lang="en-US" sz="1700" kern="1200"/>
        </a:p>
      </dsp:txBody>
      <dsp:txXfrm>
        <a:off x="799" y="1733897"/>
        <a:ext cx="1800000" cy="720000"/>
      </dsp:txXfrm>
    </dsp:sp>
    <dsp:sp modelId="{4ACF23CC-0266-48C8-BB0D-697609F46082}">
      <dsp:nvSpPr>
        <dsp:cNvPr id="0" name=""/>
        <dsp:cNvSpPr/>
      </dsp:nvSpPr>
      <dsp:spPr>
        <a:xfrm>
          <a:off x="2610799" y="65385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E47BA-F02E-4F1E-A7F0-50907D4CCD98}">
      <dsp:nvSpPr>
        <dsp:cNvPr id="0" name=""/>
        <dsp:cNvSpPr/>
      </dsp:nvSpPr>
      <dsp:spPr>
        <a:xfrm>
          <a:off x="2115799" y="173389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Development Manager </a:t>
          </a:r>
          <a:r>
            <a:rPr lang="en-US" sz="1700" kern="1200"/>
            <a:t>-</a:t>
          </a:r>
          <a:r>
            <a:rPr lang="pl-PL" sz="1700" kern="1200"/>
            <a:t> zarządza procesem tworzenia</a:t>
          </a:r>
          <a:endParaRPr lang="en-US" sz="1700" kern="1200"/>
        </a:p>
      </dsp:txBody>
      <dsp:txXfrm>
        <a:off x="2115799" y="1733897"/>
        <a:ext cx="1800000" cy="720000"/>
      </dsp:txXfrm>
    </dsp:sp>
    <dsp:sp modelId="{650D093E-1CFE-44E7-A34C-BDD3BF351478}">
      <dsp:nvSpPr>
        <dsp:cNvPr id="0" name=""/>
        <dsp:cNvSpPr/>
      </dsp:nvSpPr>
      <dsp:spPr>
        <a:xfrm>
          <a:off x="4725799" y="65385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7C98E-0D51-4367-B22B-65B581502F8C}">
      <dsp:nvSpPr>
        <dsp:cNvPr id="0" name=""/>
        <dsp:cNvSpPr/>
      </dsp:nvSpPr>
      <dsp:spPr>
        <a:xfrm>
          <a:off x="4230799" y="173389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Quality Manager </a:t>
          </a:r>
          <a:r>
            <a:rPr lang="en-US" sz="1700" kern="1200"/>
            <a:t>-</a:t>
          </a:r>
          <a:r>
            <a:rPr lang="pl-PL" sz="1700" kern="1200"/>
            <a:t> odpowiada za jakość</a:t>
          </a:r>
          <a:endParaRPr lang="en-US" sz="1700" kern="1200"/>
        </a:p>
      </dsp:txBody>
      <dsp:txXfrm>
        <a:off x="4230799" y="1733897"/>
        <a:ext cx="1800000" cy="720000"/>
      </dsp:txXfrm>
    </dsp:sp>
    <dsp:sp modelId="{BA5F6007-2243-471A-A5C6-8352A6A76AC3}">
      <dsp:nvSpPr>
        <dsp:cNvPr id="0" name=""/>
        <dsp:cNvSpPr/>
      </dsp:nvSpPr>
      <dsp:spPr>
        <a:xfrm>
          <a:off x="6840800" y="65385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095223-E532-4850-B8C1-09305E08CFF3}">
      <dsp:nvSpPr>
        <dsp:cNvPr id="0" name=""/>
        <dsp:cNvSpPr/>
      </dsp:nvSpPr>
      <dsp:spPr>
        <a:xfrm>
          <a:off x="6345799" y="173389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Process Manager </a:t>
          </a:r>
          <a:r>
            <a:rPr lang="en-US" sz="1700" kern="1200"/>
            <a:t>-</a:t>
          </a:r>
          <a:r>
            <a:rPr lang="pl-PL" sz="1700" kern="1200"/>
            <a:t> nadzoruje proces</a:t>
          </a:r>
          <a:endParaRPr lang="en-US" sz="1700" kern="1200"/>
        </a:p>
      </dsp:txBody>
      <dsp:txXfrm>
        <a:off x="6345799" y="1733897"/>
        <a:ext cx="1800000" cy="720000"/>
      </dsp:txXfrm>
    </dsp:sp>
    <dsp:sp modelId="{3EE2C800-F63F-4357-99B9-B6329A7246C6}">
      <dsp:nvSpPr>
        <dsp:cNvPr id="0" name=""/>
        <dsp:cNvSpPr/>
      </dsp:nvSpPr>
      <dsp:spPr>
        <a:xfrm>
          <a:off x="8955800" y="653850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EC2FE-86F8-40B4-B31D-400332BD3A97}">
      <dsp:nvSpPr>
        <dsp:cNvPr id="0" name=""/>
        <dsp:cNvSpPr/>
      </dsp:nvSpPr>
      <dsp:spPr>
        <a:xfrm>
          <a:off x="8460800" y="173389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Support Manager </a:t>
          </a:r>
          <a:r>
            <a:rPr lang="en-US" sz="1700" kern="1200"/>
            <a:t>-</a:t>
          </a:r>
          <a:r>
            <a:rPr lang="pl-PL" sz="1700" kern="1200"/>
            <a:t> wspiera zespół</a:t>
          </a:r>
          <a:endParaRPr lang="en-US" sz="1700" kern="1200"/>
        </a:p>
      </dsp:txBody>
      <dsp:txXfrm>
        <a:off x="8460800" y="1733897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C0A08-24EE-4068-8AE9-9BF05330A786}">
      <dsp:nvSpPr>
        <dsp:cNvPr id="0" name=""/>
        <dsp:cNvSpPr/>
      </dsp:nvSpPr>
      <dsp:spPr>
        <a:xfrm>
          <a:off x="0" y="8751"/>
          <a:ext cx="7729728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b="1" kern="1200" dirty="0"/>
            <a:t>TSP kładzie nacisk na:</a:t>
          </a:r>
          <a:endParaRPr lang="en-US" sz="2400" b="1" kern="1200" dirty="0"/>
        </a:p>
      </dsp:txBody>
      <dsp:txXfrm>
        <a:off x="27415" y="36166"/>
        <a:ext cx="7674898" cy="506769"/>
      </dsp:txXfrm>
    </dsp:sp>
    <dsp:sp modelId="{1E817F13-8152-41C1-9399-E1988E0257C2}">
      <dsp:nvSpPr>
        <dsp:cNvPr id="0" name=""/>
        <dsp:cNvSpPr/>
      </dsp:nvSpPr>
      <dsp:spPr>
        <a:xfrm>
          <a:off x="0" y="639471"/>
          <a:ext cx="7729728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</a:t>
          </a:r>
          <a:r>
            <a:rPr lang="pl-PL" sz="2400" kern="1200" dirty="0"/>
            <a:t>dokładne planowanie </a:t>
          </a:r>
          <a:endParaRPr lang="en-US" sz="2400" kern="1200" dirty="0"/>
        </a:p>
      </dsp:txBody>
      <dsp:txXfrm>
        <a:off x="27415" y="666886"/>
        <a:ext cx="7674898" cy="506769"/>
      </dsp:txXfrm>
    </dsp:sp>
    <dsp:sp modelId="{9A151154-BC26-4DA3-B508-0EC473E6354C}">
      <dsp:nvSpPr>
        <dsp:cNvPr id="0" name=""/>
        <dsp:cNvSpPr/>
      </dsp:nvSpPr>
      <dsp:spPr>
        <a:xfrm>
          <a:off x="0" y="1270191"/>
          <a:ext cx="7729728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</a:t>
          </a:r>
          <a:r>
            <a:rPr lang="pl-PL" sz="2400" kern="1200" dirty="0"/>
            <a:t>pomiary efektywności </a:t>
          </a:r>
          <a:endParaRPr lang="en-US" sz="2400" kern="1200" dirty="0"/>
        </a:p>
      </dsp:txBody>
      <dsp:txXfrm>
        <a:off x="27415" y="1297606"/>
        <a:ext cx="7674898" cy="506769"/>
      </dsp:txXfrm>
    </dsp:sp>
    <dsp:sp modelId="{FF54D52E-6A48-4FE8-ABC0-D8F71187DF8D}">
      <dsp:nvSpPr>
        <dsp:cNvPr id="0" name=""/>
        <dsp:cNvSpPr/>
      </dsp:nvSpPr>
      <dsp:spPr>
        <a:xfrm>
          <a:off x="0" y="1900911"/>
          <a:ext cx="7729728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</a:t>
          </a:r>
          <a:r>
            <a:rPr lang="pl-PL" sz="2400" kern="1200" dirty="0"/>
            <a:t>odpowiedzialność zespołu </a:t>
          </a:r>
          <a:endParaRPr lang="en-US" sz="2400" kern="1200" dirty="0"/>
        </a:p>
      </dsp:txBody>
      <dsp:txXfrm>
        <a:off x="27415" y="1928326"/>
        <a:ext cx="7674898" cy="506769"/>
      </dsp:txXfrm>
    </dsp:sp>
    <dsp:sp modelId="{9FE17BD2-360B-4C19-ACC2-C39257F0CBC2}">
      <dsp:nvSpPr>
        <dsp:cNvPr id="0" name=""/>
        <dsp:cNvSpPr/>
      </dsp:nvSpPr>
      <dsp:spPr>
        <a:xfrm>
          <a:off x="0" y="2531631"/>
          <a:ext cx="7729728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</a:t>
          </a:r>
          <a:r>
            <a:rPr lang="pl-PL" sz="2400" kern="1200" dirty="0"/>
            <a:t>ciągłe doskonalenie</a:t>
          </a:r>
          <a:endParaRPr lang="en-US" sz="2400" kern="1200" dirty="0"/>
        </a:p>
      </dsp:txBody>
      <dsp:txXfrm>
        <a:off x="27415" y="2559046"/>
        <a:ext cx="7674898" cy="5067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C36741-B93A-4FFF-991F-DDF61C6F9932}">
      <dsp:nvSpPr>
        <dsp:cNvPr id="0" name=""/>
        <dsp:cNvSpPr/>
      </dsp:nvSpPr>
      <dsp:spPr>
        <a:xfrm>
          <a:off x="0" y="606"/>
          <a:ext cx="5651500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169BE-580A-45AC-A9D2-7BAB6C32C514}">
      <dsp:nvSpPr>
        <dsp:cNvPr id="0" name=""/>
        <dsp:cNvSpPr/>
      </dsp:nvSpPr>
      <dsp:spPr>
        <a:xfrm>
          <a:off x="429347" y="319956"/>
          <a:ext cx="780632" cy="78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894AC6-147D-44AA-8C2B-F2AD6E7365D2}">
      <dsp:nvSpPr>
        <dsp:cNvPr id="0" name=""/>
        <dsp:cNvSpPr/>
      </dsp:nvSpPr>
      <dsp:spPr>
        <a:xfrm>
          <a:off x="1639328" y="606"/>
          <a:ext cx="4012171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Badacze danych (data scientists) koncentrują się na analizie danych, modelach i eksperymentach.</a:t>
          </a:r>
          <a:endParaRPr lang="en-US" sz="2100" kern="1200"/>
        </a:p>
      </dsp:txBody>
      <dsp:txXfrm>
        <a:off x="1639328" y="606"/>
        <a:ext cx="4012171" cy="1419331"/>
      </dsp:txXfrm>
    </dsp:sp>
    <dsp:sp modelId="{D05B5249-E6B0-4060-BAAC-8F5AC1BBEAF4}">
      <dsp:nvSpPr>
        <dsp:cNvPr id="0" name=""/>
        <dsp:cNvSpPr/>
      </dsp:nvSpPr>
      <dsp:spPr>
        <a:xfrm>
          <a:off x="0" y="1774771"/>
          <a:ext cx="5651500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20CEC-CC75-4B8D-8DB7-A3C4C862E432}">
      <dsp:nvSpPr>
        <dsp:cNvPr id="0" name=""/>
        <dsp:cNvSpPr/>
      </dsp:nvSpPr>
      <dsp:spPr>
        <a:xfrm>
          <a:off x="429347" y="2094121"/>
          <a:ext cx="780632" cy="78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30E7F-F749-452B-85C4-1135E110AF95}">
      <dsp:nvSpPr>
        <dsp:cNvPr id="0" name=""/>
        <dsp:cNvSpPr/>
      </dsp:nvSpPr>
      <dsp:spPr>
        <a:xfrm>
          <a:off x="1639328" y="1774771"/>
          <a:ext cx="4012171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Inżynierowie oprogramowania koncentrują się na budowie stabilnych, skalowalnych systemów.</a:t>
          </a:r>
          <a:endParaRPr lang="en-US" sz="2100" kern="1200"/>
        </a:p>
      </dsp:txBody>
      <dsp:txXfrm>
        <a:off x="1639328" y="1774771"/>
        <a:ext cx="4012171" cy="1419331"/>
      </dsp:txXfrm>
    </dsp:sp>
    <dsp:sp modelId="{BDF13EDD-DFB5-40DD-9682-ACF87481F7F7}">
      <dsp:nvSpPr>
        <dsp:cNvPr id="0" name=""/>
        <dsp:cNvSpPr/>
      </dsp:nvSpPr>
      <dsp:spPr>
        <a:xfrm>
          <a:off x="0" y="3548936"/>
          <a:ext cx="5651500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62129E-7AA1-4661-A42C-B7615308021A}">
      <dsp:nvSpPr>
        <dsp:cNvPr id="0" name=""/>
        <dsp:cNvSpPr/>
      </dsp:nvSpPr>
      <dsp:spPr>
        <a:xfrm>
          <a:off x="429347" y="3868286"/>
          <a:ext cx="780632" cy="78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5DA1-D2B8-4A20-87ED-C0078C883453}">
      <dsp:nvSpPr>
        <dsp:cNvPr id="0" name=""/>
        <dsp:cNvSpPr/>
      </dsp:nvSpPr>
      <dsp:spPr>
        <a:xfrm>
          <a:off x="1639328" y="3548936"/>
          <a:ext cx="4012171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Te role mają różne cele, metody pracy i podejście do jakości.</a:t>
          </a:r>
          <a:endParaRPr lang="en-US" sz="2100" kern="1200"/>
        </a:p>
      </dsp:txBody>
      <dsp:txXfrm>
        <a:off x="1639328" y="3548936"/>
        <a:ext cx="4012171" cy="141933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26FA61-3B29-4D16-A036-A2D9C3D4EC6D}">
      <dsp:nvSpPr>
        <dsp:cNvPr id="0" name=""/>
        <dsp:cNvSpPr/>
      </dsp:nvSpPr>
      <dsp:spPr>
        <a:xfrm>
          <a:off x="0" y="2190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4245C0-2A75-492A-8C64-D6ED83108638}">
      <dsp:nvSpPr>
        <dsp:cNvPr id="0" name=""/>
        <dsp:cNvSpPr/>
      </dsp:nvSpPr>
      <dsp:spPr>
        <a:xfrm>
          <a:off x="335773" y="251938"/>
          <a:ext cx="610496" cy="6104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4056E-165B-438C-B8EA-4CEED9DB01C2}">
      <dsp:nvSpPr>
        <dsp:cNvPr id="0" name=""/>
        <dsp:cNvSpPr/>
      </dsp:nvSpPr>
      <dsp:spPr>
        <a:xfrm>
          <a:off x="1282042" y="2190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i="0" kern="1200" baseline="0"/>
            <a:t>zespoły cross-funkcjonalne </a:t>
          </a:r>
          <a:endParaRPr lang="en-US" sz="2200" kern="1200"/>
        </a:p>
      </dsp:txBody>
      <dsp:txXfrm>
        <a:off x="1282042" y="2190"/>
        <a:ext cx="4869520" cy="1109993"/>
      </dsp:txXfrm>
    </dsp:sp>
    <dsp:sp modelId="{6157EE61-8F3B-4D50-8A36-49ECBB49B0E3}">
      <dsp:nvSpPr>
        <dsp:cNvPr id="0" name=""/>
        <dsp:cNvSpPr/>
      </dsp:nvSpPr>
      <dsp:spPr>
        <a:xfrm>
          <a:off x="0" y="1389682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EC596-A564-4741-A157-B27C5C66DF0B}">
      <dsp:nvSpPr>
        <dsp:cNvPr id="0" name=""/>
        <dsp:cNvSpPr/>
      </dsp:nvSpPr>
      <dsp:spPr>
        <a:xfrm>
          <a:off x="335773" y="1639430"/>
          <a:ext cx="610496" cy="6104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9604A-9A7A-4FBA-B75F-1A9690D0FD4A}">
      <dsp:nvSpPr>
        <dsp:cNvPr id="0" name=""/>
        <dsp:cNvSpPr/>
      </dsp:nvSpPr>
      <dsp:spPr>
        <a:xfrm>
          <a:off x="1282042" y="1389682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i="0" kern="1200" baseline="0"/>
            <a:t>współdzielenie wiedzy </a:t>
          </a:r>
          <a:endParaRPr lang="en-US" sz="2200" kern="1200"/>
        </a:p>
      </dsp:txBody>
      <dsp:txXfrm>
        <a:off x="1282042" y="1389682"/>
        <a:ext cx="4869520" cy="1109993"/>
      </dsp:txXfrm>
    </dsp:sp>
    <dsp:sp modelId="{3C574931-1CCD-4A2B-8DE6-2B96FF63A82C}">
      <dsp:nvSpPr>
        <dsp:cNvPr id="0" name=""/>
        <dsp:cNvSpPr/>
      </dsp:nvSpPr>
      <dsp:spPr>
        <a:xfrm>
          <a:off x="0" y="2777174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8B295-C523-4AAF-B65E-6642F24161BA}">
      <dsp:nvSpPr>
        <dsp:cNvPr id="0" name=""/>
        <dsp:cNvSpPr/>
      </dsp:nvSpPr>
      <dsp:spPr>
        <a:xfrm>
          <a:off x="335773" y="3026922"/>
          <a:ext cx="610496" cy="6104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F9011-FB50-41DE-90FA-E1C85D64FD66}">
      <dsp:nvSpPr>
        <dsp:cNvPr id="0" name=""/>
        <dsp:cNvSpPr/>
      </dsp:nvSpPr>
      <dsp:spPr>
        <a:xfrm>
          <a:off x="1282042" y="2777174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i="0" kern="1200" baseline="0"/>
            <a:t>T-shaped skills </a:t>
          </a:r>
          <a:endParaRPr lang="en-US" sz="2200" kern="1200"/>
        </a:p>
      </dsp:txBody>
      <dsp:txXfrm>
        <a:off x="1282042" y="2777174"/>
        <a:ext cx="4869520" cy="1109993"/>
      </dsp:txXfrm>
    </dsp:sp>
    <dsp:sp modelId="{3DB50366-9D52-4A24-B625-3146D20F4DB5}">
      <dsp:nvSpPr>
        <dsp:cNvPr id="0" name=""/>
        <dsp:cNvSpPr/>
      </dsp:nvSpPr>
      <dsp:spPr>
        <a:xfrm>
          <a:off x="0" y="4164666"/>
          <a:ext cx="6151562" cy="11099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D2991-FA69-4DE1-A93C-BB22A96B8176}">
      <dsp:nvSpPr>
        <dsp:cNvPr id="0" name=""/>
        <dsp:cNvSpPr/>
      </dsp:nvSpPr>
      <dsp:spPr>
        <a:xfrm>
          <a:off x="335773" y="4414414"/>
          <a:ext cx="610496" cy="6104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33EFC-A5B8-45C3-B27C-8F5189F2A0B5}">
      <dsp:nvSpPr>
        <dsp:cNvPr id="0" name=""/>
        <dsp:cNvSpPr/>
      </dsp:nvSpPr>
      <dsp:spPr>
        <a:xfrm>
          <a:off x="1282042" y="4164666"/>
          <a:ext cx="4869520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i="0" kern="1200" baseline="0"/>
            <a:t>wspólna odpowiedzialność za produkt </a:t>
          </a:r>
          <a:endParaRPr lang="en-US" sz="2200" kern="1200"/>
        </a:p>
      </dsp:txBody>
      <dsp:txXfrm>
        <a:off x="1282042" y="4164666"/>
        <a:ext cx="4869520" cy="110999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8CBC9-55BA-430D-BA47-8705F342FDFC}">
      <dsp:nvSpPr>
        <dsp:cNvPr id="0" name=""/>
        <dsp:cNvSpPr/>
      </dsp:nvSpPr>
      <dsp:spPr>
        <a:xfrm>
          <a:off x="0" y="0"/>
          <a:ext cx="5951890" cy="558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Budowanie zespołu wysokowydajnego wymaga:</a:t>
          </a:r>
          <a:endParaRPr lang="en-US" sz="2100" kern="1200"/>
        </a:p>
      </dsp:txBody>
      <dsp:txXfrm>
        <a:off x="16354" y="16354"/>
        <a:ext cx="5284051" cy="525648"/>
      </dsp:txXfrm>
    </dsp:sp>
    <dsp:sp modelId="{15A54ADF-942C-49C2-8128-1DBEA625F13F}">
      <dsp:nvSpPr>
        <dsp:cNvPr id="0" name=""/>
        <dsp:cNvSpPr/>
      </dsp:nvSpPr>
      <dsp:spPr>
        <a:xfrm>
          <a:off x="444459" y="635906"/>
          <a:ext cx="5951890" cy="558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dobrego przywództwa </a:t>
          </a:r>
          <a:endParaRPr lang="en-US" sz="2100" kern="1200"/>
        </a:p>
      </dsp:txBody>
      <dsp:txXfrm>
        <a:off x="460813" y="652260"/>
        <a:ext cx="5111791" cy="525648"/>
      </dsp:txXfrm>
    </dsp:sp>
    <dsp:sp modelId="{F1AA4205-CFC7-4F6B-8112-F747AD985076}">
      <dsp:nvSpPr>
        <dsp:cNvPr id="0" name=""/>
        <dsp:cNvSpPr/>
      </dsp:nvSpPr>
      <dsp:spPr>
        <a:xfrm>
          <a:off x="888918" y="1271813"/>
          <a:ext cx="5951890" cy="558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jasnej struktury </a:t>
          </a:r>
          <a:endParaRPr lang="en-US" sz="2100" kern="1200"/>
        </a:p>
      </dsp:txBody>
      <dsp:txXfrm>
        <a:off x="905272" y="1288167"/>
        <a:ext cx="5111791" cy="525648"/>
      </dsp:txXfrm>
    </dsp:sp>
    <dsp:sp modelId="{22D2A791-0E56-4EA6-83D5-6A20A69A63E1}">
      <dsp:nvSpPr>
        <dsp:cNvPr id="0" name=""/>
        <dsp:cNvSpPr/>
      </dsp:nvSpPr>
      <dsp:spPr>
        <a:xfrm>
          <a:off x="1333378" y="1907719"/>
          <a:ext cx="5951890" cy="558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kultury współpracy </a:t>
          </a:r>
          <a:endParaRPr lang="en-US" sz="2100" kern="1200"/>
        </a:p>
      </dsp:txBody>
      <dsp:txXfrm>
        <a:off x="1349732" y="1924073"/>
        <a:ext cx="5111791" cy="525648"/>
      </dsp:txXfrm>
    </dsp:sp>
    <dsp:sp modelId="{43571B7A-3346-41C7-B679-773D7A62E8BC}">
      <dsp:nvSpPr>
        <dsp:cNvPr id="0" name=""/>
        <dsp:cNvSpPr/>
      </dsp:nvSpPr>
      <dsp:spPr>
        <a:xfrm>
          <a:off x="1777837" y="2543626"/>
          <a:ext cx="5951890" cy="558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oraz </a:t>
          </a:r>
          <a:r>
            <a:rPr lang="pl-PL" sz="2100" kern="1200"/>
            <a:t>inwestycji w ludzi</a:t>
          </a:r>
          <a:endParaRPr lang="en-US" sz="2100" kern="1200"/>
        </a:p>
      </dsp:txBody>
      <dsp:txXfrm>
        <a:off x="1794191" y="2559980"/>
        <a:ext cx="5111791" cy="525648"/>
      </dsp:txXfrm>
    </dsp:sp>
    <dsp:sp modelId="{604E5614-B524-4498-A5DD-9411F354FE69}">
      <dsp:nvSpPr>
        <dsp:cNvPr id="0" name=""/>
        <dsp:cNvSpPr/>
      </dsp:nvSpPr>
      <dsp:spPr>
        <a:xfrm>
          <a:off x="5588958" y="407910"/>
          <a:ext cx="362932" cy="3629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670618" y="407910"/>
        <a:ext cx="199612" cy="273106"/>
      </dsp:txXfrm>
    </dsp:sp>
    <dsp:sp modelId="{40D8AA0A-9673-4079-B618-B366B39B2103}">
      <dsp:nvSpPr>
        <dsp:cNvPr id="0" name=""/>
        <dsp:cNvSpPr/>
      </dsp:nvSpPr>
      <dsp:spPr>
        <a:xfrm>
          <a:off x="6033417" y="1043817"/>
          <a:ext cx="362932" cy="3629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115077" y="1043817"/>
        <a:ext cx="199612" cy="273106"/>
      </dsp:txXfrm>
    </dsp:sp>
    <dsp:sp modelId="{A2BC6E7C-1D7B-4FF8-B7D0-665453944AEF}">
      <dsp:nvSpPr>
        <dsp:cNvPr id="0" name=""/>
        <dsp:cNvSpPr/>
      </dsp:nvSpPr>
      <dsp:spPr>
        <a:xfrm>
          <a:off x="6477877" y="1670417"/>
          <a:ext cx="362932" cy="3629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559537" y="1670417"/>
        <a:ext cx="199612" cy="273106"/>
      </dsp:txXfrm>
    </dsp:sp>
    <dsp:sp modelId="{FB766C79-8113-4434-B947-356102A1AA3D}">
      <dsp:nvSpPr>
        <dsp:cNvPr id="0" name=""/>
        <dsp:cNvSpPr/>
      </dsp:nvSpPr>
      <dsp:spPr>
        <a:xfrm>
          <a:off x="6922336" y="2312528"/>
          <a:ext cx="362932" cy="3629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7003996" y="2312528"/>
        <a:ext cx="199612" cy="2731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2C042-A7E5-4CA0-B1E2-0614C48D2A58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F59C5-CF50-4600-B7A2-91333F8D780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005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w </a:t>
            </a:r>
            <a:r>
              <a:rPr lang="en-US" dirty="0" err="1"/>
              <a:t>projekcie</a:t>
            </a:r>
            <a:r>
              <a:rPr lang="en-US" dirty="0"/>
              <a:t> IT </a:t>
            </a:r>
            <a:r>
              <a:rPr lang="en-US" dirty="0" err="1"/>
              <a:t>są</a:t>
            </a:r>
            <a:r>
              <a:rPr lang="en-US" dirty="0"/>
              <a:t> </a:t>
            </a:r>
            <a:r>
              <a:rPr lang="en-US" dirty="0" err="1"/>
              <a:t>mocno</a:t>
            </a:r>
            <a:r>
              <a:rPr lang="en-US" dirty="0"/>
              <a:t> </a:t>
            </a:r>
            <a:r>
              <a:rPr lang="en-US" dirty="0" err="1"/>
              <a:t>zależne</a:t>
            </a:r>
            <a:r>
              <a:rPr lang="en-US" dirty="0"/>
              <a:t> od </a:t>
            </a:r>
            <a:r>
              <a:rPr lang="en-US" dirty="0" err="1"/>
              <a:t>jego</a:t>
            </a:r>
            <a:r>
              <a:rPr lang="en-US" dirty="0"/>
              <a:t> </a:t>
            </a:r>
            <a:r>
              <a:rPr lang="en-US" dirty="0" err="1"/>
              <a:t>charakteru</a:t>
            </a:r>
            <a:r>
              <a:rPr lang="en-US" dirty="0"/>
              <a:t>, </a:t>
            </a:r>
            <a:r>
              <a:rPr lang="en-US" dirty="0" err="1"/>
              <a:t>potrzeb</a:t>
            </a:r>
            <a:r>
              <a:rPr lang="en-US" dirty="0"/>
              <a:t>, </a:t>
            </a:r>
            <a:r>
              <a:rPr lang="en-US" dirty="0" err="1"/>
              <a:t>przyjętej</a:t>
            </a:r>
            <a:r>
              <a:rPr lang="en-US" dirty="0"/>
              <a:t> </a:t>
            </a:r>
            <a:r>
              <a:rPr lang="en-US" dirty="0" err="1"/>
              <a:t>metodyki</a:t>
            </a:r>
            <a:r>
              <a:rPr lang="en-US" dirty="0"/>
              <a:t> </a:t>
            </a:r>
            <a:r>
              <a:rPr lang="en-US" dirty="0" err="1"/>
              <a:t>czy</a:t>
            </a:r>
            <a:r>
              <a:rPr lang="en-US" dirty="0"/>
              <a:t> </a:t>
            </a:r>
            <a:r>
              <a:rPr lang="en-US" dirty="0" err="1"/>
              <a:t>branży</a:t>
            </a:r>
            <a:r>
              <a:rPr lang="en-US" dirty="0"/>
              <a:t>. </a:t>
            </a:r>
            <a:r>
              <a:rPr lang="en-US" dirty="0" err="1"/>
              <a:t>Najpopularniejsze</a:t>
            </a:r>
            <a:r>
              <a:rPr lang="en-US" dirty="0"/>
              <a:t> z </a:t>
            </a:r>
            <a:r>
              <a:rPr lang="en-US" dirty="0" err="1"/>
              <a:t>nich</a:t>
            </a:r>
            <a:r>
              <a:rPr lang="en-US" dirty="0"/>
              <a:t> widoczne </a:t>
            </a:r>
            <a:r>
              <a:rPr lang="en-US" dirty="0" err="1"/>
              <a:t>są</a:t>
            </a:r>
            <a:r>
              <a:rPr lang="en-US" dirty="0"/>
              <a:t> na </a:t>
            </a:r>
            <a:r>
              <a:rPr lang="en-US" dirty="0" err="1"/>
              <a:t>slajdzie</a:t>
            </a:r>
            <a:r>
              <a:rPr lang="en-US" dirty="0"/>
              <a:t>.</a:t>
            </a:r>
            <a:br>
              <a:rPr lang="en-US" dirty="0"/>
            </a:br>
            <a:r>
              <a:rPr lang="pl-PL" b="0" dirty="0"/>
              <a:t>Project Manager (PM): odpowiada za planowanie, budżet, harmonogram i ogólną realizację projektu. </a:t>
            </a:r>
            <a:endParaRPr lang="en-US" b="0" dirty="0"/>
          </a:p>
          <a:p>
            <a:r>
              <a:rPr lang="pl-PL" b="0" dirty="0"/>
              <a:t>Product </a:t>
            </a:r>
            <a:r>
              <a:rPr lang="pl-PL" b="0" dirty="0" err="1"/>
              <a:t>Owner</a:t>
            </a:r>
            <a:r>
              <a:rPr lang="pl-PL" b="0" dirty="0"/>
              <a:t> (PO): zarządza </a:t>
            </a:r>
            <a:r>
              <a:rPr lang="pl-PL" b="0" dirty="0" err="1"/>
              <a:t>backlogiem</a:t>
            </a:r>
            <a:r>
              <a:rPr lang="pl-PL" b="0" dirty="0"/>
              <a:t> produktu i decyduje, jakie funkcje mają najwyższy priorytet biznesowy. </a:t>
            </a:r>
            <a:endParaRPr lang="en-US" b="0" dirty="0"/>
          </a:p>
          <a:p>
            <a:r>
              <a:rPr lang="pl-PL" b="0" dirty="0" err="1"/>
              <a:t>Scrum</a:t>
            </a:r>
            <a:r>
              <a:rPr lang="pl-PL" b="0" dirty="0"/>
              <a:t> Master: dba o przestrzeganie zasad </a:t>
            </a:r>
            <a:r>
              <a:rPr lang="pl-PL" b="0" dirty="0" err="1"/>
              <a:t>Scruma</a:t>
            </a:r>
            <a:r>
              <a:rPr lang="pl-PL" b="0" dirty="0"/>
              <a:t> i usuwa przeszkody utrudniające pracę zespołu. </a:t>
            </a:r>
            <a:endParaRPr lang="en-US" b="0" dirty="0"/>
          </a:p>
          <a:p>
            <a:r>
              <a:rPr lang="pl-PL" b="0" dirty="0"/>
              <a:t>Developer: tworzy i rozwija kod aplikacji zgodnie z wymaganiami projektu. </a:t>
            </a:r>
            <a:endParaRPr lang="en-US" b="0" dirty="0"/>
          </a:p>
          <a:p>
            <a:r>
              <a:rPr lang="pl-PL" b="0" dirty="0"/>
              <a:t>Tester / QA: sprawdza jakość produktu, wykrywa błędy i dba o poprawne działanie systemu. </a:t>
            </a:r>
            <a:endParaRPr lang="en-US" b="0" dirty="0"/>
          </a:p>
          <a:p>
            <a:r>
              <a:rPr lang="pl-PL" b="0" dirty="0"/>
              <a:t>UX/UI Designer: projektuje wygląd i użyteczność produktu, aby był intuicyjny dla użytkownika. </a:t>
            </a:r>
            <a:endParaRPr lang="en-US" b="0" dirty="0"/>
          </a:p>
          <a:p>
            <a:r>
              <a:rPr lang="pl-PL" b="0" dirty="0" err="1"/>
              <a:t>DevOps</a:t>
            </a:r>
            <a:r>
              <a:rPr lang="pl-PL" b="0" dirty="0"/>
              <a:t>: automatyzuje procesy wdrożeń i dba o infrastrukturę oraz ciągłość działania systemu. </a:t>
            </a:r>
            <a:endParaRPr lang="en-US" b="0" dirty="0"/>
          </a:p>
          <a:p>
            <a:r>
              <a:rPr lang="pl-PL" b="0" dirty="0" err="1"/>
              <a:t>Stakeholder</a:t>
            </a:r>
            <a:r>
              <a:rPr lang="pl-PL" b="0" dirty="0"/>
              <a:t>: jest zainteresowaną stroną projektu, która wpływa na jego wymagania i oczekiwania.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https://marcinziemek.com/blog/content/articles/5/article.html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3046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Jeżeli role nie są jasno określone:</a:t>
            </a:r>
          </a:p>
          <a:p>
            <a:r>
              <a:rPr lang="en-US" dirty="0"/>
              <a:t>- </a:t>
            </a:r>
            <a:r>
              <a:rPr lang="pl-PL" dirty="0"/>
              <a:t>dwie osoby mogą robić to samo, </a:t>
            </a:r>
          </a:p>
          <a:p>
            <a:r>
              <a:rPr lang="en-US" dirty="0"/>
              <a:t>- </a:t>
            </a:r>
            <a:r>
              <a:rPr lang="pl-PL" dirty="0"/>
              <a:t>albo nikt nie zrobi </a:t>
            </a:r>
            <a:r>
              <a:rPr lang="en-US" dirty="0" err="1"/>
              <a:t>danego</a:t>
            </a:r>
            <a:r>
              <a:rPr lang="pl-PL" dirty="0"/>
              <a:t> zadania, </a:t>
            </a:r>
          </a:p>
          <a:p>
            <a:pPr marL="171450" indent="-171450">
              <a:buFontTx/>
              <a:buChar char="-"/>
            </a:pPr>
            <a:r>
              <a:rPr lang="pl-PL" dirty="0"/>
              <a:t>pojawiają się konflikty</a:t>
            </a:r>
            <a:r>
              <a:rPr lang="en-US" dirty="0"/>
              <a:t> typu</a:t>
            </a:r>
            <a:r>
              <a:rPr lang="pl-PL" dirty="0"/>
              <a:t>: </a:t>
            </a:r>
            <a:r>
              <a:rPr lang="en-US" dirty="0"/>
              <a:t>“</a:t>
            </a:r>
            <a:r>
              <a:rPr lang="pl-PL" dirty="0"/>
              <a:t>to nie moja odpowiedzialność’</a:t>
            </a:r>
            <a:r>
              <a:rPr lang="en-US" dirty="0"/>
              <a:t>”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Itp</a:t>
            </a:r>
            <a:r>
              <a:rPr lang="en-US" dirty="0"/>
              <a:t>…</a:t>
            </a:r>
            <a:endParaRPr lang="pl-PL" dirty="0"/>
          </a:p>
          <a:p>
            <a:r>
              <a:rPr lang="pl-PL" dirty="0"/>
              <a:t>To jeden z najczęstszych problemów w projektach IT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7324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bardzo częsty błąd </a:t>
            </a:r>
            <a:r>
              <a:rPr lang="en-US" dirty="0"/>
              <a:t>-</a:t>
            </a:r>
            <a:r>
              <a:rPr lang="pl-PL" dirty="0"/>
              <a:t> mylenie roli ze stanowiskiem.</a:t>
            </a:r>
          </a:p>
          <a:p>
            <a:r>
              <a:rPr lang="pl-PL" dirty="0"/>
              <a:t>Stanowisko mówi:</a:t>
            </a:r>
            <a:r>
              <a:rPr lang="en-US" dirty="0"/>
              <a:t> </a:t>
            </a:r>
            <a:r>
              <a:rPr lang="pl-PL" dirty="0"/>
              <a:t>kim jesteś w firmie.</a:t>
            </a:r>
          </a:p>
          <a:p>
            <a:r>
              <a:rPr lang="pl-PL" dirty="0"/>
              <a:t>Rola mówi:</a:t>
            </a:r>
            <a:r>
              <a:rPr lang="en-US" dirty="0"/>
              <a:t> </a:t>
            </a:r>
            <a:r>
              <a:rPr lang="pl-PL" dirty="0"/>
              <a:t>co robisz w projekcie</a:t>
            </a:r>
          </a:p>
          <a:p>
            <a:endParaRPr lang="en-US" dirty="0"/>
          </a:p>
          <a:p>
            <a:r>
              <a:rPr lang="pl-PL" dirty="0"/>
              <a:t>https://mediaconhr.pl/blog/opis-stanowisk-pracy-czy-opis-rol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2735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Przykładowo</a:t>
            </a:r>
            <a:r>
              <a:rPr lang="en-US" dirty="0"/>
              <a:t>, co mi </a:t>
            </a:r>
            <a:r>
              <a:rPr lang="en-US" dirty="0" err="1"/>
              <a:t>chodzi</a:t>
            </a:r>
            <a:r>
              <a:rPr lang="pl-PL" dirty="0"/>
              <a:t>:</a:t>
            </a:r>
          </a:p>
          <a:p>
            <a:r>
              <a:rPr lang="en-US" dirty="0"/>
              <a:t>- </a:t>
            </a:r>
            <a:r>
              <a:rPr lang="pl-PL" dirty="0"/>
              <a:t>developer </a:t>
            </a:r>
            <a:r>
              <a:rPr lang="en-US" dirty="0"/>
              <a:t>(Osoba) </a:t>
            </a:r>
            <a:r>
              <a:rPr lang="pl-PL" dirty="0"/>
              <a:t>może być jednocześnie liderem technicznym</a:t>
            </a:r>
            <a:r>
              <a:rPr lang="en-US" dirty="0"/>
              <a:t> w </a:t>
            </a:r>
            <a:r>
              <a:rPr lang="en-US" dirty="0" err="1"/>
              <a:t>projekcie</a:t>
            </a:r>
            <a:r>
              <a:rPr lang="en-US" dirty="0"/>
              <a:t> X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programistą</a:t>
            </a:r>
            <a:r>
              <a:rPr lang="en-US" dirty="0"/>
              <a:t> w </a:t>
            </a:r>
            <a:r>
              <a:rPr lang="en-US" dirty="0" err="1"/>
              <a:t>projekcie</a:t>
            </a:r>
            <a:r>
              <a:rPr lang="en-US" dirty="0"/>
              <a:t> Y</a:t>
            </a:r>
            <a:r>
              <a:rPr lang="pl-PL" dirty="0"/>
              <a:t>, </a:t>
            </a:r>
          </a:p>
          <a:p>
            <a:r>
              <a:rPr lang="en-US" dirty="0"/>
              <a:t>- </a:t>
            </a:r>
            <a:r>
              <a:rPr lang="pl-PL" dirty="0"/>
              <a:t>rola </a:t>
            </a:r>
            <a:r>
              <a:rPr lang="pl-PL" dirty="0" err="1"/>
              <a:t>Scrum</a:t>
            </a:r>
            <a:r>
              <a:rPr lang="pl-PL" dirty="0"/>
              <a:t> Mastera może być rotacyjna</a:t>
            </a:r>
            <a:r>
              <a:rPr lang="en-US" dirty="0"/>
              <a:t>, </a:t>
            </a:r>
            <a:r>
              <a:rPr lang="en-US" dirty="0" err="1"/>
              <a:t>najpierw</a:t>
            </a:r>
            <a:r>
              <a:rPr lang="en-US" dirty="0"/>
              <a:t> </a:t>
            </a:r>
            <a:r>
              <a:rPr lang="en-US" dirty="0" err="1"/>
              <a:t>tą</a:t>
            </a:r>
            <a:r>
              <a:rPr lang="en-US" dirty="0"/>
              <a:t> pozycja </a:t>
            </a:r>
            <a:r>
              <a:rPr lang="en-US" dirty="0" err="1"/>
              <a:t>miał</a:t>
            </a:r>
            <a:r>
              <a:rPr lang="en-US" dirty="0"/>
              <a:t> Michał z </a:t>
            </a:r>
            <a:r>
              <a:rPr lang="en-US" dirty="0" err="1"/>
              <a:t>zespołu</a:t>
            </a:r>
            <a:r>
              <a:rPr lang="en-US" dirty="0"/>
              <a:t> </a:t>
            </a:r>
            <a:r>
              <a:rPr lang="en-US" dirty="0" err="1"/>
              <a:t>Deweloperów</a:t>
            </a:r>
            <a:r>
              <a:rPr lang="en-US" dirty="0"/>
              <a:t>, </a:t>
            </a:r>
            <a:r>
              <a:rPr lang="en-US" dirty="0" err="1"/>
              <a:t>natomiast</a:t>
            </a:r>
            <a:r>
              <a:rPr lang="en-US" dirty="0"/>
              <a:t> </a:t>
            </a:r>
            <a:r>
              <a:rPr lang="en-US" dirty="0" err="1"/>
              <a:t>potrzeby</a:t>
            </a:r>
            <a:r>
              <a:rPr lang="en-US" dirty="0"/>
              <a:t> </a:t>
            </a:r>
            <a:r>
              <a:rPr lang="en-US" dirty="0" err="1"/>
              <a:t>projektu</a:t>
            </a:r>
            <a:r>
              <a:rPr lang="en-US" dirty="0"/>
              <a:t> </a:t>
            </a:r>
            <a:r>
              <a:rPr lang="en-US" dirty="0" err="1"/>
              <a:t>uległy</a:t>
            </a:r>
            <a:r>
              <a:rPr lang="en-US" dirty="0"/>
              <a:t> </a:t>
            </a:r>
            <a:r>
              <a:rPr lang="en-US" dirty="0" err="1"/>
              <a:t>zmianie</a:t>
            </a:r>
            <a:r>
              <a:rPr lang="en-US" dirty="0"/>
              <a:t>, </a:t>
            </a:r>
            <a:r>
              <a:rPr lang="en-US" dirty="0" err="1"/>
              <a:t>więc</a:t>
            </a:r>
            <a:r>
              <a:rPr lang="en-US" dirty="0"/>
              <a:t> </a:t>
            </a:r>
            <a:r>
              <a:rPr lang="en-US" dirty="0" err="1"/>
              <a:t>nowym</a:t>
            </a:r>
            <a:r>
              <a:rPr lang="en-US" dirty="0"/>
              <a:t> scrum </a:t>
            </a:r>
            <a:r>
              <a:rPr lang="en-US" dirty="0" err="1"/>
              <a:t>masterem</a:t>
            </a:r>
            <a:r>
              <a:rPr lang="en-US" dirty="0"/>
              <a:t> </a:t>
            </a:r>
            <a:r>
              <a:rPr lang="en-US" dirty="0" err="1"/>
              <a:t>został</a:t>
            </a:r>
            <a:r>
              <a:rPr lang="en-US" dirty="0"/>
              <a:t> Karol z </a:t>
            </a:r>
            <a:r>
              <a:rPr lang="en-US" dirty="0" err="1"/>
              <a:t>zespołu</a:t>
            </a:r>
            <a:r>
              <a:rPr lang="en-US" dirty="0"/>
              <a:t> </a:t>
            </a:r>
            <a:r>
              <a:rPr lang="en-US" dirty="0" err="1"/>
              <a:t>analitycznego</a:t>
            </a:r>
            <a:r>
              <a:rPr lang="pl-PL" dirty="0"/>
              <a:t>. </a:t>
            </a:r>
          </a:p>
          <a:p>
            <a:r>
              <a:rPr lang="en-US" dirty="0" err="1"/>
              <a:t>Ważne</a:t>
            </a:r>
            <a:r>
              <a:rPr lang="en-US" dirty="0"/>
              <a:t> </a:t>
            </a:r>
            <a:r>
              <a:rPr lang="pl-PL" dirty="0"/>
              <a:t>jest, </a:t>
            </a:r>
            <a:r>
              <a:rPr lang="pl-PL" b="0" dirty="0"/>
              <a:t>aby definiować role dynamicznie, a nie sztywno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1794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</a:t>
            </a:r>
            <a:r>
              <a:rPr lang="en-US" dirty="0" err="1"/>
              <a:t>zapamiętania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en-US" dirty="0"/>
              <a:t>Zakres </a:t>
            </a:r>
            <a:r>
              <a:rPr lang="en-US" dirty="0" err="1"/>
              <a:t>odpowiedzialności</a:t>
            </a:r>
            <a:r>
              <a:rPr lang="en-US" dirty="0"/>
              <a:t> </a:t>
            </a:r>
            <a:r>
              <a:rPr lang="en-US" dirty="0" err="1"/>
              <a:t>musi</a:t>
            </a:r>
            <a:r>
              <a:rPr lang="en-US" dirty="0"/>
              <a:t> </a:t>
            </a:r>
            <a:r>
              <a:rPr lang="en-US" dirty="0" err="1"/>
              <a:t>zostać</a:t>
            </a:r>
            <a:r>
              <a:rPr lang="en-US" dirty="0"/>
              <a:t> </a:t>
            </a:r>
            <a:r>
              <a:rPr lang="en-US" dirty="0" err="1"/>
              <a:t>przekazany</a:t>
            </a:r>
            <a:r>
              <a:rPr lang="en-US" dirty="0"/>
              <a:t> w </a:t>
            </a:r>
            <a:r>
              <a:rPr lang="en-US" dirty="0" err="1"/>
              <a:t>sposób</a:t>
            </a:r>
            <a:r>
              <a:rPr lang="en-US" dirty="0"/>
              <a:t> </a:t>
            </a:r>
            <a:r>
              <a:rPr lang="en-US" dirty="0" err="1"/>
              <a:t>zrozumiały</a:t>
            </a:r>
            <a:r>
              <a:rPr lang="en-US" dirty="0"/>
              <a:t> I </a:t>
            </a:r>
            <a:r>
              <a:rPr lang="en-US" dirty="0" err="1"/>
              <a:t>konktetny</a:t>
            </a:r>
            <a:r>
              <a:rPr lang="en-US" dirty="0"/>
              <a:t>,</a:t>
            </a:r>
          </a:p>
          <a:p>
            <a:pPr marL="171450" indent="-171450">
              <a:buFontTx/>
              <a:buChar char="-"/>
            </a:pPr>
            <a:r>
              <a:rPr lang="en-US" dirty="0"/>
              <a:t>Zasada: J</a:t>
            </a:r>
            <a:r>
              <a:rPr lang="pl-PL" dirty="0" err="1"/>
              <a:t>eśli</a:t>
            </a:r>
            <a:r>
              <a:rPr lang="pl-PL" dirty="0"/>
              <a:t> za coś odpowiadają wszyscy </a:t>
            </a:r>
            <a:r>
              <a:rPr lang="en-US" dirty="0"/>
              <a:t>-</a:t>
            </a:r>
            <a:r>
              <a:rPr lang="pl-PL" dirty="0"/>
              <a:t> nie odpowiada nikt.</a:t>
            </a:r>
            <a:endParaRPr lang="en-US" dirty="0"/>
          </a:p>
          <a:p>
            <a:r>
              <a:rPr lang="pl-PL" b="0" dirty="0"/>
              <a:t>Najczęstsze błędy</a:t>
            </a:r>
            <a:r>
              <a:rPr lang="en-US" b="0" dirty="0"/>
              <a:t> w </a:t>
            </a:r>
            <a:r>
              <a:rPr lang="en-US" b="0" dirty="0" err="1"/>
              <a:t>definiowaniu</a:t>
            </a:r>
            <a:r>
              <a:rPr lang="en-US" b="0" dirty="0"/>
              <a:t> </a:t>
            </a:r>
            <a:r>
              <a:rPr lang="en-US" b="0" dirty="0" err="1"/>
              <a:t>zakresu</a:t>
            </a:r>
            <a:r>
              <a:rPr lang="en-US" b="0" dirty="0"/>
              <a:t> </a:t>
            </a:r>
            <a:r>
              <a:rPr lang="en-US" b="0" dirty="0" err="1"/>
              <a:t>odpowiedzialności</a:t>
            </a:r>
            <a:r>
              <a:rPr lang="en-US" b="0" dirty="0"/>
              <a:t> to</a:t>
            </a:r>
            <a:r>
              <a:rPr lang="pl-PL" b="0" dirty="0"/>
              <a:t>:</a:t>
            </a:r>
          </a:p>
          <a:p>
            <a:r>
              <a:rPr lang="en-US" dirty="0"/>
              <a:t>- </a:t>
            </a:r>
            <a:r>
              <a:rPr lang="pl-PL" dirty="0"/>
              <a:t>brak przypisania </a:t>
            </a:r>
            <a:r>
              <a:rPr lang="en-US" dirty="0"/>
              <a:t>1 </a:t>
            </a:r>
            <a:r>
              <a:rPr lang="pl-PL" dirty="0"/>
              <a:t>odpowiedzialnej osoby </a:t>
            </a:r>
            <a:r>
              <a:rPr lang="en-US" dirty="0"/>
              <a:t>do zadania</a:t>
            </a:r>
            <a:endParaRPr lang="pl-PL" dirty="0"/>
          </a:p>
          <a:p>
            <a:r>
              <a:rPr lang="en-US" dirty="0"/>
              <a:t>- </a:t>
            </a:r>
            <a:r>
              <a:rPr lang="pl-PL" dirty="0"/>
              <a:t>zbyt wiele osób odpowiedzialnych </a:t>
            </a:r>
            <a:r>
              <a:rPr lang="en-US" dirty="0"/>
              <a:t>za 1 zadanie</a:t>
            </a:r>
            <a:endParaRPr lang="pl-PL" dirty="0"/>
          </a:p>
          <a:p>
            <a:r>
              <a:rPr lang="en-US" dirty="0"/>
              <a:t>- </a:t>
            </a:r>
            <a:r>
              <a:rPr lang="pl-PL" dirty="0"/>
              <a:t>niejasne granice odpowiedzialności </a:t>
            </a:r>
          </a:p>
          <a:p>
            <a:r>
              <a:rPr lang="en-US" dirty="0"/>
              <a:t>- </a:t>
            </a:r>
            <a:r>
              <a:rPr lang="pl-PL" dirty="0"/>
              <a:t>brak komunikacji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9759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0" dirty="0"/>
              <a:t>RACI = model odpowiedzialności</a:t>
            </a:r>
            <a:r>
              <a:rPr lang="en-US" b="0" dirty="0"/>
              <a:t>, R</a:t>
            </a:r>
            <a:r>
              <a:rPr lang="pl-PL" dirty="0"/>
              <a:t>ACI to proste </a:t>
            </a:r>
            <a:r>
              <a:rPr lang="en-US" dirty="0"/>
              <a:t>(</a:t>
            </a:r>
            <a:r>
              <a:rPr lang="pl-PL" dirty="0"/>
              <a:t>ale bardzo skuteczne narzędzia</a:t>
            </a:r>
            <a:r>
              <a:rPr lang="en-US" dirty="0"/>
              <a:t>)</a:t>
            </a:r>
            <a:r>
              <a:rPr lang="pl-PL" dirty="0"/>
              <a:t>, które pozwala uporządkować odpowiedzialności w projekcie</a:t>
            </a:r>
            <a:r>
              <a:rPr lang="en-US" dirty="0"/>
              <a:t>. </a:t>
            </a:r>
            <a:r>
              <a:rPr lang="en-US" dirty="0" err="1"/>
              <a:t>Skrót</a:t>
            </a:r>
            <a:r>
              <a:rPr lang="en-US" dirty="0"/>
              <a:t> </a:t>
            </a:r>
            <a:r>
              <a:rPr lang="en-US" dirty="0" err="1"/>
              <a:t>oznacza</a:t>
            </a:r>
            <a:r>
              <a:rPr lang="en-US" dirty="0"/>
              <a:t>:</a:t>
            </a:r>
            <a:endParaRPr lang="pl-PL" b="0" dirty="0"/>
          </a:p>
          <a:p>
            <a:r>
              <a:rPr lang="pl-PL" dirty="0"/>
              <a:t>R – </a:t>
            </a:r>
            <a:r>
              <a:rPr lang="pl-PL" dirty="0" err="1"/>
              <a:t>Responsible</a:t>
            </a:r>
            <a:r>
              <a:rPr lang="pl-PL" dirty="0"/>
              <a:t> (wykonuje zadanie) </a:t>
            </a:r>
          </a:p>
          <a:p>
            <a:r>
              <a:rPr lang="pl-PL" dirty="0"/>
              <a:t>A – </a:t>
            </a:r>
            <a:r>
              <a:rPr lang="pl-PL" dirty="0" err="1"/>
              <a:t>Accountable</a:t>
            </a:r>
            <a:r>
              <a:rPr lang="pl-PL" dirty="0"/>
              <a:t> (ponosi odpowiedzialność) </a:t>
            </a:r>
          </a:p>
          <a:p>
            <a:r>
              <a:rPr lang="pl-PL" dirty="0"/>
              <a:t>C – </a:t>
            </a:r>
            <a:r>
              <a:rPr lang="pl-PL" dirty="0" err="1"/>
              <a:t>Consulted</a:t>
            </a:r>
            <a:r>
              <a:rPr lang="pl-PL" dirty="0"/>
              <a:t> (doradza) </a:t>
            </a:r>
          </a:p>
          <a:p>
            <a:r>
              <a:rPr lang="pl-PL" dirty="0"/>
              <a:t>I – </a:t>
            </a:r>
            <a:r>
              <a:rPr lang="pl-PL" dirty="0" err="1"/>
              <a:t>Informed</a:t>
            </a:r>
            <a:r>
              <a:rPr lang="pl-PL" dirty="0"/>
              <a:t> (jest informowany)</a:t>
            </a:r>
          </a:p>
          <a:p>
            <a:endParaRPr lang="en-US" dirty="0"/>
          </a:p>
          <a:p>
            <a:endParaRPr lang="en-US" dirty="0"/>
          </a:p>
          <a:p>
            <a:r>
              <a:rPr lang="pl-PL" dirty="0"/>
              <a:t>https://flexi-project.com/pl/macierz-raci-w-projektach-jak-jasno-zdefiniowac-role-i-odpowiedzialnosc-by-zwiekszyc-skutecznosc-zespolu/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0563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Brak jasnej struktury to jeden z głównych powodów niepowodzeń projektów IT.</a:t>
            </a:r>
            <a:endParaRPr lang="en-US" dirty="0"/>
          </a:p>
          <a:p>
            <a:r>
              <a:rPr lang="en-US" dirty="0"/>
              <a:t>S</a:t>
            </a:r>
            <a:r>
              <a:rPr lang="pl-PL" dirty="0" err="1"/>
              <a:t>truktura</a:t>
            </a:r>
            <a:r>
              <a:rPr lang="pl-PL" dirty="0"/>
              <a:t> i odpowiedzialność to fundament, bez nich projekt bardzo łatwo wpada w chaos</a:t>
            </a:r>
            <a:r>
              <a:rPr lang="en-US" dirty="0"/>
              <a:t> (</a:t>
            </a:r>
            <a:r>
              <a:rPr lang="pl-PL" dirty="0"/>
              <a:t>nawet przy dobrym zespole</a:t>
            </a:r>
            <a:r>
              <a:rPr lang="en-US" dirty="0"/>
              <a:t>) </a:t>
            </a:r>
            <a:r>
              <a:rPr lang="en-US" dirty="0" err="1"/>
              <a:t>organizacyjny</a:t>
            </a:r>
            <a:r>
              <a:rPr lang="en-US" dirty="0"/>
              <a:t>.</a:t>
            </a:r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0371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Nie każdy projekt jest taki sam.</a:t>
            </a:r>
            <a:r>
              <a:rPr lang="en-US" dirty="0"/>
              <a:t> </a:t>
            </a:r>
            <a:r>
              <a:rPr lang="en-US" dirty="0" err="1"/>
              <a:t>Czynników</a:t>
            </a:r>
            <a:r>
              <a:rPr lang="en-US" dirty="0"/>
              <a:t> </a:t>
            </a:r>
            <a:r>
              <a:rPr lang="en-US" dirty="0" err="1"/>
              <a:t>wpływających</a:t>
            </a:r>
            <a:r>
              <a:rPr lang="en-US" dirty="0"/>
              <a:t> na </a:t>
            </a:r>
            <a:r>
              <a:rPr lang="en-US" dirty="0" err="1"/>
              <a:t>jego</a:t>
            </a:r>
            <a:r>
              <a:rPr lang="en-US" dirty="0"/>
              <a:t> </a:t>
            </a:r>
            <a:r>
              <a:rPr lang="en-US" dirty="0" err="1"/>
              <a:t>złożoność</a:t>
            </a:r>
            <a:r>
              <a:rPr lang="en-US" dirty="0"/>
              <a:t> jest </a:t>
            </a:r>
            <a:r>
              <a:rPr lang="en-US" dirty="0" err="1"/>
              <a:t>potężnie</a:t>
            </a:r>
            <a:r>
              <a:rPr lang="en-US" dirty="0"/>
              <a:t> dużo, </a:t>
            </a:r>
            <a:r>
              <a:rPr lang="en-US" dirty="0" err="1"/>
              <a:t>najważniejsze</a:t>
            </a:r>
            <a:r>
              <a:rPr lang="en-US" dirty="0"/>
              <a:t> </a:t>
            </a:r>
            <a:r>
              <a:rPr lang="en-US" dirty="0" err="1"/>
              <a:t>zaprezentowane</a:t>
            </a:r>
            <a:r>
              <a:rPr lang="en-US" dirty="0"/>
              <a:t> </a:t>
            </a:r>
            <a:r>
              <a:rPr lang="en-US" dirty="0" err="1"/>
              <a:t>są</a:t>
            </a:r>
            <a:r>
              <a:rPr lang="en-US" dirty="0"/>
              <a:t> na </a:t>
            </a:r>
            <a:r>
              <a:rPr lang="en-US" dirty="0" err="1"/>
              <a:t>slajdzie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https://home.agh.edu.pl/~rklimek/lib/exe/fetch.php?media=io:i22-szacowanie.pdf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96878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małym projekcie:</a:t>
            </a:r>
          </a:p>
          <a:p>
            <a:r>
              <a:rPr lang="en-US" dirty="0"/>
              <a:t>- </a:t>
            </a:r>
            <a:r>
              <a:rPr lang="pl-PL" dirty="0"/>
              <a:t>jedna osoba może pełnić kilka ról, </a:t>
            </a:r>
          </a:p>
          <a:p>
            <a:r>
              <a:rPr lang="en-US" dirty="0"/>
              <a:t>- </a:t>
            </a:r>
            <a:r>
              <a:rPr lang="pl-PL" dirty="0"/>
              <a:t>komunikacja jest prosta</a:t>
            </a:r>
            <a:r>
              <a:rPr lang="en-US" dirty="0"/>
              <a:t>, nie </a:t>
            </a:r>
            <a:r>
              <a:rPr lang="en-US" dirty="0" err="1"/>
              <a:t>są</a:t>
            </a:r>
            <a:r>
              <a:rPr lang="en-US" dirty="0"/>
              <a:t> </a:t>
            </a:r>
            <a:r>
              <a:rPr lang="en-US" dirty="0" err="1"/>
              <a:t>potrzebne</a:t>
            </a:r>
            <a:r>
              <a:rPr lang="en-US" dirty="0"/>
              <a:t> </a:t>
            </a:r>
            <a:r>
              <a:rPr lang="en-US" dirty="0" err="1"/>
              <a:t>wielkie</a:t>
            </a:r>
            <a:r>
              <a:rPr lang="en-US" dirty="0"/>
              <a:t> </a:t>
            </a:r>
            <a:r>
              <a:rPr lang="en-US" dirty="0" err="1"/>
              <a:t>struktury</a:t>
            </a:r>
            <a:r>
              <a:rPr lang="en-US" dirty="0"/>
              <a:t>.</a:t>
            </a:r>
            <a:endParaRPr lang="pl-PL" dirty="0"/>
          </a:p>
          <a:p>
            <a:r>
              <a:rPr lang="pl-PL" dirty="0"/>
              <a:t>W dużym:</a:t>
            </a:r>
          </a:p>
          <a:p>
            <a:r>
              <a:rPr lang="en-US" dirty="0"/>
              <a:t>- </a:t>
            </a:r>
            <a:r>
              <a:rPr lang="pl-PL" dirty="0"/>
              <a:t>potrzebna jest </a:t>
            </a:r>
            <a:r>
              <a:rPr lang="en-US" dirty="0"/>
              <a:t>zaawansowana </a:t>
            </a:r>
            <a:r>
              <a:rPr lang="pl-PL" dirty="0"/>
              <a:t>struktura</a:t>
            </a:r>
            <a:r>
              <a:rPr lang="en-US" dirty="0"/>
              <a:t> </a:t>
            </a:r>
            <a:r>
              <a:rPr lang="en-US" dirty="0" err="1"/>
              <a:t>organizacyjna</a:t>
            </a:r>
            <a:r>
              <a:rPr lang="en-US" dirty="0"/>
              <a:t>,</a:t>
            </a:r>
            <a:endParaRPr lang="pl-PL" dirty="0"/>
          </a:p>
          <a:p>
            <a:pPr marL="171450" indent="-171450">
              <a:buFontTx/>
              <a:buChar char="-"/>
            </a:pPr>
            <a:r>
              <a:rPr lang="pl-PL" dirty="0"/>
              <a:t>konieczna jest koordynacja</a:t>
            </a:r>
            <a:r>
              <a:rPr lang="en-US" dirty="0"/>
              <a:t> między </a:t>
            </a:r>
            <a:r>
              <a:rPr lang="en-US" dirty="0" err="1"/>
              <a:t>zespołami</a:t>
            </a:r>
            <a:r>
              <a:rPr lang="en-US" dirty="0"/>
              <a:t>, </a:t>
            </a:r>
            <a:r>
              <a:rPr lang="en-US" dirty="0" err="1"/>
              <a:t>osobami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pl-PL" dirty="0"/>
              <a:t>Struktura zespołu powinna rosnąć razem ze złożonością projektu</a:t>
            </a:r>
            <a:r>
              <a:rPr lang="en-US" dirty="0"/>
              <a:t>. Z</a:t>
            </a:r>
            <a:r>
              <a:rPr lang="pl-PL" dirty="0"/>
              <a:t>byt prosta struktura w dużym projekcie </a:t>
            </a:r>
            <a:r>
              <a:rPr lang="en-US" dirty="0"/>
              <a:t>to </a:t>
            </a:r>
            <a:r>
              <a:rPr lang="en-US" dirty="0" err="1"/>
              <a:t>nic</a:t>
            </a:r>
            <a:r>
              <a:rPr lang="en-US" dirty="0"/>
              <a:t> </a:t>
            </a:r>
            <a:r>
              <a:rPr lang="en-US" dirty="0" err="1"/>
              <a:t>innego</a:t>
            </a:r>
            <a:r>
              <a:rPr lang="en-US" dirty="0"/>
              <a:t> jak </a:t>
            </a:r>
            <a:r>
              <a:rPr lang="en-US" dirty="0" err="1"/>
              <a:t>organizacyjny</a:t>
            </a:r>
            <a:r>
              <a:rPr lang="pl-PL" dirty="0"/>
              <a:t> chaos, zbyt rozbudowana </a:t>
            </a:r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pl-PL" dirty="0"/>
              <a:t>w małym </a:t>
            </a:r>
            <a:r>
              <a:rPr lang="en-US" dirty="0"/>
              <a:t>to </a:t>
            </a:r>
            <a:r>
              <a:rPr lang="en-US" dirty="0" err="1"/>
              <a:t>niepotrzebne</a:t>
            </a:r>
            <a:r>
              <a:rPr lang="pl-PL" dirty="0"/>
              <a:t> spowolnienie</a:t>
            </a:r>
            <a:r>
              <a:rPr lang="en-US" dirty="0"/>
              <a:t>.</a:t>
            </a:r>
          </a:p>
          <a:p>
            <a:r>
              <a:rPr lang="pl-PL" dirty="0"/>
              <a:t>Kluczem jest balans</a:t>
            </a:r>
          </a:p>
          <a:p>
            <a:pPr marL="0" indent="0">
              <a:buFontTx/>
              <a:buNone/>
            </a:pPr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21725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JEST TO MIT!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4821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9063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Ilość</a:t>
            </a:r>
            <a:r>
              <a:rPr lang="en-US" dirty="0"/>
              <a:t> </a:t>
            </a:r>
            <a:r>
              <a:rPr lang="en-US" dirty="0" err="1"/>
              <a:t>relacji</a:t>
            </a:r>
            <a:r>
              <a:rPr lang="en-US" dirty="0"/>
              <a:t> w </a:t>
            </a:r>
            <a:r>
              <a:rPr lang="en-US" dirty="0" err="1"/>
              <a:t>stosunku</a:t>
            </a:r>
            <a:r>
              <a:rPr lang="en-US" dirty="0"/>
              <a:t> do </a:t>
            </a:r>
            <a:r>
              <a:rPr lang="en-US" dirty="0" err="1"/>
              <a:t>ilości</a:t>
            </a:r>
            <a:r>
              <a:rPr lang="en-US" dirty="0"/>
              <a:t> </a:t>
            </a:r>
            <a:r>
              <a:rPr lang="en-US" dirty="0" err="1"/>
              <a:t>osób</a:t>
            </a:r>
            <a:r>
              <a:rPr lang="en-US" dirty="0"/>
              <a:t> w </a:t>
            </a:r>
            <a:r>
              <a:rPr lang="en-US" dirty="0" err="1"/>
              <a:t>zespole</a:t>
            </a:r>
            <a:r>
              <a:rPr lang="en-US" dirty="0"/>
              <a:t> </a:t>
            </a:r>
            <a:r>
              <a:rPr lang="en-US" dirty="0" err="1"/>
              <a:t>rośnie</a:t>
            </a:r>
            <a:r>
              <a:rPr lang="en-US" dirty="0"/>
              <a:t> </a:t>
            </a:r>
            <a:r>
              <a:rPr lang="en-US" dirty="0" err="1"/>
              <a:t>wykładniczo</a:t>
            </a:r>
            <a:endParaRPr lang="en-US" dirty="0"/>
          </a:p>
          <a:p>
            <a:r>
              <a:rPr lang="en-US" dirty="0"/>
              <a:t>i</a:t>
            </a:r>
            <a:r>
              <a:rPr lang="pl-PL" dirty="0"/>
              <a:t>m większy zespół, tym więcej relacji między ludźmi.</a:t>
            </a:r>
            <a:r>
              <a:rPr lang="en-US" dirty="0"/>
              <a:t> </a:t>
            </a:r>
            <a:r>
              <a:rPr lang="pl-PL" dirty="0"/>
              <a:t>To powoduje</a:t>
            </a:r>
            <a:r>
              <a:rPr lang="en-US" dirty="0"/>
              <a:t> </a:t>
            </a:r>
            <a:r>
              <a:rPr lang="en-US" dirty="0" err="1"/>
              <a:t>chociażby</a:t>
            </a:r>
            <a:r>
              <a:rPr lang="en-US" dirty="0"/>
              <a:t> </a:t>
            </a:r>
            <a:r>
              <a:rPr lang="pl-PL" dirty="0"/>
              <a:t>trudności komunikacyjne</a:t>
            </a:r>
            <a:r>
              <a:rPr lang="en-US" dirty="0"/>
              <a:t> </a:t>
            </a:r>
            <a:r>
              <a:rPr lang="en-US" dirty="0" err="1"/>
              <a:t>czy</a:t>
            </a:r>
            <a:r>
              <a:rPr lang="en-US" dirty="0"/>
              <a:t> </a:t>
            </a:r>
            <a:r>
              <a:rPr lang="pl-PL" dirty="0"/>
              <a:t>spowolnienie </a:t>
            </a:r>
            <a:r>
              <a:rPr lang="en-US" dirty="0"/>
              <a:t>podejmowanie </a:t>
            </a:r>
            <a:r>
              <a:rPr lang="pl-PL" dirty="0"/>
              <a:t>decyzji.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7965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Konflikty w projektach rzadko wynikają z ludzi</a:t>
            </a:r>
            <a:r>
              <a:rPr lang="en-US" dirty="0"/>
              <a:t>, n</a:t>
            </a:r>
            <a:r>
              <a:rPr lang="pl-PL" dirty="0" err="1"/>
              <a:t>ajczęściej</a:t>
            </a:r>
            <a:r>
              <a:rPr lang="pl-PL" dirty="0"/>
              <a:t> wynikają ze złej struktury</a:t>
            </a:r>
            <a:endParaRPr lang="en-US" dirty="0"/>
          </a:p>
          <a:p>
            <a:endParaRPr lang="en-US" dirty="0"/>
          </a:p>
          <a:p>
            <a:r>
              <a:rPr lang="pl-PL" b="0" dirty="0"/>
              <a:t>Typowe sytuacje:</a:t>
            </a:r>
          </a:p>
          <a:p>
            <a:r>
              <a:rPr lang="pl-PL" dirty="0"/>
              <a:t>PM vs PO (kto decyduje?) </a:t>
            </a:r>
          </a:p>
          <a:p>
            <a:r>
              <a:rPr lang="pl-PL" dirty="0" err="1"/>
              <a:t>Dev</a:t>
            </a:r>
            <a:r>
              <a:rPr lang="pl-PL" dirty="0"/>
              <a:t> vs QA (czy coś jest gotowe?) </a:t>
            </a:r>
          </a:p>
          <a:p>
            <a:r>
              <a:rPr lang="pl-PL" dirty="0" err="1"/>
              <a:t>Dev</a:t>
            </a:r>
            <a:r>
              <a:rPr lang="pl-PL" dirty="0"/>
              <a:t> vs </a:t>
            </a:r>
            <a:r>
              <a:rPr lang="pl-PL" dirty="0" err="1"/>
              <a:t>DevOps</a:t>
            </a:r>
            <a:r>
              <a:rPr lang="pl-PL" dirty="0"/>
              <a:t> (czy to działa?)</a:t>
            </a:r>
          </a:p>
          <a:p>
            <a:endParaRPr lang="en-US" dirty="0"/>
          </a:p>
          <a:p>
            <a:r>
              <a:rPr lang="pl-PL" dirty="0"/>
              <a:t>https://finture.com/o-rolach-i-odpowiedzialnosciach-w-projektach-it/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95369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Istotne</a:t>
            </a:r>
            <a:r>
              <a:rPr lang="en-US" dirty="0"/>
              <a:t> jest, aby </a:t>
            </a:r>
            <a:r>
              <a:rPr lang="en-US" dirty="0" err="1"/>
              <a:t>budować</a:t>
            </a:r>
            <a:r>
              <a:rPr lang="en-US" dirty="0"/>
              <a:t> </a:t>
            </a:r>
            <a:r>
              <a:rPr lang="en-US" dirty="0" err="1"/>
              <a:t>równowagę</a:t>
            </a:r>
            <a:r>
              <a:rPr lang="en-US" dirty="0"/>
              <a:t> między </a:t>
            </a:r>
            <a:r>
              <a:rPr lang="en-US" dirty="0" err="1"/>
              <a:t>odpowiedzialnością</a:t>
            </a:r>
            <a:r>
              <a:rPr lang="en-US" dirty="0"/>
              <a:t> </a:t>
            </a:r>
            <a:r>
              <a:rPr lang="en-US" dirty="0" err="1"/>
              <a:t>indywidualną</a:t>
            </a:r>
            <a:r>
              <a:rPr lang="en-US" dirty="0"/>
              <a:t>, a </a:t>
            </a:r>
            <a:r>
              <a:rPr lang="en-US" dirty="0" err="1"/>
              <a:t>zbiorową</a:t>
            </a:r>
            <a:r>
              <a:rPr lang="en-US" dirty="0"/>
              <a:t>. </a:t>
            </a:r>
          </a:p>
          <a:p>
            <a:r>
              <a:rPr lang="en-US" dirty="0"/>
              <a:t>Dla </a:t>
            </a:r>
            <a:r>
              <a:rPr lang="en-US" dirty="0" err="1"/>
              <a:t>przykładu</a:t>
            </a:r>
            <a:r>
              <a:rPr lang="en-US" dirty="0"/>
              <a:t>: </a:t>
            </a:r>
            <a:r>
              <a:rPr lang="pl-PL" dirty="0" err="1"/>
              <a:t>Dev</a:t>
            </a:r>
            <a:r>
              <a:rPr lang="pl-PL" dirty="0"/>
              <a:t> </a:t>
            </a:r>
            <a:r>
              <a:rPr lang="en-US" dirty="0" err="1"/>
              <a:t>tworzy</a:t>
            </a:r>
            <a:r>
              <a:rPr lang="pl-PL" dirty="0"/>
              <a:t> kod</a:t>
            </a:r>
            <a:r>
              <a:rPr lang="en-US" dirty="0"/>
              <a:t>, </a:t>
            </a:r>
            <a:r>
              <a:rPr lang="pl-PL" dirty="0"/>
              <a:t>QA test</a:t>
            </a:r>
            <a:r>
              <a:rPr lang="en-US" dirty="0" err="1"/>
              <a:t>uje</a:t>
            </a:r>
            <a:r>
              <a:rPr lang="en-US" dirty="0"/>
              <a:t>, </a:t>
            </a:r>
            <a:r>
              <a:rPr lang="pl-PL" dirty="0"/>
              <a:t>PO</a:t>
            </a:r>
            <a:r>
              <a:rPr lang="en-US" dirty="0"/>
              <a:t> </a:t>
            </a:r>
            <a:r>
              <a:rPr lang="en-US" dirty="0" err="1"/>
              <a:t>stawia</a:t>
            </a:r>
            <a:r>
              <a:rPr lang="pl-PL" dirty="0"/>
              <a:t> wymagania</a:t>
            </a:r>
            <a:r>
              <a:rPr lang="en-US" dirty="0"/>
              <a:t>, W</a:t>
            </a:r>
            <a:r>
              <a:rPr lang="pl-PL" dirty="0" err="1"/>
              <a:t>szyscy</a:t>
            </a:r>
            <a:r>
              <a:rPr lang="pl-PL" dirty="0"/>
              <a:t> odpowiadają za efekt końcowy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98055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https://ardura.pl/blog/skalowanie-zespolow-deweloperskich/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9789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Największe zagrożenie</a:t>
            </a:r>
            <a:r>
              <a:rPr lang="en-US" dirty="0"/>
              <a:t> </a:t>
            </a:r>
            <a:r>
              <a:rPr lang="en-US" dirty="0" err="1"/>
              <a:t>pojawia</a:t>
            </a:r>
            <a:r>
              <a:rPr lang="en-US" dirty="0"/>
              <a:t> się, </a:t>
            </a:r>
            <a:r>
              <a:rPr lang="en-US" dirty="0" err="1"/>
              <a:t>gdy</a:t>
            </a:r>
            <a:r>
              <a:rPr lang="en-US" dirty="0"/>
              <a:t> </a:t>
            </a:r>
            <a:r>
              <a:rPr lang="pl-PL" dirty="0"/>
              <a:t>zespoły przestają współpracować.</a:t>
            </a:r>
          </a:p>
          <a:p>
            <a:r>
              <a:rPr lang="en-US" dirty="0" err="1"/>
              <a:t>Innymi</a:t>
            </a:r>
            <a:r>
              <a:rPr lang="en-US" dirty="0"/>
              <a:t> </a:t>
            </a:r>
            <a:r>
              <a:rPr lang="en-US" dirty="0" err="1"/>
              <a:t>słowy</a:t>
            </a:r>
            <a:r>
              <a:rPr lang="en-US" dirty="0"/>
              <a:t>: k</a:t>
            </a:r>
            <a:r>
              <a:rPr lang="pl-PL" dirty="0" err="1"/>
              <a:t>ażdy</a:t>
            </a:r>
            <a:r>
              <a:rPr lang="pl-PL" dirty="0"/>
              <a:t> robi </a:t>
            </a:r>
            <a:r>
              <a:rPr lang="pl-PL" dirty="0" err="1"/>
              <a:t>swoj</a:t>
            </a:r>
            <a:r>
              <a:rPr lang="en-US" dirty="0"/>
              <a:t>e,</a:t>
            </a:r>
            <a:r>
              <a:rPr lang="pl-PL" dirty="0"/>
              <a:t> ale projekt jako całość przestaje działać.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https://ardura.pl/blog/skalowanie-zespolow-deweloperskich/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9873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Model T-</a:t>
            </a:r>
            <a:r>
              <a:rPr lang="pl-PL" dirty="0" err="1"/>
              <a:t>shaped</a:t>
            </a:r>
            <a:r>
              <a:rPr lang="pl-PL" dirty="0"/>
              <a:t> oznacza, że specjalista nie ogranicza się tylko do jednej dziedziny. Ma głęboką wiedzę w swoim obszarze, ale jednocześnie rozumie inne role i potrafi z nimi współpracować.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https://pl.wikipedia.org/wiki/T-shaped_manager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614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Brak kompetencji T-</a:t>
            </a:r>
            <a:r>
              <a:rPr lang="pl-PL" dirty="0" err="1"/>
              <a:t>shaped</a:t>
            </a:r>
            <a:r>
              <a:rPr lang="pl-PL" dirty="0"/>
              <a:t> prowadzi do:</a:t>
            </a:r>
          </a:p>
          <a:p>
            <a:r>
              <a:rPr lang="en-US" dirty="0"/>
              <a:t>- </a:t>
            </a:r>
            <a:r>
              <a:rPr lang="pl-PL" dirty="0"/>
              <a:t>silosów kompetencyjnych </a:t>
            </a:r>
          </a:p>
          <a:p>
            <a:r>
              <a:rPr lang="en-US" dirty="0"/>
              <a:t>- </a:t>
            </a:r>
            <a:r>
              <a:rPr lang="pl-PL" dirty="0"/>
              <a:t>braku współpracy </a:t>
            </a:r>
          </a:p>
          <a:p>
            <a:r>
              <a:rPr lang="en-US" dirty="0"/>
              <a:t>- </a:t>
            </a:r>
            <a:r>
              <a:rPr lang="pl-PL" dirty="0"/>
              <a:t>trudności w komunikacji </a:t>
            </a:r>
          </a:p>
          <a:p>
            <a:r>
              <a:rPr lang="en-US" dirty="0"/>
              <a:t>- </a:t>
            </a:r>
            <a:r>
              <a:rPr lang="pl-PL" dirty="0"/>
              <a:t>uzależnienia od pojedynczych osób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2979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wygenerowana</a:t>
            </a:r>
            <a:r>
              <a:rPr lang="en-US" dirty="0"/>
              <a:t> </a:t>
            </a:r>
            <a:r>
              <a:rPr lang="en-US" dirty="0" err="1"/>
              <a:t>przy</a:t>
            </a:r>
            <a:r>
              <a:rPr lang="en-US" dirty="0"/>
              <a:t> pomocy z Gemini – </a:t>
            </a:r>
            <a:r>
              <a:rPr lang="en-US" dirty="0" err="1"/>
              <a:t>miałem</a:t>
            </a:r>
            <a:r>
              <a:rPr lang="en-US" dirty="0"/>
              <a:t> problem ze </a:t>
            </a:r>
            <a:r>
              <a:rPr lang="en-US" dirty="0" err="1"/>
              <a:t>znalezieniem</a:t>
            </a:r>
            <a:r>
              <a:rPr lang="en-US" dirty="0"/>
              <a:t> informacji </a:t>
            </a:r>
            <a:r>
              <a:rPr lang="en-US" dirty="0" err="1"/>
              <a:t>odnośnie</a:t>
            </a:r>
            <a:r>
              <a:rPr lang="en-US" dirty="0"/>
              <a:t> </a:t>
            </a:r>
            <a:r>
              <a:rPr lang="en-US" dirty="0" err="1"/>
              <a:t>przywództwa</a:t>
            </a:r>
            <a:r>
              <a:rPr lang="en-US" dirty="0"/>
              <a:t> </a:t>
            </a:r>
            <a:r>
              <a:rPr lang="en-US" dirty="0" err="1"/>
              <a:t>scentralizowanego</a:t>
            </a:r>
            <a:r>
              <a:rPr lang="en-US" dirty="0"/>
              <a:t>.</a:t>
            </a:r>
          </a:p>
          <a:p>
            <a:r>
              <a:rPr lang="en-US" dirty="0" err="1"/>
              <a:t>Zakładam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może</a:t>
            </a:r>
            <a:r>
              <a:rPr lang="en-US" dirty="0"/>
              <a:t> być to </a:t>
            </a:r>
            <a:r>
              <a:rPr lang="en-US" dirty="0" err="1"/>
              <a:t>synonim</a:t>
            </a:r>
            <a:r>
              <a:rPr lang="en-US" dirty="0"/>
              <a:t> </a:t>
            </a:r>
            <a:r>
              <a:rPr lang="en-US" dirty="0" err="1"/>
              <a:t>przywództwa</a:t>
            </a:r>
            <a:r>
              <a:rPr lang="en-US" dirty="0"/>
              <a:t> </a:t>
            </a:r>
            <a:r>
              <a:rPr lang="en-US" dirty="0" err="1"/>
              <a:t>hierarchicznego</a:t>
            </a:r>
            <a:r>
              <a:rPr lang="en-US" dirty="0"/>
              <a:t>, o </a:t>
            </a:r>
            <a:r>
              <a:rPr lang="en-US" dirty="0" err="1"/>
              <a:t>którym</a:t>
            </a:r>
            <a:r>
              <a:rPr lang="en-US" dirty="0"/>
              <a:t> </a:t>
            </a:r>
            <a:r>
              <a:rPr lang="en-US" dirty="0" err="1"/>
              <a:t>znalazłem</a:t>
            </a:r>
            <a:r>
              <a:rPr lang="en-US" dirty="0"/>
              <a:t> troche informacji w </a:t>
            </a:r>
            <a:r>
              <a:rPr lang="en-US" dirty="0" err="1"/>
              <a:t>tym</a:t>
            </a:r>
            <a:r>
              <a:rPr lang="en-US" dirty="0"/>
              <a:t> </a:t>
            </a:r>
            <a:r>
              <a:rPr lang="en-US" dirty="0" err="1"/>
              <a:t>artykule</a:t>
            </a:r>
            <a:r>
              <a:rPr lang="en-US" dirty="0"/>
              <a:t> (na </a:t>
            </a:r>
            <a:r>
              <a:rPr lang="en-US" dirty="0" err="1"/>
              <a:t>jego</a:t>
            </a:r>
            <a:r>
              <a:rPr lang="en-US" dirty="0"/>
              <a:t> </a:t>
            </a:r>
            <a:r>
              <a:rPr lang="en-US" dirty="0" err="1"/>
              <a:t>podstawie</a:t>
            </a:r>
            <a:r>
              <a:rPr lang="en-US" dirty="0"/>
              <a:t> </a:t>
            </a:r>
            <a:r>
              <a:rPr lang="en-US" dirty="0" err="1"/>
              <a:t>poprosiłem</a:t>
            </a:r>
            <a:r>
              <a:rPr lang="en-US" dirty="0"/>
              <a:t> Gemini o </a:t>
            </a:r>
            <a:r>
              <a:rPr lang="en-US" dirty="0" err="1"/>
              <a:t>stworzenie</a:t>
            </a:r>
            <a:r>
              <a:rPr lang="en-US" dirty="0"/>
              <a:t> </a:t>
            </a:r>
            <a:r>
              <a:rPr lang="en-US" dirty="0" err="1"/>
              <a:t>tabelki</a:t>
            </a:r>
            <a:r>
              <a:rPr lang="en-US" dirty="0"/>
              <a:t>):</a:t>
            </a:r>
          </a:p>
          <a:p>
            <a:r>
              <a:rPr lang="en-US" dirty="0"/>
              <a:t>https://pronost.pl/przywodztwo-hierarchiczne-czy-rozproszone/#:~:text=Wraz%20ze%20wzrostem%20wymaga%C5%84%20klient%C3%B3w%20wobec%20swoich,lecz%20oczekuj%C4%85%20stawiania%20przed%20nimi%20nowych%20wyzwa%C5%84%2C</a:t>
            </a:r>
          </a:p>
          <a:p>
            <a:r>
              <a:rPr lang="en-US" dirty="0" err="1"/>
              <a:t>Podsumowując</a:t>
            </a:r>
            <a:endParaRPr lang="en-US" dirty="0"/>
          </a:p>
          <a:p>
            <a:r>
              <a:rPr lang="pl-PL" dirty="0"/>
              <a:t>Model scentralizowany</a:t>
            </a:r>
            <a:r>
              <a:rPr lang="en-US" dirty="0"/>
              <a:t> to </a:t>
            </a:r>
            <a:r>
              <a:rPr lang="pl-PL" dirty="0"/>
              <a:t>szybkie decyzje</a:t>
            </a:r>
            <a:r>
              <a:rPr lang="en-US" dirty="0"/>
              <a:t>, </a:t>
            </a:r>
            <a:r>
              <a:rPr lang="pl-PL" dirty="0"/>
              <a:t>jasna hierarchia</a:t>
            </a:r>
            <a:r>
              <a:rPr lang="en-US" dirty="0"/>
              <a:t>, </a:t>
            </a:r>
            <a:r>
              <a:rPr lang="pl-PL" dirty="0"/>
              <a:t>mniejsza autonomia zespołu </a:t>
            </a:r>
          </a:p>
          <a:p>
            <a:r>
              <a:rPr lang="pl-PL" dirty="0"/>
              <a:t>Model rozproszony</a:t>
            </a:r>
            <a:r>
              <a:rPr lang="en-US" dirty="0"/>
              <a:t> to </a:t>
            </a:r>
            <a:r>
              <a:rPr lang="pl-PL" dirty="0"/>
              <a:t>większa odpowiedzialność zespołu</a:t>
            </a:r>
            <a:r>
              <a:rPr lang="en-US" dirty="0"/>
              <a:t>, </a:t>
            </a:r>
            <a:r>
              <a:rPr lang="pl-PL" dirty="0"/>
              <a:t>większa elastyczność</a:t>
            </a:r>
            <a:r>
              <a:rPr lang="en-US" dirty="0"/>
              <a:t>, </a:t>
            </a:r>
            <a:r>
              <a:rPr lang="pl-PL" dirty="0"/>
              <a:t>lepsze wykorzystanie kompetencji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Generalnie</a:t>
            </a:r>
            <a:r>
              <a:rPr lang="en-US" dirty="0"/>
              <a:t> k</a:t>
            </a:r>
            <a:r>
              <a:rPr lang="pl-PL" dirty="0" err="1"/>
              <a:t>ażdy</a:t>
            </a:r>
            <a:r>
              <a:rPr lang="pl-PL" dirty="0"/>
              <a:t> model</a:t>
            </a:r>
            <a:r>
              <a:rPr lang="en-US" dirty="0"/>
              <a:t> </a:t>
            </a:r>
            <a:r>
              <a:rPr lang="en-US" dirty="0" err="1"/>
              <a:t>przywództwa</a:t>
            </a:r>
            <a:r>
              <a:rPr lang="pl-PL" dirty="0"/>
              <a:t> ma swoje </a:t>
            </a:r>
            <a:r>
              <a:rPr lang="en-US" dirty="0"/>
              <a:t>z</a:t>
            </a:r>
            <a:r>
              <a:rPr lang="pl-PL" dirty="0" err="1"/>
              <a:t>alety</a:t>
            </a:r>
            <a:r>
              <a:rPr lang="en-US" dirty="0"/>
              <a:t>, j</a:t>
            </a:r>
            <a:r>
              <a:rPr lang="pl-PL" dirty="0" err="1"/>
              <a:t>ednak</a:t>
            </a:r>
            <a:r>
              <a:rPr lang="pl-PL" dirty="0"/>
              <a:t> w projektach IT coraz częściej stosuje się przywództwo rozproszone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0650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TSP to bardziej formalne podejście do pracy zespołu. Zakłada dużą dyscyplinę, mierzenie wyników i jasno określone role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l-PL" dirty="0"/>
              <a:t>https://eduindex.org/2021/07/16/team-software-process-tsp-in-short/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12669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odróżnieniu od wielu podejść zwinnych, TSP bardzo precyzyjnie definiuje role i ich odpowiedzialności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https://eduindex.org/2021/07/16/team-software-process-tsp-in-short/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96455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pl-PL" dirty="0" err="1"/>
              <a:t>prawdza</a:t>
            </a:r>
            <a:r>
              <a:rPr lang="pl-PL" dirty="0"/>
              <a:t> się szczególnie w projektach wymagających wysokiej jakości i </a:t>
            </a:r>
            <a:r>
              <a:rPr lang="pl-PL" dirty="0" err="1"/>
              <a:t>przewidywalnośc</a:t>
            </a:r>
            <a:r>
              <a:rPr lang="en-US" dirty="0"/>
              <a:t>i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https://eduindex.org/2021/07/16/team-software-process-tsp-in-short/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50719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Agile</a:t>
            </a:r>
            <a:r>
              <a:rPr lang="en-US" dirty="0"/>
              <a:t> </a:t>
            </a:r>
            <a:r>
              <a:rPr lang="pl-PL" dirty="0"/>
              <a:t>zespół sam decyduje, jak pracować, </a:t>
            </a:r>
            <a:r>
              <a:rPr lang="pl-PL" dirty="0" err="1"/>
              <a:t>Scrum</a:t>
            </a:r>
            <a:r>
              <a:rPr lang="pl-PL" dirty="0"/>
              <a:t> </a:t>
            </a:r>
            <a:r>
              <a:rPr lang="en-US" dirty="0"/>
              <a:t>m</a:t>
            </a:r>
            <a:r>
              <a:rPr lang="pl-PL" dirty="0"/>
              <a:t>aster wspiera, ale nie zarządza, </a:t>
            </a:r>
            <a:r>
              <a:rPr lang="en-US" dirty="0"/>
              <a:t>To </a:t>
            </a:r>
            <a:r>
              <a:rPr lang="pl-PL" dirty="0"/>
              <a:t>Product </a:t>
            </a:r>
            <a:r>
              <a:rPr lang="pl-PL" dirty="0" err="1"/>
              <a:t>Owner</a:t>
            </a:r>
            <a:r>
              <a:rPr lang="pl-PL" dirty="0"/>
              <a:t> decyduje o kierunku produktu</a:t>
            </a:r>
            <a:r>
              <a:rPr lang="en-US" dirty="0"/>
              <a:t>/</a:t>
            </a:r>
            <a:r>
              <a:rPr lang="en-US" dirty="0" err="1"/>
              <a:t>projektu</a:t>
            </a:r>
            <a:endParaRPr lang="pl-PL" dirty="0"/>
          </a:p>
          <a:p>
            <a:endParaRPr lang="en-US" dirty="0"/>
          </a:p>
          <a:p>
            <a:r>
              <a:rPr lang="pl-PL" dirty="0"/>
              <a:t>https://rebelsi.pl/agile-project-management-co-to/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1783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https://rebelsi.pl/agile-project-management-co-to/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24747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Product </a:t>
            </a:r>
            <a:r>
              <a:rPr lang="pl-PL" dirty="0" err="1"/>
              <a:t>Owner</a:t>
            </a:r>
            <a:r>
              <a:rPr lang="pl-PL" dirty="0"/>
              <a:t> decyduje</a:t>
            </a:r>
            <a:r>
              <a:rPr lang="en-US" dirty="0"/>
              <a:t> </a:t>
            </a:r>
            <a:r>
              <a:rPr lang="pl-PL" dirty="0"/>
              <a:t>co robimy najpierw, a co później.</a:t>
            </a:r>
            <a:r>
              <a:rPr lang="en-US" dirty="0"/>
              <a:t> To</a:t>
            </a:r>
            <a:r>
              <a:rPr lang="pl-PL" dirty="0"/>
              <a:t> on maksymalizuje wartość biznesową</a:t>
            </a:r>
            <a:r>
              <a:rPr lang="en-US" dirty="0"/>
              <a:t>. </a:t>
            </a:r>
          </a:p>
          <a:p>
            <a:r>
              <a:rPr lang="pl-PL" dirty="0"/>
              <a:t>Brak jasnego Product </a:t>
            </a:r>
            <a:r>
              <a:rPr lang="pl-PL" dirty="0" err="1"/>
              <a:t>Ownera</a:t>
            </a:r>
            <a:r>
              <a:rPr lang="pl-PL" dirty="0"/>
              <a:t> prowadzi do:</a:t>
            </a:r>
            <a:r>
              <a:rPr lang="en-US" dirty="0"/>
              <a:t> </a:t>
            </a:r>
            <a:r>
              <a:rPr lang="pl-PL" dirty="0"/>
              <a:t>chaosu w priorytetach</a:t>
            </a:r>
            <a:r>
              <a:rPr lang="en-US" dirty="0"/>
              <a:t>, </a:t>
            </a:r>
            <a:r>
              <a:rPr lang="pl-PL" dirty="0"/>
              <a:t>konfliktów biznesowych</a:t>
            </a:r>
            <a:r>
              <a:rPr lang="en-US" dirty="0"/>
              <a:t>, </a:t>
            </a:r>
            <a:r>
              <a:rPr lang="pl-PL" dirty="0"/>
              <a:t>spadku wartości produktu</a:t>
            </a:r>
            <a:r>
              <a:rPr lang="en-US" dirty="0"/>
              <a:t>, </a:t>
            </a:r>
            <a:r>
              <a:rPr lang="pl-PL" dirty="0"/>
              <a:t>opóźnień</a:t>
            </a:r>
            <a:r>
              <a:rPr lang="en-US" dirty="0"/>
              <a:t>…</a:t>
            </a:r>
            <a:endParaRPr lang="pl-PL" dirty="0"/>
          </a:p>
          <a:p>
            <a:endParaRPr lang="en-US" dirty="0"/>
          </a:p>
          <a:p>
            <a:r>
              <a:rPr lang="pl-PL" dirty="0"/>
              <a:t>https://www.romanpichler.com/blog/one-page-product-owner/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35080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Data </a:t>
            </a:r>
            <a:r>
              <a:rPr lang="pl-PL" dirty="0" err="1"/>
              <a:t>scientist</a:t>
            </a:r>
            <a:r>
              <a:rPr lang="pl-PL" dirty="0"/>
              <a:t> pracuje eksperymentalny</a:t>
            </a:r>
            <a:r>
              <a:rPr lang="en-US" dirty="0"/>
              <a:t>:</a:t>
            </a:r>
            <a:r>
              <a:rPr lang="pl-PL" dirty="0"/>
              <a:t> testuje modele, analizuje dane, iteruje.</a:t>
            </a:r>
            <a:br>
              <a:rPr lang="pl-PL" dirty="0"/>
            </a:br>
            <a:r>
              <a:rPr lang="pl-PL" dirty="0"/>
              <a:t>Software engineer pracuje systemowo</a:t>
            </a:r>
            <a:r>
              <a:rPr lang="en-US" dirty="0"/>
              <a:t>:</a:t>
            </a:r>
            <a:r>
              <a:rPr lang="pl-PL" dirty="0"/>
              <a:t> buduje rozwiązania, które muszą działać stabilnie i przewidywalnie</a:t>
            </a:r>
            <a:endParaRPr lang="en-US" dirty="0"/>
          </a:p>
          <a:p>
            <a:endParaRPr lang="en-US" dirty="0"/>
          </a:p>
          <a:p>
            <a:r>
              <a:rPr lang="pl-PL" dirty="0"/>
              <a:t>Podział </a:t>
            </a:r>
            <a:r>
              <a:rPr lang="en-US" dirty="0" err="1"/>
              <a:t>tych</a:t>
            </a:r>
            <a:r>
              <a:rPr lang="en-US" dirty="0"/>
              <a:t> </a:t>
            </a:r>
            <a:r>
              <a:rPr lang="pl-PL" dirty="0"/>
              <a:t>ról prowadzi do wyzwań takich jak:</a:t>
            </a:r>
          </a:p>
          <a:p>
            <a:r>
              <a:rPr lang="en-US" dirty="0"/>
              <a:t>- </a:t>
            </a:r>
            <a:r>
              <a:rPr lang="pl-PL" dirty="0"/>
              <a:t>różne podejście do pracy i jakości </a:t>
            </a:r>
          </a:p>
          <a:p>
            <a:r>
              <a:rPr lang="en-US" dirty="0"/>
              <a:t>- </a:t>
            </a:r>
            <a:r>
              <a:rPr lang="pl-PL" dirty="0"/>
              <a:t>trudności w integracji modeli z systemem </a:t>
            </a:r>
          </a:p>
          <a:p>
            <a:r>
              <a:rPr lang="en-US" dirty="0"/>
              <a:t>- </a:t>
            </a:r>
            <a:r>
              <a:rPr lang="pl-PL" dirty="0"/>
              <a:t>brak wspólnego języka </a:t>
            </a:r>
            <a:r>
              <a:rPr lang="en-US" dirty="0" err="1"/>
              <a:t>programowania</a:t>
            </a:r>
            <a:endParaRPr lang="pl-PL" dirty="0"/>
          </a:p>
          <a:p>
            <a:pPr marL="171450" indent="-171450">
              <a:buFontTx/>
              <a:buChar char="-"/>
            </a:pPr>
            <a:r>
              <a:rPr lang="pl-PL" dirty="0"/>
              <a:t>konflikty priorytetów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Jak </a:t>
            </a:r>
            <a:r>
              <a:rPr lang="en-US" dirty="0" err="1"/>
              <a:t>temu</a:t>
            </a:r>
            <a:r>
              <a:rPr lang="en-US" dirty="0"/>
              <a:t> </a:t>
            </a:r>
            <a:r>
              <a:rPr lang="en-US" dirty="0" err="1"/>
              <a:t>zapobiegać</a:t>
            </a:r>
            <a:r>
              <a:rPr lang="en-US" dirty="0"/>
              <a:t>?: </a:t>
            </a:r>
            <a:r>
              <a:rPr lang="pl-PL" dirty="0"/>
              <a:t>wspólne zrozumienia celu</a:t>
            </a:r>
            <a:r>
              <a:rPr lang="en-US" dirty="0"/>
              <a:t>, </a:t>
            </a:r>
            <a:r>
              <a:rPr lang="pl-PL" dirty="0"/>
              <a:t>integracji</a:t>
            </a:r>
            <a:r>
              <a:rPr lang="en-US" dirty="0"/>
              <a:t>a</a:t>
            </a:r>
            <a:r>
              <a:rPr lang="pl-PL" dirty="0"/>
              <a:t> zespołów</a:t>
            </a:r>
            <a:r>
              <a:rPr lang="en-US" dirty="0"/>
              <a:t>, </a:t>
            </a:r>
            <a:r>
              <a:rPr lang="pl-PL" dirty="0"/>
              <a:t>rozwijani</a:t>
            </a:r>
            <a:r>
              <a:rPr lang="en-US" dirty="0"/>
              <a:t>e</a:t>
            </a:r>
            <a:r>
              <a:rPr lang="pl-PL" dirty="0"/>
              <a:t> kompetencji T-</a:t>
            </a:r>
            <a:r>
              <a:rPr lang="pl-PL" dirty="0" err="1"/>
              <a:t>shaped</a:t>
            </a:r>
            <a:r>
              <a:rPr lang="en-US" dirty="0"/>
              <a:t>, </a:t>
            </a:r>
            <a:r>
              <a:rPr lang="pl-PL" dirty="0" err="1"/>
              <a:t>dobr</a:t>
            </a:r>
            <a:r>
              <a:rPr lang="en-US" dirty="0"/>
              <a:t>a</a:t>
            </a:r>
            <a:r>
              <a:rPr lang="pl-PL" dirty="0"/>
              <a:t> </a:t>
            </a:r>
            <a:r>
              <a:rPr lang="pl-PL" dirty="0" err="1"/>
              <a:t>komunikacj</a:t>
            </a:r>
            <a:r>
              <a:rPr lang="en-US" dirty="0"/>
              <a:t>a</a:t>
            </a:r>
            <a:endParaRPr lang="pl-PL" dirty="0"/>
          </a:p>
          <a:p>
            <a:pPr marL="0" indent="0">
              <a:buFontTx/>
              <a:buNone/>
            </a:pPr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77198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https://www.qagile.pl/scrum/samozarzadzajacy-zespol-scrum/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21401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https://www.qagile.pl/scrum/samozarzadzajacy-zespol-scrum/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8416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ww.</a:t>
            </a:r>
            <a:r>
              <a:rPr lang="pl-PL" dirty="0"/>
              <a:t> kompetencje pozwalają:</a:t>
            </a:r>
            <a:r>
              <a:rPr lang="en-US" dirty="0"/>
              <a:t> </a:t>
            </a:r>
            <a:r>
              <a:rPr lang="pl-PL" dirty="0"/>
              <a:t>lepiej zarządzać konfliktami</a:t>
            </a:r>
            <a:r>
              <a:rPr lang="en-US" dirty="0"/>
              <a:t>, </a:t>
            </a:r>
            <a:r>
              <a:rPr lang="pl-PL" dirty="0"/>
              <a:t>budować zaufanie</a:t>
            </a:r>
            <a:r>
              <a:rPr lang="en-US" dirty="0"/>
              <a:t>, </a:t>
            </a:r>
            <a:r>
              <a:rPr lang="en-US" dirty="0" err="1"/>
              <a:t>lepiej</a:t>
            </a:r>
            <a:r>
              <a:rPr lang="en-US" dirty="0"/>
              <a:t> </a:t>
            </a:r>
            <a:r>
              <a:rPr lang="pl-PL" dirty="0"/>
              <a:t>motywować zespół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pl-PL" dirty="0"/>
              <a:t>tworzyć dobrą atmosferę pracy</a:t>
            </a:r>
          </a:p>
          <a:p>
            <a:endParaRPr lang="en-US" dirty="0"/>
          </a:p>
          <a:p>
            <a:endParaRPr lang="en-US" dirty="0"/>
          </a:p>
          <a:p>
            <a:r>
              <a:rPr lang="pl-PL" dirty="0"/>
              <a:t>https://www.facebook.com/SyndromDDA/posts/inteligencja-emocjonalna-termin-daniela-golemana-wp%C5%82ywa-na-to-jak-radzimy-sobie-/2499644786811253/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42682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sytuacja, w której np. data </a:t>
            </a:r>
            <a:r>
              <a:rPr lang="pl-PL" dirty="0" err="1"/>
              <a:t>scientists</a:t>
            </a:r>
            <a:r>
              <a:rPr lang="pl-PL" dirty="0"/>
              <a:t> pracują osobno, developerzy osobno, a QA osobno </a:t>
            </a:r>
            <a:r>
              <a:rPr lang="en-US" dirty="0"/>
              <a:t>(</a:t>
            </a:r>
            <a:r>
              <a:rPr lang="pl-PL" dirty="0"/>
              <a:t>bez realnej współpracy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pl-PL" dirty="0"/>
              <a:t>Dlaczego to jest problem?</a:t>
            </a:r>
            <a:r>
              <a:rPr lang="en-US" dirty="0"/>
              <a:t> </a:t>
            </a:r>
            <a:r>
              <a:rPr lang="pl-PL" dirty="0"/>
              <a:t>Silosowanie prowadzi do</a:t>
            </a:r>
            <a:r>
              <a:rPr lang="en-US" dirty="0"/>
              <a:t> </a:t>
            </a:r>
            <a:r>
              <a:rPr lang="pl-PL" dirty="0"/>
              <a:t>braku przepływu wiedzy</a:t>
            </a:r>
            <a:r>
              <a:rPr lang="en-US" dirty="0"/>
              <a:t>, </a:t>
            </a:r>
            <a:r>
              <a:rPr lang="pl-PL" dirty="0"/>
              <a:t>problemów komunikacyjnych</a:t>
            </a:r>
            <a:r>
              <a:rPr lang="en-US" dirty="0"/>
              <a:t>, </a:t>
            </a:r>
            <a:r>
              <a:rPr lang="pl-PL" dirty="0"/>
              <a:t>opóźnień</a:t>
            </a:r>
            <a:r>
              <a:rPr lang="en-US" dirty="0"/>
              <a:t>, a </a:t>
            </a:r>
            <a:r>
              <a:rPr lang="en-US" dirty="0" err="1"/>
              <a:t>nawet</a:t>
            </a:r>
            <a:r>
              <a:rPr lang="en-US" dirty="0"/>
              <a:t> </a:t>
            </a:r>
            <a:r>
              <a:rPr lang="en-US" dirty="0" err="1"/>
              <a:t>dlugofalowo</a:t>
            </a:r>
            <a:r>
              <a:rPr lang="en-US" dirty="0"/>
              <a:t> do </a:t>
            </a:r>
            <a:r>
              <a:rPr lang="pl-PL" dirty="0"/>
              <a:t>spadku wartości produktu </a:t>
            </a:r>
          </a:p>
          <a:p>
            <a:endParaRPr lang="en-US" dirty="0"/>
          </a:p>
          <a:p>
            <a:endParaRPr lang="en-US" dirty="0"/>
          </a:p>
          <a:p>
            <a:r>
              <a:rPr lang="pl-PL" dirty="0"/>
              <a:t>https://entra-group.eu/definicja/silosowosci-w-organizacji/</a:t>
            </a:r>
            <a:endParaRPr lang="en-US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64424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https://entra-group.eu/definicja/silosowosci-w-organizacji/</a:t>
            </a:r>
            <a:endParaRPr lang="en-US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15568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https://www.impactinternational.com/pl/blog/jak-tworzyc-tzw-high-performing-teams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77624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Cechy zespołów wysokowydajnych:</a:t>
            </a:r>
          </a:p>
          <a:p>
            <a:r>
              <a:rPr lang="en-US" dirty="0"/>
              <a:t>- </a:t>
            </a:r>
            <a:r>
              <a:rPr lang="pl-PL" dirty="0"/>
              <a:t>zaufanie </a:t>
            </a:r>
          </a:p>
          <a:p>
            <a:r>
              <a:rPr lang="en-US" dirty="0"/>
              <a:t>- </a:t>
            </a:r>
            <a:r>
              <a:rPr lang="pl-PL" dirty="0"/>
              <a:t>otwarta komunikacja </a:t>
            </a:r>
          </a:p>
          <a:p>
            <a:r>
              <a:rPr lang="en-US" dirty="0"/>
              <a:t>- </a:t>
            </a:r>
            <a:r>
              <a:rPr lang="pl-PL" dirty="0"/>
              <a:t>jasno określone cele </a:t>
            </a:r>
          </a:p>
          <a:p>
            <a:r>
              <a:rPr lang="en-US" dirty="0"/>
              <a:t>- </a:t>
            </a:r>
            <a:r>
              <a:rPr lang="pl-PL" dirty="0"/>
              <a:t>autonomia </a:t>
            </a:r>
          </a:p>
          <a:p>
            <a:r>
              <a:rPr lang="en-US" dirty="0"/>
              <a:t>- </a:t>
            </a:r>
            <a:r>
              <a:rPr lang="pl-PL" dirty="0"/>
              <a:t>odpowiedzialność </a:t>
            </a:r>
          </a:p>
          <a:p>
            <a:r>
              <a:rPr lang="en-US" dirty="0"/>
              <a:t>- </a:t>
            </a:r>
            <a:r>
              <a:rPr lang="pl-PL" dirty="0"/>
              <a:t>ciągłe doskonalenie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i </a:t>
            </a:r>
            <a:r>
              <a:rPr lang="en-US" dirty="0" err="1"/>
              <a:t>inne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https://www.impactinternational.com/pl/blog/jak-tworzyc-tzw-high-performing-teams</a:t>
            </a:r>
          </a:p>
          <a:p>
            <a:r>
              <a:rPr lang="pl-PL" dirty="0"/>
              <a:t>https://pl.dreamstime.com/zespo%C5%82y-o-wysokiej-wydajno%C5%9Bci-charakterystyka-zespo%C5%82%C3%B3w-wysokich-wynikach-image181052560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29232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https://www.impactinternational.com/pl/blog/jak-tworzyc-tzw-high-performing-teams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F59C5-CF50-4600-B7A2-91333F8D7805}" type="slidenum">
              <a:rPr lang="pl-PL" smtClean="0"/>
              <a:t>36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0468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59227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2940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9191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757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07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69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8660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l-P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575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l-P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323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726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014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58C2BBD-0D27-4F23-B9BD-0C9002FCCF59}" type="datetimeFigureOut">
              <a:rPr lang="pl-PL" smtClean="0"/>
              <a:t>24.03.2026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30CA409-DF09-43AC-A45B-C61EA0EDC7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41315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E842E9-E49D-A5D3-880D-8BC593315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STRUKTURA ZESPOŁU PROJEKTOWEGO </a:t>
            </a:r>
            <a:br>
              <a:rPr lang="en-US" dirty="0"/>
            </a:br>
            <a:r>
              <a:rPr lang="pl-PL" dirty="0"/>
              <a:t>I ODPOWIEDZIALNOŚĆ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BFFE3B7-5578-4B91-A883-25F23D9203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Filip Hałys</a:t>
            </a:r>
          </a:p>
          <a:p>
            <a:r>
              <a:rPr lang="en-US" dirty="0" err="1"/>
              <a:t>Geoinformatyka</a:t>
            </a:r>
            <a:endParaRPr lang="en-US" dirty="0"/>
          </a:p>
          <a:p>
            <a:r>
              <a:rPr lang="en-US" dirty="0"/>
              <a:t>V </a:t>
            </a:r>
            <a:r>
              <a:rPr lang="en-US" dirty="0" err="1"/>
              <a:t>rok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05680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01C5327-9220-CE61-FFD3-7FC7C8AAE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pl-PL">
                <a:solidFill>
                  <a:schemeClr val="bg1"/>
                </a:solidFill>
              </a:rPr>
              <a:t>ROLE W PROJEKCIE IT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A489207-15B4-48E9-034B-6788A58A1C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387601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0346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F4680D4-DEE2-49EE-AF90-EFEAF50AE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10B7691-984F-505F-076B-954405ED1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1290025"/>
            <a:ext cx="529132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pl-PL" sz="2200" b="1"/>
              <a:t>Niejasne role = problemy</a:t>
            </a:r>
            <a:br>
              <a:rPr lang="pl-PL" sz="2200"/>
            </a:br>
            <a:endParaRPr lang="pl-PL" sz="22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EE4010-F7D7-3378-44D8-C16DA01B02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4671" y="2858703"/>
            <a:ext cx="5285791" cy="30425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Duplikacja pracy </a:t>
            </a:r>
          </a:p>
          <a:p>
            <a:r>
              <a:rPr lang="pl-PL">
                <a:solidFill>
                  <a:srgbClr val="FFFFFF"/>
                </a:solidFill>
              </a:rPr>
              <a:t>Brak odpowiedzialności </a:t>
            </a:r>
          </a:p>
          <a:p>
            <a:r>
              <a:rPr lang="pl-PL">
                <a:solidFill>
                  <a:srgbClr val="FFFFFF"/>
                </a:solidFill>
              </a:rPr>
              <a:t>Konflikty kompetencyjne </a:t>
            </a:r>
          </a:p>
          <a:p>
            <a:r>
              <a:rPr lang="pl-PL">
                <a:solidFill>
                  <a:srgbClr val="FFFFFF"/>
                </a:solidFill>
              </a:rPr>
              <a:t>Spowolnienie projektu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C52EE1-5085-4960-AD29-A926E62E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640080"/>
            <a:ext cx="4017264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15AA94-C237-4412-B37B-EB317D2B0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0772" y="806357"/>
            <a:ext cx="3685032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Sad Face with No Fill">
            <a:extLst>
              <a:ext uri="{FF2B5EF4-FFF2-40B4-BE49-F238E27FC236}">
                <a16:creationId xmlns:a16="http://schemas.microsoft.com/office/drawing/2014/main" id="{105566C5-8156-4429-E96A-3CEF4D4C2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5364" y="1592741"/>
            <a:ext cx="3355848" cy="33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86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D2ED89-5AE9-4E9E-B74C-07803A86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9948" y="0"/>
            <a:ext cx="673210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6B11859-D764-EC82-1AED-5A89B8C15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066" y="964692"/>
            <a:ext cx="8669868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pl-PL">
                <a:solidFill>
                  <a:srgbClr val="404040"/>
                </a:solidFill>
              </a:rPr>
              <a:t>ROLA vs STANOWISKO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521D542-2BD2-3546-564A-A270CC2AE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831" y="2638044"/>
            <a:ext cx="5714338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Rola </a:t>
            </a:r>
            <a:r>
              <a:rPr lang="en-US" dirty="0"/>
              <a:t>-&gt;</a:t>
            </a:r>
            <a:r>
              <a:rPr lang="pl-PL" dirty="0"/>
              <a:t> funkcja w </a:t>
            </a:r>
            <a:r>
              <a:rPr lang="en-US" dirty="0" err="1"/>
              <a:t>pojedynczym</a:t>
            </a:r>
            <a:r>
              <a:rPr lang="en-US" dirty="0"/>
              <a:t> </a:t>
            </a:r>
            <a:r>
              <a:rPr lang="pl-PL" dirty="0"/>
              <a:t>projekcie </a:t>
            </a:r>
          </a:p>
          <a:p>
            <a:pPr marL="0" indent="0">
              <a:buNone/>
            </a:pPr>
            <a:r>
              <a:rPr lang="pl-PL" dirty="0"/>
              <a:t>Stanowisko </a:t>
            </a:r>
            <a:r>
              <a:rPr lang="en-US" dirty="0"/>
              <a:t>-&gt;</a:t>
            </a:r>
            <a:r>
              <a:rPr lang="pl-PL" dirty="0"/>
              <a:t> miejsce w organizacji </a:t>
            </a:r>
          </a:p>
          <a:p>
            <a:pPr marL="0" indent="0">
              <a:buNone/>
            </a:pPr>
            <a:r>
              <a:rPr lang="pl-PL" b="1" dirty="0"/>
              <a:t>Przykład:</a:t>
            </a:r>
            <a:endParaRPr lang="pl-PL" dirty="0"/>
          </a:p>
          <a:p>
            <a:r>
              <a:rPr lang="pl-PL" dirty="0"/>
              <a:t>Stanowisko: Senior Developer</a:t>
            </a:r>
          </a:p>
          <a:p>
            <a:r>
              <a:rPr lang="pl-PL" dirty="0"/>
              <a:t>Rola: Tech </a:t>
            </a:r>
            <a:r>
              <a:rPr lang="pl-PL" dirty="0" err="1"/>
              <a:t>Lead</a:t>
            </a:r>
            <a:r>
              <a:rPr lang="en-US" dirty="0"/>
              <a:t> w </a:t>
            </a:r>
            <a:r>
              <a:rPr lang="en-US" dirty="0" err="1"/>
              <a:t>projekcie</a:t>
            </a:r>
            <a:r>
              <a:rPr lang="en-US" dirty="0"/>
              <a:t> tworzenia aplikacja </a:t>
            </a:r>
            <a:r>
              <a:rPr lang="en-US" dirty="0" err="1"/>
              <a:t>webowej</a:t>
            </a:r>
            <a:r>
              <a:rPr lang="en-US" dirty="0"/>
              <a:t> dla </a:t>
            </a:r>
            <a:r>
              <a:rPr lang="en-US" dirty="0" err="1"/>
              <a:t>dużego</a:t>
            </a:r>
            <a:r>
              <a:rPr lang="en-US" dirty="0"/>
              <a:t> </a:t>
            </a:r>
            <a:r>
              <a:rPr lang="en-US" dirty="0" err="1"/>
              <a:t>klienta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7961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EAF531-39AA-74B4-B14A-96B7F92DE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Elastyczność ról</a:t>
            </a:r>
            <a:endParaRPr lang="pl-PL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A439D58-F697-B4A3-C61D-10BED3DE11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281880"/>
              </p:ext>
            </p:extLst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26193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olorowe carvede dane na temat ludzi">
            <a:extLst>
              <a:ext uri="{FF2B5EF4-FFF2-40B4-BE49-F238E27FC236}">
                <a16:creationId xmlns:a16="http://schemas.microsoft.com/office/drawing/2014/main" id="{E6B40DA1-10C5-AD99-8263-5BF115E1F5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60" r="10728" b="-1"/>
          <a:stretch>
            <a:fillRect/>
          </a:stretch>
        </p:blipFill>
        <p:spPr>
          <a:xfrm>
            <a:off x="20" y="10"/>
            <a:ext cx="7537684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6098157C-7C99-5BDF-CCA6-CA456D88F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4368"/>
            <a:ext cx="5928360" cy="1188720"/>
          </a:xfrm>
          <a:solidFill>
            <a:schemeClr val="bg1"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pl-PL">
                <a:solidFill>
                  <a:schemeClr val="tx1">
                    <a:lumMod val="85000"/>
                    <a:lumOff val="15000"/>
                  </a:schemeClr>
                </a:solidFill>
              </a:rPr>
              <a:t>DEFINIOWANIE ODPOWIEDZIALNOŚCI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D8C857-9447-4941-8520-9A44A926F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674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BDF42DB-3EAB-51FB-B809-6F78285E4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2273" y="973600"/>
            <a:ext cx="3374136" cy="492428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b="1" dirty="0">
                <a:solidFill>
                  <a:srgbClr val="FFFFFF"/>
                </a:solidFill>
              </a:rPr>
              <a:t>Dobra odpowiedzialność powinna być:</a:t>
            </a:r>
            <a:endParaRPr lang="pl-PL" dirty="0">
              <a:solidFill>
                <a:srgbClr val="FFFFFF"/>
              </a:solidFill>
            </a:endParaRPr>
          </a:p>
          <a:p>
            <a:r>
              <a:rPr lang="pl-PL" dirty="0">
                <a:solidFill>
                  <a:srgbClr val="FFFFFF"/>
                </a:solidFill>
              </a:rPr>
              <a:t>jednoznaczna </a:t>
            </a:r>
          </a:p>
          <a:p>
            <a:r>
              <a:rPr lang="pl-PL" dirty="0">
                <a:solidFill>
                  <a:srgbClr val="FFFFFF"/>
                </a:solidFill>
              </a:rPr>
              <a:t>przypisana do konkretnej osoby </a:t>
            </a:r>
          </a:p>
          <a:p>
            <a:r>
              <a:rPr lang="pl-PL" dirty="0">
                <a:solidFill>
                  <a:srgbClr val="FFFFFF"/>
                </a:solidFill>
              </a:rPr>
              <a:t>mierzalna </a:t>
            </a:r>
          </a:p>
          <a:p>
            <a:r>
              <a:rPr lang="pl-PL" dirty="0">
                <a:solidFill>
                  <a:srgbClr val="FFFFFF"/>
                </a:solidFill>
              </a:rPr>
              <a:t>zrozumiała dla wszystkich</a:t>
            </a:r>
          </a:p>
          <a:p>
            <a:pPr marL="0" indent="0">
              <a:buNone/>
            </a:pPr>
            <a:r>
              <a:rPr lang="pl-PL" b="1" dirty="0">
                <a:solidFill>
                  <a:srgbClr val="FFFFFF"/>
                </a:solidFill>
              </a:rPr>
              <a:t>Zasady:</a:t>
            </a:r>
            <a:endParaRPr lang="pl-PL" dirty="0">
              <a:solidFill>
                <a:srgbClr val="FFFFFF"/>
              </a:solidFill>
            </a:endParaRPr>
          </a:p>
          <a:p>
            <a:r>
              <a:rPr lang="pl-PL" dirty="0">
                <a:solidFill>
                  <a:srgbClr val="FFFFFF"/>
                </a:solidFill>
              </a:rPr>
              <a:t>Jedna osoba = jedna odpowiedzialność końcowa </a:t>
            </a:r>
          </a:p>
          <a:p>
            <a:r>
              <a:rPr lang="pl-PL" dirty="0">
                <a:solidFill>
                  <a:srgbClr val="FFFFFF"/>
                </a:solidFill>
              </a:rPr>
              <a:t>Brak odpowiedzialności zbiorowej </a:t>
            </a:r>
          </a:p>
          <a:p>
            <a:r>
              <a:rPr lang="pl-PL" dirty="0">
                <a:solidFill>
                  <a:srgbClr val="FFFFFF"/>
                </a:solidFill>
              </a:rPr>
              <a:t>Jasny właściciel decyzji </a:t>
            </a:r>
          </a:p>
          <a:p>
            <a:r>
              <a:rPr lang="pl-PL" dirty="0">
                <a:solidFill>
                  <a:srgbClr val="FFFFFF"/>
                </a:solidFill>
              </a:rPr>
              <a:t>Transparentność</a:t>
            </a:r>
          </a:p>
          <a:p>
            <a:pPr marL="0" indent="0">
              <a:buNone/>
            </a:pPr>
            <a:endParaRPr lang="pl-P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980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0D5A0E-A930-5CF5-78B7-CD9F1228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MACIERZ RACI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3FA4D1F-A8D0-85AF-077E-B86F51004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6616" y="2416003"/>
            <a:ext cx="7218767" cy="400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08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73B2E3-8473-8C1E-A932-BDB788A9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9787" y="964692"/>
            <a:ext cx="4476806" cy="1188720"/>
          </a:xfrm>
        </p:spPr>
        <p:txBody>
          <a:bodyPr>
            <a:normAutofit/>
          </a:bodyPr>
          <a:lstStyle/>
          <a:p>
            <a:r>
              <a:rPr lang="en-US" dirty="0" err="1"/>
              <a:t>Zagrożenia</a:t>
            </a:r>
            <a:endParaRPr lang="pl-P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6656AB-B8B3-4895-AD32-B928A43C4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760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BDAE2-5EE0-4B2F-9C9B-7E86A0B4C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1853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Bezpieczeństwo laptopa">
            <a:extLst>
              <a:ext uri="{FF2B5EF4-FFF2-40B4-BE49-F238E27FC236}">
                <a16:creationId xmlns:a16="http://schemas.microsoft.com/office/drawing/2014/main" id="{9E7A55BC-0D96-A9AE-8CA7-ABD9EB73C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5404" y="1293275"/>
            <a:ext cx="4279392" cy="4279392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68FC9E2-984F-4A01-FE42-C41AF7861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359" y="2638044"/>
            <a:ext cx="4492932" cy="326320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sz="1500" b="1" dirty="0"/>
              <a:t>Efekty niejasnej odpowiedzialności:</a:t>
            </a:r>
            <a:endParaRPr lang="pl-PL" sz="1500" dirty="0"/>
          </a:p>
          <a:p>
            <a:pPr>
              <a:lnSpc>
                <a:spcPct val="90000"/>
              </a:lnSpc>
            </a:pPr>
            <a:r>
              <a:rPr lang="pl-PL" sz="1500" dirty="0"/>
              <a:t>opóźnienia </a:t>
            </a:r>
            <a:r>
              <a:rPr lang="en-US" sz="1500" dirty="0"/>
              <a:t>w </a:t>
            </a:r>
            <a:r>
              <a:rPr lang="en-US" sz="1500" dirty="0" err="1"/>
              <a:t>projekcie</a:t>
            </a:r>
            <a:endParaRPr lang="pl-PL" sz="1500" dirty="0"/>
          </a:p>
          <a:p>
            <a:pPr>
              <a:lnSpc>
                <a:spcPct val="90000"/>
              </a:lnSpc>
            </a:pPr>
            <a:r>
              <a:rPr lang="pl-PL" sz="1500" dirty="0"/>
              <a:t>chaos organizacyjny </a:t>
            </a:r>
          </a:p>
          <a:p>
            <a:pPr>
              <a:lnSpc>
                <a:spcPct val="90000"/>
              </a:lnSpc>
            </a:pPr>
            <a:r>
              <a:rPr lang="pl-PL" sz="1500" dirty="0"/>
              <a:t>konflikty w zespole </a:t>
            </a:r>
          </a:p>
          <a:p>
            <a:pPr>
              <a:lnSpc>
                <a:spcPct val="90000"/>
              </a:lnSpc>
            </a:pPr>
            <a:r>
              <a:rPr lang="pl-PL" sz="1500" dirty="0"/>
              <a:t>spadek jakości produktu</a:t>
            </a: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pl-PL" sz="1500" b="1" dirty="0"/>
              <a:t>Typowe sytuacje:</a:t>
            </a:r>
            <a:endParaRPr lang="pl-PL" sz="1500" dirty="0"/>
          </a:p>
          <a:p>
            <a:pPr>
              <a:lnSpc>
                <a:spcPct val="90000"/>
              </a:lnSpc>
            </a:pPr>
            <a:r>
              <a:rPr lang="en-US" sz="1500" dirty="0"/>
              <a:t>“</a:t>
            </a:r>
            <a:r>
              <a:rPr lang="pl-PL" sz="1500" dirty="0"/>
              <a:t>To nie moje zadanie</a:t>
            </a:r>
            <a:r>
              <a:rPr lang="en-US" sz="1500" dirty="0"/>
              <a:t>”</a:t>
            </a:r>
            <a:endParaRPr lang="pl-PL" sz="1500" dirty="0"/>
          </a:p>
          <a:p>
            <a:pPr>
              <a:lnSpc>
                <a:spcPct val="90000"/>
              </a:lnSpc>
            </a:pPr>
            <a:r>
              <a:rPr lang="en-US" sz="1500" dirty="0"/>
              <a:t>“</a:t>
            </a:r>
            <a:r>
              <a:rPr lang="pl-PL" sz="1500" dirty="0"/>
              <a:t>Myślałem, że ktoś inny to zrobi</a:t>
            </a:r>
            <a:r>
              <a:rPr lang="en-US" sz="1500" dirty="0"/>
              <a:t>”</a:t>
            </a:r>
            <a:endParaRPr lang="pl-PL" sz="1500" dirty="0"/>
          </a:p>
          <a:p>
            <a:pPr>
              <a:lnSpc>
                <a:spcPct val="90000"/>
              </a:lnSpc>
            </a:pPr>
            <a:r>
              <a:rPr lang="en-US" sz="1500" dirty="0"/>
              <a:t>“</a:t>
            </a:r>
            <a:r>
              <a:rPr lang="pl-PL" sz="1500" dirty="0"/>
              <a:t>Nie wiedziałem, że to moja odpowiedzialność</a:t>
            </a:r>
            <a:r>
              <a:rPr lang="en-US" sz="1500" dirty="0"/>
              <a:t>”</a:t>
            </a:r>
            <a:endParaRPr lang="pl-PL" sz="1500" dirty="0"/>
          </a:p>
          <a:p>
            <a:pPr marL="0" indent="0">
              <a:lnSpc>
                <a:spcPct val="90000"/>
              </a:lnSpc>
              <a:buNone/>
            </a:pPr>
            <a:endParaRPr lang="pl-PL" sz="1500" dirty="0"/>
          </a:p>
          <a:p>
            <a:pPr>
              <a:lnSpc>
                <a:spcPct val="90000"/>
              </a:lnSpc>
            </a:pPr>
            <a:endParaRPr lang="pl-PL" sz="1500" dirty="0"/>
          </a:p>
        </p:txBody>
      </p:sp>
    </p:spTree>
    <p:extLst>
      <p:ext uri="{BB962C8B-B14F-4D97-AF65-F5344CB8AC3E}">
        <p14:creationId xmlns:p14="http://schemas.microsoft.com/office/powerpoint/2010/main" val="1510053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D2ED89-5AE9-4E9E-B74C-07803A86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9948" y="0"/>
            <a:ext cx="673210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F36B8AE-64E6-67E8-D63D-1EB214AE9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066" y="964692"/>
            <a:ext cx="8669868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pl-PL">
                <a:solidFill>
                  <a:srgbClr val="404040"/>
                </a:solidFill>
              </a:rPr>
              <a:t>DOPASOWANIE STRUKTURY DO ZŁOŻONOŚCI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FDC068-037A-C310-290D-7B837710D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831" y="2638044"/>
            <a:ext cx="5714338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/>
              <a:t>Złożoność projektu </a:t>
            </a:r>
            <a:r>
              <a:rPr lang="en-US" b="1" dirty="0"/>
              <a:t>to:</a:t>
            </a:r>
            <a:endParaRPr lang="pl-PL" dirty="0"/>
          </a:p>
          <a:p>
            <a:r>
              <a:rPr lang="pl-PL" dirty="0"/>
              <a:t>liczba funkcjonalności </a:t>
            </a:r>
          </a:p>
          <a:p>
            <a:r>
              <a:rPr lang="pl-PL" dirty="0"/>
              <a:t>liczba integracji </a:t>
            </a:r>
          </a:p>
          <a:p>
            <a:r>
              <a:rPr lang="pl-PL" dirty="0"/>
              <a:t>liczba zespołów </a:t>
            </a:r>
          </a:p>
          <a:p>
            <a:r>
              <a:rPr lang="pl-PL" dirty="0"/>
              <a:t>poziom niepewności </a:t>
            </a:r>
          </a:p>
          <a:p>
            <a:r>
              <a:rPr lang="pl-PL" dirty="0"/>
              <a:t>wymagania biznesowe</a:t>
            </a:r>
            <a:endParaRPr lang="en-US" dirty="0"/>
          </a:p>
          <a:p>
            <a:r>
              <a:rPr lang="en-US" dirty="0"/>
              <a:t>Wiele </a:t>
            </a:r>
            <a:r>
              <a:rPr lang="en-US" dirty="0" err="1"/>
              <a:t>innych</a:t>
            </a:r>
            <a:r>
              <a:rPr lang="en-US" dirty="0"/>
              <a:t> </a:t>
            </a:r>
            <a:r>
              <a:rPr lang="en-US" dirty="0" err="1"/>
              <a:t>czynników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1552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4C7427-2753-0FC6-E9BC-0B261F73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</a:t>
            </a:r>
            <a:r>
              <a:rPr lang="en-US" dirty="0" err="1"/>
              <a:t>mały</a:t>
            </a:r>
            <a:r>
              <a:rPr lang="en-US" dirty="0"/>
              <a:t> vs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duży</a:t>
            </a:r>
            <a:endParaRPr lang="pl-PL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8DAA398-ADA0-758E-486C-F80B45AFDE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7815012"/>
              </p:ext>
            </p:extLst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01229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353B35-87F4-710E-3E95-40BC4EC2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pl-PL" dirty="0"/>
              <a:t>Błędy w dopasowaniu</a:t>
            </a:r>
            <a:r>
              <a:rPr lang="en-US" dirty="0"/>
              <a:t> </a:t>
            </a:r>
            <a:r>
              <a:rPr lang="en-US" dirty="0" err="1"/>
              <a:t>struktury</a:t>
            </a:r>
            <a:r>
              <a:rPr lang="en-US" dirty="0"/>
              <a:t> do </a:t>
            </a:r>
            <a:r>
              <a:rPr lang="en-US" dirty="0" err="1"/>
              <a:t>złożoności</a:t>
            </a:r>
            <a:endParaRPr lang="pl-PL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EA42246-92AE-E835-A3A3-5AB1704425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986633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4866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3EE66E9-90FF-9114-EA4F-81F98533E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Czy większy zespół = szybszy projekt?</a:t>
            </a:r>
          </a:p>
        </p:txBody>
      </p:sp>
      <p:pic>
        <p:nvPicPr>
          <p:cNvPr id="7" name="Graphic 6" descr="Atom">
            <a:extLst>
              <a:ext uri="{FF2B5EF4-FFF2-40B4-BE49-F238E27FC236}">
                <a16:creationId xmlns:a16="http://schemas.microsoft.com/office/drawing/2014/main" id="{DA9530FB-56E6-8BD2-7D21-2F7734AF4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346" y="640078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26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shade val="100000"/>
                <a:satMod val="185000"/>
                <a:lumMod val="120000"/>
              </a:schemeClr>
            </a:gs>
            <a:gs pos="100000">
              <a:schemeClr val="bg1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olorowe carvede dane na temat ludzi">
            <a:extLst>
              <a:ext uri="{FF2B5EF4-FFF2-40B4-BE49-F238E27FC236}">
                <a16:creationId xmlns:a16="http://schemas.microsoft.com/office/drawing/2014/main" id="{8582C4EF-3929-6152-348D-C74FA1C15B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 t="2105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6ED2761D-F1A0-D391-6AE5-EA08364E1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pl-PL" dirty="0">
                <a:solidFill>
                  <a:schemeClr val="tx1"/>
                </a:solidFill>
              </a:rPr>
              <a:t>Problem komunikacji</a:t>
            </a:r>
            <a:r>
              <a:rPr lang="en-US" dirty="0">
                <a:solidFill>
                  <a:schemeClr val="tx1"/>
                </a:solidFill>
              </a:rPr>
              <a:t> W DUŻYCH ZESPOŁACH PROJEKTOWYCH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10C7333-022C-6589-F6CF-DF306E35D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10198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b="1" dirty="0"/>
              <a:t>Im większy zespół, tym:</a:t>
            </a:r>
            <a:endParaRPr lang="pl-PL" dirty="0"/>
          </a:p>
          <a:p>
            <a:pPr>
              <a:lnSpc>
                <a:spcPct val="90000"/>
              </a:lnSpc>
            </a:pPr>
            <a:r>
              <a:rPr lang="pl-PL" dirty="0"/>
              <a:t>więcej komunikacji </a:t>
            </a:r>
          </a:p>
          <a:p>
            <a:pPr>
              <a:lnSpc>
                <a:spcPct val="90000"/>
              </a:lnSpc>
            </a:pPr>
            <a:r>
              <a:rPr lang="pl-PL" dirty="0"/>
              <a:t>więcej zależności </a:t>
            </a:r>
          </a:p>
          <a:p>
            <a:pPr>
              <a:lnSpc>
                <a:spcPct val="90000"/>
              </a:lnSpc>
            </a:pPr>
            <a:r>
              <a:rPr lang="pl-PL" dirty="0"/>
              <a:t>więcej konfliktów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dirty="0"/>
              <a:t>Każda nowa osoba to:</a:t>
            </a:r>
          </a:p>
          <a:p>
            <a:pPr>
              <a:lnSpc>
                <a:spcPct val="90000"/>
              </a:lnSpc>
            </a:pPr>
            <a:r>
              <a:rPr lang="pl-PL" dirty="0"/>
              <a:t>nowe interakcje, </a:t>
            </a:r>
          </a:p>
          <a:p>
            <a:pPr>
              <a:lnSpc>
                <a:spcPct val="90000"/>
              </a:lnSpc>
            </a:pPr>
            <a:r>
              <a:rPr lang="pl-PL" dirty="0"/>
              <a:t>nowe zależności, </a:t>
            </a:r>
          </a:p>
          <a:p>
            <a:pPr>
              <a:lnSpc>
                <a:spcPct val="90000"/>
              </a:lnSpc>
            </a:pPr>
            <a:r>
              <a:rPr lang="pl-PL" dirty="0"/>
              <a:t>więcej komunikacji.</a:t>
            </a:r>
          </a:p>
          <a:p>
            <a:pPr marL="0" indent="0">
              <a:lnSpc>
                <a:spcPct val="90000"/>
              </a:lnSpc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2699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7894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FF1034C-1C12-8E47-323E-CAEF4CBDB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344" y="1586484"/>
            <a:ext cx="3685032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600">
                <a:solidFill>
                  <a:srgbClr val="FFFFFF"/>
                </a:solidFill>
              </a:rPr>
              <a:t>OPTYMALNA WIELKOŚĆ ZESPOŁU</a:t>
            </a:r>
            <a:endParaRPr lang="pl-PL" sz="260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5436DB-4E8B-43A5-AE55-1C527B62E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18743" y="797433"/>
            <a:ext cx="5934456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83335" y="960120"/>
            <a:ext cx="560527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0BE8DE8-B399-F5E8-279F-FB8CC333E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551" y="1929384"/>
            <a:ext cx="4652840" cy="3968496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b="1" dirty="0">
                <a:solidFill>
                  <a:srgbClr val="404040"/>
                </a:solidFill>
              </a:rPr>
              <a:t>Liczba relacji w zespole rośnie wykładniczo</a:t>
            </a:r>
            <a:endParaRPr lang="pl-PL" dirty="0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pl-PL" dirty="0">
                <a:solidFill>
                  <a:srgbClr val="404040"/>
                </a:solidFill>
              </a:rPr>
              <a:t>3 osoby </a:t>
            </a:r>
            <a:r>
              <a:rPr lang="en-US" dirty="0">
                <a:solidFill>
                  <a:srgbClr val="404040"/>
                </a:solidFill>
              </a:rPr>
              <a:t>to</a:t>
            </a:r>
            <a:r>
              <a:rPr lang="pl-PL" dirty="0">
                <a:solidFill>
                  <a:srgbClr val="404040"/>
                </a:solidFill>
              </a:rPr>
              <a:t> 3 relacje </a:t>
            </a:r>
          </a:p>
          <a:p>
            <a:pPr>
              <a:lnSpc>
                <a:spcPct val="90000"/>
              </a:lnSpc>
            </a:pPr>
            <a:r>
              <a:rPr lang="pl-PL" dirty="0">
                <a:solidFill>
                  <a:srgbClr val="404040"/>
                </a:solidFill>
              </a:rPr>
              <a:t>5 osób</a:t>
            </a:r>
            <a:r>
              <a:rPr lang="en-US" dirty="0">
                <a:solidFill>
                  <a:srgbClr val="404040"/>
                </a:solidFill>
              </a:rPr>
              <a:t> to</a:t>
            </a:r>
            <a:r>
              <a:rPr lang="pl-PL" dirty="0">
                <a:solidFill>
                  <a:srgbClr val="404040"/>
                </a:solidFill>
              </a:rPr>
              <a:t>10 relacji </a:t>
            </a:r>
          </a:p>
          <a:p>
            <a:pPr>
              <a:lnSpc>
                <a:spcPct val="90000"/>
              </a:lnSpc>
            </a:pPr>
            <a:r>
              <a:rPr lang="pl-PL" dirty="0">
                <a:solidFill>
                  <a:srgbClr val="404040"/>
                </a:solidFill>
              </a:rPr>
              <a:t>10 osób </a:t>
            </a:r>
            <a:r>
              <a:rPr lang="en-US" dirty="0">
                <a:solidFill>
                  <a:srgbClr val="404040"/>
                </a:solidFill>
              </a:rPr>
              <a:t>to</a:t>
            </a:r>
            <a:r>
              <a:rPr lang="pl-PL" dirty="0">
                <a:solidFill>
                  <a:srgbClr val="404040"/>
                </a:solidFill>
              </a:rPr>
              <a:t> 45 relacji</a:t>
            </a:r>
            <a:endParaRPr lang="en-US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pl-PL" b="1" dirty="0">
                <a:solidFill>
                  <a:srgbClr val="404040"/>
                </a:solidFill>
              </a:rPr>
              <a:t>Zalecenia:</a:t>
            </a:r>
            <a:endParaRPr lang="pl-PL" dirty="0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pl-PL" dirty="0">
                <a:solidFill>
                  <a:srgbClr val="404040"/>
                </a:solidFill>
              </a:rPr>
              <a:t>5</a:t>
            </a:r>
            <a:r>
              <a:rPr lang="en-US" dirty="0">
                <a:solidFill>
                  <a:srgbClr val="404040"/>
                </a:solidFill>
              </a:rPr>
              <a:t>-</a:t>
            </a:r>
            <a:r>
              <a:rPr lang="pl-PL" dirty="0">
                <a:solidFill>
                  <a:srgbClr val="404040"/>
                </a:solidFill>
              </a:rPr>
              <a:t>9 osób </a:t>
            </a:r>
            <a:r>
              <a:rPr lang="en-US" dirty="0">
                <a:solidFill>
                  <a:srgbClr val="404040"/>
                </a:solidFill>
              </a:rPr>
              <a:t>to</a:t>
            </a:r>
            <a:r>
              <a:rPr lang="pl-PL" dirty="0">
                <a:solidFill>
                  <a:srgbClr val="404040"/>
                </a:solidFill>
              </a:rPr>
              <a:t> optymalny zespół 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404040"/>
                </a:solidFill>
              </a:rPr>
              <a:t>W </a:t>
            </a:r>
            <a:r>
              <a:rPr lang="pl-PL" dirty="0" err="1">
                <a:solidFill>
                  <a:srgbClr val="404040"/>
                </a:solidFill>
              </a:rPr>
              <a:t>większ</a:t>
            </a:r>
            <a:r>
              <a:rPr lang="en-US" dirty="0" err="1">
                <a:solidFill>
                  <a:srgbClr val="404040"/>
                </a:solidFill>
              </a:rPr>
              <a:t>ych</a:t>
            </a:r>
            <a:r>
              <a:rPr lang="pl-PL" dirty="0">
                <a:solidFill>
                  <a:srgbClr val="404040"/>
                </a:solidFill>
              </a:rPr>
              <a:t> projekt</a:t>
            </a:r>
            <a:r>
              <a:rPr lang="en-US" dirty="0">
                <a:solidFill>
                  <a:srgbClr val="404040"/>
                </a:solidFill>
              </a:rPr>
              <a:t>ach</a:t>
            </a:r>
            <a:r>
              <a:rPr lang="pl-PL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robimy</a:t>
            </a:r>
            <a:r>
              <a:rPr lang="pl-PL" dirty="0">
                <a:solidFill>
                  <a:srgbClr val="404040"/>
                </a:solidFill>
              </a:rPr>
              <a:t> podział na </a:t>
            </a:r>
            <a:r>
              <a:rPr lang="en-US" dirty="0">
                <a:solidFill>
                  <a:srgbClr val="404040"/>
                </a:solidFill>
              </a:rPr>
              <a:t>mniejsza </a:t>
            </a:r>
            <a:r>
              <a:rPr lang="pl-PL" dirty="0">
                <a:solidFill>
                  <a:srgbClr val="404040"/>
                </a:solidFill>
              </a:rPr>
              <a:t>zespoły 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404040"/>
                </a:solidFill>
              </a:rPr>
              <a:t>Zespoły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powinny</a:t>
            </a:r>
            <a:r>
              <a:rPr lang="en-US" dirty="0">
                <a:solidFill>
                  <a:srgbClr val="404040"/>
                </a:solidFill>
              </a:rPr>
              <a:t> być </a:t>
            </a:r>
            <a:r>
              <a:rPr lang="pl-PL" dirty="0">
                <a:solidFill>
                  <a:srgbClr val="404040"/>
                </a:solidFill>
              </a:rPr>
              <a:t>autonomiczne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choć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współpracujące</a:t>
            </a:r>
            <a:r>
              <a:rPr lang="en-US" dirty="0">
                <a:solidFill>
                  <a:srgbClr val="404040"/>
                </a:solidFill>
              </a:rPr>
              <a:t> ze </a:t>
            </a:r>
            <a:r>
              <a:rPr lang="en-US" dirty="0" err="1">
                <a:solidFill>
                  <a:srgbClr val="404040"/>
                </a:solidFill>
              </a:rPr>
              <a:t>sobą</a:t>
            </a:r>
            <a:endParaRPr lang="en-US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pl-PL" dirty="0">
                <a:solidFill>
                  <a:srgbClr val="404040"/>
                </a:solidFill>
              </a:rPr>
              <a:t>Najlepsze zespoły </a:t>
            </a:r>
            <a:r>
              <a:rPr lang="en-US" dirty="0" err="1">
                <a:solidFill>
                  <a:srgbClr val="404040"/>
                </a:solidFill>
              </a:rPr>
              <a:t>są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pl-PL" dirty="0">
                <a:solidFill>
                  <a:srgbClr val="404040"/>
                </a:solidFill>
              </a:rPr>
              <a:t>małe, samodzielne, dobrze skoordynowane.</a:t>
            </a:r>
            <a:endParaRPr lang="en-US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pl-PL" sz="15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pl-PL" sz="15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pl-PL" sz="1500" dirty="0">
              <a:solidFill>
                <a:srgbClr val="40404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pl-PL" sz="15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303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Jedyny w tłumie">
            <a:extLst>
              <a:ext uri="{FF2B5EF4-FFF2-40B4-BE49-F238E27FC236}">
                <a16:creationId xmlns:a16="http://schemas.microsoft.com/office/drawing/2014/main" id="{5DF36A9A-1AFD-CBD2-116F-93FF63EFF1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62" r="12572"/>
          <a:stretch>
            <a:fillRect/>
          </a:stretch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6289267A-962D-FB65-A26D-41663D34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pl-PL" sz="2400">
                <a:solidFill>
                  <a:schemeClr val="bg1"/>
                </a:solidFill>
              </a:rPr>
              <a:t>KONFLIKTY KOMPETENCYJNE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3EADF3-4630-C857-EBB7-DF0CB0159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941" y="976129"/>
            <a:ext cx="4804931" cy="49198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b="1" dirty="0"/>
              <a:t>Źródła konfliktów:</a:t>
            </a:r>
            <a:endParaRPr lang="pl-PL" dirty="0"/>
          </a:p>
          <a:p>
            <a:r>
              <a:rPr lang="pl-PL" dirty="0"/>
              <a:t>niejasne role </a:t>
            </a:r>
          </a:p>
          <a:p>
            <a:r>
              <a:rPr lang="pl-PL" dirty="0"/>
              <a:t>nakładające się odpowiedzialności </a:t>
            </a:r>
          </a:p>
          <a:p>
            <a:r>
              <a:rPr lang="pl-PL" dirty="0"/>
              <a:t>brak decyzji kto decyduje </a:t>
            </a:r>
          </a:p>
          <a:p>
            <a:r>
              <a:rPr lang="pl-PL" dirty="0"/>
              <a:t>różne cele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pl-PL" b="1" dirty="0"/>
              <a:t>Jak </a:t>
            </a:r>
            <a:r>
              <a:rPr lang="en-US" b="1" dirty="0"/>
              <a:t>ich </a:t>
            </a:r>
            <a:r>
              <a:rPr lang="pl-PL" b="1" dirty="0"/>
              <a:t>unikać konfliktów?</a:t>
            </a:r>
          </a:p>
          <a:p>
            <a:r>
              <a:rPr lang="pl-PL" dirty="0"/>
              <a:t>jasne role i zakresy </a:t>
            </a:r>
          </a:p>
          <a:p>
            <a:r>
              <a:rPr lang="pl-PL" dirty="0"/>
              <a:t>RACI </a:t>
            </a:r>
          </a:p>
          <a:p>
            <a:r>
              <a:rPr lang="pl-PL" dirty="0"/>
              <a:t>jasny właściciel decyzji </a:t>
            </a:r>
          </a:p>
          <a:p>
            <a:r>
              <a:rPr lang="pl-PL" dirty="0"/>
              <a:t>komunikacja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79350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50E8A5-4FEC-919A-5227-12EB3096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ODPOWIEDZIALNOŚĆ ZBIOROWA vs INDYWIDUALNA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C3D4348-8768-96CC-2546-D75CCCB488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3431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olorowe carvede dane na temat ludzi">
            <a:extLst>
              <a:ext uri="{FF2B5EF4-FFF2-40B4-BE49-F238E27FC236}">
                <a16:creationId xmlns:a16="http://schemas.microsoft.com/office/drawing/2014/main" id="{EB121DDF-5815-363D-310B-486A026ACA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49" r="18217" b="-1"/>
          <a:stretch>
            <a:fillRect/>
          </a:stretch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38DE99D-72AC-2249-FFFD-929BD9E10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pl-PL" sz="2400">
                <a:solidFill>
                  <a:schemeClr val="bg1"/>
                </a:solidFill>
              </a:rPr>
              <a:t>SKALOWANIE ORGANIZACJI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F76DC2-EBCE-D8FE-1A0C-7A264A7CB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941" y="976129"/>
            <a:ext cx="4804931" cy="49198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b="1" dirty="0"/>
              <a:t>Organizacja rośnie </a:t>
            </a:r>
            <a:r>
              <a:rPr lang="en-US" b="1" dirty="0"/>
              <a:t>– co to </a:t>
            </a:r>
            <a:r>
              <a:rPr lang="en-US" b="1" dirty="0" err="1"/>
              <a:t>oznacza</a:t>
            </a:r>
            <a:r>
              <a:rPr lang="en-US" b="1" dirty="0"/>
              <a:t>?</a:t>
            </a:r>
            <a:endParaRPr lang="pl-PL" dirty="0"/>
          </a:p>
          <a:p>
            <a:r>
              <a:rPr lang="en-US" dirty="0" err="1"/>
              <a:t>Tworzy</a:t>
            </a:r>
            <a:r>
              <a:rPr lang="en-US" dirty="0"/>
              <a:t> się </a:t>
            </a:r>
            <a:r>
              <a:rPr lang="pl-PL" dirty="0"/>
              <a:t>więcej zespołów </a:t>
            </a:r>
          </a:p>
          <a:p>
            <a:r>
              <a:rPr lang="en-US" dirty="0" err="1"/>
              <a:t>Pojawia</a:t>
            </a:r>
            <a:r>
              <a:rPr lang="en-US" dirty="0"/>
              <a:t> się </a:t>
            </a:r>
            <a:r>
              <a:rPr lang="pl-PL" dirty="0"/>
              <a:t>więcej zależności </a:t>
            </a:r>
          </a:p>
          <a:p>
            <a:r>
              <a:rPr lang="en-US" dirty="0"/>
              <a:t>Po</a:t>
            </a:r>
            <a:r>
              <a:rPr lang="pl-PL" dirty="0"/>
              <a:t>większa </a:t>
            </a:r>
            <a:r>
              <a:rPr lang="en-US" dirty="0"/>
              <a:t>się </a:t>
            </a:r>
            <a:r>
              <a:rPr lang="pl-PL" dirty="0"/>
              <a:t>złożoność </a:t>
            </a:r>
          </a:p>
          <a:p>
            <a:r>
              <a:rPr lang="en-US" dirty="0" err="1"/>
              <a:t>Istnieje</a:t>
            </a:r>
            <a:r>
              <a:rPr lang="en-US" dirty="0"/>
              <a:t> </a:t>
            </a:r>
            <a:r>
              <a:rPr lang="en-US" dirty="0" err="1"/>
              <a:t>większa</a:t>
            </a:r>
            <a:r>
              <a:rPr lang="en-US" dirty="0"/>
              <a:t> </a:t>
            </a:r>
            <a:r>
              <a:rPr lang="pl-PL" dirty="0"/>
              <a:t>potrzeba koordynacji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95686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EB5135-2662-E35B-ADC3-CCB58552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Zagrożenia skalowania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662BE19-45D3-CCCE-E5B2-BF48357C1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167851"/>
              </p:ext>
            </p:extLst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3086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4680D4-DEE2-49EE-AF90-EFEAF50AE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8D28904-5B17-D2E4-A398-632390A15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1290025"/>
            <a:ext cx="529132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pl-PL" dirty="0"/>
              <a:t>T-SHAPED SKILLS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80751B3-7BCA-ED2C-6BEB-E90D7FC92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" y="2858703"/>
            <a:ext cx="5285791" cy="3042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>
                <a:solidFill>
                  <a:srgbClr val="FFFFFF"/>
                </a:solidFill>
              </a:rPr>
              <a:t>Model kompetencji </a:t>
            </a:r>
            <a:r>
              <a:rPr lang="en-US" dirty="0">
                <a:solidFill>
                  <a:srgbClr val="FFFFFF"/>
                </a:solidFill>
              </a:rPr>
              <a:t>“</a:t>
            </a:r>
            <a:r>
              <a:rPr lang="pl-PL" dirty="0">
                <a:solidFill>
                  <a:srgbClr val="FFFFFF"/>
                </a:solidFill>
              </a:rPr>
              <a:t>T-</a:t>
            </a:r>
            <a:r>
              <a:rPr lang="pl-PL" dirty="0" err="1">
                <a:solidFill>
                  <a:srgbClr val="FFFFFF"/>
                </a:solidFill>
              </a:rPr>
              <a:t>shaped</a:t>
            </a:r>
            <a:r>
              <a:rPr lang="pl-PL" dirty="0">
                <a:solidFill>
                  <a:srgbClr val="FFFFFF"/>
                </a:solidFill>
              </a:rPr>
              <a:t> </a:t>
            </a:r>
            <a:r>
              <a:rPr lang="pl-PL" dirty="0" err="1">
                <a:solidFill>
                  <a:srgbClr val="FFFFFF"/>
                </a:solidFill>
              </a:rPr>
              <a:t>skills</a:t>
            </a:r>
            <a:r>
              <a:rPr lang="en-US" dirty="0">
                <a:solidFill>
                  <a:srgbClr val="FFFFFF"/>
                </a:solidFill>
              </a:rPr>
              <a:t>”</a:t>
            </a:r>
            <a:r>
              <a:rPr lang="pl-PL" dirty="0">
                <a:solidFill>
                  <a:srgbClr val="FFFFFF"/>
                </a:solidFill>
              </a:rPr>
              <a:t> opisuje pracownika, który posiada:</a:t>
            </a:r>
          </a:p>
          <a:p>
            <a:r>
              <a:rPr lang="en-US" dirty="0">
                <a:solidFill>
                  <a:srgbClr val="FFFFFF"/>
                </a:solidFill>
              </a:rPr>
              <a:t>- </a:t>
            </a:r>
            <a:r>
              <a:rPr lang="pl-PL" dirty="0">
                <a:solidFill>
                  <a:srgbClr val="FFFFFF"/>
                </a:solidFill>
              </a:rPr>
              <a:t>głęboką specjalizację w jednej dziedzinie (pionowa kreska </a:t>
            </a:r>
            <a:r>
              <a:rPr lang="en-US" dirty="0">
                <a:solidFill>
                  <a:srgbClr val="FFFFFF"/>
                </a:solidFill>
              </a:rPr>
              <a:t>“</a:t>
            </a:r>
            <a:r>
              <a:rPr lang="pl-PL" dirty="0">
                <a:solidFill>
                  <a:srgbClr val="FFFFFF"/>
                </a:solidFill>
              </a:rPr>
              <a:t>T</a:t>
            </a:r>
            <a:r>
              <a:rPr lang="en-US" dirty="0">
                <a:solidFill>
                  <a:srgbClr val="FFFFFF"/>
                </a:solidFill>
              </a:rPr>
              <a:t>”</a:t>
            </a:r>
            <a:r>
              <a:rPr lang="pl-PL" dirty="0">
                <a:solidFill>
                  <a:srgbClr val="FFFFFF"/>
                </a:solidFill>
              </a:rPr>
              <a:t>) </a:t>
            </a:r>
          </a:p>
          <a:p>
            <a:r>
              <a:rPr lang="en-US" dirty="0">
                <a:solidFill>
                  <a:srgbClr val="FFFFFF"/>
                </a:solidFill>
              </a:rPr>
              <a:t>- </a:t>
            </a:r>
            <a:r>
              <a:rPr lang="pl-PL" dirty="0">
                <a:solidFill>
                  <a:srgbClr val="FFFFFF"/>
                </a:solidFill>
              </a:rPr>
              <a:t>szeroką wiedzę ogólną z innych obszarów (pozioma kreska </a:t>
            </a:r>
            <a:r>
              <a:rPr lang="en-US" dirty="0">
                <a:solidFill>
                  <a:srgbClr val="FFFFFF"/>
                </a:solidFill>
              </a:rPr>
              <a:t>“</a:t>
            </a:r>
            <a:r>
              <a:rPr lang="pl-PL" dirty="0">
                <a:solidFill>
                  <a:srgbClr val="FFFFFF"/>
                </a:solidFill>
              </a:rPr>
              <a:t>T</a:t>
            </a:r>
            <a:r>
              <a:rPr lang="en-US" dirty="0">
                <a:solidFill>
                  <a:srgbClr val="FFFFFF"/>
                </a:solidFill>
              </a:rPr>
              <a:t>”</a:t>
            </a:r>
            <a:r>
              <a:rPr lang="pl-PL" dirty="0">
                <a:solidFill>
                  <a:srgbClr val="FFFFFF"/>
                </a:solidFill>
              </a:rPr>
              <a:t>) </a:t>
            </a:r>
          </a:p>
          <a:p>
            <a:pPr marL="0" indent="0">
              <a:buNone/>
            </a:pPr>
            <a:r>
              <a:rPr lang="pl-PL" dirty="0">
                <a:solidFill>
                  <a:srgbClr val="FFFFFF"/>
                </a:solidFill>
              </a:rPr>
              <a:t>Oznacza to połączenie eksperckości i elastyczności.</a:t>
            </a:r>
          </a:p>
          <a:p>
            <a:pPr marL="0" indent="0">
              <a:buNone/>
            </a:pPr>
            <a:endParaRPr lang="pl-PL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C52EE1-5085-4960-AD29-A926E62E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640080"/>
            <a:ext cx="4017264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15AA94-C237-4412-B37B-EB317D2B0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0772" y="806357"/>
            <a:ext cx="3685032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Office Worker">
            <a:extLst>
              <a:ext uri="{FF2B5EF4-FFF2-40B4-BE49-F238E27FC236}">
                <a16:creationId xmlns:a16="http://schemas.microsoft.com/office/drawing/2014/main" id="{0CBE170F-9B3C-C6E1-33AE-FC0021028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5364" y="1592741"/>
            <a:ext cx="3355848" cy="33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94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45684B3-1664-8DED-2BCD-4A558A9E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pl-PL" sz="2600">
                <a:solidFill>
                  <a:schemeClr val="bg1"/>
                </a:solidFill>
              </a:rPr>
              <a:t>Znaczenie T-shaped w projektach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40A98407-6E28-415C-089D-39D2517EBB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974962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184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118E90-A8D1-41A8-B29B-06A3554D9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2E15192-B878-B65E-4AC4-ADE711867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/>
              <a:t>PRZYWÓDZTWO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737A38-06E9-444D-9349-4EA8F3A8C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60320" y="640555"/>
            <a:ext cx="7071360" cy="33120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9FCCB8-5A8A-43BA-B60E-759FC80FF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6436" y="806112"/>
            <a:ext cx="6739128" cy="2980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ymbol zastępczy zawartości 7">
            <a:extLst>
              <a:ext uri="{FF2B5EF4-FFF2-40B4-BE49-F238E27FC236}">
                <a16:creationId xmlns:a16="http://schemas.microsoft.com/office/drawing/2014/main" id="{8B2E2662-4F92-944D-5947-5967553DE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91028" y="982546"/>
            <a:ext cx="6409944" cy="26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83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739C1D-CB0B-DD1A-2EDE-EA4EAB10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pl-PL" sz="2200"/>
              <a:t>TEAM SOFTWARE PROCESS (TSP)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53B123D-984B-62F4-9489-070CE8960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979" y="1634906"/>
            <a:ext cx="6227064" cy="3596129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3186EE2-3894-495D-F69C-17731B41A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Team Software Process to metodyka zarządzania pracą zespołów programistycznych, która koncentruje się na:</a:t>
            </a:r>
          </a:p>
          <a:p>
            <a:r>
              <a:rPr lang="pl-PL" dirty="0"/>
              <a:t>jakości pracy </a:t>
            </a:r>
          </a:p>
          <a:p>
            <a:r>
              <a:rPr lang="pl-PL" dirty="0"/>
              <a:t>odpowiedzialności zespołowej </a:t>
            </a:r>
          </a:p>
          <a:p>
            <a:r>
              <a:rPr lang="pl-PL" dirty="0"/>
              <a:t>mierzeniu efektywności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80492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4F1E09-3CA1-17FE-914A-F9A7A79A5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pl-PL" dirty="0"/>
              <a:t>Kluczowe role w TSP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E703F10-2BB6-9295-5131-B0E87349E8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2993701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7085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2446E3-CB9D-AA27-AA63-FC2AE728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Charakterystyka TSP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A84229D-3D82-DED7-4B96-AD9071CF73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6007935"/>
              </p:ext>
            </p:extLst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1577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4680D4-DEE2-49EE-AF90-EFEAF50AE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6319940-1290-6F72-6ECC-23C3E6FD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1290025"/>
            <a:ext cx="529132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pl-PL" dirty="0"/>
              <a:t>ROLA KIEROWNIKA PROJEKTU W AGILE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9821D7D-311B-1208-B7A4-EFEA7A8AF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" y="2858703"/>
            <a:ext cx="5285791" cy="3042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>
                <a:solidFill>
                  <a:srgbClr val="FFFFFF"/>
                </a:solidFill>
              </a:rPr>
              <a:t>W tradycyjnym podejściu kierownik projektu był centralną postacią. W Agile ta rola się zmienia </a:t>
            </a:r>
            <a:r>
              <a:rPr lang="en-US">
                <a:solidFill>
                  <a:srgbClr val="FFFFFF"/>
                </a:solidFill>
              </a:rPr>
              <a:t>–</a:t>
            </a:r>
            <a:r>
              <a:rPr lang="pl-PL">
                <a:solidFill>
                  <a:srgbClr val="FFFFFF"/>
                </a:solidFill>
              </a:rPr>
              <a:t> </a:t>
            </a:r>
            <a:r>
              <a:rPr lang="en-US">
                <a:solidFill>
                  <a:srgbClr val="FFFFFF"/>
                </a:solidFill>
              </a:rPr>
              <a:t>“</a:t>
            </a:r>
            <a:r>
              <a:rPr lang="pl-PL">
                <a:solidFill>
                  <a:srgbClr val="FFFFFF"/>
                </a:solidFill>
              </a:rPr>
              <a:t>władza</a:t>
            </a:r>
            <a:r>
              <a:rPr lang="en-US">
                <a:solidFill>
                  <a:srgbClr val="FFFFFF"/>
                </a:solidFill>
              </a:rPr>
              <a:t>”</a:t>
            </a:r>
            <a:r>
              <a:rPr lang="pl-PL">
                <a:solidFill>
                  <a:srgbClr val="FFFFFF"/>
                </a:solidFill>
              </a:rPr>
              <a:t> jest rozproszona.</a:t>
            </a:r>
            <a:endParaRPr lang="en-US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pl-PL">
                <a:solidFill>
                  <a:srgbClr val="FFFFFF"/>
                </a:solidFill>
              </a:rPr>
              <a:t>W podejściu zwinnym:</a:t>
            </a:r>
          </a:p>
          <a:p>
            <a:r>
              <a:rPr lang="pl-PL">
                <a:solidFill>
                  <a:srgbClr val="FFFFFF"/>
                </a:solidFill>
              </a:rPr>
              <a:t>zespół jest samoorganizujący się </a:t>
            </a:r>
          </a:p>
          <a:p>
            <a:r>
              <a:rPr lang="pl-PL">
                <a:solidFill>
                  <a:srgbClr val="FFFFFF"/>
                </a:solidFill>
              </a:rPr>
              <a:t>Scrum Master wspiera proces </a:t>
            </a:r>
          </a:p>
          <a:p>
            <a:r>
              <a:rPr lang="pl-PL">
                <a:solidFill>
                  <a:srgbClr val="FFFFFF"/>
                </a:solidFill>
              </a:rPr>
              <a:t>Product Owner zarządza wartością</a:t>
            </a:r>
          </a:p>
          <a:p>
            <a:pPr marL="0" indent="0">
              <a:buNone/>
            </a:pPr>
            <a:endParaRPr lang="pl-PL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C52EE1-5085-4960-AD29-A926E62E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640080"/>
            <a:ext cx="4017264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15AA94-C237-4412-B37B-EB317D2B0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0772" y="806357"/>
            <a:ext cx="3685032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ierarchia">
            <a:extLst>
              <a:ext uri="{FF2B5EF4-FFF2-40B4-BE49-F238E27FC236}">
                <a16:creationId xmlns:a16="http://schemas.microsoft.com/office/drawing/2014/main" id="{E4F40CE5-8DBD-7866-AF4D-5F86152CB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5364" y="1592741"/>
            <a:ext cx="3355848" cy="33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7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5535D3F-C35C-29F6-25CD-5B76F9B5C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pl-PL" sz="3000">
                <a:solidFill>
                  <a:srgbClr val="FFFFFF"/>
                </a:solidFill>
              </a:rPr>
              <a:t>Co robi PM w Agile?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60F5605-F0AE-97A6-F862-9F15F407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pl-PL" dirty="0"/>
              <a:t>wspiera komunikację </a:t>
            </a:r>
          </a:p>
          <a:p>
            <a:r>
              <a:rPr lang="pl-PL" dirty="0"/>
              <a:t>zarządza ryzykiem </a:t>
            </a:r>
          </a:p>
          <a:p>
            <a:r>
              <a:rPr lang="pl-PL" dirty="0"/>
              <a:t>koordynuje interesariuszy </a:t>
            </a:r>
          </a:p>
          <a:p>
            <a:r>
              <a:rPr lang="pl-PL" dirty="0"/>
              <a:t>działa bardziej jako lider niż kontroler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pl-PL" dirty="0"/>
              <a:t>PM nie znika </a:t>
            </a:r>
            <a:r>
              <a:rPr lang="en-US" dirty="0"/>
              <a:t>–</a:t>
            </a:r>
            <a:r>
              <a:rPr lang="pl-PL" dirty="0"/>
              <a:t> jego rola się zmienia. Z osoby kontrolującej staje się liderem wspierającym</a:t>
            </a:r>
            <a:endParaRPr lang="en-US" dirty="0"/>
          </a:p>
          <a:p>
            <a:endParaRPr lang="pl-PL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52106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DE5BD2-7A30-233F-12D7-607625707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pl-PL" sz="2000" b="1"/>
              <a:t>WARTOŚĆ BIZNESOWA W SCRUM</a:t>
            </a:r>
            <a:endParaRPr lang="pl-PL" sz="20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9ED824-0BD4-3EBC-6524-B9FD73FF1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W </a:t>
            </a:r>
            <a:r>
              <a:rPr lang="pl-PL" dirty="0" err="1"/>
              <a:t>Scrum</a:t>
            </a:r>
            <a:r>
              <a:rPr lang="pl-PL" dirty="0"/>
              <a:t> za maksymalizację wartości biznesowej produktu odpowiada Product </a:t>
            </a:r>
            <a:r>
              <a:rPr lang="pl-PL" dirty="0" err="1"/>
              <a:t>Owner</a:t>
            </a:r>
            <a:r>
              <a:rPr lang="pl-PL" dirty="0"/>
              <a:t>.</a:t>
            </a:r>
            <a:endParaRPr lang="en-US" dirty="0"/>
          </a:p>
          <a:p>
            <a:pPr>
              <a:buFontTx/>
              <a:buChar char="-"/>
            </a:pPr>
            <a:r>
              <a:rPr lang="pl-PL" dirty="0"/>
              <a:t>zarządza </a:t>
            </a:r>
            <a:r>
              <a:rPr lang="pl-PL" dirty="0" err="1"/>
              <a:t>backlogiem</a:t>
            </a:r>
            <a:endParaRPr lang="en-US" dirty="0"/>
          </a:p>
          <a:p>
            <a:pPr>
              <a:buFontTx/>
              <a:buChar char="-"/>
            </a:pPr>
            <a:r>
              <a:rPr lang="pl-PL" dirty="0"/>
              <a:t>ustala priorytety</a:t>
            </a:r>
            <a:endParaRPr lang="en-US" dirty="0"/>
          </a:p>
          <a:p>
            <a:pPr>
              <a:buFontTx/>
              <a:buChar char="-"/>
            </a:pPr>
            <a:r>
              <a:rPr lang="pl-PL" dirty="0"/>
              <a:t>decyduje, co jest najważniejsze</a:t>
            </a:r>
            <a:endParaRPr lang="en-US" dirty="0"/>
          </a:p>
          <a:p>
            <a:pPr>
              <a:buFontTx/>
              <a:buChar char="-"/>
            </a:pPr>
            <a:r>
              <a:rPr lang="pl-PL" dirty="0"/>
              <a:t>reprezentuje interesariuszy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C1A34B31-37A2-9774-2C0A-2C7E2DCE9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12" y="1293275"/>
            <a:ext cx="5842172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097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876F497-5061-F0A9-E10A-CDD7850B2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171" y="2681103"/>
            <a:ext cx="3363974" cy="1495794"/>
          </a:xfrm>
          <a:noFill/>
          <a:ln>
            <a:solidFill>
              <a:srgbClr val="FFFFFF"/>
            </a:solidFill>
          </a:ln>
        </p:spPr>
        <p:txBody>
          <a:bodyPr wrap="square">
            <a:normAutofit/>
          </a:bodyPr>
          <a:lstStyle/>
          <a:p>
            <a:r>
              <a:rPr lang="en-US" sz="2600">
                <a:solidFill>
                  <a:srgbClr val="FFFFFF"/>
                </a:solidFill>
              </a:rPr>
              <a:t>DATA SCIENCE vs SOFTWARE ENGINEERING</a:t>
            </a:r>
            <a:endParaRPr lang="pl-PL" sz="2600">
              <a:solidFill>
                <a:srgbClr val="FFFFFF"/>
              </a:solidFill>
            </a:endParaRP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36EDF65-0A45-EE34-05C3-E8422BF0C8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215904"/>
              </p:ext>
            </p:extLst>
          </p:nvPr>
        </p:nvGraphicFramePr>
        <p:xfrm>
          <a:off x="920750" y="965200"/>
          <a:ext cx="5651500" cy="496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4881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A0616FC-0020-3448-E9C2-54D2B29C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pl-PL" sz="1400">
                <a:solidFill>
                  <a:srgbClr val="FFFFFF"/>
                </a:solidFill>
              </a:rPr>
              <a:t>ZESPÓŁ SAMOORGANIZUJĄCY SIĘ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7EF2B81-FBB5-28B3-D068-ABAD66B85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dirty="0"/>
              <a:t>Zespół samoorganizujący się to taki, który sam decyduje, jak realizować swoją pracę.</a:t>
            </a:r>
            <a:br>
              <a:rPr lang="pl-PL" dirty="0"/>
            </a:br>
            <a:r>
              <a:rPr lang="pl-PL" dirty="0"/>
              <a:t>Nie jest zarządzany w sposób bezpośredni, lecz bierze odpowiedzialność za sposób działania i wyniki.</a:t>
            </a:r>
          </a:p>
        </p:txBody>
      </p:sp>
    </p:spTree>
    <p:extLst>
      <p:ext uri="{BB962C8B-B14F-4D97-AF65-F5344CB8AC3E}">
        <p14:creationId xmlns:p14="http://schemas.microsoft.com/office/powerpoint/2010/main" val="3705838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ACB4EC3-2A20-A645-2F1C-4405EDD2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pl-PL" dirty="0"/>
              <a:t>Warunki efektywności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454CD7-17A7-93AF-A0D7-E40EEE3CF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>
                <a:solidFill>
                  <a:srgbClr val="404040"/>
                </a:solidFill>
              </a:rPr>
              <a:t>Zespół samoorganizujący się działa efektywnie, gdy:</a:t>
            </a:r>
          </a:p>
          <a:p>
            <a:r>
              <a:rPr lang="pl-PL" dirty="0">
                <a:solidFill>
                  <a:srgbClr val="404040"/>
                </a:solidFill>
              </a:rPr>
              <a:t>ma jasno określony cel </a:t>
            </a:r>
          </a:p>
          <a:p>
            <a:r>
              <a:rPr lang="pl-PL" dirty="0">
                <a:solidFill>
                  <a:srgbClr val="404040"/>
                </a:solidFill>
              </a:rPr>
              <a:t>posiada odpowiednie kompetencje </a:t>
            </a:r>
          </a:p>
          <a:p>
            <a:r>
              <a:rPr lang="pl-PL" dirty="0">
                <a:solidFill>
                  <a:srgbClr val="404040"/>
                </a:solidFill>
              </a:rPr>
              <a:t>ma dostęp do informacji </a:t>
            </a:r>
          </a:p>
          <a:p>
            <a:r>
              <a:rPr lang="pl-PL" dirty="0">
                <a:solidFill>
                  <a:srgbClr val="404040"/>
                </a:solidFill>
              </a:rPr>
              <a:t>działa w środowisku zaufania </a:t>
            </a:r>
          </a:p>
          <a:p>
            <a:r>
              <a:rPr lang="pl-PL" dirty="0">
                <a:solidFill>
                  <a:srgbClr val="404040"/>
                </a:solidFill>
              </a:rPr>
              <a:t>ma wsparcie organizacji</a:t>
            </a:r>
          </a:p>
          <a:p>
            <a:pPr marL="0" indent="0">
              <a:buNone/>
            </a:pPr>
            <a:endParaRPr lang="pl-PL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03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C0F9D7F-A970-80FA-EA0B-892CE066A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pl-PL">
                <a:solidFill>
                  <a:schemeClr val="bg1"/>
                </a:solidFill>
              </a:rPr>
              <a:t>INTELIGENCJA EMOCJONALNA LIDERA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ACCEA79-7251-81B5-6836-6285EC505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Inteligencja </a:t>
            </a:r>
            <a:r>
              <a:rPr lang="en-US" dirty="0" err="1">
                <a:solidFill>
                  <a:schemeClr val="bg1"/>
                </a:solidFill>
              </a:rPr>
              <a:t>emocjonalna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lidera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obejmuje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 err="1">
                <a:solidFill>
                  <a:schemeClr val="bg1"/>
                </a:solidFill>
              </a:rPr>
              <a:t>Samoświadomość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Samoregulację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Świadomość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społeczną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zarządzanie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relacjami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DA3425D-5DF9-76DF-F5C0-C21407E1B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763" y="1231119"/>
            <a:ext cx="6250769" cy="423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22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85578-1E4B-4014-9D52-E7689475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550B3F-9390-4CA1-B3C8-91529289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895DC1F-F028-0DF4-AA7A-42A50157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518" y="1059838"/>
            <a:ext cx="3632052" cy="4738324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pl-PL">
                <a:solidFill>
                  <a:schemeClr val="bg1"/>
                </a:solidFill>
              </a:rPr>
              <a:t>SILOSY KOMPETENCYJNE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A147585-9CF0-E8AB-5BF9-C70DE06A7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9109" y="1059838"/>
            <a:ext cx="4665397" cy="47383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800" dirty="0"/>
              <a:t>Silosowanie oznacza izolowanie specjalistów lub zespołów według kompetencji.</a:t>
            </a:r>
            <a:endParaRPr lang="en-US" sz="2800" dirty="0"/>
          </a:p>
          <a:p>
            <a:pPr marL="0" indent="0">
              <a:buNone/>
            </a:pPr>
            <a:br>
              <a:rPr lang="pl-PL" sz="2800" dirty="0"/>
            </a:br>
            <a:r>
              <a:rPr lang="pl-PL" sz="2800" dirty="0"/>
              <a:t>Każda grupa pracuje niezależnie, z ograniczoną współpracą z innymi.</a:t>
            </a:r>
          </a:p>
        </p:txBody>
      </p:sp>
    </p:spTree>
    <p:extLst>
      <p:ext uri="{BB962C8B-B14F-4D97-AF65-F5344CB8AC3E}">
        <p14:creationId xmlns:p14="http://schemas.microsoft.com/office/powerpoint/2010/main" val="7248784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2B72EF4-9976-B6A9-76F6-148B4B71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pl-PL" dirty="0"/>
              <a:t>Jak unikać silosów?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7E00B9C-3C78-3302-C514-272BCCAD6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692795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7087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B5E02B-6250-1E38-2156-25C26B2F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78776"/>
            <a:ext cx="5925310" cy="1174991"/>
          </a:xfrm>
        </p:spPr>
        <p:txBody>
          <a:bodyPr>
            <a:normAutofit/>
          </a:bodyPr>
          <a:lstStyle/>
          <a:p>
            <a:r>
              <a:rPr lang="pl-PL" sz="2400"/>
              <a:t>ZESPOŁY HIGH-PERFORMING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98B8F7-5A06-ACAE-0CFC-7B9BB1190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640692"/>
            <a:ext cx="5925310" cy="32552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Zespół wysokowydajny to taki, który osiąga ponadprzeciętne wyniki dzięki:</a:t>
            </a:r>
          </a:p>
          <a:p>
            <a:r>
              <a:rPr lang="pl-PL" dirty="0"/>
              <a:t>efektywnej współpracy </a:t>
            </a:r>
          </a:p>
          <a:p>
            <a:r>
              <a:rPr lang="pl-PL" dirty="0"/>
              <a:t>wysokiemu zaangażowaniu </a:t>
            </a:r>
          </a:p>
          <a:p>
            <a:r>
              <a:rPr lang="pl-PL" dirty="0"/>
              <a:t>jasnym celom </a:t>
            </a:r>
          </a:p>
          <a:p>
            <a:r>
              <a:rPr lang="pl-PL" dirty="0"/>
              <a:t>odpowiedzialności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5" name="Picture 4" descr="Ręce z nadgarstkami i wzajemnie połączone w celu utworzenia okręgu">
            <a:extLst>
              <a:ext uri="{FF2B5EF4-FFF2-40B4-BE49-F238E27FC236}">
                <a16:creationId xmlns:a16="http://schemas.microsoft.com/office/drawing/2014/main" id="{86F6643E-4494-62AB-2147-B64B25354A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52" r="25517" b="-1"/>
          <a:stretch>
            <a:fillRect/>
          </a:stretch>
        </p:blipFill>
        <p:spPr>
          <a:xfrm>
            <a:off x="7534654" y="10"/>
            <a:ext cx="465734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65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041AB2-A9B4-4D3F-B120-38E7860A8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334" y="804334"/>
            <a:ext cx="10583332" cy="5249332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8E8B280C-3E8E-1D77-E1A6-0EA57155A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8400" y="1124712"/>
            <a:ext cx="7315200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8962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DC5699-1FF9-171B-61E3-3FE8789D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Jak budować taki zespół?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4D1FBCEA-0450-EBAC-A8D0-ACD9573180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1006560"/>
      </p:ext>
    </p:extLst>
  </p:cSld>
  <p:clrMapOvr>
    <a:masterClrMapping/>
  </p:clrMapOvr>
</p:sld>
</file>

<file path=ppt/theme/theme1.xml><?xml version="1.0" encoding="utf-8"?>
<a:theme xmlns:a="http://schemas.openxmlformats.org/drawingml/2006/main" name="Paczka">
  <a:themeElements>
    <a:clrScheme name="Paczka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zka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zka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TM10001115[[fn=Paczka]]</Template>
  <TotalTime>89</TotalTime>
  <Words>2342</Words>
  <Application>Microsoft Office PowerPoint</Application>
  <PresentationFormat>Panoramiczny</PresentationFormat>
  <Paragraphs>389</Paragraphs>
  <Slides>36</Slides>
  <Notes>34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36</vt:i4>
      </vt:variant>
    </vt:vector>
  </HeadingPairs>
  <TitlesOfParts>
    <vt:vector size="40" baseType="lpstr">
      <vt:lpstr>Aptos</vt:lpstr>
      <vt:lpstr>Arial</vt:lpstr>
      <vt:lpstr>Gill Sans MT</vt:lpstr>
      <vt:lpstr>Paczka</vt:lpstr>
      <vt:lpstr>STRUKTURA ZESPOŁU PROJEKTOWEGO  I ODPOWIEDZIALNOŚĆ</vt:lpstr>
      <vt:lpstr>ROLE W PROJEKCIE IT</vt:lpstr>
      <vt:lpstr>Niejasne role = problemy </vt:lpstr>
      <vt:lpstr>ROLA vs STANOWISKO</vt:lpstr>
      <vt:lpstr>Elastyczność ról</vt:lpstr>
      <vt:lpstr>DEFINIOWANIE ODPOWIEDZIALNOŚCI</vt:lpstr>
      <vt:lpstr>MACIERZ RACI</vt:lpstr>
      <vt:lpstr>Zagrożenia</vt:lpstr>
      <vt:lpstr>DOPASOWANIE STRUKTURY DO ZŁOŻONOŚCI</vt:lpstr>
      <vt:lpstr>Projekt mały vs projekt duży</vt:lpstr>
      <vt:lpstr>Błędy w dopasowaniu struktury do złożoności</vt:lpstr>
      <vt:lpstr>Czy większy zespół = szybszy projekt?</vt:lpstr>
      <vt:lpstr>Problem komunikacji W DUŻYCH ZESPOŁACH PROJEKTOWYCH</vt:lpstr>
      <vt:lpstr>OPTYMALNA WIELKOŚĆ ZESPOŁU</vt:lpstr>
      <vt:lpstr>KONFLIKTY KOMPETENCYJNE</vt:lpstr>
      <vt:lpstr>ODPOWIEDZIALNOŚĆ ZBIOROWA vs INDYWIDUALNA</vt:lpstr>
      <vt:lpstr>SKALOWANIE ORGANIZACJI</vt:lpstr>
      <vt:lpstr>Zagrożenia skalowania</vt:lpstr>
      <vt:lpstr>T-SHAPED SKILLS</vt:lpstr>
      <vt:lpstr>Znaczenie T-shaped w projektach</vt:lpstr>
      <vt:lpstr>PRZYWÓDZTWO</vt:lpstr>
      <vt:lpstr>TEAM SOFTWARE PROCESS (TSP)</vt:lpstr>
      <vt:lpstr>Kluczowe role w TSP</vt:lpstr>
      <vt:lpstr>Charakterystyka TSP</vt:lpstr>
      <vt:lpstr>ROLA KIEROWNIKA PROJEKTU W AGILE</vt:lpstr>
      <vt:lpstr>Co robi PM w Agile?</vt:lpstr>
      <vt:lpstr>WARTOŚĆ BIZNESOWA W SCRUM</vt:lpstr>
      <vt:lpstr>DATA SCIENCE vs SOFTWARE ENGINEERING</vt:lpstr>
      <vt:lpstr>ZESPÓŁ SAMOORGANIZUJĄCY SIĘ</vt:lpstr>
      <vt:lpstr>Warunki efektywności</vt:lpstr>
      <vt:lpstr>INTELIGENCJA EMOCJONALNA LIDERA</vt:lpstr>
      <vt:lpstr>SILOSY KOMPETENCYJNE</vt:lpstr>
      <vt:lpstr>Jak unikać silosów?</vt:lpstr>
      <vt:lpstr>ZESPOŁY HIGH-PERFORMING</vt:lpstr>
      <vt:lpstr>Prezentacja programu PowerPoint</vt:lpstr>
      <vt:lpstr>Jak budować taki zespół?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Hałys</dc:creator>
  <cp:lastModifiedBy>Filip Hałys</cp:lastModifiedBy>
  <cp:revision>1</cp:revision>
  <dcterms:created xsi:type="dcterms:W3CDTF">2026-03-24T20:16:50Z</dcterms:created>
  <dcterms:modified xsi:type="dcterms:W3CDTF">2026-03-24T21:46:44Z</dcterms:modified>
</cp:coreProperties>
</file>