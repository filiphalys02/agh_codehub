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9"/>
  </p:notesMasterIdLst>
  <p:sldIdLst>
    <p:sldId id="256" r:id="rId2"/>
    <p:sldId id="274" r:id="rId3"/>
    <p:sldId id="329" r:id="rId4"/>
    <p:sldId id="330" r:id="rId5"/>
    <p:sldId id="299" r:id="rId6"/>
    <p:sldId id="269" r:id="rId7"/>
    <p:sldId id="282" r:id="rId8"/>
    <p:sldId id="294" r:id="rId9"/>
    <p:sldId id="293" r:id="rId10"/>
    <p:sldId id="296" r:id="rId11"/>
    <p:sldId id="302" r:id="rId12"/>
    <p:sldId id="331" r:id="rId13"/>
    <p:sldId id="292" r:id="rId14"/>
    <p:sldId id="295" r:id="rId15"/>
    <p:sldId id="291" r:id="rId16"/>
    <p:sldId id="297" r:id="rId17"/>
    <p:sldId id="332" r:id="rId18"/>
    <p:sldId id="333" r:id="rId19"/>
    <p:sldId id="264" r:id="rId20"/>
    <p:sldId id="262" r:id="rId21"/>
    <p:sldId id="290" r:id="rId22"/>
    <p:sldId id="298" r:id="rId23"/>
    <p:sldId id="300" r:id="rId24"/>
    <p:sldId id="334" r:id="rId25"/>
    <p:sldId id="314" r:id="rId26"/>
    <p:sldId id="275" r:id="rId27"/>
    <p:sldId id="313" r:id="rId28"/>
    <p:sldId id="337" r:id="rId29"/>
    <p:sldId id="338" r:id="rId30"/>
    <p:sldId id="301" r:id="rId31"/>
    <p:sldId id="339" r:id="rId32"/>
    <p:sldId id="288" r:id="rId33"/>
    <p:sldId id="312" r:id="rId34"/>
    <p:sldId id="341" r:id="rId35"/>
    <p:sldId id="287" r:id="rId36"/>
    <p:sldId id="315" r:id="rId37"/>
    <p:sldId id="286" r:id="rId38"/>
  </p:sldIdLst>
  <p:sldSz cx="18288000" cy="10287000"/>
  <p:notesSz cx="6858000" cy="9144000"/>
  <p:embeddedFontLst>
    <p:embeddedFont>
      <p:font typeface="Inter" panose="020B0604020202020204" charset="0"/>
      <p:regular r:id="rId40"/>
    </p:embeddedFont>
    <p:embeddedFont>
      <p:font typeface="Libre Franklin Bold" panose="020B0604020202020204" charset="0"/>
      <p:regular r:id="rId41"/>
    </p:embeddedFont>
    <p:embeddedFont>
      <p:font typeface="Libre Franklin Ultra-Bold" panose="020B0604020202020204" charset="0"/>
      <p:regular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B8883B-5657-46E2-A00D-0B5608DB663C}" v="116" dt="2026-03-19T23:42:16.8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2418" autoAdjust="0"/>
  </p:normalViewPr>
  <p:slideViewPr>
    <p:cSldViewPr>
      <p:cViewPr varScale="1">
        <p:scale>
          <a:sx n="40" d="100"/>
          <a:sy n="40" d="100"/>
        </p:scale>
        <p:origin x="1550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ilip Hałys" userId="5320c6f947d66da6" providerId="LiveId" clId="{BC6DC095-9609-48CF-A6DE-6C508F11F8A7}"/>
    <pc:docChg chg="undo custSel addSld delSld modSld sldOrd">
      <pc:chgData name="Filip Hałys" userId="5320c6f947d66da6" providerId="LiveId" clId="{BC6DC095-9609-48CF-A6DE-6C508F11F8A7}" dt="2026-03-19T23:42:24.848" v="6005" actId="20577"/>
      <pc:docMkLst>
        <pc:docMk/>
      </pc:docMkLst>
      <pc:sldChg chg="modSp mod">
        <pc:chgData name="Filip Hałys" userId="5320c6f947d66da6" providerId="LiveId" clId="{BC6DC095-9609-48CF-A6DE-6C508F11F8A7}" dt="2026-03-19T21:12:56.844" v="65" actId="20577"/>
        <pc:sldMkLst>
          <pc:docMk/>
          <pc:sldMk cId="0" sldId="256"/>
        </pc:sldMkLst>
        <pc:spChg chg="mod">
          <ac:chgData name="Filip Hałys" userId="5320c6f947d66da6" providerId="LiveId" clId="{BC6DC095-9609-48CF-A6DE-6C508F11F8A7}" dt="2026-03-19T21:12:51.390" v="64" actId="20577"/>
          <ac:spMkLst>
            <pc:docMk/>
            <pc:sldMk cId="0" sldId="256"/>
            <ac:spMk id="10" creationId="{00000000-0000-0000-0000-000000000000}"/>
          </ac:spMkLst>
        </pc:spChg>
        <pc:spChg chg="mod">
          <ac:chgData name="Filip Hałys" userId="5320c6f947d66da6" providerId="LiveId" clId="{BC6DC095-9609-48CF-A6DE-6C508F11F8A7}" dt="2026-03-19T21:12:56.844" v="65" actId="20577"/>
          <ac:spMkLst>
            <pc:docMk/>
            <pc:sldMk cId="0" sldId="256"/>
            <ac:spMk id="11" creationId="{00000000-0000-0000-0000-000000000000}"/>
          </ac:spMkLst>
        </pc:spChg>
      </pc:sldChg>
      <pc:sldChg chg="ord">
        <pc:chgData name="Filip Hałys" userId="5320c6f947d66da6" providerId="LiveId" clId="{BC6DC095-9609-48CF-A6DE-6C508F11F8A7}" dt="2026-03-19T22:19:50.066" v="2630"/>
        <pc:sldMkLst>
          <pc:docMk/>
          <pc:sldMk cId="0" sldId="260"/>
        </pc:sldMkLst>
      </pc:sldChg>
      <pc:sldChg chg="addSp delSp modSp mod ord modNotesTx">
        <pc:chgData name="Filip Hałys" userId="5320c6f947d66da6" providerId="LiveId" clId="{BC6DC095-9609-48CF-A6DE-6C508F11F8A7}" dt="2026-03-19T22:49:03.998" v="3778" actId="20577"/>
        <pc:sldMkLst>
          <pc:docMk/>
          <pc:sldMk cId="0" sldId="262"/>
        </pc:sldMkLst>
        <pc:spChg chg="mod">
          <ac:chgData name="Filip Hałys" userId="5320c6f947d66da6" providerId="LiveId" clId="{BC6DC095-9609-48CF-A6DE-6C508F11F8A7}" dt="2026-03-19T22:44:33.057" v="3505" actId="20577"/>
          <ac:spMkLst>
            <pc:docMk/>
            <pc:sldMk cId="0" sldId="262"/>
            <ac:spMk id="4" creationId="{00000000-0000-0000-0000-000000000000}"/>
          </ac:spMkLst>
        </pc:spChg>
        <pc:spChg chg="del">
          <ac:chgData name="Filip Hałys" userId="5320c6f947d66da6" providerId="LiveId" clId="{BC6DC095-9609-48CF-A6DE-6C508F11F8A7}" dt="2026-03-19T22:46:28.519" v="3716" actId="478"/>
          <ac:spMkLst>
            <pc:docMk/>
            <pc:sldMk cId="0" sldId="262"/>
            <ac:spMk id="5" creationId="{00000000-0000-0000-0000-000000000000}"/>
          </ac:spMkLst>
        </pc:spChg>
        <pc:spChg chg="mod">
          <ac:chgData name="Filip Hałys" userId="5320c6f947d66da6" providerId="LiveId" clId="{BC6DC095-9609-48CF-A6DE-6C508F11F8A7}" dt="2026-03-19T22:46:14.945" v="3715" actId="20577"/>
          <ac:spMkLst>
            <pc:docMk/>
            <pc:sldMk cId="0" sldId="262"/>
            <ac:spMk id="6" creationId="{00000000-0000-0000-0000-000000000000}"/>
          </ac:spMkLst>
        </pc:spChg>
        <pc:spChg chg="mod">
          <ac:chgData name="Filip Hałys" userId="5320c6f947d66da6" providerId="LiveId" clId="{BC6DC095-9609-48CF-A6DE-6C508F11F8A7}" dt="2026-03-19T22:47:10.767" v="3723" actId="1076"/>
          <ac:spMkLst>
            <pc:docMk/>
            <pc:sldMk cId="0" sldId="262"/>
            <ac:spMk id="7" creationId="{00000000-0000-0000-0000-000000000000}"/>
          </ac:spMkLst>
        </pc:spChg>
        <pc:spChg chg="add mod">
          <ac:chgData name="Filip Hałys" userId="5320c6f947d66da6" providerId="LiveId" clId="{BC6DC095-9609-48CF-A6DE-6C508F11F8A7}" dt="2026-03-19T22:48:50.453" v="3772" actId="1076"/>
          <ac:spMkLst>
            <pc:docMk/>
            <pc:sldMk cId="0" sldId="262"/>
            <ac:spMk id="10" creationId="{6935294E-AD41-86D7-B85B-2FE8D88352AB}"/>
          </ac:spMkLst>
        </pc:spChg>
        <pc:grpChg chg="del">
          <ac:chgData name="Filip Hałys" userId="5320c6f947d66da6" providerId="LiveId" clId="{BC6DC095-9609-48CF-A6DE-6C508F11F8A7}" dt="2026-03-19T22:46:55.105" v="3717" actId="478"/>
          <ac:grpSpMkLst>
            <pc:docMk/>
            <pc:sldMk cId="0" sldId="262"/>
            <ac:grpSpMk id="2" creationId="{00000000-0000-0000-0000-000000000000}"/>
          </ac:grpSpMkLst>
        </pc:grpChg>
        <pc:picChg chg="add mod">
          <ac:chgData name="Filip Hałys" userId="5320c6f947d66da6" providerId="LiveId" clId="{BC6DC095-9609-48CF-A6DE-6C508F11F8A7}" dt="2026-03-19T22:47:06.646" v="3722" actId="1076"/>
          <ac:picMkLst>
            <pc:docMk/>
            <pc:sldMk cId="0" sldId="262"/>
            <ac:picMk id="9" creationId="{6D598C52-B3F3-8A9C-49A0-028B7674E2F9}"/>
          </ac:picMkLst>
        </pc:picChg>
      </pc:sldChg>
      <pc:sldChg chg="addSp delSp modSp mod ord">
        <pc:chgData name="Filip Hałys" userId="5320c6f947d66da6" providerId="LiveId" clId="{BC6DC095-9609-48CF-A6DE-6C508F11F8A7}" dt="2026-03-19T22:40:10.452" v="3467" actId="20577"/>
        <pc:sldMkLst>
          <pc:docMk/>
          <pc:sldMk cId="0" sldId="264"/>
        </pc:sldMkLst>
        <pc:spChg chg="add">
          <ac:chgData name="Filip Hałys" userId="5320c6f947d66da6" providerId="LiveId" clId="{BC6DC095-9609-48CF-A6DE-6C508F11F8A7}" dt="2026-03-19T22:39:28.621" v="3434"/>
          <ac:spMkLst>
            <pc:docMk/>
            <pc:sldMk cId="0" sldId="264"/>
            <ac:spMk id="2" creationId="{24AB1756-88B5-FC3D-86A3-D5C6256345E8}"/>
          </ac:spMkLst>
        </pc:spChg>
        <pc:spChg chg="mod">
          <ac:chgData name="Filip Hałys" userId="5320c6f947d66da6" providerId="LiveId" clId="{BC6DC095-9609-48CF-A6DE-6C508F11F8A7}" dt="2026-03-19T22:38:56.265" v="3413"/>
          <ac:spMkLst>
            <pc:docMk/>
            <pc:sldMk cId="0" sldId="264"/>
            <ac:spMk id="5" creationId="{00000000-0000-0000-0000-000000000000}"/>
          </ac:spMkLst>
        </pc:spChg>
        <pc:spChg chg="mod">
          <ac:chgData name="Filip Hałys" userId="5320c6f947d66da6" providerId="LiveId" clId="{BC6DC095-9609-48CF-A6DE-6C508F11F8A7}" dt="2026-03-19T22:38:57.626" v="3414"/>
          <ac:spMkLst>
            <pc:docMk/>
            <pc:sldMk cId="0" sldId="264"/>
            <ac:spMk id="6" creationId="{00000000-0000-0000-0000-000000000000}"/>
          </ac:spMkLst>
        </pc:spChg>
        <pc:spChg chg="mod">
          <ac:chgData name="Filip Hałys" userId="5320c6f947d66da6" providerId="LiveId" clId="{BC6DC095-9609-48CF-A6DE-6C508F11F8A7}" dt="2026-03-19T22:40:10.452" v="3467" actId="20577"/>
          <ac:spMkLst>
            <pc:docMk/>
            <pc:sldMk cId="0" sldId="264"/>
            <ac:spMk id="8" creationId="{00000000-0000-0000-0000-000000000000}"/>
          </ac:spMkLst>
        </pc:spChg>
        <pc:spChg chg="mod">
          <ac:chgData name="Filip Hałys" userId="5320c6f947d66da6" providerId="LiveId" clId="{BC6DC095-9609-48CF-A6DE-6C508F11F8A7}" dt="2026-03-19T22:39:38.840" v="3439"/>
          <ac:spMkLst>
            <pc:docMk/>
            <pc:sldMk cId="0" sldId="264"/>
            <ac:spMk id="9" creationId="{00000000-0000-0000-0000-000000000000}"/>
          </ac:spMkLst>
        </pc:spChg>
        <pc:spChg chg="add del">
          <ac:chgData name="Filip Hałys" userId="5320c6f947d66da6" providerId="LiveId" clId="{BC6DC095-9609-48CF-A6DE-6C508F11F8A7}" dt="2026-03-19T22:39:35.656" v="3437" actId="22"/>
          <ac:spMkLst>
            <pc:docMk/>
            <pc:sldMk cId="0" sldId="264"/>
            <ac:spMk id="10" creationId="{4ECD9AE5-7798-D487-24E2-3828483A5FC6}"/>
          </ac:spMkLst>
        </pc:spChg>
        <pc:grpChg chg="mod">
          <ac:chgData name="Filip Hałys" userId="5320c6f947d66da6" providerId="LiveId" clId="{BC6DC095-9609-48CF-A6DE-6C508F11F8A7}" dt="2026-03-19T22:38:56.265" v="3413"/>
          <ac:grpSpMkLst>
            <pc:docMk/>
            <pc:sldMk cId="0" sldId="264"/>
            <ac:grpSpMk id="4" creationId="{00000000-0000-0000-0000-000000000000}"/>
          </ac:grpSpMkLst>
        </pc:grpChg>
        <pc:grpChg chg="mod">
          <ac:chgData name="Filip Hałys" userId="5320c6f947d66da6" providerId="LiveId" clId="{BC6DC095-9609-48CF-A6DE-6C508F11F8A7}" dt="2026-03-19T22:39:38.840" v="3439"/>
          <ac:grpSpMkLst>
            <pc:docMk/>
            <pc:sldMk cId="0" sldId="264"/>
            <ac:grpSpMk id="7" creationId="{00000000-0000-0000-0000-000000000000}"/>
          </ac:grpSpMkLst>
        </pc:grpChg>
      </pc:sldChg>
      <pc:sldChg chg="addSp modSp mod modNotesTx">
        <pc:chgData name="Filip Hałys" userId="5320c6f947d66da6" providerId="LiveId" clId="{BC6DC095-9609-48CF-A6DE-6C508F11F8A7}" dt="2026-03-19T21:58:28.442" v="1376" actId="20577"/>
        <pc:sldMkLst>
          <pc:docMk/>
          <pc:sldMk cId="0" sldId="269"/>
        </pc:sldMkLst>
        <pc:spChg chg="mod">
          <ac:chgData name="Filip Hałys" userId="5320c6f947d66da6" providerId="LiveId" clId="{BC6DC095-9609-48CF-A6DE-6C508F11F8A7}" dt="2026-03-19T21:57:08.050" v="1345" actId="1076"/>
          <ac:spMkLst>
            <pc:docMk/>
            <pc:sldMk cId="0" sldId="269"/>
            <ac:spMk id="2" creationId="{A6B1203F-8591-1F9B-A5B5-DB240ABE440D}"/>
          </ac:spMkLst>
        </pc:spChg>
        <pc:spChg chg="mod">
          <ac:chgData name="Filip Hałys" userId="5320c6f947d66da6" providerId="LiveId" clId="{BC6DC095-9609-48CF-A6DE-6C508F11F8A7}" dt="2026-03-19T21:54:56.795" v="1342" actId="1076"/>
          <ac:spMkLst>
            <pc:docMk/>
            <pc:sldMk cId="0" sldId="269"/>
            <ac:spMk id="3" creationId="{CB6F7A34-3194-B644-CCB8-095CB8B3A1FA}"/>
          </ac:spMkLst>
        </pc:spChg>
        <pc:spChg chg="mod">
          <ac:chgData name="Filip Hałys" userId="5320c6f947d66da6" providerId="LiveId" clId="{BC6DC095-9609-48CF-A6DE-6C508F11F8A7}" dt="2026-03-19T21:57:08.050" v="1345" actId="1076"/>
          <ac:spMkLst>
            <pc:docMk/>
            <pc:sldMk cId="0" sldId="269"/>
            <ac:spMk id="5" creationId="{00000000-0000-0000-0000-000000000000}"/>
          </ac:spMkLst>
        </pc:spChg>
        <pc:spChg chg="mod">
          <ac:chgData name="Filip Hałys" userId="5320c6f947d66da6" providerId="LiveId" clId="{BC6DC095-9609-48CF-A6DE-6C508F11F8A7}" dt="2026-03-19T21:57:08.050" v="1345" actId="1076"/>
          <ac:spMkLst>
            <pc:docMk/>
            <pc:sldMk cId="0" sldId="269"/>
            <ac:spMk id="8" creationId="{00000000-0000-0000-0000-000000000000}"/>
          </ac:spMkLst>
        </pc:spChg>
        <pc:spChg chg="mod">
          <ac:chgData name="Filip Hałys" userId="5320c6f947d66da6" providerId="LiveId" clId="{BC6DC095-9609-48CF-A6DE-6C508F11F8A7}" dt="2026-03-19T21:57:08.050" v="1345" actId="1076"/>
          <ac:spMkLst>
            <pc:docMk/>
            <pc:sldMk cId="0" sldId="269"/>
            <ac:spMk id="15" creationId="{00000000-0000-0000-0000-000000000000}"/>
          </ac:spMkLst>
        </pc:spChg>
        <pc:spChg chg="mod">
          <ac:chgData name="Filip Hałys" userId="5320c6f947d66da6" providerId="LiveId" clId="{BC6DC095-9609-48CF-A6DE-6C508F11F8A7}" dt="2026-03-19T21:57:08.050" v="1345" actId="1076"/>
          <ac:spMkLst>
            <pc:docMk/>
            <pc:sldMk cId="0" sldId="269"/>
            <ac:spMk id="17" creationId="{037BA44C-67BD-89C5-61E5-4884303EFA21}"/>
          </ac:spMkLst>
        </pc:spChg>
        <pc:picChg chg="add mod">
          <ac:chgData name="Filip Hałys" userId="5320c6f947d66da6" providerId="LiveId" clId="{BC6DC095-9609-48CF-A6DE-6C508F11F8A7}" dt="2026-03-19T21:57:11.489" v="1348" actId="1076"/>
          <ac:picMkLst>
            <pc:docMk/>
            <pc:sldMk cId="0" sldId="269"/>
            <ac:picMk id="6" creationId="{B5F2A97E-B43A-0C66-03C9-BC1FC47DCABC}"/>
          </ac:picMkLst>
        </pc:picChg>
      </pc:sldChg>
      <pc:sldChg chg="modSp mod">
        <pc:chgData name="Filip Hałys" userId="5320c6f947d66da6" providerId="LiveId" clId="{BC6DC095-9609-48CF-A6DE-6C508F11F8A7}" dt="2026-03-19T21:28:19.358" v="208" actId="20577"/>
        <pc:sldMkLst>
          <pc:docMk/>
          <pc:sldMk cId="0" sldId="274"/>
        </pc:sldMkLst>
        <pc:spChg chg="mod">
          <ac:chgData name="Filip Hałys" userId="5320c6f947d66da6" providerId="LiveId" clId="{BC6DC095-9609-48CF-A6DE-6C508F11F8A7}" dt="2026-03-19T21:28:19.358" v="208" actId="20577"/>
          <ac:spMkLst>
            <pc:docMk/>
            <pc:sldMk cId="0" sldId="274"/>
            <ac:spMk id="2" creationId="{00000000-0000-0000-0000-000000000000}"/>
          </ac:spMkLst>
        </pc:spChg>
        <pc:spChg chg="mod">
          <ac:chgData name="Filip Hałys" userId="5320c6f947d66da6" providerId="LiveId" clId="{BC6DC095-9609-48CF-A6DE-6C508F11F8A7}" dt="2026-03-19T21:22:59.860" v="98" actId="20577"/>
          <ac:spMkLst>
            <pc:docMk/>
            <pc:sldMk cId="0" sldId="274"/>
            <ac:spMk id="4" creationId="{00000000-0000-0000-0000-000000000000}"/>
          </ac:spMkLst>
        </pc:spChg>
      </pc:sldChg>
      <pc:sldChg chg="addSp delSp modSp mod ord">
        <pc:chgData name="Filip Hałys" userId="5320c6f947d66da6" providerId="LiveId" clId="{BC6DC095-9609-48CF-A6DE-6C508F11F8A7}" dt="2026-03-19T23:08:42.539" v="4368" actId="1076"/>
        <pc:sldMkLst>
          <pc:docMk/>
          <pc:sldMk cId="0" sldId="275"/>
        </pc:sldMkLst>
        <pc:spChg chg="mod">
          <ac:chgData name="Filip Hałys" userId="5320c6f947d66da6" providerId="LiveId" clId="{BC6DC095-9609-48CF-A6DE-6C508F11F8A7}" dt="2026-03-19T23:08:03.662" v="4358" actId="1076"/>
          <ac:spMkLst>
            <pc:docMk/>
            <pc:sldMk cId="0" sldId="275"/>
            <ac:spMk id="2" creationId="{00000000-0000-0000-0000-000000000000}"/>
          </ac:spMkLst>
        </pc:spChg>
        <pc:spChg chg="del mod">
          <ac:chgData name="Filip Hałys" userId="5320c6f947d66da6" providerId="LiveId" clId="{BC6DC095-9609-48CF-A6DE-6C508F11F8A7}" dt="2026-03-19T23:07:13.086" v="4352" actId="478"/>
          <ac:spMkLst>
            <pc:docMk/>
            <pc:sldMk cId="0" sldId="275"/>
            <ac:spMk id="3" creationId="{00000000-0000-0000-0000-000000000000}"/>
          </ac:spMkLst>
        </pc:spChg>
        <pc:spChg chg="del topLvl">
          <ac:chgData name="Filip Hałys" userId="5320c6f947d66da6" providerId="LiveId" clId="{BC6DC095-9609-48CF-A6DE-6C508F11F8A7}" dt="2026-03-19T23:07:09.233" v="4349" actId="478"/>
          <ac:spMkLst>
            <pc:docMk/>
            <pc:sldMk cId="0" sldId="275"/>
            <ac:spMk id="7" creationId="{00000000-0000-0000-0000-000000000000}"/>
          </ac:spMkLst>
        </pc:spChg>
        <pc:spChg chg="del topLvl">
          <ac:chgData name="Filip Hałys" userId="5320c6f947d66da6" providerId="LiveId" clId="{BC6DC095-9609-48CF-A6DE-6C508F11F8A7}" dt="2026-03-19T23:07:10.517" v="4350" actId="478"/>
          <ac:spMkLst>
            <pc:docMk/>
            <pc:sldMk cId="0" sldId="275"/>
            <ac:spMk id="8" creationId="{00000000-0000-0000-0000-000000000000}"/>
          </ac:spMkLst>
        </pc:spChg>
        <pc:spChg chg="mod">
          <ac:chgData name="Filip Hałys" userId="5320c6f947d66da6" providerId="LiveId" clId="{BC6DC095-9609-48CF-A6DE-6C508F11F8A7}" dt="2026-03-19T23:08:14.574" v="4362" actId="1076"/>
          <ac:spMkLst>
            <pc:docMk/>
            <pc:sldMk cId="0" sldId="275"/>
            <ac:spMk id="9" creationId="{00000000-0000-0000-0000-000000000000}"/>
          </ac:spMkLst>
        </pc:spChg>
        <pc:spChg chg="add mod">
          <ac:chgData name="Filip Hałys" userId="5320c6f947d66da6" providerId="LiveId" clId="{BC6DC095-9609-48CF-A6DE-6C508F11F8A7}" dt="2026-03-19T23:08:42.539" v="4368" actId="1076"/>
          <ac:spMkLst>
            <pc:docMk/>
            <pc:sldMk cId="0" sldId="275"/>
            <ac:spMk id="12" creationId="{84084EE8-0BA9-8DFF-E663-3647FF63A50A}"/>
          </ac:spMkLst>
        </pc:spChg>
        <pc:grpChg chg="del">
          <ac:chgData name="Filip Hałys" userId="5320c6f947d66da6" providerId="LiveId" clId="{BC6DC095-9609-48CF-A6DE-6C508F11F8A7}" dt="2026-03-19T23:07:55.799" v="4353" actId="478"/>
          <ac:grpSpMkLst>
            <pc:docMk/>
            <pc:sldMk cId="0" sldId="275"/>
            <ac:grpSpMk id="4" creationId="{00000000-0000-0000-0000-000000000000}"/>
          </ac:grpSpMkLst>
        </pc:grpChg>
        <pc:grpChg chg="del">
          <ac:chgData name="Filip Hałys" userId="5320c6f947d66da6" providerId="LiveId" clId="{BC6DC095-9609-48CF-A6DE-6C508F11F8A7}" dt="2026-03-19T23:07:09.233" v="4349" actId="478"/>
          <ac:grpSpMkLst>
            <pc:docMk/>
            <pc:sldMk cId="0" sldId="275"/>
            <ac:grpSpMk id="6" creationId="{00000000-0000-0000-0000-000000000000}"/>
          </ac:grpSpMkLst>
        </pc:grpChg>
        <pc:picChg chg="add mod">
          <ac:chgData name="Filip Hałys" userId="5320c6f947d66da6" providerId="LiveId" clId="{BC6DC095-9609-48CF-A6DE-6C508F11F8A7}" dt="2026-03-19T23:08:19.030" v="4364" actId="1076"/>
          <ac:picMkLst>
            <pc:docMk/>
            <pc:sldMk cId="0" sldId="275"/>
            <ac:picMk id="11" creationId="{D2EECFCE-E83D-D309-2F9A-D102D302CA19}"/>
          </ac:picMkLst>
        </pc:picChg>
      </pc:sldChg>
      <pc:sldChg chg="addSp delSp modSp mod modNotesTx">
        <pc:chgData name="Filip Hałys" userId="5320c6f947d66da6" providerId="LiveId" clId="{BC6DC095-9609-48CF-A6DE-6C508F11F8A7}" dt="2026-03-19T22:05:01.887" v="2024" actId="1076"/>
        <pc:sldMkLst>
          <pc:docMk/>
          <pc:sldMk cId="978416522" sldId="282"/>
        </pc:sldMkLst>
        <pc:spChg chg="del mod">
          <ac:chgData name="Filip Hałys" userId="5320c6f947d66da6" providerId="LiveId" clId="{BC6DC095-9609-48CF-A6DE-6C508F11F8A7}" dt="2026-03-19T21:59:47.503" v="1379"/>
          <ac:spMkLst>
            <pc:docMk/>
            <pc:sldMk cId="978416522" sldId="282"/>
            <ac:spMk id="2" creationId="{942B6D99-8332-B022-877C-1C263FA59374}"/>
          </ac:spMkLst>
        </pc:spChg>
        <pc:spChg chg="mod">
          <ac:chgData name="Filip Hałys" userId="5320c6f947d66da6" providerId="LiveId" clId="{BC6DC095-9609-48CF-A6DE-6C508F11F8A7}" dt="2026-03-19T21:59:53.868" v="1384" actId="20577"/>
          <ac:spMkLst>
            <pc:docMk/>
            <pc:sldMk cId="978416522" sldId="282"/>
            <ac:spMk id="4" creationId="{649C56C5-3A5D-B2AB-D3FF-334AC1461C40}"/>
          </ac:spMkLst>
        </pc:spChg>
        <pc:spChg chg="add mod">
          <ac:chgData name="Filip Hałys" userId="5320c6f947d66da6" providerId="LiveId" clId="{BC6DC095-9609-48CF-A6DE-6C508F11F8A7}" dt="2026-03-19T22:05:01.887" v="2024" actId="1076"/>
          <ac:spMkLst>
            <pc:docMk/>
            <pc:sldMk cId="978416522" sldId="282"/>
            <ac:spMk id="8" creationId="{9E20B747-FA1B-9A5B-19A9-4A5574B14104}"/>
          </ac:spMkLst>
        </pc:spChg>
        <pc:picChg chg="add mod">
          <ac:chgData name="Filip Hałys" userId="5320c6f947d66da6" providerId="LiveId" clId="{BC6DC095-9609-48CF-A6DE-6C508F11F8A7}" dt="2026-03-19T21:59:52.078" v="1383" actId="1076"/>
          <ac:picMkLst>
            <pc:docMk/>
            <pc:sldMk cId="978416522" sldId="282"/>
            <ac:picMk id="7" creationId="{582802FC-829F-2903-CEB5-E329C9013E07}"/>
          </ac:picMkLst>
        </pc:picChg>
      </pc:sldChg>
      <pc:sldChg chg="delSp modSp mod ord modNotesTx">
        <pc:chgData name="Filip Hałys" userId="5320c6f947d66da6" providerId="LiveId" clId="{BC6DC095-9609-48CF-A6DE-6C508F11F8A7}" dt="2026-03-19T23:42:24.848" v="6005" actId="20577"/>
        <pc:sldMkLst>
          <pc:docMk/>
          <pc:sldMk cId="3623178768" sldId="286"/>
        </pc:sldMkLst>
        <pc:spChg chg="mod">
          <ac:chgData name="Filip Hałys" userId="5320c6f947d66da6" providerId="LiveId" clId="{BC6DC095-9609-48CF-A6DE-6C508F11F8A7}" dt="2026-03-19T23:41:04.266" v="5981" actId="20577"/>
          <ac:spMkLst>
            <pc:docMk/>
            <pc:sldMk cId="3623178768" sldId="286"/>
            <ac:spMk id="2" creationId="{910DE582-8D54-34CE-F077-F0C8270A5A5C}"/>
          </ac:spMkLst>
        </pc:spChg>
        <pc:spChg chg="del mod topLvl">
          <ac:chgData name="Filip Hałys" userId="5320c6f947d66da6" providerId="LiveId" clId="{BC6DC095-9609-48CF-A6DE-6C508F11F8A7}" dt="2026-03-19T23:41:10.224" v="5983" actId="478"/>
          <ac:spMkLst>
            <pc:docMk/>
            <pc:sldMk cId="3623178768" sldId="286"/>
            <ac:spMk id="4" creationId="{ADA9489F-5B59-809A-D793-4EC548830D5A}"/>
          </ac:spMkLst>
        </pc:spChg>
        <pc:spChg chg="topLvl">
          <ac:chgData name="Filip Hałys" userId="5320c6f947d66da6" providerId="LiveId" clId="{BC6DC095-9609-48CF-A6DE-6C508F11F8A7}" dt="2026-03-19T23:41:10.224" v="5983" actId="478"/>
          <ac:spMkLst>
            <pc:docMk/>
            <pc:sldMk cId="3623178768" sldId="286"/>
            <ac:spMk id="5" creationId="{778EFB21-D6F3-4705-AA23-635B8558533B}"/>
          </ac:spMkLst>
        </pc:spChg>
        <pc:grpChg chg="del">
          <ac:chgData name="Filip Hałys" userId="5320c6f947d66da6" providerId="LiveId" clId="{BC6DC095-9609-48CF-A6DE-6C508F11F8A7}" dt="2026-03-19T23:41:10.224" v="5983" actId="478"/>
          <ac:grpSpMkLst>
            <pc:docMk/>
            <pc:sldMk cId="3623178768" sldId="286"/>
            <ac:grpSpMk id="3" creationId="{B665BE5D-EC8A-BCDF-AA1E-E8F0B8F84BC2}"/>
          </ac:grpSpMkLst>
        </pc:grpChg>
      </pc:sldChg>
      <pc:sldChg chg="modSp mod ord">
        <pc:chgData name="Filip Hałys" userId="5320c6f947d66da6" providerId="LiveId" clId="{BC6DC095-9609-48CF-A6DE-6C508F11F8A7}" dt="2026-03-19T23:41:35.895" v="5991"/>
        <pc:sldMkLst>
          <pc:docMk/>
          <pc:sldMk cId="1998574153" sldId="287"/>
        </pc:sldMkLst>
        <pc:spChg chg="mod">
          <ac:chgData name="Filip Hałys" userId="5320c6f947d66da6" providerId="LiveId" clId="{BC6DC095-9609-48CF-A6DE-6C508F11F8A7}" dt="2026-03-19T23:37:05.710" v="5770" actId="20577"/>
          <ac:spMkLst>
            <pc:docMk/>
            <pc:sldMk cId="1998574153" sldId="287"/>
            <ac:spMk id="2" creationId="{3E5B180D-5907-4A00-9930-D237CD434E24}"/>
          </ac:spMkLst>
        </pc:spChg>
        <pc:spChg chg="mod">
          <ac:chgData name="Filip Hałys" userId="5320c6f947d66da6" providerId="LiveId" clId="{BC6DC095-9609-48CF-A6DE-6C508F11F8A7}" dt="2026-03-19T23:37:08.936" v="5771" actId="20577"/>
          <ac:spMkLst>
            <pc:docMk/>
            <pc:sldMk cId="1998574153" sldId="287"/>
            <ac:spMk id="4" creationId="{150806E9-8933-FFCB-6961-788BF07B4D71}"/>
          </ac:spMkLst>
        </pc:spChg>
      </pc:sldChg>
      <pc:sldChg chg="delSp modSp mod ord">
        <pc:chgData name="Filip Hałys" userId="5320c6f947d66da6" providerId="LiveId" clId="{BC6DC095-9609-48CF-A6DE-6C508F11F8A7}" dt="2026-03-19T23:27:59.920" v="5176" actId="478"/>
        <pc:sldMkLst>
          <pc:docMk/>
          <pc:sldMk cId="509795834" sldId="288"/>
        </pc:sldMkLst>
        <pc:spChg chg="mod">
          <ac:chgData name="Filip Hałys" userId="5320c6f947d66da6" providerId="LiveId" clId="{BC6DC095-9609-48CF-A6DE-6C508F11F8A7}" dt="2026-03-19T23:27:43.251" v="5170" actId="20577"/>
          <ac:spMkLst>
            <pc:docMk/>
            <pc:sldMk cId="509795834" sldId="288"/>
            <ac:spMk id="2" creationId="{30218561-D9D6-95F4-348A-A7B7CA7C0EDC}"/>
          </ac:spMkLst>
        </pc:spChg>
        <pc:spChg chg="del topLvl">
          <ac:chgData name="Filip Hałys" userId="5320c6f947d66da6" providerId="LiveId" clId="{BC6DC095-9609-48CF-A6DE-6C508F11F8A7}" dt="2026-03-19T23:27:59.920" v="5176" actId="478"/>
          <ac:spMkLst>
            <pc:docMk/>
            <pc:sldMk cId="509795834" sldId="288"/>
            <ac:spMk id="4" creationId="{1BD75410-C9BD-C0BF-6387-C6E5066682F9}"/>
          </ac:spMkLst>
        </pc:spChg>
        <pc:spChg chg="topLvl">
          <ac:chgData name="Filip Hałys" userId="5320c6f947d66da6" providerId="LiveId" clId="{BC6DC095-9609-48CF-A6DE-6C508F11F8A7}" dt="2026-03-19T23:27:59.920" v="5176" actId="478"/>
          <ac:spMkLst>
            <pc:docMk/>
            <pc:sldMk cId="509795834" sldId="288"/>
            <ac:spMk id="5" creationId="{8E0BAF13-0392-78B5-8C2E-0400F2BD1B51}"/>
          </ac:spMkLst>
        </pc:spChg>
        <pc:grpChg chg="del">
          <ac:chgData name="Filip Hałys" userId="5320c6f947d66da6" providerId="LiveId" clId="{BC6DC095-9609-48CF-A6DE-6C508F11F8A7}" dt="2026-03-19T23:27:59.920" v="5176" actId="478"/>
          <ac:grpSpMkLst>
            <pc:docMk/>
            <pc:sldMk cId="509795834" sldId="288"/>
            <ac:grpSpMk id="3" creationId="{715FB1E5-68B4-0039-6A69-B24C4593F04A}"/>
          </ac:grpSpMkLst>
        </pc:grpChg>
      </pc:sldChg>
      <pc:sldChg chg="addSp delSp modSp mod">
        <pc:chgData name="Filip Hałys" userId="5320c6f947d66da6" providerId="LiveId" clId="{BC6DC095-9609-48CF-A6DE-6C508F11F8A7}" dt="2026-03-19T23:27:11.499" v="5103" actId="22"/>
        <pc:sldMkLst>
          <pc:docMk/>
          <pc:sldMk cId="44808164" sldId="289"/>
        </pc:sldMkLst>
        <pc:spChg chg="del mod">
          <ac:chgData name="Filip Hałys" userId="5320c6f947d66da6" providerId="LiveId" clId="{BC6DC095-9609-48CF-A6DE-6C508F11F8A7}" dt="2026-03-19T23:27:09.392" v="5101"/>
          <ac:spMkLst>
            <pc:docMk/>
            <pc:sldMk cId="44808164" sldId="289"/>
            <ac:spMk id="2" creationId="{5E332E4E-C650-B371-DE95-F18B5D840E0C}"/>
          </ac:spMkLst>
        </pc:spChg>
        <pc:spChg chg="add del">
          <ac:chgData name="Filip Hałys" userId="5320c6f947d66da6" providerId="LiveId" clId="{BC6DC095-9609-48CF-A6DE-6C508F11F8A7}" dt="2026-03-19T23:27:11.499" v="5103" actId="22"/>
          <ac:spMkLst>
            <pc:docMk/>
            <pc:sldMk cId="44808164" sldId="289"/>
            <ac:spMk id="7" creationId="{404437D3-6CEC-FF93-E10F-FDDAA8960ECC}"/>
          </ac:spMkLst>
        </pc:spChg>
      </pc:sldChg>
      <pc:sldChg chg="modSp mod ord">
        <pc:chgData name="Filip Hałys" userId="5320c6f947d66da6" providerId="LiveId" clId="{BC6DC095-9609-48CF-A6DE-6C508F11F8A7}" dt="2026-03-19T22:50:37.862" v="3846" actId="20577"/>
        <pc:sldMkLst>
          <pc:docMk/>
          <pc:sldMk cId="1357274997" sldId="290"/>
        </pc:sldMkLst>
        <pc:spChg chg="mod">
          <ac:chgData name="Filip Hałys" userId="5320c6f947d66da6" providerId="LiveId" clId="{BC6DC095-9609-48CF-A6DE-6C508F11F8A7}" dt="2026-03-19T22:50:37.862" v="3846" actId="20577"/>
          <ac:spMkLst>
            <pc:docMk/>
            <pc:sldMk cId="1357274997" sldId="290"/>
            <ac:spMk id="2" creationId="{CCC9F9BE-D78D-107B-84CC-1BCDB31B43F2}"/>
          </ac:spMkLst>
        </pc:spChg>
      </pc:sldChg>
      <pc:sldChg chg="modSp mod ord modNotesTx">
        <pc:chgData name="Filip Hałys" userId="5320c6f947d66da6" providerId="LiveId" clId="{BC6DC095-9609-48CF-A6DE-6C508F11F8A7}" dt="2026-03-19T22:31:54.088" v="3321" actId="20577"/>
        <pc:sldMkLst>
          <pc:docMk/>
          <pc:sldMk cId="4164017850" sldId="291"/>
        </pc:sldMkLst>
        <pc:spChg chg="mod">
          <ac:chgData name="Filip Hałys" userId="5320c6f947d66da6" providerId="LiveId" clId="{BC6DC095-9609-48CF-A6DE-6C508F11F8A7}" dt="2026-03-19T22:30:20.072" v="3173" actId="20577"/>
          <ac:spMkLst>
            <pc:docMk/>
            <pc:sldMk cId="4164017850" sldId="291"/>
            <ac:spMk id="2" creationId="{B42AACA7-9298-0216-8B3F-C628B39C0042}"/>
          </ac:spMkLst>
        </pc:spChg>
        <pc:spChg chg="mod">
          <ac:chgData name="Filip Hałys" userId="5320c6f947d66da6" providerId="LiveId" clId="{BC6DC095-9609-48CF-A6DE-6C508F11F8A7}" dt="2026-03-19T22:30:27" v="3174" actId="20577"/>
          <ac:spMkLst>
            <pc:docMk/>
            <pc:sldMk cId="4164017850" sldId="291"/>
            <ac:spMk id="4" creationId="{64FFB2C5-E36C-D65E-7A7F-B708BD2AA66A}"/>
          </ac:spMkLst>
        </pc:spChg>
      </pc:sldChg>
      <pc:sldChg chg="addSp modSp mod ord modNotesTx">
        <pc:chgData name="Filip Hałys" userId="5320c6f947d66da6" providerId="LiveId" clId="{BC6DC095-9609-48CF-A6DE-6C508F11F8A7}" dt="2026-03-19T22:28:41.555" v="3099" actId="20577"/>
        <pc:sldMkLst>
          <pc:docMk/>
          <pc:sldMk cId="3848365841" sldId="292"/>
        </pc:sldMkLst>
        <pc:spChg chg="mod">
          <ac:chgData name="Filip Hałys" userId="5320c6f947d66da6" providerId="LiveId" clId="{BC6DC095-9609-48CF-A6DE-6C508F11F8A7}" dt="2026-03-19T22:24:56.863" v="2839" actId="20577"/>
          <ac:spMkLst>
            <pc:docMk/>
            <pc:sldMk cId="3848365841" sldId="292"/>
            <ac:spMk id="2" creationId="{0C4EF42F-9EEF-A05A-F1BB-38273E763470}"/>
          </ac:spMkLst>
        </pc:spChg>
        <pc:spChg chg="mod">
          <ac:chgData name="Filip Hałys" userId="5320c6f947d66da6" providerId="LiveId" clId="{BC6DC095-9609-48CF-A6DE-6C508F11F8A7}" dt="2026-03-19T22:25:05.109" v="2843" actId="20577"/>
          <ac:spMkLst>
            <pc:docMk/>
            <pc:sldMk cId="3848365841" sldId="292"/>
            <ac:spMk id="4" creationId="{7CC75A64-575E-40B5-51FE-16A694793E21}"/>
          </ac:spMkLst>
        </pc:spChg>
        <pc:spChg chg="add mod">
          <ac:chgData name="Filip Hałys" userId="5320c6f947d66da6" providerId="LiveId" clId="{BC6DC095-9609-48CF-A6DE-6C508F11F8A7}" dt="2026-03-19T22:26:11.154" v="2853" actId="1076"/>
          <ac:spMkLst>
            <pc:docMk/>
            <pc:sldMk cId="3848365841" sldId="292"/>
            <ac:spMk id="8" creationId="{D14943EF-B797-71F6-8A52-C145E1A0DA12}"/>
          </ac:spMkLst>
        </pc:spChg>
        <pc:picChg chg="add mod">
          <ac:chgData name="Filip Hałys" userId="5320c6f947d66da6" providerId="LiveId" clId="{BC6DC095-9609-48CF-A6DE-6C508F11F8A7}" dt="2026-03-19T22:25:01.666" v="2842" actId="1076"/>
          <ac:picMkLst>
            <pc:docMk/>
            <pc:sldMk cId="3848365841" sldId="292"/>
            <ac:picMk id="7" creationId="{711E1BE7-1CE3-D672-DF7B-544F879ED328}"/>
          </ac:picMkLst>
        </pc:picChg>
      </pc:sldChg>
      <pc:sldChg chg="addSp modSp mod modNotesTx">
        <pc:chgData name="Filip Hałys" userId="5320c6f947d66da6" providerId="LiveId" clId="{BC6DC095-9609-48CF-A6DE-6C508F11F8A7}" dt="2026-03-19T22:12:24.572" v="2315" actId="1076"/>
        <pc:sldMkLst>
          <pc:docMk/>
          <pc:sldMk cId="4219842476" sldId="293"/>
        </pc:sldMkLst>
        <pc:spChg chg="mod">
          <ac:chgData name="Filip Hałys" userId="5320c6f947d66da6" providerId="LiveId" clId="{BC6DC095-9609-48CF-A6DE-6C508F11F8A7}" dt="2026-03-19T22:11:19.129" v="2279" actId="20577"/>
          <ac:spMkLst>
            <pc:docMk/>
            <pc:sldMk cId="4219842476" sldId="293"/>
            <ac:spMk id="2" creationId="{E34701F5-CB1B-163D-D38A-E4AB1D816694}"/>
          </ac:spMkLst>
        </pc:spChg>
        <pc:spChg chg="mod">
          <ac:chgData name="Filip Hałys" userId="5320c6f947d66da6" providerId="LiveId" clId="{BC6DC095-9609-48CF-A6DE-6C508F11F8A7}" dt="2026-03-19T22:11:31.214" v="2280" actId="20577"/>
          <ac:spMkLst>
            <pc:docMk/>
            <pc:sldMk cId="4219842476" sldId="293"/>
            <ac:spMk id="4" creationId="{48DBB4B8-13C1-82BE-B621-BC661EEDC663}"/>
          </ac:spMkLst>
        </pc:spChg>
        <pc:picChg chg="add mod">
          <ac:chgData name="Filip Hałys" userId="5320c6f947d66da6" providerId="LiveId" clId="{BC6DC095-9609-48CF-A6DE-6C508F11F8A7}" dt="2026-03-19T22:12:24.572" v="2315" actId="1076"/>
          <ac:picMkLst>
            <pc:docMk/>
            <pc:sldMk cId="4219842476" sldId="293"/>
            <ac:picMk id="7" creationId="{86DB5031-1C10-0ACC-7CEF-0735FBB73BE4}"/>
          </ac:picMkLst>
        </pc:picChg>
      </pc:sldChg>
      <pc:sldChg chg="addSp delSp modSp mod modNotesTx">
        <pc:chgData name="Filip Hałys" userId="5320c6f947d66da6" providerId="LiveId" clId="{BC6DC095-9609-48CF-A6DE-6C508F11F8A7}" dt="2026-03-19T22:09:58.940" v="2267" actId="20577"/>
        <pc:sldMkLst>
          <pc:docMk/>
          <pc:sldMk cId="2977934150" sldId="294"/>
        </pc:sldMkLst>
        <pc:spChg chg="add">
          <ac:chgData name="Filip Hałys" userId="5320c6f947d66da6" providerId="LiveId" clId="{BC6DC095-9609-48CF-A6DE-6C508F11F8A7}" dt="2026-03-19T22:06:07.453" v="2056"/>
          <ac:spMkLst>
            <pc:docMk/>
            <pc:sldMk cId="2977934150" sldId="294"/>
            <ac:spMk id="2" creationId="{C1754C64-4AEC-448B-265A-861D1F8D04FD}"/>
          </ac:spMkLst>
        </pc:spChg>
        <pc:spChg chg="mod">
          <ac:chgData name="Filip Hałys" userId="5320c6f947d66da6" providerId="LiveId" clId="{BC6DC095-9609-48CF-A6DE-6C508F11F8A7}" dt="2026-03-19T22:08:25.416" v="2133" actId="1076"/>
          <ac:spMkLst>
            <pc:docMk/>
            <pc:sldMk cId="2977934150" sldId="294"/>
            <ac:spMk id="5" creationId="{A0FC3399-298D-681A-B9A5-22795D78047D}"/>
          </ac:spMkLst>
        </pc:spChg>
        <pc:spChg chg="del mod">
          <ac:chgData name="Filip Hałys" userId="5320c6f947d66da6" providerId="LiveId" clId="{BC6DC095-9609-48CF-A6DE-6C508F11F8A7}" dt="2026-03-19T22:08:17.047" v="2128" actId="478"/>
          <ac:spMkLst>
            <pc:docMk/>
            <pc:sldMk cId="2977934150" sldId="294"/>
            <ac:spMk id="6" creationId="{ED639683-0945-3707-1A9F-854B2CFC83F0}"/>
          </ac:spMkLst>
        </pc:spChg>
        <pc:spChg chg="del">
          <ac:chgData name="Filip Hałys" userId="5320c6f947d66da6" providerId="LiveId" clId="{BC6DC095-9609-48CF-A6DE-6C508F11F8A7}" dt="2026-03-19T22:08:18.122" v="2129" actId="478"/>
          <ac:spMkLst>
            <pc:docMk/>
            <pc:sldMk cId="2977934150" sldId="294"/>
            <ac:spMk id="7" creationId="{FB3BB279-EB43-D4A1-2A75-D72CCE25857A}"/>
          </ac:spMkLst>
        </pc:spChg>
        <pc:spChg chg="mod">
          <ac:chgData name="Filip Hałys" userId="5320c6f947d66da6" providerId="LiveId" clId="{BC6DC095-9609-48CF-A6DE-6C508F11F8A7}" dt="2026-03-19T22:08:41.985" v="2136" actId="1076"/>
          <ac:spMkLst>
            <pc:docMk/>
            <pc:sldMk cId="2977934150" sldId="294"/>
            <ac:spMk id="10" creationId="{E11E9976-AD62-C198-E57A-A92C9954711C}"/>
          </ac:spMkLst>
        </pc:spChg>
        <pc:picChg chg="add mod">
          <ac:chgData name="Filip Hałys" userId="5320c6f947d66da6" providerId="LiveId" clId="{BC6DC095-9609-48CF-A6DE-6C508F11F8A7}" dt="2026-03-19T22:08:27.196" v="2134" actId="1076"/>
          <ac:picMkLst>
            <pc:docMk/>
            <pc:sldMk cId="2977934150" sldId="294"/>
            <ac:picMk id="4" creationId="{36CC2BA1-B10B-33B7-66A9-EEF94C1B625A}"/>
          </ac:picMkLst>
        </pc:picChg>
        <pc:picChg chg="del">
          <ac:chgData name="Filip Hałys" userId="5320c6f947d66da6" providerId="LiveId" clId="{BC6DC095-9609-48CF-A6DE-6C508F11F8A7}" dt="2026-03-19T22:08:13.218" v="2125" actId="478"/>
          <ac:picMkLst>
            <pc:docMk/>
            <pc:sldMk cId="2977934150" sldId="294"/>
            <ac:picMk id="9" creationId="{C071F3B2-1A37-5474-BF95-F8BFC112392C}"/>
          </ac:picMkLst>
        </pc:picChg>
      </pc:sldChg>
      <pc:sldChg chg="addSp delSp modSp mod modNotesTx">
        <pc:chgData name="Filip Hałys" userId="5320c6f947d66da6" providerId="LiveId" clId="{BC6DC095-9609-48CF-A6DE-6C508F11F8A7}" dt="2026-03-19T22:29:05.764" v="3136" actId="20577"/>
        <pc:sldMkLst>
          <pc:docMk/>
          <pc:sldMk cId="1342061160" sldId="295"/>
        </pc:sldMkLst>
        <pc:spChg chg="del mod">
          <ac:chgData name="Filip Hałys" userId="5320c6f947d66da6" providerId="LiveId" clId="{BC6DC095-9609-48CF-A6DE-6C508F11F8A7}" dt="2026-03-19T22:25:48.244" v="2846" actId="478"/>
          <ac:spMkLst>
            <pc:docMk/>
            <pc:sldMk cId="1342061160" sldId="295"/>
            <ac:spMk id="2" creationId="{22E23E74-FD2E-F3AA-030A-70C816E4C26C}"/>
          </ac:spMkLst>
        </pc:spChg>
        <pc:spChg chg="add mod">
          <ac:chgData name="Filip Hałys" userId="5320c6f947d66da6" providerId="LiveId" clId="{BC6DC095-9609-48CF-A6DE-6C508F11F8A7}" dt="2026-03-19T22:26:19.943" v="2857" actId="1076"/>
          <ac:spMkLst>
            <pc:docMk/>
            <pc:sldMk cId="1342061160" sldId="295"/>
            <ac:spMk id="11" creationId="{A5B4C531-BE77-F730-7843-481C085FA6DD}"/>
          </ac:spMkLst>
        </pc:spChg>
        <pc:spChg chg="del">
          <ac:chgData name="Filip Hałys" userId="5320c6f947d66da6" providerId="LiveId" clId="{BC6DC095-9609-48CF-A6DE-6C508F11F8A7}" dt="2026-03-19T22:25:44.892" v="2845" actId="478"/>
          <ac:spMkLst>
            <pc:docMk/>
            <pc:sldMk cId="1342061160" sldId="295"/>
            <ac:spMk id="12" creationId="{A83E456A-25A5-19B3-40B1-7AF89D562366}"/>
          </ac:spMkLst>
        </pc:spChg>
        <pc:spChg chg="del">
          <ac:chgData name="Filip Hałys" userId="5320c6f947d66da6" providerId="LiveId" clId="{BC6DC095-9609-48CF-A6DE-6C508F11F8A7}" dt="2026-03-19T22:25:44.892" v="2845" actId="478"/>
          <ac:spMkLst>
            <pc:docMk/>
            <pc:sldMk cId="1342061160" sldId="295"/>
            <ac:spMk id="13" creationId="{6F9B9FD2-239C-C6ED-A7D0-A5DEF9A5B3A0}"/>
          </ac:spMkLst>
        </pc:spChg>
        <pc:spChg chg="del">
          <ac:chgData name="Filip Hałys" userId="5320c6f947d66da6" providerId="LiveId" clId="{BC6DC095-9609-48CF-A6DE-6C508F11F8A7}" dt="2026-03-19T22:25:44.892" v="2845" actId="478"/>
          <ac:spMkLst>
            <pc:docMk/>
            <pc:sldMk cId="1342061160" sldId="295"/>
            <ac:spMk id="15" creationId="{818D89F7-46C5-300C-77BC-7FE9B6A16431}"/>
          </ac:spMkLst>
        </pc:spChg>
        <pc:spChg chg="del">
          <ac:chgData name="Filip Hałys" userId="5320c6f947d66da6" providerId="LiveId" clId="{BC6DC095-9609-48CF-A6DE-6C508F11F8A7}" dt="2026-03-19T22:25:44.892" v="2845" actId="478"/>
          <ac:spMkLst>
            <pc:docMk/>
            <pc:sldMk cId="1342061160" sldId="295"/>
            <ac:spMk id="26" creationId="{A1E6FA2F-14AB-6F2A-EBAC-B9359ADB47DE}"/>
          </ac:spMkLst>
        </pc:spChg>
        <pc:grpChg chg="del">
          <ac:chgData name="Filip Hałys" userId="5320c6f947d66da6" providerId="LiveId" clId="{BC6DC095-9609-48CF-A6DE-6C508F11F8A7}" dt="2026-03-19T22:25:44.892" v="2845" actId="478"/>
          <ac:grpSpMkLst>
            <pc:docMk/>
            <pc:sldMk cId="1342061160" sldId="295"/>
            <ac:grpSpMk id="3" creationId="{2A2B8567-3950-4314-E9E8-D5202CE7D170}"/>
          </ac:grpSpMkLst>
        </pc:grpChg>
        <pc:grpChg chg="del">
          <ac:chgData name="Filip Hałys" userId="5320c6f947d66da6" providerId="LiveId" clId="{BC6DC095-9609-48CF-A6DE-6C508F11F8A7}" dt="2026-03-19T22:25:44.892" v="2845" actId="478"/>
          <ac:grpSpMkLst>
            <pc:docMk/>
            <pc:sldMk cId="1342061160" sldId="295"/>
            <ac:grpSpMk id="6" creationId="{29AC3F4A-378C-BA9B-C69B-6BE7BF58B216}"/>
          </ac:grpSpMkLst>
        </pc:grpChg>
        <pc:picChg chg="add mod">
          <ac:chgData name="Filip Hałys" userId="5320c6f947d66da6" providerId="LiveId" clId="{BC6DC095-9609-48CF-A6DE-6C508F11F8A7}" dt="2026-03-19T22:25:52.730" v="2849" actId="1076"/>
          <ac:picMkLst>
            <pc:docMk/>
            <pc:sldMk cId="1342061160" sldId="295"/>
            <ac:picMk id="10" creationId="{786E0314-AB3F-CC7A-74DF-AAF3186B4DA9}"/>
          </ac:picMkLst>
        </pc:picChg>
        <pc:picChg chg="del">
          <ac:chgData name="Filip Hałys" userId="5320c6f947d66da6" providerId="LiveId" clId="{BC6DC095-9609-48CF-A6DE-6C508F11F8A7}" dt="2026-03-19T22:25:44.892" v="2845" actId="478"/>
          <ac:picMkLst>
            <pc:docMk/>
            <pc:sldMk cId="1342061160" sldId="295"/>
            <ac:picMk id="18" creationId="{3AFE09AE-B10F-3BBB-6065-64643305B5F0}"/>
          </ac:picMkLst>
        </pc:picChg>
        <pc:picChg chg="del">
          <ac:chgData name="Filip Hałys" userId="5320c6f947d66da6" providerId="LiveId" clId="{BC6DC095-9609-48CF-A6DE-6C508F11F8A7}" dt="2026-03-19T22:25:44.892" v="2845" actId="478"/>
          <ac:picMkLst>
            <pc:docMk/>
            <pc:sldMk cId="1342061160" sldId="295"/>
            <ac:picMk id="20" creationId="{F22D1EB2-9328-0D4C-C92B-CE136F109502}"/>
          </ac:picMkLst>
        </pc:picChg>
        <pc:cxnChg chg="del">
          <ac:chgData name="Filip Hałys" userId="5320c6f947d66da6" providerId="LiveId" clId="{BC6DC095-9609-48CF-A6DE-6C508F11F8A7}" dt="2026-03-19T22:25:44.892" v="2845" actId="478"/>
          <ac:cxnSpMkLst>
            <pc:docMk/>
            <pc:sldMk cId="1342061160" sldId="295"/>
            <ac:cxnSpMk id="22" creationId="{FA73A9FC-E7AE-A4B0-7F95-AB4A870BD3BC}"/>
          </ac:cxnSpMkLst>
        </pc:cxnChg>
        <pc:cxnChg chg="del">
          <ac:chgData name="Filip Hałys" userId="5320c6f947d66da6" providerId="LiveId" clId="{BC6DC095-9609-48CF-A6DE-6C508F11F8A7}" dt="2026-03-19T22:25:44.892" v="2845" actId="478"/>
          <ac:cxnSpMkLst>
            <pc:docMk/>
            <pc:sldMk cId="1342061160" sldId="295"/>
            <ac:cxnSpMk id="24" creationId="{332BA165-D625-E6FB-C45E-1736CF1CEB62}"/>
          </ac:cxnSpMkLst>
        </pc:cxnChg>
      </pc:sldChg>
      <pc:sldChg chg="delSp modSp mod ord">
        <pc:chgData name="Filip Hałys" userId="5320c6f947d66da6" providerId="LiveId" clId="{BC6DC095-9609-48CF-A6DE-6C508F11F8A7}" dt="2026-03-19T22:15:28.499" v="2590" actId="478"/>
        <pc:sldMkLst>
          <pc:docMk/>
          <pc:sldMk cId="3668315228" sldId="296"/>
        </pc:sldMkLst>
        <pc:spChg chg="mod">
          <ac:chgData name="Filip Hałys" userId="5320c6f947d66da6" providerId="LiveId" clId="{BC6DC095-9609-48CF-A6DE-6C508F11F8A7}" dt="2026-03-19T22:12:45.715" v="2345" actId="20577"/>
          <ac:spMkLst>
            <pc:docMk/>
            <pc:sldMk cId="3668315228" sldId="296"/>
            <ac:spMk id="2" creationId="{F29FA1E3-1C52-3301-E130-E4F1C3062CA3}"/>
          </ac:spMkLst>
        </pc:spChg>
        <pc:spChg chg="mod">
          <ac:chgData name="Filip Hałys" userId="5320c6f947d66da6" providerId="LiveId" clId="{BC6DC095-9609-48CF-A6DE-6C508F11F8A7}" dt="2026-03-19T22:13:20.591" v="2397" actId="20577"/>
          <ac:spMkLst>
            <pc:docMk/>
            <pc:sldMk cId="3668315228" sldId="296"/>
            <ac:spMk id="7" creationId="{CA145695-7DE4-3972-E65B-81E25F5654A7}"/>
          </ac:spMkLst>
        </pc:spChg>
        <pc:spChg chg="mod">
          <ac:chgData name="Filip Hałys" userId="5320c6f947d66da6" providerId="LiveId" clId="{BC6DC095-9609-48CF-A6DE-6C508F11F8A7}" dt="2026-03-19T22:13:51.989" v="2427" actId="20577"/>
          <ac:spMkLst>
            <pc:docMk/>
            <pc:sldMk cId="3668315228" sldId="296"/>
            <ac:spMk id="8" creationId="{F1AD6823-4395-B91C-F743-F295C0B60E98}"/>
          </ac:spMkLst>
        </pc:spChg>
        <pc:spChg chg="mod">
          <ac:chgData name="Filip Hałys" userId="5320c6f947d66da6" providerId="LiveId" clId="{BC6DC095-9609-48CF-A6DE-6C508F11F8A7}" dt="2026-03-19T22:14:06.512" v="2465" actId="20577"/>
          <ac:spMkLst>
            <pc:docMk/>
            <pc:sldMk cId="3668315228" sldId="296"/>
            <ac:spMk id="9" creationId="{5BDECD33-0100-3A2B-C9DE-DC2A7083F4C6}"/>
          </ac:spMkLst>
        </pc:spChg>
        <pc:spChg chg="mod">
          <ac:chgData name="Filip Hałys" userId="5320c6f947d66da6" providerId="LiveId" clId="{BC6DC095-9609-48CF-A6DE-6C508F11F8A7}" dt="2026-03-19T22:14:20.754" v="2502" actId="20577"/>
          <ac:spMkLst>
            <pc:docMk/>
            <pc:sldMk cId="3668315228" sldId="296"/>
            <ac:spMk id="10" creationId="{8F66D71C-B26D-3A09-078C-10D8D85C2AC2}"/>
          </ac:spMkLst>
        </pc:spChg>
        <pc:spChg chg="mod">
          <ac:chgData name="Filip Hałys" userId="5320c6f947d66da6" providerId="LiveId" clId="{BC6DC095-9609-48CF-A6DE-6C508F11F8A7}" dt="2026-03-19T22:14:32.746" v="2549" actId="20577"/>
          <ac:spMkLst>
            <pc:docMk/>
            <pc:sldMk cId="3668315228" sldId="296"/>
            <ac:spMk id="11" creationId="{BF088B64-4784-1669-6F9A-324C5D2C8D29}"/>
          </ac:spMkLst>
        </pc:spChg>
        <pc:spChg chg="mod">
          <ac:chgData name="Filip Hałys" userId="5320c6f947d66da6" providerId="LiveId" clId="{BC6DC095-9609-48CF-A6DE-6C508F11F8A7}" dt="2026-03-19T22:15:06.065" v="2589" actId="20577"/>
          <ac:spMkLst>
            <pc:docMk/>
            <pc:sldMk cId="3668315228" sldId="296"/>
            <ac:spMk id="17" creationId="{9A3204E9-BC7B-2AB2-974A-6ED06B2B8A47}"/>
          </ac:spMkLst>
        </pc:spChg>
        <pc:spChg chg="del">
          <ac:chgData name="Filip Hałys" userId="5320c6f947d66da6" providerId="LiveId" clId="{BC6DC095-9609-48CF-A6DE-6C508F11F8A7}" dt="2026-03-19T22:15:28.499" v="2590" actId="478"/>
          <ac:spMkLst>
            <pc:docMk/>
            <pc:sldMk cId="3668315228" sldId="296"/>
            <ac:spMk id="19" creationId="{CA410778-BA7B-41D1-E74A-705DC57F31B3}"/>
          </ac:spMkLst>
        </pc:spChg>
      </pc:sldChg>
      <pc:sldChg chg="addSp delSp modSp mod modNotesTx">
        <pc:chgData name="Filip Hałys" userId="5320c6f947d66da6" providerId="LiveId" clId="{BC6DC095-9609-48CF-A6DE-6C508F11F8A7}" dt="2026-03-19T22:36:30.371" v="3393" actId="20577"/>
        <pc:sldMkLst>
          <pc:docMk/>
          <pc:sldMk cId="507505970" sldId="297"/>
        </pc:sldMkLst>
        <pc:spChg chg="mod">
          <ac:chgData name="Filip Hałys" userId="5320c6f947d66da6" providerId="LiveId" clId="{BC6DC095-9609-48CF-A6DE-6C508F11F8A7}" dt="2026-03-19T22:32:53.613" v="3328" actId="20577"/>
          <ac:spMkLst>
            <pc:docMk/>
            <pc:sldMk cId="507505970" sldId="297"/>
            <ac:spMk id="2" creationId="{7589F201-23E4-C6AC-B5D8-F4466A9653F0}"/>
          </ac:spMkLst>
        </pc:spChg>
        <pc:spChg chg="mod">
          <ac:chgData name="Filip Hałys" userId="5320c6f947d66da6" providerId="LiveId" clId="{BC6DC095-9609-48CF-A6DE-6C508F11F8A7}" dt="2026-03-19T22:33:17.965" v="3334" actId="1076"/>
          <ac:spMkLst>
            <pc:docMk/>
            <pc:sldMk cId="507505970" sldId="297"/>
            <ac:spMk id="19" creationId="{2F2B63CC-620A-F077-7F5D-D8D2FE2DA23F}"/>
          </ac:spMkLst>
        </pc:spChg>
        <pc:picChg chg="add del">
          <ac:chgData name="Filip Hałys" userId="5320c6f947d66da6" providerId="LiveId" clId="{BC6DC095-9609-48CF-A6DE-6C508F11F8A7}" dt="2026-03-19T22:32:49.396" v="3323" actId="22"/>
          <ac:picMkLst>
            <pc:docMk/>
            <pc:sldMk cId="507505970" sldId="297"/>
            <ac:picMk id="4" creationId="{06722669-8960-5C47-3706-B06C09DF5493}"/>
          </ac:picMkLst>
        </pc:picChg>
        <pc:picChg chg="add mod">
          <ac:chgData name="Filip Hałys" userId="5320c6f947d66da6" providerId="LiveId" clId="{BC6DC095-9609-48CF-A6DE-6C508F11F8A7}" dt="2026-03-19T22:33:01.325" v="3331" actId="1076"/>
          <ac:picMkLst>
            <pc:docMk/>
            <pc:sldMk cId="507505970" sldId="297"/>
            <ac:picMk id="6" creationId="{814845B1-A37F-3047-255C-826A1A66798E}"/>
          </ac:picMkLst>
        </pc:picChg>
        <pc:picChg chg="del">
          <ac:chgData name="Filip Hałys" userId="5320c6f947d66da6" providerId="LiveId" clId="{BC6DC095-9609-48CF-A6DE-6C508F11F8A7}" dt="2026-03-19T22:32:51.072" v="3324" actId="478"/>
          <ac:picMkLst>
            <pc:docMk/>
            <pc:sldMk cId="507505970" sldId="297"/>
            <ac:picMk id="13" creationId="{D027F135-FA6E-7223-E45C-DDB2BC58B25B}"/>
          </ac:picMkLst>
        </pc:picChg>
      </pc:sldChg>
      <pc:sldChg chg="modSp mod modNotesTx">
        <pc:chgData name="Filip Hałys" userId="5320c6f947d66da6" providerId="LiveId" clId="{BC6DC095-9609-48CF-A6DE-6C508F11F8A7}" dt="2026-03-19T22:52:07.136" v="3977" actId="20577"/>
        <pc:sldMkLst>
          <pc:docMk/>
          <pc:sldMk cId="2391338498" sldId="298"/>
        </pc:sldMkLst>
        <pc:spChg chg="mod">
          <ac:chgData name="Filip Hałys" userId="5320c6f947d66da6" providerId="LiveId" clId="{BC6DC095-9609-48CF-A6DE-6C508F11F8A7}" dt="2026-03-19T22:50:49.444" v="3867" actId="20577"/>
          <ac:spMkLst>
            <pc:docMk/>
            <pc:sldMk cId="2391338498" sldId="298"/>
            <ac:spMk id="2" creationId="{6A55E2D4-E412-1701-79C7-4F4561FC0FB9}"/>
          </ac:spMkLst>
        </pc:spChg>
        <pc:spChg chg="mod">
          <ac:chgData name="Filip Hałys" userId="5320c6f947d66da6" providerId="LiveId" clId="{BC6DC095-9609-48CF-A6DE-6C508F11F8A7}" dt="2026-03-19T22:50:58.211" v="3881" actId="20577"/>
          <ac:spMkLst>
            <pc:docMk/>
            <pc:sldMk cId="2391338498" sldId="298"/>
            <ac:spMk id="7" creationId="{F40FA65B-4BD1-5348-BB7F-0D2EDEB01F30}"/>
          </ac:spMkLst>
        </pc:spChg>
        <pc:spChg chg="mod">
          <ac:chgData name="Filip Hałys" userId="5320c6f947d66da6" providerId="LiveId" clId="{BC6DC095-9609-48CF-A6DE-6C508F11F8A7}" dt="2026-03-19T22:51:09.991" v="3904" actId="20577"/>
          <ac:spMkLst>
            <pc:docMk/>
            <pc:sldMk cId="2391338498" sldId="298"/>
            <ac:spMk id="8" creationId="{258751F1-E00D-4325-C37E-157705C4D489}"/>
          </ac:spMkLst>
        </pc:spChg>
        <pc:spChg chg="mod">
          <ac:chgData name="Filip Hałys" userId="5320c6f947d66da6" providerId="LiveId" clId="{BC6DC095-9609-48CF-A6DE-6C508F11F8A7}" dt="2026-03-19T22:51:13.160" v="3910" actId="20577"/>
          <ac:spMkLst>
            <pc:docMk/>
            <pc:sldMk cId="2391338498" sldId="298"/>
            <ac:spMk id="9" creationId="{982A5FA0-76D9-C6E2-9A4B-F56C2448D687}"/>
          </ac:spMkLst>
        </pc:spChg>
        <pc:spChg chg="mod">
          <ac:chgData name="Filip Hałys" userId="5320c6f947d66da6" providerId="LiveId" clId="{BC6DC095-9609-48CF-A6DE-6C508F11F8A7}" dt="2026-03-19T22:51:29.142" v="3931" actId="20577"/>
          <ac:spMkLst>
            <pc:docMk/>
            <pc:sldMk cId="2391338498" sldId="298"/>
            <ac:spMk id="10" creationId="{FF3C91CC-E896-45EB-B383-6FB4745CC486}"/>
          </ac:spMkLst>
        </pc:spChg>
        <pc:spChg chg="mod">
          <ac:chgData name="Filip Hałys" userId="5320c6f947d66da6" providerId="LiveId" clId="{BC6DC095-9609-48CF-A6DE-6C508F11F8A7}" dt="2026-03-19T22:51:38.164" v="3969" actId="20577"/>
          <ac:spMkLst>
            <pc:docMk/>
            <pc:sldMk cId="2391338498" sldId="298"/>
            <ac:spMk id="11" creationId="{D211B8CD-D45D-93D7-9877-9F90AF94B1B3}"/>
          </ac:spMkLst>
        </pc:spChg>
      </pc:sldChg>
      <pc:sldChg chg="addSp delSp modSp mod ord modNotesTx">
        <pc:chgData name="Filip Hałys" userId="5320c6f947d66da6" providerId="LiveId" clId="{BC6DC095-9609-48CF-A6DE-6C508F11F8A7}" dt="2026-03-19T21:48:58.283" v="1042" actId="20577"/>
        <pc:sldMkLst>
          <pc:docMk/>
          <pc:sldMk cId="2366107587" sldId="299"/>
        </pc:sldMkLst>
        <pc:spChg chg="mod">
          <ac:chgData name="Filip Hałys" userId="5320c6f947d66da6" providerId="LiveId" clId="{BC6DC095-9609-48CF-A6DE-6C508F11F8A7}" dt="2026-03-19T21:40:47.240" v="662" actId="20577"/>
          <ac:spMkLst>
            <pc:docMk/>
            <pc:sldMk cId="2366107587" sldId="299"/>
            <ac:spMk id="2" creationId="{D5B16DAB-42CC-5EF8-E557-DF61FDE1C63D}"/>
          </ac:spMkLst>
        </pc:spChg>
        <pc:spChg chg="mod">
          <ac:chgData name="Filip Hałys" userId="5320c6f947d66da6" providerId="LiveId" clId="{BC6DC095-9609-48CF-A6DE-6C508F11F8A7}" dt="2026-03-19T21:45:05.737" v="892" actId="20577"/>
          <ac:spMkLst>
            <pc:docMk/>
            <pc:sldMk cId="2366107587" sldId="299"/>
            <ac:spMk id="7" creationId="{A6FA6249-4915-A9FA-38CE-29E70DF05A1F}"/>
          </ac:spMkLst>
        </pc:spChg>
        <pc:spChg chg="add del mod">
          <ac:chgData name="Filip Hałys" userId="5320c6f947d66da6" providerId="LiveId" clId="{BC6DC095-9609-48CF-A6DE-6C508F11F8A7}" dt="2026-03-19T21:48:58.283" v="1042" actId="20577"/>
          <ac:spMkLst>
            <pc:docMk/>
            <pc:sldMk cId="2366107587" sldId="299"/>
            <ac:spMk id="8" creationId="{7B3BA5B1-C693-B96D-A9B5-1584F8CC0FD7}"/>
          </ac:spMkLst>
        </pc:spChg>
        <pc:spChg chg="mod">
          <ac:chgData name="Filip Hałys" userId="5320c6f947d66da6" providerId="LiveId" clId="{BC6DC095-9609-48CF-A6DE-6C508F11F8A7}" dt="2026-03-19T21:45:41.561" v="939" actId="20577"/>
          <ac:spMkLst>
            <pc:docMk/>
            <pc:sldMk cId="2366107587" sldId="299"/>
            <ac:spMk id="9" creationId="{856ED662-F6AC-FD29-1CEF-BEFD76A356C8}"/>
          </ac:spMkLst>
        </pc:spChg>
        <pc:spChg chg="mod">
          <ac:chgData name="Filip Hałys" userId="5320c6f947d66da6" providerId="LiveId" clId="{BC6DC095-9609-48CF-A6DE-6C508F11F8A7}" dt="2026-03-19T21:45:51.259" v="970" actId="20577"/>
          <ac:spMkLst>
            <pc:docMk/>
            <pc:sldMk cId="2366107587" sldId="299"/>
            <ac:spMk id="10" creationId="{E2AC322C-B5B9-C38A-81BC-C0B87B66FFF3}"/>
          </ac:spMkLst>
        </pc:spChg>
        <pc:spChg chg="del mod">
          <ac:chgData name="Filip Hałys" userId="5320c6f947d66da6" providerId="LiveId" clId="{BC6DC095-9609-48CF-A6DE-6C508F11F8A7}" dt="2026-03-19T21:45:53.886" v="973"/>
          <ac:spMkLst>
            <pc:docMk/>
            <pc:sldMk cId="2366107587" sldId="299"/>
            <ac:spMk id="11" creationId="{E2B95F95-248F-FE17-5B20-2AD0C8C6DD85}"/>
          </ac:spMkLst>
        </pc:spChg>
        <pc:spChg chg="add mod">
          <ac:chgData name="Filip Hałys" userId="5320c6f947d66da6" providerId="LiveId" clId="{BC6DC095-9609-48CF-A6DE-6C508F11F8A7}" dt="2026-03-19T21:42:52.977" v="665" actId="1076"/>
          <ac:spMkLst>
            <pc:docMk/>
            <pc:sldMk cId="2366107587" sldId="299"/>
            <ac:spMk id="12" creationId="{760BEEF3-3AFA-ADC2-EFD3-20CF68E7031D}"/>
          </ac:spMkLst>
        </pc:spChg>
      </pc:sldChg>
      <pc:sldChg chg="modSp mod modNotesTx">
        <pc:chgData name="Filip Hałys" userId="5320c6f947d66da6" providerId="LiveId" clId="{BC6DC095-9609-48CF-A6DE-6C508F11F8A7}" dt="2026-03-19T22:53:43.227" v="4112" actId="20577"/>
        <pc:sldMkLst>
          <pc:docMk/>
          <pc:sldMk cId="1258595184" sldId="300"/>
        </pc:sldMkLst>
        <pc:spChg chg="mod">
          <ac:chgData name="Filip Hałys" userId="5320c6f947d66da6" providerId="LiveId" clId="{BC6DC095-9609-48CF-A6DE-6C508F11F8A7}" dt="2026-03-19T22:52:23.862" v="4000" actId="20577"/>
          <ac:spMkLst>
            <pc:docMk/>
            <pc:sldMk cId="1258595184" sldId="300"/>
            <ac:spMk id="2" creationId="{341BE11E-3CA4-EFC7-720E-BAB5EAC1F053}"/>
          </ac:spMkLst>
        </pc:spChg>
        <pc:spChg chg="mod">
          <ac:chgData name="Filip Hałys" userId="5320c6f947d66da6" providerId="LiveId" clId="{BC6DC095-9609-48CF-A6DE-6C508F11F8A7}" dt="2026-03-19T22:52:35.429" v="4019" actId="20577"/>
          <ac:spMkLst>
            <pc:docMk/>
            <pc:sldMk cId="1258595184" sldId="300"/>
            <ac:spMk id="7" creationId="{7D51581F-DEDA-C176-245A-FBC38DC70945}"/>
          </ac:spMkLst>
        </pc:spChg>
        <pc:spChg chg="mod">
          <ac:chgData name="Filip Hałys" userId="5320c6f947d66da6" providerId="LiveId" clId="{BC6DC095-9609-48CF-A6DE-6C508F11F8A7}" dt="2026-03-19T22:52:40.398" v="4034" actId="20577"/>
          <ac:spMkLst>
            <pc:docMk/>
            <pc:sldMk cId="1258595184" sldId="300"/>
            <ac:spMk id="8" creationId="{5AC8DDF8-E107-4BE0-7A38-B004E46BB2C2}"/>
          </ac:spMkLst>
        </pc:spChg>
        <pc:spChg chg="mod">
          <ac:chgData name="Filip Hałys" userId="5320c6f947d66da6" providerId="LiveId" clId="{BC6DC095-9609-48CF-A6DE-6C508F11F8A7}" dt="2026-03-19T22:52:49.261" v="4060" actId="20577"/>
          <ac:spMkLst>
            <pc:docMk/>
            <pc:sldMk cId="1258595184" sldId="300"/>
            <ac:spMk id="9" creationId="{A4005C08-B5D2-5F0E-582B-2A8EE8D1EEBB}"/>
          </ac:spMkLst>
        </pc:spChg>
        <pc:spChg chg="mod">
          <ac:chgData name="Filip Hałys" userId="5320c6f947d66da6" providerId="LiveId" clId="{BC6DC095-9609-48CF-A6DE-6C508F11F8A7}" dt="2026-03-19T22:53:01.390" v="4082" actId="20577"/>
          <ac:spMkLst>
            <pc:docMk/>
            <pc:sldMk cId="1258595184" sldId="300"/>
            <ac:spMk id="10" creationId="{8C2B4E02-89D1-2668-9B8E-E9339E3B07D1}"/>
          </ac:spMkLst>
        </pc:spChg>
        <pc:spChg chg="mod">
          <ac:chgData name="Filip Hałys" userId="5320c6f947d66da6" providerId="LiveId" clId="{BC6DC095-9609-48CF-A6DE-6C508F11F8A7}" dt="2026-03-19T22:53:10.423" v="4097" actId="20577"/>
          <ac:spMkLst>
            <pc:docMk/>
            <pc:sldMk cId="1258595184" sldId="300"/>
            <ac:spMk id="11" creationId="{430BBC9C-46E9-B8D3-AC3A-F35495908B2E}"/>
          </ac:spMkLst>
        </pc:spChg>
      </pc:sldChg>
      <pc:sldChg chg="addSp delSp modSp mod ord modNotesTx">
        <pc:chgData name="Filip Hałys" userId="5320c6f947d66da6" providerId="LiveId" clId="{BC6DC095-9609-48CF-A6DE-6C508F11F8A7}" dt="2026-03-19T23:25:52.305" v="5091" actId="20577"/>
        <pc:sldMkLst>
          <pc:docMk/>
          <pc:sldMk cId="147197213" sldId="301"/>
        </pc:sldMkLst>
        <pc:spChg chg="del">
          <ac:chgData name="Filip Hałys" userId="5320c6f947d66da6" providerId="LiveId" clId="{BC6DC095-9609-48CF-A6DE-6C508F11F8A7}" dt="2026-03-19T23:22:08.528" v="4836" actId="478"/>
          <ac:spMkLst>
            <pc:docMk/>
            <pc:sldMk cId="147197213" sldId="301"/>
            <ac:spMk id="2" creationId="{52D5E91D-273E-17D8-14EE-A13556E043A5}"/>
          </ac:spMkLst>
        </pc:spChg>
        <pc:spChg chg="del">
          <ac:chgData name="Filip Hałys" userId="5320c6f947d66da6" providerId="LiveId" clId="{BC6DC095-9609-48CF-A6DE-6C508F11F8A7}" dt="2026-03-19T23:22:09.741" v="4837" actId="478"/>
          <ac:spMkLst>
            <pc:docMk/>
            <pc:sldMk cId="147197213" sldId="301"/>
            <ac:spMk id="3" creationId="{42127477-2093-E74F-925F-80EC5FD07E4B}"/>
          </ac:spMkLst>
        </pc:spChg>
        <pc:spChg chg="del">
          <ac:chgData name="Filip Hałys" userId="5320c6f947d66da6" providerId="LiveId" clId="{BC6DC095-9609-48CF-A6DE-6C508F11F8A7}" dt="2026-03-19T23:22:09.741" v="4837" actId="478"/>
          <ac:spMkLst>
            <pc:docMk/>
            <pc:sldMk cId="147197213" sldId="301"/>
            <ac:spMk id="4" creationId="{ADD3C03A-B934-158D-9455-3A1582984B5C}"/>
          </ac:spMkLst>
        </pc:spChg>
        <pc:spChg chg="del">
          <ac:chgData name="Filip Hałys" userId="5320c6f947d66da6" providerId="LiveId" clId="{BC6DC095-9609-48CF-A6DE-6C508F11F8A7}" dt="2026-03-19T23:22:09.741" v="4837" actId="478"/>
          <ac:spMkLst>
            <pc:docMk/>
            <pc:sldMk cId="147197213" sldId="301"/>
            <ac:spMk id="5" creationId="{0A4F7C28-5877-D5AE-3493-E833CB3E74ED}"/>
          </ac:spMkLst>
        </pc:spChg>
        <pc:spChg chg="del">
          <ac:chgData name="Filip Hałys" userId="5320c6f947d66da6" providerId="LiveId" clId="{BC6DC095-9609-48CF-A6DE-6C508F11F8A7}" dt="2026-03-19T23:22:09.741" v="4837" actId="478"/>
          <ac:spMkLst>
            <pc:docMk/>
            <pc:sldMk cId="147197213" sldId="301"/>
            <ac:spMk id="6" creationId="{B69CBC7D-3B70-012A-C837-4EC8BEDBE390}"/>
          </ac:spMkLst>
        </pc:spChg>
        <pc:spChg chg="del">
          <ac:chgData name="Filip Hałys" userId="5320c6f947d66da6" providerId="LiveId" clId="{BC6DC095-9609-48CF-A6DE-6C508F11F8A7}" dt="2026-03-19T23:22:09.741" v="4837" actId="478"/>
          <ac:spMkLst>
            <pc:docMk/>
            <pc:sldMk cId="147197213" sldId="301"/>
            <ac:spMk id="7" creationId="{FA86A0B8-7DD8-E398-A4FB-DD1BFE21093B}"/>
          </ac:spMkLst>
        </pc:spChg>
        <pc:spChg chg="del">
          <ac:chgData name="Filip Hałys" userId="5320c6f947d66da6" providerId="LiveId" clId="{BC6DC095-9609-48CF-A6DE-6C508F11F8A7}" dt="2026-03-19T23:22:09.741" v="4837" actId="478"/>
          <ac:spMkLst>
            <pc:docMk/>
            <pc:sldMk cId="147197213" sldId="301"/>
            <ac:spMk id="8" creationId="{9A7FFDFD-6A74-1203-1622-D4567E8D3C1C}"/>
          </ac:spMkLst>
        </pc:spChg>
        <pc:spChg chg="del">
          <ac:chgData name="Filip Hałys" userId="5320c6f947d66da6" providerId="LiveId" clId="{BC6DC095-9609-48CF-A6DE-6C508F11F8A7}" dt="2026-03-19T23:22:09.741" v="4837" actId="478"/>
          <ac:spMkLst>
            <pc:docMk/>
            <pc:sldMk cId="147197213" sldId="301"/>
            <ac:spMk id="9" creationId="{313E21DC-9648-3CF8-D082-D20602C04A4A}"/>
          </ac:spMkLst>
        </pc:spChg>
        <pc:spChg chg="del">
          <ac:chgData name="Filip Hałys" userId="5320c6f947d66da6" providerId="LiveId" clId="{BC6DC095-9609-48CF-A6DE-6C508F11F8A7}" dt="2026-03-19T23:22:09.741" v="4837" actId="478"/>
          <ac:spMkLst>
            <pc:docMk/>
            <pc:sldMk cId="147197213" sldId="301"/>
            <ac:spMk id="10" creationId="{5C660CF7-DDBB-C405-1BF6-3F9887177B54}"/>
          </ac:spMkLst>
        </pc:spChg>
        <pc:spChg chg="del">
          <ac:chgData name="Filip Hałys" userId="5320c6f947d66da6" providerId="LiveId" clId="{BC6DC095-9609-48CF-A6DE-6C508F11F8A7}" dt="2026-03-19T23:22:09.741" v="4837" actId="478"/>
          <ac:spMkLst>
            <pc:docMk/>
            <pc:sldMk cId="147197213" sldId="301"/>
            <ac:spMk id="11" creationId="{DBD8CF8A-5876-E951-18BE-106438A0103B}"/>
          </ac:spMkLst>
        </pc:spChg>
        <pc:spChg chg="add mod">
          <ac:chgData name="Filip Hałys" userId="5320c6f947d66da6" providerId="LiveId" clId="{BC6DC095-9609-48CF-A6DE-6C508F11F8A7}" dt="2026-03-19T23:22:31.572" v="4843" actId="1076"/>
          <ac:spMkLst>
            <pc:docMk/>
            <pc:sldMk cId="147197213" sldId="301"/>
            <ac:spMk id="14" creationId="{2985827C-D387-DBB0-D31B-829AEEC46A02}"/>
          </ac:spMkLst>
        </pc:spChg>
        <pc:picChg chg="add mod">
          <ac:chgData name="Filip Hałys" userId="5320c6f947d66da6" providerId="LiveId" clId="{BC6DC095-9609-48CF-A6DE-6C508F11F8A7}" dt="2026-03-19T23:22:16.476" v="4840" actId="1076"/>
          <ac:picMkLst>
            <pc:docMk/>
            <pc:sldMk cId="147197213" sldId="301"/>
            <ac:picMk id="13" creationId="{956D5B38-AE0B-61EE-57E8-CEDB82148502}"/>
          </ac:picMkLst>
        </pc:picChg>
      </pc:sldChg>
      <pc:sldChg chg="addSp delSp modSp mod ord">
        <pc:chgData name="Filip Hałys" userId="5320c6f947d66da6" providerId="LiveId" clId="{BC6DC095-9609-48CF-A6DE-6C508F11F8A7}" dt="2026-03-19T22:18:35.748" v="2627"/>
        <pc:sldMkLst>
          <pc:docMk/>
          <pc:sldMk cId="1999373457" sldId="302"/>
        </pc:sldMkLst>
        <pc:spChg chg="mod">
          <ac:chgData name="Filip Hałys" userId="5320c6f947d66da6" providerId="LiveId" clId="{BC6DC095-9609-48CF-A6DE-6C508F11F8A7}" dt="2026-03-19T22:16:36.425" v="2621" actId="1076"/>
          <ac:spMkLst>
            <pc:docMk/>
            <pc:sldMk cId="1999373457" sldId="302"/>
            <ac:spMk id="4" creationId="{080D5E8C-8189-A623-FB1B-F6679A86BEC0}"/>
          </ac:spMkLst>
        </pc:spChg>
        <pc:spChg chg="mod">
          <ac:chgData name="Filip Hałys" userId="5320c6f947d66da6" providerId="LiveId" clId="{BC6DC095-9609-48CF-A6DE-6C508F11F8A7}" dt="2026-03-19T22:17:06.777" v="2623" actId="1076"/>
          <ac:spMkLst>
            <pc:docMk/>
            <pc:sldMk cId="1999373457" sldId="302"/>
            <ac:spMk id="5" creationId="{B7ED84C4-C04B-840C-F3DD-9987510DD874}"/>
          </ac:spMkLst>
        </pc:spChg>
        <pc:spChg chg="mod">
          <ac:chgData name="Filip Hałys" userId="5320c6f947d66da6" providerId="LiveId" clId="{BC6DC095-9609-48CF-A6DE-6C508F11F8A7}" dt="2026-03-19T22:16:19.297" v="2595"/>
          <ac:spMkLst>
            <pc:docMk/>
            <pc:sldMk cId="1999373457" sldId="302"/>
            <ac:spMk id="6" creationId="{85C36154-0CA7-27FC-98CF-231E802271E5}"/>
          </ac:spMkLst>
        </pc:spChg>
        <pc:spChg chg="mod">
          <ac:chgData name="Filip Hałys" userId="5320c6f947d66da6" providerId="LiveId" clId="{BC6DC095-9609-48CF-A6DE-6C508F11F8A7}" dt="2026-03-19T22:18:35.748" v="2627"/>
          <ac:spMkLst>
            <pc:docMk/>
            <pc:sldMk cId="1999373457" sldId="302"/>
            <ac:spMk id="8" creationId="{0DFCE066-B1C6-BC75-9800-66EDCB35B04F}"/>
          </ac:spMkLst>
        </pc:spChg>
        <pc:picChg chg="add mod">
          <ac:chgData name="Filip Hałys" userId="5320c6f947d66da6" providerId="LiveId" clId="{BC6DC095-9609-48CF-A6DE-6C508F11F8A7}" dt="2026-03-19T22:18:30.379" v="2626" actId="1076"/>
          <ac:picMkLst>
            <pc:docMk/>
            <pc:sldMk cId="1999373457" sldId="302"/>
            <ac:picMk id="3" creationId="{C353DA77-5D2B-2650-D998-728AFED3A000}"/>
          </ac:picMkLst>
        </pc:picChg>
        <pc:picChg chg="del">
          <ac:chgData name="Filip Hałys" userId="5320c6f947d66da6" providerId="LiveId" clId="{BC6DC095-9609-48CF-A6DE-6C508F11F8A7}" dt="2026-03-19T22:17:08.551" v="2624" actId="478"/>
          <ac:picMkLst>
            <pc:docMk/>
            <pc:sldMk cId="1999373457" sldId="302"/>
            <ac:picMk id="10" creationId="{870091F3-8219-830B-7CC3-71E8B9A13BD6}"/>
          </ac:picMkLst>
        </pc:picChg>
      </pc:sldChg>
      <pc:sldChg chg="modSp del mod ord">
        <pc:chgData name="Filip Hałys" userId="5320c6f947d66da6" providerId="LiveId" clId="{BC6DC095-9609-48CF-A6DE-6C508F11F8A7}" dt="2026-03-19T22:54:25.951" v="4115" actId="2696"/>
        <pc:sldMkLst>
          <pc:docMk/>
          <pc:sldMk cId="3008186440" sldId="303"/>
        </pc:sldMkLst>
        <pc:spChg chg="mod">
          <ac:chgData name="Filip Hałys" userId="5320c6f947d66da6" providerId="LiveId" clId="{BC6DC095-9609-48CF-A6DE-6C508F11F8A7}" dt="2026-03-19T22:43:41.627" v="3470" actId="20577"/>
          <ac:spMkLst>
            <pc:docMk/>
            <pc:sldMk cId="3008186440" sldId="303"/>
            <ac:spMk id="5" creationId="{028C56EC-57FD-8296-1ABD-67C7B7A2E207}"/>
          </ac:spMkLst>
        </pc:spChg>
      </pc:sldChg>
      <pc:sldChg chg="modSp mod ord modNotesTx">
        <pc:chgData name="Filip Hałys" userId="5320c6f947d66da6" providerId="LiveId" clId="{BC6DC095-9609-48CF-A6DE-6C508F11F8A7}" dt="2026-03-19T23:29:05.675" v="5225" actId="20577"/>
        <pc:sldMkLst>
          <pc:docMk/>
          <pc:sldMk cId="778561109" sldId="312"/>
        </pc:sldMkLst>
        <pc:spChg chg="mod">
          <ac:chgData name="Filip Hałys" userId="5320c6f947d66da6" providerId="LiveId" clId="{BC6DC095-9609-48CF-A6DE-6C508F11F8A7}" dt="2026-03-19T23:28:38.088" v="5214"/>
          <ac:spMkLst>
            <pc:docMk/>
            <pc:sldMk cId="778561109" sldId="312"/>
            <ac:spMk id="5" creationId="{65D4EB18-4FF6-8980-C200-26812C3F7849}"/>
          </ac:spMkLst>
        </pc:spChg>
        <pc:spChg chg="mod">
          <ac:chgData name="Filip Hałys" userId="5320c6f947d66da6" providerId="LiveId" clId="{BC6DC095-9609-48CF-A6DE-6C508F11F8A7}" dt="2026-03-19T23:28:39.489" v="5215"/>
          <ac:spMkLst>
            <pc:docMk/>
            <pc:sldMk cId="778561109" sldId="312"/>
            <ac:spMk id="6" creationId="{A3C4CBF3-923E-BA90-C3B8-C76651B67924}"/>
          </ac:spMkLst>
        </pc:spChg>
        <pc:spChg chg="mod">
          <ac:chgData name="Filip Hałys" userId="5320c6f947d66da6" providerId="LiveId" clId="{BC6DC095-9609-48CF-A6DE-6C508F11F8A7}" dt="2026-03-19T23:28:09.194" v="5186" actId="20577"/>
          <ac:spMkLst>
            <pc:docMk/>
            <pc:sldMk cId="778561109" sldId="312"/>
            <ac:spMk id="8" creationId="{CE6B78E6-9AC9-572C-3362-6A80B1B99BEC}"/>
          </ac:spMkLst>
        </pc:spChg>
        <pc:spChg chg="mod">
          <ac:chgData name="Filip Hałys" userId="5320c6f947d66da6" providerId="LiveId" clId="{BC6DC095-9609-48CF-A6DE-6C508F11F8A7}" dt="2026-03-19T23:28:25.981" v="5212" actId="20577"/>
          <ac:spMkLst>
            <pc:docMk/>
            <pc:sldMk cId="778561109" sldId="312"/>
            <ac:spMk id="11" creationId="{ECF4D9CD-E6C8-902B-0A18-B936F93AF12C}"/>
          </ac:spMkLst>
        </pc:spChg>
        <pc:spChg chg="mod">
          <ac:chgData name="Filip Hałys" userId="5320c6f947d66da6" providerId="LiveId" clId="{BC6DC095-9609-48CF-A6DE-6C508F11F8A7}" dt="2026-03-19T23:28:50.651" v="5217" actId="1076"/>
          <ac:spMkLst>
            <pc:docMk/>
            <pc:sldMk cId="778561109" sldId="312"/>
            <ac:spMk id="12" creationId="{3F58601C-8CA0-F55C-1661-B8B3894A45CE}"/>
          </ac:spMkLst>
        </pc:spChg>
        <pc:spChg chg="mod">
          <ac:chgData name="Filip Hałys" userId="5320c6f947d66da6" providerId="LiveId" clId="{BC6DC095-9609-48CF-A6DE-6C508F11F8A7}" dt="2026-03-19T23:28:12.178" v="5195" actId="20577"/>
          <ac:spMkLst>
            <pc:docMk/>
            <pc:sldMk cId="778561109" sldId="312"/>
            <ac:spMk id="23" creationId="{A488AC0E-A106-B015-6087-D4E39EB56DFB}"/>
          </ac:spMkLst>
        </pc:spChg>
        <pc:grpChg chg="mod">
          <ac:chgData name="Filip Hałys" userId="5320c6f947d66da6" providerId="LiveId" clId="{BC6DC095-9609-48CF-A6DE-6C508F11F8A7}" dt="2026-03-19T23:28:38.088" v="5214"/>
          <ac:grpSpMkLst>
            <pc:docMk/>
            <pc:sldMk cId="778561109" sldId="312"/>
            <ac:grpSpMk id="4" creationId="{2400FDBF-740B-A01E-DBEB-B9C80241DE68}"/>
          </ac:grpSpMkLst>
        </pc:grpChg>
      </pc:sldChg>
      <pc:sldChg chg="addSp delSp modSp mod ord modNotesTx">
        <pc:chgData name="Filip Hałys" userId="5320c6f947d66da6" providerId="LiveId" clId="{BC6DC095-9609-48CF-A6DE-6C508F11F8A7}" dt="2026-03-19T23:12:48.685" v="4495" actId="1076"/>
        <pc:sldMkLst>
          <pc:docMk/>
          <pc:sldMk cId="3625299015" sldId="313"/>
        </pc:sldMkLst>
        <pc:spChg chg="mod">
          <ac:chgData name="Filip Hałys" userId="5320c6f947d66da6" providerId="LiveId" clId="{BC6DC095-9609-48CF-A6DE-6C508F11F8A7}" dt="2026-03-19T23:09:06.456" v="4376" actId="20577"/>
          <ac:spMkLst>
            <pc:docMk/>
            <pc:sldMk cId="3625299015" sldId="313"/>
            <ac:spMk id="2" creationId="{FF46C3BE-837F-E414-652D-7FDD11180B7A}"/>
          </ac:spMkLst>
        </pc:spChg>
        <pc:spChg chg="add mod">
          <ac:chgData name="Filip Hałys" userId="5320c6f947d66da6" providerId="LiveId" clId="{BC6DC095-9609-48CF-A6DE-6C508F11F8A7}" dt="2026-03-19T23:09:16.104" v="4378"/>
          <ac:spMkLst>
            <pc:docMk/>
            <pc:sldMk cId="3625299015" sldId="313"/>
            <ac:spMk id="3" creationId="{0DF3840C-70EF-87C3-6A8A-B17CA29E82D4}"/>
          </ac:spMkLst>
        </pc:spChg>
        <pc:spChg chg="add mod">
          <ac:chgData name="Filip Hałys" userId="5320c6f947d66da6" providerId="LiveId" clId="{BC6DC095-9609-48CF-A6DE-6C508F11F8A7}" dt="2026-03-19T23:12:48.685" v="4495" actId="1076"/>
          <ac:spMkLst>
            <pc:docMk/>
            <pc:sldMk cId="3625299015" sldId="313"/>
            <ac:spMk id="7" creationId="{112D10FD-DFF7-43F5-9F0F-1C5834BE2D39}"/>
          </ac:spMkLst>
        </pc:spChg>
        <pc:spChg chg="mod">
          <ac:chgData name="Filip Hałys" userId="5320c6f947d66da6" providerId="LiveId" clId="{BC6DC095-9609-48CF-A6DE-6C508F11F8A7}" dt="2026-03-19T23:10:07.302" v="4381"/>
          <ac:spMkLst>
            <pc:docMk/>
            <pc:sldMk cId="3625299015" sldId="313"/>
            <ac:spMk id="8" creationId="{C1B6BC0D-D2A4-D9B7-4090-A4EA4C0A22E3}"/>
          </ac:spMkLst>
        </pc:spChg>
        <pc:spChg chg="mod">
          <ac:chgData name="Filip Hałys" userId="5320c6f947d66da6" providerId="LiveId" clId="{BC6DC095-9609-48CF-A6DE-6C508F11F8A7}" dt="2026-03-19T23:12:07.867" v="4433" actId="20577"/>
          <ac:spMkLst>
            <pc:docMk/>
            <pc:sldMk cId="3625299015" sldId="313"/>
            <ac:spMk id="9" creationId="{F0159EFE-A3FC-8103-95BF-34962BE10B28}"/>
          </ac:spMkLst>
        </pc:spChg>
        <pc:spChg chg="mod">
          <ac:chgData name="Filip Hałys" userId="5320c6f947d66da6" providerId="LiveId" clId="{BC6DC095-9609-48CF-A6DE-6C508F11F8A7}" dt="2026-03-19T23:12:17.161" v="4455" actId="20577"/>
          <ac:spMkLst>
            <pc:docMk/>
            <pc:sldMk cId="3625299015" sldId="313"/>
            <ac:spMk id="10" creationId="{FB2D4807-A0C9-9793-1F2D-3D65278486D9}"/>
          </ac:spMkLst>
        </pc:spChg>
        <pc:spChg chg="mod">
          <ac:chgData name="Filip Hałys" userId="5320c6f947d66da6" providerId="LiveId" clId="{BC6DC095-9609-48CF-A6DE-6C508F11F8A7}" dt="2026-03-19T23:12:23.622" v="4488" actId="20577"/>
          <ac:spMkLst>
            <pc:docMk/>
            <pc:sldMk cId="3625299015" sldId="313"/>
            <ac:spMk id="11" creationId="{243DC01A-8B8E-546D-F92E-51D1F8033060}"/>
          </ac:spMkLst>
        </pc:spChg>
        <pc:spChg chg="del">
          <ac:chgData name="Filip Hałys" userId="5320c6f947d66da6" providerId="LiveId" clId="{BC6DC095-9609-48CF-A6DE-6C508F11F8A7}" dt="2026-03-19T23:12:34.732" v="4489" actId="478"/>
          <ac:spMkLst>
            <pc:docMk/>
            <pc:sldMk cId="3625299015" sldId="313"/>
            <ac:spMk id="12" creationId="{54A35E3E-1305-6171-FA32-E6B72D42B1A5}"/>
          </ac:spMkLst>
        </pc:spChg>
        <pc:spChg chg="del">
          <ac:chgData name="Filip Hałys" userId="5320c6f947d66da6" providerId="LiveId" clId="{BC6DC095-9609-48CF-A6DE-6C508F11F8A7}" dt="2026-03-19T23:12:41.167" v="4492" actId="478"/>
          <ac:spMkLst>
            <pc:docMk/>
            <pc:sldMk cId="3625299015" sldId="313"/>
            <ac:spMk id="14" creationId="{EADF7A31-964D-7164-760E-B09F089A0576}"/>
          </ac:spMkLst>
        </pc:spChg>
        <pc:spChg chg="add mod">
          <ac:chgData name="Filip Hałys" userId="5320c6f947d66da6" providerId="LiveId" clId="{BC6DC095-9609-48CF-A6DE-6C508F11F8A7}" dt="2026-03-19T23:12:47.079" v="4494" actId="1076"/>
          <ac:spMkLst>
            <pc:docMk/>
            <pc:sldMk cId="3625299015" sldId="313"/>
            <ac:spMk id="16" creationId="{03DEE8DF-991B-DFD6-18C7-DBBF147EF0BB}"/>
          </ac:spMkLst>
        </pc:spChg>
        <pc:spChg chg="del">
          <ac:chgData name="Filip Hałys" userId="5320c6f947d66da6" providerId="LiveId" clId="{BC6DC095-9609-48CF-A6DE-6C508F11F8A7}" dt="2026-03-19T23:09:15.769" v="4377" actId="478"/>
          <ac:spMkLst>
            <pc:docMk/>
            <pc:sldMk cId="3625299015" sldId="313"/>
            <ac:spMk id="17" creationId="{D162466A-215B-9455-E4B1-397486AE4FE9}"/>
          </ac:spMkLst>
        </pc:spChg>
      </pc:sldChg>
      <pc:sldChg chg="addSp delSp modSp mod ord modNotesTx">
        <pc:chgData name="Filip Hałys" userId="5320c6f947d66da6" providerId="LiveId" clId="{BC6DC095-9609-48CF-A6DE-6C508F11F8A7}" dt="2026-03-19T23:05:27.930" v="4313" actId="20577"/>
        <pc:sldMkLst>
          <pc:docMk/>
          <pc:sldMk cId="1892163644" sldId="314"/>
        </pc:sldMkLst>
        <pc:spChg chg="mod">
          <ac:chgData name="Filip Hałys" userId="5320c6f947d66da6" providerId="LiveId" clId="{BC6DC095-9609-48CF-A6DE-6C508F11F8A7}" dt="2026-03-19T23:02:11.292" v="4219" actId="20577"/>
          <ac:spMkLst>
            <pc:docMk/>
            <pc:sldMk cId="1892163644" sldId="314"/>
            <ac:spMk id="5" creationId="{F0F3B684-68DB-5763-9E86-EB338EC8AA9A}"/>
          </ac:spMkLst>
        </pc:spChg>
        <pc:spChg chg="mod">
          <ac:chgData name="Filip Hałys" userId="5320c6f947d66da6" providerId="LiveId" clId="{BC6DC095-9609-48CF-A6DE-6C508F11F8A7}" dt="2026-03-19T23:02:24.140" v="4220"/>
          <ac:spMkLst>
            <pc:docMk/>
            <pc:sldMk cId="1892163644" sldId="314"/>
            <ac:spMk id="6" creationId="{E0531FD1-3D24-100D-2801-1E99471829F6}"/>
          </ac:spMkLst>
        </pc:spChg>
        <pc:spChg chg="add mod">
          <ac:chgData name="Filip Hałys" userId="5320c6f947d66da6" providerId="LiveId" clId="{BC6DC095-9609-48CF-A6DE-6C508F11F8A7}" dt="2026-03-19T23:03:32.007" v="4230" actId="1076"/>
          <ac:spMkLst>
            <pc:docMk/>
            <pc:sldMk cId="1892163644" sldId="314"/>
            <ac:spMk id="10" creationId="{211C9CBC-FE26-8A36-B26A-2827C20C590F}"/>
          </ac:spMkLst>
        </pc:spChg>
        <pc:grpChg chg="del">
          <ac:chgData name="Filip Hałys" userId="5320c6f947d66da6" providerId="LiveId" clId="{BC6DC095-9609-48CF-A6DE-6C508F11F8A7}" dt="2026-03-19T23:02:58.479" v="4222" actId="478"/>
          <ac:grpSpMkLst>
            <pc:docMk/>
            <pc:sldMk cId="1892163644" sldId="314"/>
            <ac:grpSpMk id="2" creationId="{17959441-2EB4-3173-7F32-816E650E0D84}"/>
          </ac:grpSpMkLst>
        </pc:grpChg>
        <pc:grpChg chg="mod">
          <ac:chgData name="Filip Hałys" userId="5320c6f947d66da6" providerId="LiveId" clId="{BC6DC095-9609-48CF-A6DE-6C508F11F8A7}" dt="2026-03-19T23:03:03.020" v="4224" actId="1076"/>
          <ac:grpSpMkLst>
            <pc:docMk/>
            <pc:sldMk cId="1892163644" sldId="314"/>
            <ac:grpSpMk id="4" creationId="{A4983238-BF56-96F4-3E5B-47CBB4C0EE65}"/>
          </ac:grpSpMkLst>
        </pc:grpChg>
        <pc:grpChg chg="del mod">
          <ac:chgData name="Filip Hałys" userId="5320c6f947d66da6" providerId="LiveId" clId="{BC6DC095-9609-48CF-A6DE-6C508F11F8A7}" dt="2026-03-19T23:03:23.461" v="4227" actId="478"/>
          <ac:grpSpMkLst>
            <pc:docMk/>
            <pc:sldMk cId="1892163644" sldId="314"/>
            <ac:grpSpMk id="7" creationId="{89664345-565E-D088-5FB5-23BDB63B17C9}"/>
          </ac:grpSpMkLst>
        </pc:grpChg>
        <pc:picChg chg="add mod">
          <ac:chgData name="Filip Hałys" userId="5320c6f947d66da6" providerId="LiveId" clId="{BC6DC095-9609-48CF-A6DE-6C508F11F8A7}" dt="2026-03-19T23:03:00.182" v="4223" actId="1076"/>
          <ac:picMkLst>
            <pc:docMk/>
            <pc:sldMk cId="1892163644" sldId="314"/>
            <ac:picMk id="4098" creationId="{A7D3A18F-A6FB-9704-DA86-1077179D6F5A}"/>
          </ac:picMkLst>
        </pc:picChg>
      </pc:sldChg>
      <pc:sldChg chg="addSp delSp modSp mod ord modNotesTx">
        <pc:chgData name="Filip Hałys" userId="5320c6f947d66da6" providerId="LiveId" clId="{BC6DC095-9609-48CF-A6DE-6C508F11F8A7}" dt="2026-03-19T23:41:20.718" v="5985"/>
        <pc:sldMkLst>
          <pc:docMk/>
          <pc:sldMk cId="153647811" sldId="315"/>
        </pc:sldMkLst>
        <pc:spChg chg="add">
          <ac:chgData name="Filip Hałys" userId="5320c6f947d66da6" providerId="LiveId" clId="{BC6DC095-9609-48CF-A6DE-6C508F11F8A7}" dt="2026-03-19T23:38:50.750" v="5792"/>
          <ac:spMkLst>
            <pc:docMk/>
            <pc:sldMk cId="153647811" sldId="315"/>
            <ac:spMk id="2" creationId="{E7410B7D-8167-2F4C-F2CC-47C0F9382E5D}"/>
          </ac:spMkLst>
        </pc:spChg>
        <pc:spChg chg="mod">
          <ac:chgData name="Filip Hałys" userId="5320c6f947d66da6" providerId="LiveId" clId="{BC6DC095-9609-48CF-A6DE-6C508F11F8A7}" dt="2026-03-19T23:38:40.556" v="5790" actId="20577"/>
          <ac:spMkLst>
            <pc:docMk/>
            <pc:sldMk cId="153647811" sldId="315"/>
            <ac:spMk id="4" creationId="{52A1287A-F4CB-9AAC-24D0-AFB01307823A}"/>
          </ac:spMkLst>
        </pc:spChg>
        <pc:spChg chg="mod">
          <ac:chgData name="Filip Hałys" userId="5320c6f947d66da6" providerId="LiveId" clId="{BC6DC095-9609-48CF-A6DE-6C508F11F8A7}" dt="2026-03-19T23:37:36.461" v="5776"/>
          <ac:spMkLst>
            <pc:docMk/>
            <pc:sldMk cId="153647811" sldId="315"/>
            <ac:spMk id="5" creationId="{44512028-B240-5EF8-619F-3C6BA5119F29}"/>
          </ac:spMkLst>
        </pc:spChg>
        <pc:spChg chg="mod">
          <ac:chgData name="Filip Hałys" userId="5320c6f947d66da6" providerId="LiveId" clId="{BC6DC095-9609-48CF-A6DE-6C508F11F8A7}" dt="2026-03-19T23:39:40.856" v="5953" actId="20577"/>
          <ac:spMkLst>
            <pc:docMk/>
            <pc:sldMk cId="153647811" sldId="315"/>
            <ac:spMk id="7" creationId="{FFBE05D8-0533-BD64-4F03-01533E9C3D4F}"/>
          </ac:spMkLst>
        </pc:spChg>
        <pc:spChg chg="mod">
          <ac:chgData name="Filip Hałys" userId="5320c6f947d66da6" providerId="LiveId" clId="{BC6DC095-9609-48CF-A6DE-6C508F11F8A7}" dt="2026-03-19T23:38:53.199" v="5794"/>
          <ac:spMkLst>
            <pc:docMk/>
            <pc:sldMk cId="153647811" sldId="315"/>
            <ac:spMk id="8" creationId="{64B8827F-EABF-FF7D-4EB5-BCDF74034C5E}"/>
          </ac:spMkLst>
        </pc:spChg>
        <pc:spChg chg="mod">
          <ac:chgData name="Filip Hałys" userId="5320c6f947d66da6" providerId="LiveId" clId="{BC6DC095-9609-48CF-A6DE-6C508F11F8A7}" dt="2026-03-19T23:40:06.536" v="5960"/>
          <ac:spMkLst>
            <pc:docMk/>
            <pc:sldMk cId="153647811" sldId="315"/>
            <ac:spMk id="10" creationId="{CE352658-E718-4A04-56B3-B2AC43C10172}"/>
          </ac:spMkLst>
        </pc:spChg>
        <pc:spChg chg="mod">
          <ac:chgData name="Filip Hałys" userId="5320c6f947d66da6" providerId="LiveId" clId="{BC6DC095-9609-48CF-A6DE-6C508F11F8A7}" dt="2026-03-19T23:37:53.433" v="5779" actId="14100"/>
          <ac:spMkLst>
            <pc:docMk/>
            <pc:sldMk cId="153647811" sldId="315"/>
            <ac:spMk id="11" creationId="{1D3A3377-1527-A70D-B832-35386BAE3D7A}"/>
          </ac:spMkLst>
        </pc:spChg>
        <pc:spChg chg="del mod">
          <ac:chgData name="Filip Hałys" userId="5320c6f947d66da6" providerId="LiveId" clId="{BC6DC095-9609-48CF-A6DE-6C508F11F8A7}" dt="2026-03-19T23:39:35.490" v="5950"/>
          <ac:spMkLst>
            <pc:docMk/>
            <pc:sldMk cId="153647811" sldId="315"/>
            <ac:spMk id="17" creationId="{E435DF46-A112-F95C-8AB7-A935F7327E0C}"/>
          </ac:spMkLst>
        </pc:spChg>
        <pc:grpChg chg="mod">
          <ac:chgData name="Filip Hałys" userId="5320c6f947d66da6" providerId="LiveId" clId="{BC6DC095-9609-48CF-A6DE-6C508F11F8A7}" dt="2026-03-19T23:37:34.735" v="5775"/>
          <ac:grpSpMkLst>
            <pc:docMk/>
            <pc:sldMk cId="153647811" sldId="315"/>
            <ac:grpSpMk id="3" creationId="{959597E8-1727-BF3C-E7C0-ECA84B8DE15D}"/>
          </ac:grpSpMkLst>
        </pc:grpChg>
        <pc:grpChg chg="mod">
          <ac:chgData name="Filip Hałys" userId="5320c6f947d66da6" providerId="LiveId" clId="{BC6DC095-9609-48CF-A6DE-6C508F11F8A7}" dt="2026-03-19T23:38:53.199" v="5794"/>
          <ac:grpSpMkLst>
            <pc:docMk/>
            <pc:sldMk cId="153647811" sldId="315"/>
            <ac:grpSpMk id="6" creationId="{71EB521A-DAB0-81B5-070E-671AFC6A1E04}"/>
          </ac:grpSpMkLst>
        </pc:grpChg>
      </pc:sldChg>
      <pc:sldChg chg="ord">
        <pc:chgData name="Filip Hałys" userId="5320c6f947d66da6" providerId="LiveId" clId="{BC6DC095-9609-48CF-A6DE-6C508F11F8A7}" dt="2026-03-19T21:32:05.059" v="360"/>
        <pc:sldMkLst>
          <pc:docMk/>
          <pc:sldMk cId="3988909343" sldId="316"/>
        </pc:sldMkLst>
      </pc:sldChg>
      <pc:sldChg chg="addSp delSp modSp add mod ord modNotesTx">
        <pc:chgData name="Filip Hałys" userId="5320c6f947d66da6" providerId="LiveId" clId="{BC6DC095-9609-48CF-A6DE-6C508F11F8A7}" dt="2026-03-19T21:31:36.528" v="358" actId="20577"/>
        <pc:sldMkLst>
          <pc:docMk/>
          <pc:sldMk cId="626322821" sldId="329"/>
        </pc:sldMkLst>
        <pc:spChg chg="mod topLvl">
          <ac:chgData name="Filip Hałys" userId="5320c6f947d66da6" providerId="LiveId" clId="{BC6DC095-9609-48CF-A6DE-6C508F11F8A7}" dt="2026-03-19T21:28:44.541" v="242" actId="1076"/>
          <ac:spMkLst>
            <pc:docMk/>
            <pc:sldMk cId="626322821" sldId="329"/>
            <ac:spMk id="5" creationId="{DE041203-F5EA-9BBC-F573-1CC035F6AEDF}"/>
          </ac:spMkLst>
        </pc:spChg>
        <pc:spChg chg="del mod topLvl">
          <ac:chgData name="Filip Hałys" userId="5320c6f947d66da6" providerId="LiveId" clId="{BC6DC095-9609-48CF-A6DE-6C508F11F8A7}" dt="2026-03-19T21:28:41.130" v="241" actId="478"/>
          <ac:spMkLst>
            <pc:docMk/>
            <pc:sldMk cId="626322821" sldId="329"/>
            <ac:spMk id="6" creationId="{4B400011-D14C-3C07-D3F4-C6AA40FDE61B}"/>
          </ac:spMkLst>
        </pc:spChg>
        <pc:spChg chg="mod">
          <ac:chgData name="Filip Hałys" userId="5320c6f947d66da6" providerId="LiveId" clId="{BC6DC095-9609-48CF-A6DE-6C508F11F8A7}" dt="2026-03-19T21:26:22.386" v="180" actId="20577"/>
          <ac:spMkLst>
            <pc:docMk/>
            <pc:sldMk cId="626322821" sldId="329"/>
            <ac:spMk id="8" creationId="{D96AAE50-62F9-3E6C-3847-0387044205CA}"/>
          </ac:spMkLst>
        </pc:spChg>
        <pc:grpChg chg="del">
          <ac:chgData name="Filip Hałys" userId="5320c6f947d66da6" providerId="LiveId" clId="{BC6DC095-9609-48CF-A6DE-6C508F11F8A7}" dt="2026-03-19T21:28:41.130" v="241" actId="478"/>
          <ac:grpSpMkLst>
            <pc:docMk/>
            <pc:sldMk cId="626322821" sldId="329"/>
            <ac:grpSpMk id="4" creationId="{D41615D4-0E14-2F77-D820-AC505847159A}"/>
          </ac:grpSpMkLst>
        </pc:grpChg>
        <pc:grpChg chg="mod">
          <ac:chgData name="Filip Hałys" userId="5320c6f947d66da6" providerId="LiveId" clId="{BC6DC095-9609-48CF-A6DE-6C508F11F8A7}" dt="2026-03-19T21:28:46.946" v="243" actId="1076"/>
          <ac:grpSpMkLst>
            <pc:docMk/>
            <pc:sldMk cId="626322821" sldId="329"/>
            <ac:grpSpMk id="7" creationId="{F86BD329-FE57-F523-CE24-AED4B33FB685}"/>
          </ac:grpSpMkLst>
        </pc:grpChg>
        <pc:picChg chg="add mod">
          <ac:chgData name="Filip Hałys" userId="5320c6f947d66da6" providerId="LiveId" clId="{BC6DC095-9609-48CF-A6DE-6C508F11F8A7}" dt="2026-03-19T21:27:40.133" v="188" actId="14100"/>
          <ac:picMkLst>
            <pc:docMk/>
            <pc:sldMk cId="626322821" sldId="329"/>
            <ac:picMk id="3" creationId="{862D460D-497B-F5D4-676C-6AB6CEED889A}"/>
          </ac:picMkLst>
        </pc:picChg>
        <pc:picChg chg="del">
          <ac:chgData name="Filip Hałys" userId="5320c6f947d66da6" providerId="LiveId" clId="{BC6DC095-9609-48CF-A6DE-6C508F11F8A7}" dt="2026-03-19T21:26:46.275" v="183" actId="478"/>
          <ac:picMkLst>
            <pc:docMk/>
            <pc:sldMk cId="626322821" sldId="329"/>
            <ac:picMk id="13" creationId="{AC35D9F7-8CAA-6FAA-6371-114FFA9A3601}"/>
          </ac:picMkLst>
        </pc:picChg>
      </pc:sldChg>
      <pc:sldChg chg="addSp delSp modSp add mod ord modNotesTx">
        <pc:chgData name="Filip Hałys" userId="5320c6f947d66da6" providerId="LiveId" clId="{BC6DC095-9609-48CF-A6DE-6C508F11F8A7}" dt="2026-03-19T22:04:50.067" v="2021"/>
        <pc:sldMkLst>
          <pc:docMk/>
          <pc:sldMk cId="3059785850" sldId="330"/>
        </pc:sldMkLst>
        <pc:spChg chg="add">
          <ac:chgData name="Filip Hałys" userId="5320c6f947d66da6" providerId="LiveId" clId="{BC6DC095-9609-48CF-A6DE-6C508F11F8A7}" dt="2026-03-19T21:35:46.357" v="517"/>
          <ac:spMkLst>
            <pc:docMk/>
            <pc:sldMk cId="3059785850" sldId="330"/>
            <ac:spMk id="2" creationId="{A702C1B1-711E-7EFF-8C8E-CF40B15D3A36}"/>
          </ac:spMkLst>
        </pc:spChg>
        <pc:spChg chg="mod">
          <ac:chgData name="Filip Hałys" userId="5320c6f947d66da6" providerId="LiveId" clId="{BC6DC095-9609-48CF-A6DE-6C508F11F8A7}" dt="2026-03-19T21:32:34.302" v="376" actId="20577"/>
          <ac:spMkLst>
            <pc:docMk/>
            <pc:sldMk cId="3059785850" sldId="330"/>
            <ac:spMk id="4" creationId="{E323924B-7A43-E40C-C3DA-6951C89EA2DC}"/>
          </ac:spMkLst>
        </pc:spChg>
        <pc:spChg chg="mod">
          <ac:chgData name="Filip Hałys" userId="5320c6f947d66da6" providerId="LiveId" clId="{BC6DC095-9609-48CF-A6DE-6C508F11F8A7}" dt="2026-03-19T21:35:43.030" v="516" actId="20577"/>
          <ac:spMkLst>
            <pc:docMk/>
            <pc:sldMk cId="3059785850" sldId="330"/>
            <ac:spMk id="5" creationId="{78C1D5C4-FAAC-CFF2-CAB7-AE28DFE0A08A}"/>
          </ac:spMkLst>
        </pc:spChg>
        <pc:spChg chg="mod">
          <ac:chgData name="Filip Hałys" userId="5320c6f947d66da6" providerId="LiveId" clId="{BC6DC095-9609-48CF-A6DE-6C508F11F8A7}" dt="2026-03-19T21:35:48.860" v="519"/>
          <ac:spMkLst>
            <pc:docMk/>
            <pc:sldMk cId="3059785850" sldId="330"/>
            <ac:spMk id="8" creationId="{BCCD1396-31F4-8CE4-A49A-2FF1A18287E1}"/>
          </ac:spMkLst>
        </pc:spChg>
        <pc:spChg chg="mod">
          <ac:chgData name="Filip Hałys" userId="5320c6f947d66da6" providerId="LiveId" clId="{BC6DC095-9609-48CF-A6DE-6C508F11F8A7}" dt="2026-03-19T21:36:46.304" v="567" actId="20577"/>
          <ac:spMkLst>
            <pc:docMk/>
            <pc:sldMk cId="3059785850" sldId="330"/>
            <ac:spMk id="9" creationId="{FF949921-0EC2-576A-029D-BA8BC453D0F8}"/>
          </ac:spMkLst>
        </pc:spChg>
        <pc:spChg chg="add del mod">
          <ac:chgData name="Filip Hałys" userId="5320c6f947d66da6" providerId="LiveId" clId="{BC6DC095-9609-48CF-A6DE-6C508F11F8A7}" dt="2026-03-19T22:04:50.067" v="2021"/>
          <ac:spMkLst>
            <pc:docMk/>
            <pc:sldMk cId="3059785850" sldId="330"/>
            <ac:spMk id="10" creationId="{5C3581A6-F9D7-A177-AAC1-10519FEBB623}"/>
          </ac:spMkLst>
        </pc:spChg>
        <pc:spChg chg="add mod">
          <ac:chgData name="Filip Hałys" userId="5320c6f947d66da6" providerId="LiveId" clId="{BC6DC095-9609-48CF-A6DE-6C508F11F8A7}" dt="2026-03-19T22:04:49.388" v="2019"/>
          <ac:spMkLst>
            <pc:docMk/>
            <pc:sldMk cId="3059785850" sldId="330"/>
            <ac:spMk id="11" creationId="{AEBF9610-4E79-3DFF-C2E8-57B698BD6922}"/>
          </ac:spMkLst>
        </pc:spChg>
        <pc:grpChg chg="mod">
          <ac:chgData name="Filip Hałys" userId="5320c6f947d66da6" providerId="LiveId" clId="{BC6DC095-9609-48CF-A6DE-6C508F11F8A7}" dt="2026-03-19T21:32:36.728" v="377" actId="14100"/>
          <ac:grpSpMkLst>
            <pc:docMk/>
            <pc:sldMk cId="3059785850" sldId="330"/>
            <ac:grpSpMk id="3" creationId="{074B5748-887B-BF41-8618-C8F1452CE99A}"/>
          </ac:grpSpMkLst>
        </pc:grpChg>
        <pc:grpChg chg="mod">
          <ac:chgData name="Filip Hałys" userId="5320c6f947d66da6" providerId="LiveId" clId="{BC6DC095-9609-48CF-A6DE-6C508F11F8A7}" dt="2026-03-19T21:35:48.860" v="519"/>
          <ac:grpSpMkLst>
            <pc:docMk/>
            <pc:sldMk cId="3059785850" sldId="330"/>
            <ac:grpSpMk id="6" creationId="{94824CD3-7F35-7E02-047D-38249DBFF58B}"/>
          </ac:grpSpMkLst>
        </pc:grpChg>
        <pc:grpChg chg="mod">
          <ac:chgData name="Filip Hałys" userId="5320c6f947d66da6" providerId="LiveId" clId="{BC6DC095-9609-48CF-A6DE-6C508F11F8A7}" dt="2026-03-19T21:35:48.860" v="519"/>
          <ac:grpSpMkLst>
            <pc:docMk/>
            <pc:sldMk cId="3059785850" sldId="330"/>
            <ac:grpSpMk id="7" creationId="{837AEBB8-555F-E6F2-8972-723FA635C9E9}"/>
          </ac:grpSpMkLst>
        </pc:grpChg>
      </pc:sldChg>
      <pc:sldChg chg="addSp modSp add mod ord modNotesTx">
        <pc:chgData name="Filip Hałys" userId="5320c6f947d66da6" providerId="LiveId" clId="{BC6DC095-9609-48CF-A6DE-6C508F11F8A7}" dt="2026-03-19T22:23:29.950" v="2817" actId="1076"/>
        <pc:sldMkLst>
          <pc:docMk/>
          <pc:sldMk cId="1085247886" sldId="331"/>
        </pc:sldMkLst>
        <pc:spChg chg="mod">
          <ac:chgData name="Filip Hałys" userId="5320c6f947d66da6" providerId="LiveId" clId="{BC6DC095-9609-48CF-A6DE-6C508F11F8A7}" dt="2026-03-19T22:20:39.991" v="2670"/>
          <ac:spMkLst>
            <pc:docMk/>
            <pc:sldMk cId="1085247886" sldId="331"/>
            <ac:spMk id="5" creationId="{84220786-6D7E-B97D-8ACB-3119A36AFE9D}"/>
          </ac:spMkLst>
        </pc:spChg>
        <pc:spChg chg="mod">
          <ac:chgData name="Filip Hałys" userId="5320c6f947d66da6" providerId="LiveId" clId="{BC6DC095-9609-48CF-A6DE-6C508F11F8A7}" dt="2026-03-19T22:22:16.896" v="2813" actId="20577"/>
          <ac:spMkLst>
            <pc:docMk/>
            <pc:sldMk cId="1085247886" sldId="331"/>
            <ac:spMk id="6" creationId="{FD6AF44E-61F6-B320-D904-A4F6DC8CAC8C}"/>
          </ac:spMkLst>
        </pc:spChg>
        <pc:spChg chg="mod">
          <ac:chgData name="Filip Hałys" userId="5320c6f947d66da6" providerId="LiveId" clId="{BC6DC095-9609-48CF-A6DE-6C508F11F8A7}" dt="2026-03-19T22:20:19.021" v="2667" actId="20577"/>
          <ac:spMkLst>
            <pc:docMk/>
            <pc:sldMk cId="1085247886" sldId="331"/>
            <ac:spMk id="10" creationId="{39AAEEE7-CA60-063E-85E4-C38F2BB792DD}"/>
          </ac:spMkLst>
        </pc:spChg>
        <pc:spChg chg="add mod">
          <ac:chgData name="Filip Hałys" userId="5320c6f947d66da6" providerId="LiveId" clId="{BC6DC095-9609-48CF-A6DE-6C508F11F8A7}" dt="2026-03-19T22:23:29.950" v="2817" actId="1076"/>
          <ac:spMkLst>
            <pc:docMk/>
            <pc:sldMk cId="1085247886" sldId="331"/>
            <ac:spMk id="11" creationId="{818D97A0-B309-DCA2-1347-6807C5B9A37D}"/>
          </ac:spMkLst>
        </pc:spChg>
        <pc:grpChg chg="mod">
          <ac:chgData name="Filip Hałys" userId="5320c6f947d66da6" providerId="LiveId" clId="{BC6DC095-9609-48CF-A6DE-6C508F11F8A7}" dt="2026-03-19T22:20:38.532" v="2669"/>
          <ac:grpSpMkLst>
            <pc:docMk/>
            <pc:sldMk cId="1085247886" sldId="331"/>
            <ac:grpSpMk id="4" creationId="{D93D96D0-47B9-F6FD-62E9-3380DED67939}"/>
          </ac:grpSpMkLst>
        </pc:grpChg>
      </pc:sldChg>
      <pc:sldChg chg="addSp delSp modSp add mod modNotesTx">
        <pc:chgData name="Filip Hałys" userId="5320c6f947d66da6" providerId="LiveId" clId="{BC6DC095-9609-48CF-A6DE-6C508F11F8A7}" dt="2026-03-19T22:37:07.954" v="3398" actId="20577"/>
        <pc:sldMkLst>
          <pc:docMk/>
          <pc:sldMk cId="1485413580" sldId="332"/>
        </pc:sldMkLst>
        <pc:spChg chg="mod">
          <ac:chgData name="Filip Hałys" userId="5320c6f947d66da6" providerId="LiveId" clId="{BC6DC095-9609-48CF-A6DE-6C508F11F8A7}" dt="2026-03-19T22:34:17.129" v="3355" actId="20577"/>
          <ac:spMkLst>
            <pc:docMk/>
            <pc:sldMk cId="1485413580" sldId="332"/>
            <ac:spMk id="2" creationId="{BEA89072-3290-E976-46DC-E4DD2DC38EC0}"/>
          </ac:spMkLst>
        </pc:spChg>
        <pc:spChg chg="mod">
          <ac:chgData name="Filip Hałys" userId="5320c6f947d66da6" providerId="LiveId" clId="{BC6DC095-9609-48CF-A6DE-6C508F11F8A7}" dt="2026-03-19T22:34:24.750" v="3357" actId="1076"/>
          <ac:spMkLst>
            <pc:docMk/>
            <pc:sldMk cId="1485413580" sldId="332"/>
            <ac:spMk id="19" creationId="{47BE501F-7A0E-5E53-8E5D-6B5DAD3EDFD9}"/>
          </ac:spMkLst>
        </pc:spChg>
        <pc:picChg chg="add mod">
          <ac:chgData name="Filip Hałys" userId="5320c6f947d66da6" providerId="LiveId" clId="{BC6DC095-9609-48CF-A6DE-6C508F11F8A7}" dt="2026-03-19T22:34:26.381" v="3358" actId="1076"/>
          <ac:picMkLst>
            <pc:docMk/>
            <pc:sldMk cId="1485413580" sldId="332"/>
            <ac:picMk id="4" creationId="{DF09ABB5-3E38-CF99-DC3B-B34F016C07A9}"/>
          </ac:picMkLst>
        </pc:picChg>
        <pc:picChg chg="del">
          <ac:chgData name="Filip Hałys" userId="5320c6f947d66da6" providerId="LiveId" clId="{BC6DC095-9609-48CF-A6DE-6C508F11F8A7}" dt="2026-03-19T22:34:02.185" v="3336" actId="478"/>
          <ac:picMkLst>
            <pc:docMk/>
            <pc:sldMk cId="1485413580" sldId="332"/>
            <ac:picMk id="6" creationId="{E5ED0B56-EC58-2600-F46A-59C79CB0CB1E}"/>
          </ac:picMkLst>
        </pc:picChg>
      </pc:sldChg>
      <pc:sldChg chg="addSp delSp modSp add mod">
        <pc:chgData name="Filip Hałys" userId="5320c6f947d66da6" providerId="LiveId" clId="{BC6DC095-9609-48CF-A6DE-6C508F11F8A7}" dt="2026-03-19T22:35:37.596" v="3390" actId="1076"/>
        <pc:sldMkLst>
          <pc:docMk/>
          <pc:sldMk cId="699420182" sldId="333"/>
        </pc:sldMkLst>
        <pc:spChg chg="mod">
          <ac:chgData name="Filip Hałys" userId="5320c6f947d66da6" providerId="LiveId" clId="{BC6DC095-9609-48CF-A6DE-6C508F11F8A7}" dt="2026-03-19T22:34:39.488" v="3384" actId="20577"/>
          <ac:spMkLst>
            <pc:docMk/>
            <pc:sldMk cId="699420182" sldId="333"/>
            <ac:spMk id="2" creationId="{F6C22CA0-BF8F-8322-6120-02CE3CBD7DDD}"/>
          </ac:spMkLst>
        </pc:spChg>
        <pc:spChg chg="mod">
          <ac:chgData name="Filip Hałys" userId="5320c6f947d66da6" providerId="LiveId" clId="{BC6DC095-9609-48CF-A6DE-6C508F11F8A7}" dt="2026-03-19T22:35:37.596" v="3390" actId="1076"/>
          <ac:spMkLst>
            <pc:docMk/>
            <pc:sldMk cId="699420182" sldId="333"/>
            <ac:spMk id="19" creationId="{BA279F13-5BF6-0A90-A292-B9B0B72616B2}"/>
          </ac:spMkLst>
        </pc:spChg>
        <pc:picChg chg="del">
          <ac:chgData name="Filip Hałys" userId="5320c6f947d66da6" providerId="LiveId" clId="{BC6DC095-9609-48CF-A6DE-6C508F11F8A7}" dt="2026-03-19T22:35:22.489" v="3385" actId="478"/>
          <ac:picMkLst>
            <pc:docMk/>
            <pc:sldMk cId="699420182" sldId="333"/>
            <ac:picMk id="4" creationId="{003A9844-D84F-6425-8CAC-ED9BDE016DE2}"/>
          </ac:picMkLst>
        </pc:picChg>
        <pc:picChg chg="add mod">
          <ac:chgData name="Filip Hałys" userId="5320c6f947d66da6" providerId="LiveId" clId="{BC6DC095-9609-48CF-A6DE-6C508F11F8A7}" dt="2026-03-19T22:35:28.286" v="3388" actId="1076"/>
          <ac:picMkLst>
            <pc:docMk/>
            <pc:sldMk cId="699420182" sldId="333"/>
            <ac:picMk id="5" creationId="{BC9B07E5-7EAA-B3EB-869D-9AB123EECC94}"/>
          </ac:picMkLst>
        </pc:picChg>
      </pc:sldChg>
      <pc:sldChg chg="addSp delSp modSp add mod ord modNotesTx">
        <pc:chgData name="Filip Hałys" userId="5320c6f947d66da6" providerId="LiveId" clId="{BC6DC095-9609-48CF-A6DE-6C508F11F8A7}" dt="2026-03-19T23:01:21.586" v="4192" actId="1076"/>
        <pc:sldMkLst>
          <pc:docMk/>
          <pc:sldMk cId="1767997122" sldId="334"/>
        </pc:sldMkLst>
        <pc:spChg chg="mod">
          <ac:chgData name="Filip Hałys" userId="5320c6f947d66da6" providerId="LiveId" clId="{BC6DC095-9609-48CF-A6DE-6C508F11F8A7}" dt="2026-03-19T23:01:10.254" v="4189" actId="1076"/>
          <ac:spMkLst>
            <pc:docMk/>
            <pc:sldMk cId="1767997122" sldId="334"/>
            <ac:spMk id="5" creationId="{CD2CE813-7A20-1B62-6C9E-F783A494E125}"/>
          </ac:spMkLst>
        </pc:spChg>
        <pc:spChg chg="mod">
          <ac:chgData name="Filip Hałys" userId="5320c6f947d66da6" providerId="LiveId" clId="{BC6DC095-9609-48CF-A6DE-6C508F11F8A7}" dt="2026-03-19T22:55:06.115" v="4136"/>
          <ac:spMkLst>
            <pc:docMk/>
            <pc:sldMk cId="1767997122" sldId="334"/>
            <ac:spMk id="7" creationId="{5815A0D4-15BF-9339-70CD-A230046E7CB2}"/>
          </ac:spMkLst>
        </pc:spChg>
        <pc:spChg chg="mod">
          <ac:chgData name="Filip Hałys" userId="5320c6f947d66da6" providerId="LiveId" clId="{BC6DC095-9609-48CF-A6DE-6C508F11F8A7}" dt="2026-03-19T22:55:16.416" v="4138" actId="20577"/>
          <ac:spMkLst>
            <pc:docMk/>
            <pc:sldMk cId="1767997122" sldId="334"/>
            <ac:spMk id="8" creationId="{2CBEC735-12BA-BF15-4AC4-1A65F619DCDF}"/>
          </ac:spMkLst>
        </pc:spChg>
        <pc:spChg chg="mod">
          <ac:chgData name="Filip Hałys" userId="5320c6f947d66da6" providerId="LiveId" clId="{BC6DC095-9609-48CF-A6DE-6C508F11F8A7}" dt="2026-03-19T23:01:21.586" v="4192" actId="1076"/>
          <ac:spMkLst>
            <pc:docMk/>
            <pc:sldMk cId="1767997122" sldId="334"/>
            <ac:spMk id="9" creationId="{EB41DFC7-0AF4-E62F-F6E3-7249976BCE48}"/>
          </ac:spMkLst>
        </pc:spChg>
        <pc:spChg chg="add mod">
          <ac:chgData name="Filip Hałys" userId="5320c6f947d66da6" providerId="LiveId" clId="{BC6DC095-9609-48CF-A6DE-6C508F11F8A7}" dt="2026-03-19T22:57:50.256" v="4151" actId="1076"/>
          <ac:spMkLst>
            <pc:docMk/>
            <pc:sldMk cId="1767997122" sldId="334"/>
            <ac:spMk id="13" creationId="{2A451739-2A8B-81F7-31F0-63CDE03DAAA4}"/>
          </ac:spMkLst>
        </pc:spChg>
        <pc:grpChg chg="mod">
          <ac:chgData name="Filip Hałys" userId="5320c6f947d66da6" providerId="LiveId" clId="{BC6DC095-9609-48CF-A6DE-6C508F11F8A7}" dt="2026-03-19T23:01:18.363" v="4191" actId="14100"/>
          <ac:grpSpMkLst>
            <pc:docMk/>
            <pc:sldMk cId="1767997122" sldId="334"/>
            <ac:grpSpMk id="2" creationId="{853EE74C-03F0-88D5-103A-F967F904B83C}"/>
          </ac:grpSpMkLst>
        </pc:grpChg>
        <pc:grpChg chg="mod">
          <ac:chgData name="Filip Hałys" userId="5320c6f947d66da6" providerId="LiveId" clId="{BC6DC095-9609-48CF-A6DE-6C508F11F8A7}" dt="2026-03-19T22:55:06.115" v="4136"/>
          <ac:grpSpMkLst>
            <pc:docMk/>
            <pc:sldMk cId="1767997122" sldId="334"/>
            <ac:grpSpMk id="6" creationId="{CA0F669D-A3E2-0A81-4A01-9CA999B97593}"/>
          </ac:grpSpMkLst>
        </pc:grpChg>
        <pc:picChg chg="del">
          <ac:chgData name="Filip Hałys" userId="5320c6f947d66da6" providerId="LiveId" clId="{BC6DC095-9609-48CF-A6DE-6C508F11F8A7}" dt="2026-03-19T22:57:10.675" v="4141" actId="478"/>
          <ac:picMkLst>
            <pc:docMk/>
            <pc:sldMk cId="1767997122" sldId="334"/>
            <ac:picMk id="4" creationId="{D4A25BEF-8241-32DA-934A-9680F787601D}"/>
          </ac:picMkLst>
        </pc:picChg>
        <pc:picChg chg="add mod">
          <ac:chgData name="Filip Hałys" userId="5320c6f947d66da6" providerId="LiveId" clId="{BC6DC095-9609-48CF-A6DE-6C508F11F8A7}" dt="2026-03-19T23:01:14.420" v="4190" actId="1076"/>
          <ac:picMkLst>
            <pc:docMk/>
            <pc:sldMk cId="1767997122" sldId="334"/>
            <ac:picMk id="12" creationId="{F9F76558-1F71-FA61-1D71-8C95B5B8D7A6}"/>
          </ac:picMkLst>
        </pc:picChg>
      </pc:sldChg>
      <pc:sldChg chg="add">
        <pc:chgData name="Filip Hałys" userId="5320c6f947d66da6" providerId="LiveId" clId="{BC6DC095-9609-48CF-A6DE-6C508F11F8A7}" dt="2026-03-19T23:01:47.179" v="4193" actId="2890"/>
        <pc:sldMkLst>
          <pc:docMk/>
          <pc:sldMk cId="2216468110" sldId="335"/>
        </pc:sldMkLst>
      </pc:sldChg>
      <pc:sldChg chg="add">
        <pc:chgData name="Filip Hałys" userId="5320c6f947d66da6" providerId="LiveId" clId="{BC6DC095-9609-48CF-A6DE-6C508F11F8A7}" dt="2026-03-19T23:06:41.579" v="4318" actId="2890"/>
        <pc:sldMkLst>
          <pc:docMk/>
          <pc:sldMk cId="3705816868" sldId="336"/>
        </pc:sldMkLst>
      </pc:sldChg>
      <pc:sldChg chg="addSp delSp modSp add mod ord modNotesTx">
        <pc:chgData name="Filip Hałys" userId="5320c6f947d66da6" providerId="LiveId" clId="{BC6DC095-9609-48CF-A6DE-6C508F11F8A7}" dt="2026-03-19T23:18:20.259" v="4719" actId="1076"/>
        <pc:sldMkLst>
          <pc:docMk/>
          <pc:sldMk cId="1714408087" sldId="337"/>
        </pc:sldMkLst>
        <pc:spChg chg="mod">
          <ac:chgData name="Filip Hałys" userId="5320c6f947d66da6" providerId="LiveId" clId="{BC6DC095-9609-48CF-A6DE-6C508F11F8A7}" dt="2026-03-19T23:14:53.159" v="4529" actId="20577"/>
          <ac:spMkLst>
            <pc:docMk/>
            <pc:sldMk cId="1714408087" sldId="337"/>
            <ac:spMk id="5" creationId="{D1B2F8C2-7EAC-0E45-C75D-C6834D4D4A53}"/>
          </ac:spMkLst>
        </pc:spChg>
        <pc:spChg chg="mod">
          <ac:chgData name="Filip Hałys" userId="5320c6f947d66da6" providerId="LiveId" clId="{BC6DC095-9609-48CF-A6DE-6C508F11F8A7}" dt="2026-03-19T23:14:05.805" v="4505"/>
          <ac:spMkLst>
            <pc:docMk/>
            <pc:sldMk cId="1714408087" sldId="337"/>
            <ac:spMk id="6" creationId="{B62D2B8F-8CB6-62C6-C935-91BDFA6609D1}"/>
          </ac:spMkLst>
        </pc:spChg>
        <pc:spChg chg="mod">
          <ac:chgData name="Filip Hałys" userId="5320c6f947d66da6" providerId="LiveId" clId="{BC6DC095-9609-48CF-A6DE-6C508F11F8A7}" dt="2026-03-19T23:16:36.731" v="4710" actId="20577"/>
          <ac:spMkLst>
            <pc:docMk/>
            <pc:sldMk cId="1714408087" sldId="337"/>
            <ac:spMk id="8" creationId="{3EA6EABD-232C-2728-BBFE-5DD840AB66E4}"/>
          </ac:spMkLst>
        </pc:spChg>
        <pc:grpChg chg="del">
          <ac:chgData name="Filip Hałys" userId="5320c6f947d66da6" providerId="LiveId" clId="{BC6DC095-9609-48CF-A6DE-6C508F11F8A7}" dt="2026-03-19T23:18:02.982" v="4711" actId="478"/>
          <ac:grpSpMkLst>
            <pc:docMk/>
            <pc:sldMk cId="1714408087" sldId="337"/>
            <ac:grpSpMk id="2" creationId="{0974F0FC-EF30-6EC7-F421-1C9A12430067}"/>
          </ac:grpSpMkLst>
        </pc:grpChg>
        <pc:grpChg chg="mod">
          <ac:chgData name="Filip Hałys" userId="5320c6f947d66da6" providerId="LiveId" clId="{BC6DC095-9609-48CF-A6DE-6C508F11F8A7}" dt="2026-03-19T23:18:20.259" v="4719" actId="1076"/>
          <ac:grpSpMkLst>
            <pc:docMk/>
            <pc:sldMk cId="1714408087" sldId="337"/>
            <ac:grpSpMk id="4" creationId="{24CA8740-5C04-A475-CDDA-36D36899A8F4}"/>
          </ac:grpSpMkLst>
        </pc:grpChg>
        <pc:grpChg chg="mod">
          <ac:chgData name="Filip Hałys" userId="5320c6f947d66da6" providerId="LiveId" clId="{BC6DC095-9609-48CF-A6DE-6C508F11F8A7}" dt="2026-03-19T23:18:20.259" v="4719" actId="1076"/>
          <ac:grpSpMkLst>
            <pc:docMk/>
            <pc:sldMk cId="1714408087" sldId="337"/>
            <ac:grpSpMk id="7" creationId="{3CF98039-DE8F-7249-A3A9-8CB4200A16BF}"/>
          </ac:grpSpMkLst>
        </pc:grpChg>
        <pc:picChg chg="add mod">
          <ac:chgData name="Filip Hałys" userId="5320c6f947d66da6" providerId="LiveId" clId="{BC6DC095-9609-48CF-A6DE-6C508F11F8A7}" dt="2026-03-19T23:18:12.769" v="4718" actId="14100"/>
          <ac:picMkLst>
            <pc:docMk/>
            <pc:sldMk cId="1714408087" sldId="337"/>
            <ac:picMk id="11" creationId="{C7DF6461-9823-044F-7E25-77959FBBB5E4}"/>
          </ac:picMkLst>
        </pc:picChg>
      </pc:sldChg>
      <pc:sldChg chg="modSp add mod ord modNotesTx">
        <pc:chgData name="Filip Hałys" userId="5320c6f947d66da6" providerId="LiveId" clId="{BC6DC095-9609-48CF-A6DE-6C508F11F8A7}" dt="2026-03-19T23:23:51.316" v="4883" actId="20577"/>
        <pc:sldMkLst>
          <pc:docMk/>
          <pc:sldMk cId="1973929095" sldId="338"/>
        </pc:sldMkLst>
        <pc:spChg chg="mod">
          <ac:chgData name="Filip Hałys" userId="5320c6f947d66da6" providerId="LiveId" clId="{BC6DC095-9609-48CF-A6DE-6C508F11F8A7}" dt="2026-03-19T23:19:43.464" v="4741" actId="20577"/>
          <ac:spMkLst>
            <pc:docMk/>
            <pc:sldMk cId="1973929095" sldId="338"/>
            <ac:spMk id="6" creationId="{6006DCAF-1E3D-2365-089C-1E919EA8B1DB}"/>
          </ac:spMkLst>
        </pc:spChg>
        <pc:spChg chg="mod">
          <ac:chgData name="Filip Hałys" userId="5320c6f947d66da6" providerId="LiveId" clId="{BC6DC095-9609-48CF-A6DE-6C508F11F8A7}" dt="2026-03-19T23:20:06.873" v="4743" actId="1076"/>
          <ac:spMkLst>
            <pc:docMk/>
            <pc:sldMk cId="1973929095" sldId="338"/>
            <ac:spMk id="7" creationId="{F02B1E73-CCB8-A2E3-DAEC-59F0780F1416}"/>
          </ac:spMkLst>
        </pc:spChg>
        <pc:spChg chg="mod">
          <ac:chgData name="Filip Hałys" userId="5320c6f947d66da6" providerId="LiveId" clId="{BC6DC095-9609-48CF-A6DE-6C508F11F8A7}" dt="2026-03-19T23:20:27.180" v="4762" actId="20577"/>
          <ac:spMkLst>
            <pc:docMk/>
            <pc:sldMk cId="1973929095" sldId="338"/>
            <ac:spMk id="8" creationId="{8F0E4CFE-5DF1-E23B-A1B8-0C5D4A817C47}"/>
          </ac:spMkLst>
        </pc:spChg>
        <pc:spChg chg="mod">
          <ac:chgData name="Filip Hałys" userId="5320c6f947d66da6" providerId="LiveId" clId="{BC6DC095-9609-48CF-A6DE-6C508F11F8A7}" dt="2026-03-19T23:20:30.917" v="4765" actId="20577"/>
          <ac:spMkLst>
            <pc:docMk/>
            <pc:sldMk cId="1973929095" sldId="338"/>
            <ac:spMk id="9" creationId="{BAFE78BB-2B04-30C0-8D11-B6C517381869}"/>
          </ac:spMkLst>
        </pc:spChg>
        <pc:spChg chg="mod">
          <ac:chgData name="Filip Hałys" userId="5320c6f947d66da6" providerId="LiveId" clId="{BC6DC095-9609-48CF-A6DE-6C508F11F8A7}" dt="2026-03-19T23:20:38.482" v="4771" actId="20577"/>
          <ac:spMkLst>
            <pc:docMk/>
            <pc:sldMk cId="1973929095" sldId="338"/>
            <ac:spMk id="10" creationId="{ED9EB498-7276-CCCC-DE31-4C618AA1A6A0}"/>
          </ac:spMkLst>
        </pc:spChg>
        <pc:spChg chg="mod">
          <ac:chgData name="Filip Hałys" userId="5320c6f947d66da6" providerId="LiveId" clId="{BC6DC095-9609-48CF-A6DE-6C508F11F8A7}" dt="2026-03-19T23:21:05.182" v="4833" actId="1076"/>
          <ac:spMkLst>
            <pc:docMk/>
            <pc:sldMk cId="1973929095" sldId="338"/>
            <ac:spMk id="14" creationId="{50AF1D12-7DB6-C24C-7799-5B90AB0E0ED4}"/>
          </ac:spMkLst>
        </pc:spChg>
      </pc:sldChg>
      <pc:sldChg chg="addSp delSp modSp add mod modNotesTx">
        <pc:chgData name="Filip Hałys" userId="5320c6f947d66da6" providerId="LiveId" clId="{BC6DC095-9609-48CF-A6DE-6C508F11F8A7}" dt="2026-03-19T23:24:44.483" v="4975" actId="20577"/>
        <pc:sldMkLst>
          <pc:docMk/>
          <pc:sldMk cId="1688561594" sldId="339"/>
        </pc:sldMkLst>
        <pc:picChg chg="add mod">
          <ac:chgData name="Filip Hałys" userId="5320c6f947d66da6" providerId="LiveId" clId="{BC6DC095-9609-48CF-A6DE-6C508F11F8A7}" dt="2026-03-19T23:23:06.333" v="4851" actId="1076"/>
          <ac:picMkLst>
            <pc:docMk/>
            <pc:sldMk cId="1688561594" sldId="339"/>
            <ac:picMk id="3" creationId="{25CE3E99-541D-08D3-F77C-DAB99BEF2AC8}"/>
          </ac:picMkLst>
        </pc:picChg>
        <pc:picChg chg="del">
          <ac:chgData name="Filip Hałys" userId="5320c6f947d66da6" providerId="LiveId" clId="{BC6DC095-9609-48CF-A6DE-6C508F11F8A7}" dt="2026-03-19T23:22:58.544" v="4845" actId="478"/>
          <ac:picMkLst>
            <pc:docMk/>
            <pc:sldMk cId="1688561594" sldId="339"/>
            <ac:picMk id="13" creationId="{79A3C0EF-189B-F617-C075-C04D17E75D38}"/>
          </ac:picMkLst>
        </pc:picChg>
      </pc:sldChg>
      <pc:sldChg chg="add ord">
        <pc:chgData name="Filip Hałys" userId="5320c6f947d66da6" providerId="LiveId" clId="{BC6DC095-9609-48CF-A6DE-6C508F11F8A7}" dt="2026-03-19T23:27:56.214" v="5175"/>
        <pc:sldMkLst>
          <pc:docMk/>
          <pc:sldMk cId="1146202085" sldId="340"/>
        </pc:sldMkLst>
      </pc:sldChg>
      <pc:sldChg chg="modSp add mod ord modNotesTx">
        <pc:chgData name="Filip Hałys" userId="5320c6f947d66da6" providerId="LiveId" clId="{BC6DC095-9609-48CF-A6DE-6C508F11F8A7}" dt="2026-03-19T23:35:41.167" v="5709" actId="20577"/>
        <pc:sldMkLst>
          <pc:docMk/>
          <pc:sldMk cId="2255222327" sldId="341"/>
        </pc:sldMkLst>
        <pc:spChg chg="mod">
          <ac:chgData name="Filip Hałys" userId="5320c6f947d66da6" providerId="LiveId" clId="{BC6DC095-9609-48CF-A6DE-6C508F11F8A7}" dt="2026-03-19T23:35:41.167" v="5709" actId="20577"/>
          <ac:spMkLst>
            <pc:docMk/>
            <pc:sldMk cId="2255222327" sldId="341"/>
            <ac:spMk id="6" creationId="{4C85A880-7ADE-2B02-34A1-67ED584FF8E4}"/>
          </ac:spMkLst>
        </pc:spChg>
        <pc:spChg chg="mod">
          <ac:chgData name="Filip Hałys" userId="5320c6f947d66da6" providerId="LiveId" clId="{BC6DC095-9609-48CF-A6DE-6C508F11F8A7}" dt="2026-03-19T23:33:04.536" v="5367" actId="20577"/>
          <ac:spMkLst>
            <pc:docMk/>
            <pc:sldMk cId="2255222327" sldId="341"/>
            <ac:spMk id="7" creationId="{CC5C72C8-94BD-A0BD-F2B2-A372AD1BA076}"/>
          </ac:spMkLst>
        </pc:spChg>
        <pc:spChg chg="mod">
          <ac:chgData name="Filip Hałys" userId="5320c6f947d66da6" providerId="LiveId" clId="{BC6DC095-9609-48CF-A6DE-6C508F11F8A7}" dt="2026-03-19T23:35:04.441" v="5616" actId="1076"/>
          <ac:spMkLst>
            <pc:docMk/>
            <pc:sldMk cId="2255222327" sldId="341"/>
            <ac:spMk id="8" creationId="{664213BC-FF1D-F0D5-C286-4F15CC382DA1}"/>
          </ac:spMkLst>
        </pc:spChg>
        <pc:spChg chg="mod">
          <ac:chgData name="Filip Hałys" userId="5320c6f947d66da6" providerId="LiveId" clId="{BC6DC095-9609-48CF-A6DE-6C508F11F8A7}" dt="2026-03-19T23:34:57.163" v="5615" actId="1076"/>
          <ac:spMkLst>
            <pc:docMk/>
            <pc:sldMk cId="2255222327" sldId="341"/>
            <ac:spMk id="9" creationId="{E79D4AE5-CA07-6728-1168-44447D4992D3}"/>
          </ac:spMkLst>
        </pc:spChg>
        <pc:spChg chg="mod">
          <ac:chgData name="Filip Hałys" userId="5320c6f947d66da6" providerId="LiveId" clId="{BC6DC095-9609-48CF-A6DE-6C508F11F8A7}" dt="2026-03-19T23:34:52.584" v="5614" actId="20577"/>
          <ac:spMkLst>
            <pc:docMk/>
            <pc:sldMk cId="2255222327" sldId="341"/>
            <ac:spMk id="10" creationId="{A86572AB-66C1-9D70-3A77-7FAF8E7374B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27C59A-7724-4EA1-AE86-110ACCCADD36}" type="datetimeFigureOut">
              <a:rPr lang="pl-PL" smtClean="0"/>
              <a:t>20.03.2026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9E320A-4AB6-4A99-A4BC-40FABEA305F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95503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b="0" dirty="0"/>
              <a:t>Firma S</a:t>
            </a:r>
            <a:r>
              <a:rPr lang="en-US" b="0" dirty="0"/>
              <a:t>.</a:t>
            </a:r>
            <a:r>
              <a:rPr lang="pl-PL" b="0" dirty="0"/>
              <a:t>M</a:t>
            </a:r>
            <a:r>
              <a:rPr lang="en-US" b="0" dirty="0"/>
              <a:t>.</a:t>
            </a:r>
            <a:r>
              <a:rPr lang="pl-PL" b="0" dirty="0"/>
              <a:t>O</a:t>
            </a:r>
            <a:r>
              <a:rPr lang="en-US" b="0" dirty="0"/>
              <a:t>.</a:t>
            </a:r>
            <a:r>
              <a:rPr lang="pl-PL" b="0" dirty="0"/>
              <a:t>K</a:t>
            </a:r>
            <a:r>
              <a:rPr lang="en-US" b="0" dirty="0"/>
              <a:t>.</a:t>
            </a:r>
            <a:r>
              <a:rPr lang="pl-PL" b="0" dirty="0"/>
              <a:t> </a:t>
            </a:r>
            <a:r>
              <a:rPr lang="en-US" b="0" dirty="0"/>
              <a:t>to </a:t>
            </a:r>
            <a:r>
              <a:rPr lang="en-US" b="0" dirty="0" err="1"/>
              <a:t>lokalny</a:t>
            </a:r>
            <a:r>
              <a:rPr lang="pl-PL" b="0" dirty="0"/>
              <a:t> producent odzieży z</a:t>
            </a:r>
            <a:r>
              <a:rPr lang="en-US" b="0" dirty="0"/>
              <a:t> </a:t>
            </a:r>
            <a:r>
              <a:rPr lang="en-US" b="0" dirty="0" err="1"/>
              <a:t>motywem</a:t>
            </a:r>
            <a:r>
              <a:rPr lang="pl-PL" b="0" dirty="0"/>
              <a:t> smok</a:t>
            </a:r>
            <a:r>
              <a:rPr lang="en-US" b="0" dirty="0" err="1"/>
              <a:t>ów</a:t>
            </a:r>
            <a:r>
              <a:rPr lang="pl-PL" b="0" dirty="0"/>
              <a:t>, który traci klientów i chce </a:t>
            </a:r>
            <a:r>
              <a:rPr lang="en-US" b="0" dirty="0" err="1"/>
              <a:t>stworzyć</a:t>
            </a:r>
            <a:r>
              <a:rPr lang="en-US" b="0" dirty="0"/>
              <a:t> </a:t>
            </a:r>
            <a:r>
              <a:rPr lang="pl-PL" b="0" dirty="0"/>
              <a:t>jakieś rozwiązanie IT</a:t>
            </a:r>
            <a:r>
              <a:rPr lang="en-US" b="0" dirty="0"/>
              <a:t> (np. </a:t>
            </a:r>
            <a:r>
              <a:rPr lang="en-US" b="0" dirty="0" err="1"/>
              <a:t>Aplikację</a:t>
            </a:r>
            <a:r>
              <a:rPr lang="en-US" b="0" dirty="0"/>
              <a:t> </a:t>
            </a:r>
            <a:r>
              <a:rPr lang="en-US" b="0" dirty="0" err="1"/>
              <a:t>mobilną</a:t>
            </a:r>
            <a:r>
              <a:rPr lang="en-US" b="0" dirty="0"/>
              <a:t> lub </a:t>
            </a:r>
            <a:r>
              <a:rPr lang="en-US" b="0" dirty="0" err="1"/>
              <a:t>stronę</a:t>
            </a:r>
            <a:r>
              <a:rPr lang="en-US" b="0" dirty="0"/>
              <a:t> </a:t>
            </a:r>
            <a:r>
              <a:rPr lang="en-US" b="0" dirty="0" err="1"/>
              <a:t>internetową</a:t>
            </a:r>
            <a:r>
              <a:rPr lang="en-US" b="0" dirty="0"/>
              <a:t>)…</a:t>
            </a:r>
            <a:r>
              <a:rPr lang="pl-PL" b="0" dirty="0"/>
              <a:t> a my jako zespół mamy znaleźć prawdziwy problem</a:t>
            </a:r>
            <a:r>
              <a:rPr lang="en-US" b="0" dirty="0"/>
              <a:t> </a:t>
            </a:r>
            <a:r>
              <a:rPr lang="pl-PL" b="0" dirty="0"/>
              <a:t>i zaproponować właściwe działania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9E320A-4AB6-4A99-A4BC-40FABEA305F2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365010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Firma</a:t>
            </a:r>
            <a:r>
              <a:rPr lang="en-US" dirty="0"/>
              <a:t> j</a:t>
            </a:r>
            <a:r>
              <a:rPr lang="pl-PL" dirty="0" err="1"/>
              <a:t>eszcze</a:t>
            </a:r>
            <a:r>
              <a:rPr lang="pl-PL" dirty="0"/>
              <a:t> rok temu radziła sobie bardzo dobrze, ale teraz zaczyna tracić klientów.</a:t>
            </a:r>
          </a:p>
          <a:p>
            <a:r>
              <a:rPr lang="en-US" dirty="0"/>
              <a:t>Po </a:t>
            </a:r>
            <a:r>
              <a:rPr lang="en-US" dirty="0" err="1"/>
              <a:t>rozmowach</a:t>
            </a:r>
            <a:r>
              <a:rPr lang="en-US" dirty="0"/>
              <a:t> z </a:t>
            </a:r>
            <a:r>
              <a:rPr lang="en-US" dirty="0" err="1"/>
              <a:t>z</a:t>
            </a:r>
            <a:r>
              <a:rPr lang="pl-PL" dirty="0" err="1"/>
              <a:t>arząd</a:t>
            </a:r>
            <a:r>
              <a:rPr lang="en-US" dirty="0" err="1"/>
              <a:t>em</a:t>
            </a:r>
            <a:r>
              <a:rPr lang="pl-PL" dirty="0"/>
              <a:t> </a:t>
            </a:r>
            <a:r>
              <a:rPr lang="en-US" dirty="0" err="1"/>
              <a:t>dowiedzieliśmy</a:t>
            </a:r>
            <a:r>
              <a:rPr lang="en-US" dirty="0"/>
              <a:t> się:</a:t>
            </a:r>
            <a:r>
              <a:rPr lang="pl-PL" dirty="0"/>
              <a:t> </a:t>
            </a:r>
            <a:r>
              <a:rPr lang="en-US" dirty="0"/>
              <a:t>“</a:t>
            </a:r>
            <a:r>
              <a:rPr lang="pl-PL" dirty="0"/>
              <a:t>potrzebujemy nowego systemu, nowej strony, może aplikacji mobilnej’</a:t>
            </a:r>
            <a:r>
              <a:rPr lang="en-US" dirty="0"/>
              <a:t>”. </a:t>
            </a:r>
            <a:r>
              <a:rPr lang="pl-PL" dirty="0"/>
              <a:t>I to jest moment, w którym wchodzimy my </a:t>
            </a:r>
            <a:r>
              <a:rPr lang="en-US" dirty="0"/>
              <a:t>-</a:t>
            </a:r>
            <a:r>
              <a:rPr lang="pl-PL" dirty="0"/>
              <a:t> zespół analityczny.</a:t>
            </a:r>
            <a:r>
              <a:rPr lang="en-US" dirty="0"/>
              <a:t> </a:t>
            </a:r>
            <a:r>
              <a:rPr lang="pl-PL" dirty="0"/>
              <a:t>Naszym zadaniem nie jest od razu budować rozwiązanie, tylko </a:t>
            </a:r>
            <a:r>
              <a:rPr lang="en-US" dirty="0" err="1"/>
              <a:t>najpierw</a:t>
            </a:r>
            <a:r>
              <a:rPr lang="en-US" dirty="0"/>
              <a:t> </a:t>
            </a:r>
            <a:r>
              <a:rPr lang="pl-PL" dirty="0"/>
              <a:t>zrozumieć</a:t>
            </a:r>
            <a:r>
              <a:rPr lang="pl-PL" i="0" dirty="0"/>
              <a:t>: czy to </a:t>
            </a:r>
            <a:r>
              <a:rPr lang="en-US" i="0" dirty="0"/>
              <a:t>co </a:t>
            </a:r>
            <a:r>
              <a:rPr lang="en-US" i="0" dirty="0" err="1"/>
              <a:t>zapronował</a:t>
            </a:r>
            <a:r>
              <a:rPr lang="en-US" i="0" dirty="0"/>
              <a:t> </a:t>
            </a:r>
            <a:r>
              <a:rPr lang="en-US" i="0" dirty="0" err="1"/>
              <a:t>zarzad</a:t>
            </a:r>
            <a:r>
              <a:rPr lang="en-US" i="0" dirty="0"/>
              <a:t> </a:t>
            </a:r>
            <a:r>
              <a:rPr lang="pl-PL" i="0" dirty="0"/>
              <a:t>w ogóle </a:t>
            </a:r>
            <a:r>
              <a:rPr lang="en-US" i="0" dirty="0"/>
              <a:t>ma </a:t>
            </a:r>
            <a:r>
              <a:rPr lang="en-US" i="0" dirty="0" err="1"/>
              <a:t>sens</a:t>
            </a:r>
            <a:r>
              <a:rPr lang="en-US" i="0" dirty="0"/>
              <a:t>, </a:t>
            </a:r>
            <a:r>
              <a:rPr lang="en-US" i="0" dirty="0" err="1"/>
              <a:t>czy</a:t>
            </a:r>
            <a:r>
              <a:rPr lang="en-US" i="0" dirty="0"/>
              <a:t> to </a:t>
            </a:r>
            <a:r>
              <a:rPr lang="pl-PL" i="0" dirty="0"/>
              <a:t>jest właściwy kierunek?</a:t>
            </a:r>
            <a:endParaRPr lang="en-US" i="0" dirty="0"/>
          </a:p>
          <a:p>
            <a:endParaRPr lang="en-US" i="0" dirty="0"/>
          </a:p>
          <a:p>
            <a:r>
              <a:rPr lang="pl-PL" dirty="0"/>
              <a:t>W praktyce biznesowej jednym z najczęstszych powodów porażki projektów </a:t>
            </a:r>
            <a:r>
              <a:rPr lang="en-US" dirty="0"/>
              <a:t>jest </a:t>
            </a:r>
            <a:r>
              <a:rPr lang="en-US" dirty="0" err="1"/>
              <a:t>własnie</a:t>
            </a:r>
            <a:r>
              <a:rPr lang="pl-PL" dirty="0"/>
              <a:t> błędne zrozumienie problemu. Organizacje bardzo często zaczynają od pomysłu na rozwiązanie, zamiast od analizy sytuacji.</a:t>
            </a:r>
            <a:endParaRPr lang="pl-PL" i="0" dirty="0"/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9E320A-4AB6-4A99-A4BC-40FABEA305F2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606393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Problem biznesowy to przede wszystkim luka pomiędzy stanem obecnym a pożądanym. Musi być on możliwy do zmierzenia i powinien odnosić się do realnych wskaźników biznesowych.</a:t>
            </a:r>
          </a:p>
          <a:p>
            <a:r>
              <a:rPr lang="pl-PL" dirty="0"/>
              <a:t>W przypadku firmy SMOK początkowe stwierdzenie</a:t>
            </a:r>
            <a:r>
              <a:rPr lang="en-US" dirty="0"/>
              <a:t>, </a:t>
            </a:r>
            <a:r>
              <a:rPr lang="en-US" dirty="0" err="1"/>
              <a:t>że</a:t>
            </a:r>
            <a:r>
              <a:rPr lang="en-US" dirty="0"/>
              <a:t> “</a:t>
            </a:r>
            <a:r>
              <a:rPr lang="pl-PL" dirty="0"/>
              <a:t>tracimy klientów</a:t>
            </a:r>
            <a:r>
              <a:rPr lang="en-US" dirty="0"/>
              <a:t>” </a:t>
            </a:r>
            <a:r>
              <a:rPr lang="pl-PL" dirty="0"/>
              <a:t>jest zbyt ogólne. Dopiero jego doprecyzowanie, </a:t>
            </a:r>
            <a:r>
              <a:rPr lang="en-US" dirty="0"/>
              <a:t>typu</a:t>
            </a:r>
            <a:r>
              <a:rPr lang="pl-PL" dirty="0"/>
              <a:t> </a:t>
            </a:r>
            <a:r>
              <a:rPr lang="en-US" dirty="0"/>
              <a:t>“</a:t>
            </a:r>
            <a:r>
              <a:rPr lang="pl-PL" dirty="0"/>
              <a:t>liczba powracających klientów spadła o 25% w ciągu ostatnich 6 miesięcy</a:t>
            </a:r>
            <a:r>
              <a:rPr lang="en-US" dirty="0"/>
              <a:t>” </a:t>
            </a:r>
            <a:r>
              <a:rPr lang="en-US" dirty="0" err="1"/>
              <a:t>itp</a:t>
            </a:r>
            <a:r>
              <a:rPr lang="en-US" dirty="0"/>
              <a:t>.</a:t>
            </a:r>
            <a:r>
              <a:rPr lang="pl-PL" dirty="0"/>
              <a:t>, pozwala na dalszą</a:t>
            </a:r>
            <a:r>
              <a:rPr lang="en-US" dirty="0"/>
              <a:t>/</a:t>
            </a:r>
            <a:r>
              <a:rPr lang="en-US" dirty="0" err="1"/>
              <a:t>lepszą</a:t>
            </a:r>
            <a:r>
              <a:rPr lang="pl-PL" dirty="0"/>
              <a:t> analizę.</a:t>
            </a:r>
          </a:p>
          <a:p>
            <a:r>
              <a:rPr lang="pl-PL" dirty="0"/>
              <a:t>Co istotne, definicja problemu nie powinna zawierać rozwiązania. Jeśli </a:t>
            </a:r>
            <a:r>
              <a:rPr lang="en-US" dirty="0" err="1"/>
              <a:t>zarząd</a:t>
            </a:r>
            <a:r>
              <a:rPr lang="en-US" dirty="0"/>
              <a:t> </a:t>
            </a:r>
            <a:r>
              <a:rPr lang="pl-PL" dirty="0"/>
              <a:t>SMOK mówi </a:t>
            </a:r>
            <a:r>
              <a:rPr lang="en-US" dirty="0"/>
              <a:t>“</a:t>
            </a:r>
            <a:r>
              <a:rPr lang="pl-PL" dirty="0"/>
              <a:t>potrzebujemy nowej </a:t>
            </a:r>
            <a:r>
              <a:rPr lang="pl-PL" dirty="0" err="1"/>
              <a:t>aplikacj</a:t>
            </a:r>
            <a:r>
              <a:rPr lang="en-US" dirty="0"/>
              <a:t>i”</a:t>
            </a:r>
            <a:r>
              <a:rPr lang="pl-PL" dirty="0"/>
              <a:t>, to oznacza, że organizacja przeskoczyła etap analizy i zaczęła od końca procesu.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9E320A-4AB6-4A99-A4BC-40FABEA305F2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426388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Rozróżnienie pomiędzy problemem a objawem jest kluczowe. Objawy są tym, co obserwujemy np. spadek sprzedaży</a:t>
            </a:r>
            <a:r>
              <a:rPr lang="en-US" dirty="0"/>
              <a:t> jak w </a:t>
            </a:r>
            <a:r>
              <a:rPr lang="en-US" dirty="0" err="1"/>
              <a:t>firmie</a:t>
            </a:r>
            <a:r>
              <a:rPr lang="en-US" dirty="0"/>
              <a:t> SMOK</a:t>
            </a:r>
            <a:r>
              <a:rPr lang="pl-PL" dirty="0"/>
              <a:t>. Problem natomiast jest przyczyną tego zjawiska.</a:t>
            </a:r>
          </a:p>
          <a:p>
            <a:r>
              <a:rPr lang="pl-PL" dirty="0"/>
              <a:t>W firmie SMOK spadek liczby klientów może być objawem wielu różnych problemów.</a:t>
            </a:r>
            <a:r>
              <a:rPr lang="en-US" dirty="0"/>
              <a:t> </a:t>
            </a:r>
            <a:r>
              <a:rPr lang="pl-PL" dirty="0"/>
              <a:t>Jeśli organizacja skupi się wyłącznie na objawie, istnieje duże ryzyko wdrożenia rozwiązania, które nie rozwiąże rzeczywistego problemu. Dlatego stosuje się techniki takie jak analiza przyczyn źródłowych, np. metoda 5 </a:t>
            </a:r>
            <a:r>
              <a:rPr lang="pl-PL" dirty="0" err="1"/>
              <a:t>Why</a:t>
            </a:r>
            <a:endParaRPr lang="pl-PL" dirty="0"/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9E320A-4AB6-4A99-A4BC-40FABEA305F2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147990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Metoda</a:t>
            </a:r>
            <a:r>
              <a:rPr lang="en-US" dirty="0"/>
              <a:t> WHY - Jest to </a:t>
            </a:r>
            <a:r>
              <a:rPr lang="en-US" dirty="0" err="1"/>
              <a:t>popularna</a:t>
            </a:r>
            <a:r>
              <a:rPr lang="en-US" dirty="0"/>
              <a:t> </a:t>
            </a:r>
            <a:r>
              <a:rPr lang="en-US" dirty="0" err="1"/>
              <a:t>metoda</a:t>
            </a:r>
            <a:r>
              <a:rPr lang="en-US" dirty="0"/>
              <a:t>, </a:t>
            </a:r>
            <a:r>
              <a:rPr lang="en-US" dirty="0" err="1"/>
              <a:t>polegająca</a:t>
            </a:r>
            <a:r>
              <a:rPr lang="en-US" dirty="0"/>
              <a:t> na </a:t>
            </a:r>
            <a:r>
              <a:rPr lang="en-US" dirty="0" err="1"/>
              <a:t>odpowiadanie</a:t>
            </a:r>
            <a:r>
              <a:rPr lang="en-US" dirty="0"/>
              <a:t> na </a:t>
            </a:r>
            <a:r>
              <a:rPr lang="en-US" dirty="0" err="1"/>
              <a:t>proste</a:t>
            </a:r>
            <a:r>
              <a:rPr lang="en-US" dirty="0"/>
              <a:t> </a:t>
            </a:r>
            <a:r>
              <a:rPr lang="en-US" dirty="0" err="1"/>
              <a:t>pytanie</a:t>
            </a:r>
            <a:r>
              <a:rPr lang="en-US" dirty="0"/>
              <a:t> DLACZEGO? </a:t>
            </a:r>
            <a:r>
              <a:rPr lang="en-US" dirty="0" err="1"/>
              <a:t>Pięciokrotnie</a:t>
            </a:r>
            <a:r>
              <a:rPr lang="en-US" dirty="0"/>
              <a:t>, </a:t>
            </a:r>
            <a:r>
              <a:rPr lang="en-US" dirty="0" err="1"/>
              <a:t>zakładając</a:t>
            </a:r>
            <a:r>
              <a:rPr lang="en-US" dirty="0"/>
              <a:t>, </a:t>
            </a:r>
            <a:r>
              <a:rPr lang="en-US" dirty="0" err="1"/>
              <a:t>że</a:t>
            </a:r>
            <a:r>
              <a:rPr lang="en-US" dirty="0"/>
              <a:t> </a:t>
            </a:r>
            <a:r>
              <a:rPr lang="en-US" dirty="0" err="1"/>
              <a:t>każda</a:t>
            </a:r>
            <a:r>
              <a:rPr lang="en-US" dirty="0"/>
              <a:t> </a:t>
            </a:r>
            <a:r>
              <a:rPr lang="en-US" dirty="0" err="1"/>
              <a:t>odpowiedź</a:t>
            </a:r>
            <a:r>
              <a:rPr lang="en-US" dirty="0"/>
              <a:t> na WHY jest </a:t>
            </a:r>
            <a:r>
              <a:rPr lang="en-US" dirty="0" err="1"/>
              <a:t>wstępem</a:t>
            </a:r>
            <a:r>
              <a:rPr lang="en-US" dirty="0"/>
              <a:t> do </a:t>
            </a:r>
            <a:r>
              <a:rPr lang="en-US" dirty="0" err="1"/>
              <a:t>kolejnego</a:t>
            </a:r>
            <a:r>
              <a:rPr lang="en-US" dirty="0"/>
              <a:t> WHY.</a:t>
            </a:r>
          </a:p>
          <a:p>
            <a:r>
              <a:rPr lang="en-US" dirty="0" err="1"/>
              <a:t>Dlaczego</a:t>
            </a:r>
            <a:r>
              <a:rPr lang="en-US" dirty="0"/>
              <a:t> </a:t>
            </a:r>
            <a:r>
              <a:rPr lang="en-US" dirty="0" err="1"/>
              <a:t>sprzedaż</a:t>
            </a:r>
            <a:r>
              <a:rPr lang="en-US" dirty="0"/>
              <a:t> </a:t>
            </a:r>
            <a:r>
              <a:rPr lang="en-US" dirty="0" err="1"/>
              <a:t>spadła</a:t>
            </a:r>
            <a:r>
              <a:rPr lang="en-US" dirty="0"/>
              <a:t>? Bo </a:t>
            </a:r>
            <a:r>
              <a:rPr lang="en-US" dirty="0" err="1"/>
              <a:t>produkujemy</a:t>
            </a:r>
            <a:r>
              <a:rPr lang="en-US" dirty="0"/>
              <a:t> </a:t>
            </a:r>
            <a:r>
              <a:rPr lang="en-US" dirty="0" err="1"/>
              <a:t>mniej</a:t>
            </a:r>
            <a:r>
              <a:rPr lang="en-US" dirty="0"/>
              <a:t> </a:t>
            </a:r>
            <a:r>
              <a:rPr lang="en-US" dirty="0" err="1"/>
              <a:t>produktów</a:t>
            </a:r>
            <a:r>
              <a:rPr lang="en-US" dirty="0"/>
              <a:t>.</a:t>
            </a:r>
          </a:p>
          <a:p>
            <a:r>
              <a:rPr lang="en-US" dirty="0" err="1"/>
              <a:t>Dlaczego</a:t>
            </a:r>
            <a:r>
              <a:rPr lang="en-US" dirty="0"/>
              <a:t> </a:t>
            </a:r>
            <a:r>
              <a:rPr lang="en-US" dirty="0" err="1"/>
              <a:t>produkujemy</a:t>
            </a:r>
            <a:r>
              <a:rPr lang="en-US" dirty="0"/>
              <a:t> </a:t>
            </a:r>
            <a:r>
              <a:rPr lang="en-US" dirty="0" err="1"/>
              <a:t>mniej</a:t>
            </a:r>
            <a:r>
              <a:rPr lang="en-US" dirty="0"/>
              <a:t> </a:t>
            </a:r>
            <a:r>
              <a:rPr lang="en-US" dirty="0" err="1"/>
              <a:t>produktów</a:t>
            </a:r>
            <a:r>
              <a:rPr lang="en-US" dirty="0"/>
              <a:t>? Bo </a:t>
            </a:r>
            <a:r>
              <a:rPr lang="en-US" dirty="0" err="1"/>
              <a:t>zacięła</a:t>
            </a:r>
            <a:r>
              <a:rPr lang="en-US" dirty="0"/>
              <a:t> się </a:t>
            </a:r>
            <a:r>
              <a:rPr lang="en-US" dirty="0" err="1"/>
              <a:t>jedna</a:t>
            </a:r>
            <a:r>
              <a:rPr lang="en-US" dirty="0"/>
              <a:t> z </a:t>
            </a:r>
            <a:r>
              <a:rPr lang="en-US" dirty="0" err="1"/>
              <a:t>głównych</a:t>
            </a:r>
            <a:r>
              <a:rPr lang="en-US" dirty="0"/>
              <a:t> </a:t>
            </a:r>
            <a:r>
              <a:rPr lang="en-US" dirty="0" err="1"/>
              <a:t>maszyn</a:t>
            </a:r>
            <a:endParaRPr lang="en-US" dirty="0"/>
          </a:p>
          <a:p>
            <a:r>
              <a:rPr lang="en-US" dirty="0" err="1"/>
              <a:t>Dlaczego</a:t>
            </a:r>
            <a:r>
              <a:rPr lang="en-US" dirty="0"/>
              <a:t> się </a:t>
            </a:r>
            <a:r>
              <a:rPr lang="en-US" dirty="0" err="1"/>
              <a:t>zacięła</a:t>
            </a:r>
            <a:r>
              <a:rPr lang="en-US" dirty="0"/>
              <a:t>? …</a:t>
            </a:r>
          </a:p>
          <a:p>
            <a:r>
              <a:rPr lang="en-US" dirty="0" err="1"/>
              <a:t>Itd</a:t>
            </a:r>
            <a:r>
              <a:rPr lang="en-US" dirty="0"/>
              <a:t>.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9E320A-4AB6-4A99-A4BC-40FABEA305F2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813377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Interesariusze to wszystkie osoby lub grupy, które mają wpływ na projekt lub są jego odbiorcami. Ich identyfikacja jest kluczowa, ponieważ każda z tych grup może inaczej postrzegać problem.</a:t>
            </a:r>
          </a:p>
          <a:p>
            <a:r>
              <a:rPr lang="pl-PL" dirty="0"/>
              <a:t>W firmie SMOK zarząd koncentruje się na wynikach finansowych, marketing na widoczności marki, dział IT na stabilności systemów, a klienci na wygodzie zakupów.</a:t>
            </a:r>
          </a:p>
          <a:p>
            <a:r>
              <a:rPr lang="pl-PL" dirty="0"/>
              <a:t>Brak uwzględnienia którejkolwiek z tych perspektyw może prowadzić do błędnych decyzji projektowych. Dlatego już na wczesnym etapie analizy należy </a:t>
            </a:r>
            <a:r>
              <a:rPr lang="en-US" dirty="0" err="1"/>
              <a:t>zidentyfikować</a:t>
            </a:r>
            <a:r>
              <a:rPr lang="en-US" dirty="0"/>
              <a:t> </a:t>
            </a:r>
            <a:r>
              <a:rPr lang="en-US" dirty="0" err="1"/>
              <a:t>interesariuszy</a:t>
            </a:r>
            <a:r>
              <a:rPr lang="en-US" dirty="0"/>
              <a:t>.</a:t>
            </a:r>
          </a:p>
          <a:p>
            <a:r>
              <a:rPr lang="en-US" dirty="0" err="1"/>
              <a:t>Ważne</a:t>
            </a:r>
            <a:r>
              <a:rPr lang="en-US" dirty="0"/>
              <a:t>: w </a:t>
            </a:r>
            <a:r>
              <a:rPr lang="en-US" dirty="0" err="1"/>
              <a:t>biznesie</a:t>
            </a:r>
            <a:r>
              <a:rPr lang="en-US" dirty="0"/>
              <a:t> i </a:t>
            </a:r>
            <a:r>
              <a:rPr lang="en-US" dirty="0" err="1"/>
              <a:t>świecie</a:t>
            </a:r>
            <a:r>
              <a:rPr lang="en-US" dirty="0"/>
              <a:t> IT </a:t>
            </a:r>
            <a:r>
              <a:rPr lang="en-US" dirty="0" err="1"/>
              <a:t>częściej</a:t>
            </a:r>
            <a:r>
              <a:rPr lang="en-US" dirty="0"/>
              <a:t> </a:t>
            </a:r>
            <a:r>
              <a:rPr lang="en-US" dirty="0" err="1"/>
              <a:t>wykorzystuje</a:t>
            </a:r>
            <a:r>
              <a:rPr lang="en-US" dirty="0"/>
              <a:t> się </a:t>
            </a:r>
            <a:r>
              <a:rPr lang="en-US" dirty="0" err="1"/>
              <a:t>wersję</a:t>
            </a:r>
            <a:r>
              <a:rPr lang="en-US" dirty="0"/>
              <a:t> </a:t>
            </a:r>
            <a:r>
              <a:rPr lang="en-US" dirty="0" err="1"/>
              <a:t>angielską</a:t>
            </a:r>
            <a:r>
              <a:rPr lang="en-US" dirty="0"/>
              <a:t>: stakeholder.</a:t>
            </a:r>
            <a:endParaRPr lang="pl-PL" dirty="0"/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9E320A-4AB6-4A99-A4BC-40FABEA305F2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251110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 err="1"/>
              <a:t>Elicytacja</a:t>
            </a:r>
            <a:r>
              <a:rPr lang="pl-PL" dirty="0"/>
              <a:t> wymagań polega na pozyskiwaniu informacji od klienta i interesariuszy. Kluczową rolę odgrywają tutaj odpowiednio zadane pytania.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9E320A-4AB6-4A99-A4BC-40FABEA305F2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832208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Bardzo często klienci nie są w stanie jasno zdefiniować swoich potrzeb. Rolą analityka jest pomóc im je odkryć i uporządkować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9E320A-4AB6-4A99-A4BC-40FABEA305F2}" type="slidenum">
              <a:rPr lang="pl-PL" smtClean="0"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694710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W SMOK może się okazać, że problem nie wynika z technologii, lecz np. z braku współpracy między działami lub nieefektywnych procesów.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9E320A-4AB6-4A99-A4BC-40FABEA305F2}" type="slidenum">
              <a:rPr lang="pl-PL" smtClean="0"/>
              <a:t>11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216943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Zakres projektu określa, co jest jego częścią, a co nie. Jest to kluczowe dla zarządzania oczekiwaniami oraz kontrolowania budżetu i czasu.</a:t>
            </a:r>
            <a:endParaRPr lang="en-US" dirty="0"/>
          </a:p>
          <a:p>
            <a:r>
              <a:rPr lang="pl-PL" dirty="0"/>
              <a:t>W przypadku SMOK na etapie analizy zakres obejmuje zrozumienie problemu, a nie tworzenie rozwiązania.</a:t>
            </a:r>
            <a:endParaRPr lang="en-US" dirty="0"/>
          </a:p>
          <a:p>
            <a:r>
              <a:rPr lang="pl-PL" dirty="0"/>
              <a:t>Brak jasno określonego zakresu prowadzi do zjawiska </a:t>
            </a:r>
            <a:r>
              <a:rPr lang="en-US" dirty="0"/>
              <a:t>“</a:t>
            </a:r>
            <a:r>
              <a:rPr lang="pl-PL" dirty="0" err="1"/>
              <a:t>scope</a:t>
            </a:r>
            <a:r>
              <a:rPr lang="pl-PL" dirty="0"/>
              <a:t> </a:t>
            </a:r>
            <a:r>
              <a:rPr lang="pl-PL" dirty="0" err="1"/>
              <a:t>creep</a:t>
            </a:r>
            <a:r>
              <a:rPr lang="en-US" dirty="0"/>
              <a:t>”</a:t>
            </a:r>
            <a:r>
              <a:rPr lang="pl-PL" dirty="0"/>
              <a:t>, czyli niekontrolowanego rozszerzania projektu.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9E320A-4AB6-4A99-A4BC-40FABEA305F2}" type="slidenum">
              <a:rPr lang="pl-PL" smtClean="0"/>
              <a:t>12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79968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Wymagania </a:t>
            </a:r>
            <a:r>
              <a:rPr lang="en-US" dirty="0" err="1"/>
              <a:t>dzielą</a:t>
            </a:r>
            <a:r>
              <a:rPr lang="en-US" dirty="0"/>
              <a:t> się na </a:t>
            </a:r>
            <a:r>
              <a:rPr lang="en-US" dirty="0" err="1"/>
              <a:t>dwie</a:t>
            </a:r>
            <a:r>
              <a:rPr lang="en-US" dirty="0"/>
              <a:t> </a:t>
            </a:r>
            <a:r>
              <a:rPr lang="en-US" dirty="0" err="1"/>
              <a:t>podgrupy</a:t>
            </a:r>
            <a:r>
              <a:rPr lang="en-US" dirty="0"/>
              <a:t>: </a:t>
            </a:r>
            <a:r>
              <a:rPr lang="en-US" dirty="0" err="1"/>
              <a:t>funkcjonalne</a:t>
            </a:r>
            <a:r>
              <a:rPr lang="en-US" dirty="0"/>
              <a:t> (</a:t>
            </a:r>
            <a:r>
              <a:rPr lang="en-US" dirty="0" err="1"/>
              <a:t>inaczej</a:t>
            </a:r>
            <a:r>
              <a:rPr lang="en-US" dirty="0"/>
              <a:t> - </a:t>
            </a:r>
            <a:r>
              <a:rPr lang="en-US" dirty="0" err="1"/>
              <a:t>pozafunkcjonalne</a:t>
            </a:r>
            <a:r>
              <a:rPr lang="en-US" dirty="0"/>
              <a:t>) i </a:t>
            </a:r>
            <a:r>
              <a:rPr lang="en-US" dirty="0" err="1"/>
              <a:t>niefunkcjonalne</a:t>
            </a:r>
            <a:endParaRPr lang="en-US" dirty="0"/>
          </a:p>
          <a:p>
            <a:r>
              <a:rPr lang="pl-PL" dirty="0"/>
              <a:t>Wymagania funkcjonalne opisują zachowanie systemu, natomiast niefunkcjonalne określają jego cechy jakościowe, takie jak wydajność czy bezpieczeństwo.</a:t>
            </a:r>
          </a:p>
          <a:p>
            <a:r>
              <a:rPr lang="pl-PL" dirty="0"/>
              <a:t>W SMOK może się okazać, że głównym problemem jest np. długi czas ładowania strony, czyli aspekt niefunkcjonalny.</a:t>
            </a:r>
          </a:p>
          <a:p>
            <a:r>
              <a:rPr lang="pl-PL" dirty="0"/>
              <a:t>Pominięcie tej kategorii wymagań jest częstą przyczyną niepowodzeń projektów.</a:t>
            </a:r>
            <a:endParaRPr lang="en-US" dirty="0"/>
          </a:p>
          <a:p>
            <a:r>
              <a:rPr lang="en-US" dirty="0" err="1"/>
              <a:t>Często</a:t>
            </a:r>
            <a:r>
              <a:rPr lang="en-US" dirty="0"/>
              <a:t> </a:t>
            </a:r>
            <a:r>
              <a:rPr lang="en-US" dirty="0" err="1"/>
              <a:t>wyróżnia</a:t>
            </a:r>
            <a:r>
              <a:rPr lang="en-US" dirty="0"/>
              <a:t> się </a:t>
            </a:r>
            <a:r>
              <a:rPr lang="en-US" dirty="0" err="1"/>
              <a:t>trzecią</a:t>
            </a:r>
            <a:r>
              <a:rPr lang="en-US" dirty="0"/>
              <a:t> </a:t>
            </a:r>
            <a:r>
              <a:rPr lang="en-US" dirty="0" err="1"/>
              <a:t>podgrupę</a:t>
            </a:r>
            <a:r>
              <a:rPr lang="en-US" dirty="0"/>
              <a:t> – wymagania </a:t>
            </a:r>
            <a:r>
              <a:rPr lang="en-US" dirty="0" err="1"/>
              <a:t>biznesowe</a:t>
            </a:r>
            <a:r>
              <a:rPr lang="en-US" dirty="0"/>
              <a:t>.</a:t>
            </a:r>
            <a:endParaRPr lang="pl-PL" dirty="0"/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9E320A-4AB6-4A99-A4BC-40FABEA305F2}" type="slidenum">
              <a:rPr lang="pl-PL" smtClean="0"/>
              <a:t>13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851946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Powyżej</a:t>
            </a:r>
            <a:r>
              <a:rPr lang="en-US" dirty="0"/>
              <a:t> Przykład na </a:t>
            </a:r>
            <a:r>
              <a:rPr lang="en-US" dirty="0" err="1"/>
              <a:t>podstawie</a:t>
            </a:r>
            <a:r>
              <a:rPr lang="en-US" dirty="0"/>
              <a:t> </a:t>
            </a:r>
            <a:r>
              <a:rPr lang="en-US" dirty="0" err="1"/>
              <a:t>faktur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9E320A-4AB6-4A99-A4BC-40FABEA305F2}" type="slidenum">
              <a:rPr lang="pl-PL" smtClean="0"/>
              <a:t>14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382192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Oczywiście</a:t>
            </a:r>
            <a:r>
              <a:rPr lang="en-US" dirty="0"/>
              <a:t> </a:t>
            </a:r>
            <a:r>
              <a:rPr lang="en-US" dirty="0" err="1"/>
              <a:t>powstało</a:t>
            </a:r>
            <a:r>
              <a:rPr lang="en-US" dirty="0"/>
              <a:t> wiele </a:t>
            </a:r>
            <a:r>
              <a:rPr lang="en-US" dirty="0" err="1"/>
              <a:t>narzędzi</a:t>
            </a:r>
            <a:r>
              <a:rPr lang="en-US" dirty="0"/>
              <a:t>, aby </a:t>
            </a:r>
            <a:r>
              <a:rPr lang="en-US" dirty="0" err="1"/>
              <a:t>uławtić</a:t>
            </a:r>
            <a:r>
              <a:rPr lang="en-US" dirty="0"/>
              <a:t> </a:t>
            </a:r>
            <a:r>
              <a:rPr lang="en-US" dirty="0" err="1"/>
              <a:t>analitykom</a:t>
            </a:r>
            <a:r>
              <a:rPr lang="en-US" dirty="0"/>
              <a:t> ich </a:t>
            </a:r>
            <a:r>
              <a:rPr lang="en-US" dirty="0" err="1"/>
              <a:t>pracę</a:t>
            </a:r>
            <a:r>
              <a:rPr lang="en-US" dirty="0"/>
              <a:t>. Do </a:t>
            </a:r>
            <a:r>
              <a:rPr lang="en-US" dirty="0" err="1"/>
              <a:t>najpopularniejszych</a:t>
            </a:r>
            <a:r>
              <a:rPr lang="en-US" dirty="0"/>
              <a:t> </a:t>
            </a:r>
            <a:r>
              <a:rPr lang="en-US" dirty="0" err="1"/>
              <a:t>należą</a:t>
            </a:r>
            <a:r>
              <a:rPr lang="en-US" dirty="0"/>
              <a:t> </a:t>
            </a:r>
            <a:r>
              <a:rPr lang="pl-PL" dirty="0"/>
              <a:t>SWOT</a:t>
            </a:r>
            <a:r>
              <a:rPr lang="en-US" dirty="0"/>
              <a:t>, </a:t>
            </a:r>
            <a:r>
              <a:rPr lang="pl-PL" dirty="0"/>
              <a:t>PESTLE</a:t>
            </a:r>
            <a:r>
              <a:rPr lang="en-US" dirty="0"/>
              <a:t> i </a:t>
            </a:r>
            <a:r>
              <a:rPr lang="pl-PL" dirty="0"/>
              <a:t>mapa interesariuszy</a:t>
            </a:r>
            <a:r>
              <a:rPr lang="en-US" dirty="0"/>
              <a:t>. </a:t>
            </a:r>
            <a:r>
              <a:rPr lang="en-US" dirty="0" err="1"/>
              <a:t>Ściślej</a:t>
            </a:r>
            <a:r>
              <a:rPr lang="en-US" dirty="0"/>
              <a:t> </a:t>
            </a:r>
            <a:r>
              <a:rPr lang="en-US" dirty="0" err="1"/>
              <a:t>mówiąc</a:t>
            </a:r>
            <a:r>
              <a:rPr lang="en-US" dirty="0"/>
              <a:t>, narzędzia</a:t>
            </a:r>
            <a:r>
              <a:rPr lang="pl-PL" dirty="0"/>
              <a:t> analityczne wspierają proces zrozumienia problemu.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9E320A-4AB6-4A99-A4BC-40FABEA305F2}" type="slidenum">
              <a:rPr lang="pl-PL" smtClean="0"/>
              <a:t>15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266692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pl-PL" dirty="0" err="1"/>
              <a:t>naliza</a:t>
            </a:r>
            <a:r>
              <a:rPr lang="pl-PL" dirty="0"/>
              <a:t> mocnych i słabych stron organizacji oraz szans i zagrożeń z otoczenia. Pomaga ocenić sytuację i dobrać strategię działania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9E320A-4AB6-4A99-A4BC-40FABEA305F2}" type="slidenum">
              <a:rPr lang="pl-PL" smtClean="0"/>
              <a:t>16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650706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E9AFF-65DA-D251-A1D9-11D90861D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E2BAEC35-E583-0D32-28E4-DF7F0257F7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C90012EE-9C29-9CDB-BBE6-800AEDF6CC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pl-PL" dirty="0" err="1"/>
              <a:t>naliza</a:t>
            </a:r>
            <a:r>
              <a:rPr lang="pl-PL" dirty="0"/>
              <a:t> czynników zewnętrznych: politycznych, ekonomicznych, społecznych, technologicznych, prawnych i środowiskowych. Służy do zrozumienia wpływu otoczenia</a:t>
            </a:r>
            <a:r>
              <a:rPr lang="en-US" dirty="0"/>
              <a:t> </a:t>
            </a:r>
            <a:r>
              <a:rPr lang="pl-PL" dirty="0"/>
              <a:t>na firmę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A80468C1-4B7A-79AD-FB47-ECE6251989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9E320A-4AB6-4A99-A4BC-40FABEA305F2}" type="slidenum">
              <a:rPr lang="pl-PL" smtClean="0"/>
              <a:t>17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584800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EBE5C-971A-1444-A42D-8E63EAF9B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AACA42E5-F80A-5A36-E2D9-192D82A5A2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229132A9-2AD6-57AE-7773-B22F736D45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narzędzie pokazujące, kto ma wpływ na projekt i jakie ma znaczenie. Pomaga ustalić, z kim i jak się komunikować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63A71392-6889-EB0C-E6FD-D385ABE258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9E320A-4AB6-4A99-A4BC-40FABEA305F2}" type="slidenum">
              <a:rPr lang="pl-PL" smtClean="0"/>
              <a:t>18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692465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W SMOK możemy stworzyć prototyp nowego procesu zakupowego i przetestować go na użytkownikach.</a:t>
            </a:r>
          </a:p>
          <a:p>
            <a:r>
              <a:rPr lang="pl-PL" dirty="0"/>
              <a:t>To pozwala uniknąć kosztownych błędów na późniejszych etapach projektu.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9E320A-4AB6-4A99-A4BC-40FABEA305F2}" type="slidenum">
              <a:rPr lang="pl-PL" smtClean="0"/>
              <a:t>19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91934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Po zdefiniowaniu problemu kolejnym krokiem jest przełożenie go na konkretne cele projektowe. Cele powinny być mierzalne, abyśmy mogli jednoznacznie określić, czy projekt zakończył się sukcesem.</a:t>
            </a:r>
            <a:r>
              <a:rPr lang="en-US" dirty="0"/>
              <a:t> </a:t>
            </a:r>
            <a:r>
              <a:rPr lang="pl-PL" dirty="0"/>
              <a:t>W przypadku SMOK, jeśli problemem jest spadek liczby klientów, celem może być np. zwiększenie konwersji o 15% w ciągu 3 miesięcy albo</a:t>
            </a:r>
            <a:r>
              <a:rPr lang="en-US" dirty="0"/>
              <a:t> </a:t>
            </a:r>
            <a:r>
              <a:rPr lang="en-US" dirty="0" err="1"/>
              <a:t>przykładowo</a:t>
            </a:r>
            <a:r>
              <a:rPr lang="pl-PL" dirty="0"/>
              <a:t> zmniejszenie liczby porzuconych koszyków.</a:t>
            </a:r>
          </a:p>
          <a:p>
            <a:r>
              <a:rPr lang="pl-PL" dirty="0"/>
              <a:t>To bardzo ważne — bo bez jasno określonych celów nie wiemy, czy nasze działania przynoszą efekty.</a:t>
            </a:r>
            <a:br>
              <a:rPr lang="pl-PL" dirty="0"/>
            </a:br>
            <a:r>
              <a:rPr lang="pl-PL" dirty="0"/>
              <a:t>Cel nie może być </a:t>
            </a:r>
            <a:r>
              <a:rPr lang="en-US" dirty="0"/>
              <a:t>zbyt </a:t>
            </a:r>
            <a:r>
              <a:rPr lang="pl-PL" dirty="0"/>
              <a:t>ogólny, typu </a:t>
            </a:r>
            <a:r>
              <a:rPr lang="en-US" dirty="0"/>
              <a:t>“</a:t>
            </a:r>
            <a:r>
              <a:rPr lang="pl-PL" dirty="0"/>
              <a:t>poprawa systemu</a:t>
            </a:r>
            <a:r>
              <a:rPr lang="en-US" dirty="0"/>
              <a:t>”,</a:t>
            </a:r>
            <a:r>
              <a:rPr lang="pl-PL" dirty="0"/>
              <a:t> musi być </a:t>
            </a:r>
            <a:r>
              <a:rPr lang="en-US" dirty="0" err="1"/>
              <a:t>bardziej</a:t>
            </a:r>
            <a:r>
              <a:rPr lang="en-US" dirty="0"/>
              <a:t> </a:t>
            </a:r>
            <a:r>
              <a:rPr lang="pl-PL" dirty="0"/>
              <a:t>konkretny</a:t>
            </a:r>
            <a:r>
              <a:rPr lang="en-US" dirty="0"/>
              <a:t>.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9E320A-4AB6-4A99-A4BC-40FABEA305F2}" type="slidenum">
              <a:rPr lang="pl-PL" smtClean="0"/>
              <a:t>20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241279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Środowisko wewnętrzne obejmuje wszystkie elementy, na które organizacja ma bezpośredni wpływ.</a:t>
            </a:r>
          </a:p>
          <a:p>
            <a:r>
              <a:rPr lang="pl-PL" dirty="0"/>
              <a:t>W SMOK analizujemy:</a:t>
            </a:r>
            <a:br>
              <a:rPr lang="pl-PL" dirty="0"/>
            </a:br>
            <a:r>
              <a:rPr lang="en-US" dirty="0"/>
              <a:t>- </a:t>
            </a:r>
            <a:r>
              <a:rPr lang="pl-PL" dirty="0"/>
              <a:t>czy firma ma odpowiedni zespół IT,</a:t>
            </a:r>
            <a:br>
              <a:rPr lang="pl-PL" dirty="0"/>
            </a:br>
            <a:r>
              <a:rPr lang="en-US" dirty="0"/>
              <a:t>- </a:t>
            </a:r>
            <a:r>
              <a:rPr lang="pl-PL" dirty="0"/>
              <a:t>czy posiada kompetencje analityczne,</a:t>
            </a:r>
            <a:br>
              <a:rPr lang="pl-PL" dirty="0"/>
            </a:br>
            <a:r>
              <a:rPr lang="en-US" dirty="0"/>
              <a:t>- </a:t>
            </a:r>
            <a:r>
              <a:rPr lang="pl-PL" dirty="0"/>
              <a:t>czy ma budżet na wdrożenie zmian.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9E320A-4AB6-4A99-A4BC-40FABEA305F2}" type="slidenum">
              <a:rPr lang="pl-PL" smtClean="0"/>
              <a:t>22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585544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Środowisko zewnętrzne to wszystko to, na co organizacja nie ma bezpośredniego wpływu, ale musi to uwzględniać.</a:t>
            </a:r>
          </a:p>
          <a:p>
            <a:r>
              <a:rPr lang="pl-PL" dirty="0"/>
              <a:t>W przypadku SMOK może się okazać, że:</a:t>
            </a:r>
          </a:p>
          <a:p>
            <a:r>
              <a:rPr lang="en-US" dirty="0"/>
              <a:t>- </a:t>
            </a:r>
            <a:r>
              <a:rPr lang="pl-PL" dirty="0"/>
              <a:t>pojawiła się nowa konkurencja</a:t>
            </a:r>
          </a:p>
          <a:p>
            <a:r>
              <a:rPr lang="en-US" dirty="0"/>
              <a:t>- </a:t>
            </a:r>
            <a:r>
              <a:rPr lang="pl-PL" dirty="0"/>
              <a:t>zmieniły się trendy modowe</a:t>
            </a:r>
          </a:p>
          <a:p>
            <a:r>
              <a:rPr lang="en-US" dirty="0"/>
              <a:t>- </a:t>
            </a:r>
            <a:r>
              <a:rPr lang="pl-PL" dirty="0"/>
              <a:t>klienci przenieśli się na inne </a:t>
            </a:r>
            <a:r>
              <a:rPr lang="en-US" dirty="0" err="1"/>
              <a:t>sklepy</a:t>
            </a:r>
            <a:endParaRPr lang="pl-PL" dirty="0"/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9E320A-4AB6-4A99-A4BC-40FABEA305F2}" type="slidenum">
              <a:rPr lang="pl-PL" smtClean="0"/>
              <a:t>23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745591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W SMOK, jeśli konkurencja szybciej dostosuje się do potrzeb klientów, firma może stracić swoją pozycję.</a:t>
            </a:r>
          </a:p>
          <a:p>
            <a:r>
              <a:rPr lang="pl-PL" dirty="0"/>
              <a:t>To prowadzi do dylematu:</a:t>
            </a:r>
            <a:r>
              <a:rPr lang="en-US" dirty="0"/>
              <a:t> </a:t>
            </a:r>
            <a:r>
              <a:rPr lang="pl-PL" dirty="0"/>
              <a:t>czy lepiej wdrożyć rozwiązanie szybko, ale nieidealne, czy czekać na rozwiązanie dopracowane?</a:t>
            </a:r>
          </a:p>
          <a:p>
            <a:r>
              <a:rPr lang="pl-PL" dirty="0"/>
              <a:t>W wielu przypadkach biznesowych wygrywa szybkość działania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9E320A-4AB6-4A99-A4BC-40FABEA305F2}" type="slidenum">
              <a:rPr lang="pl-PL" smtClean="0"/>
              <a:t>24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859507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Myślenie systemowe polega na patrzeniu na organizację jako na całość, a nie zbiór niezależnych elementów.</a:t>
            </a:r>
          </a:p>
          <a:p>
            <a:r>
              <a:rPr lang="pl-PL" dirty="0"/>
              <a:t>W SMOK zmiana procesu zakupowego wpłynie nie tylko na sprzedaż, ale też na:</a:t>
            </a:r>
            <a:r>
              <a:rPr lang="en-US" dirty="0"/>
              <a:t> </a:t>
            </a:r>
            <a:r>
              <a:rPr lang="pl-PL" dirty="0"/>
              <a:t>marketing</a:t>
            </a:r>
            <a:r>
              <a:rPr lang="en-US" dirty="0"/>
              <a:t>, </a:t>
            </a:r>
            <a:r>
              <a:rPr lang="pl-PL" dirty="0"/>
              <a:t>logistykę</a:t>
            </a:r>
            <a:r>
              <a:rPr lang="en-US" dirty="0"/>
              <a:t>, </a:t>
            </a:r>
            <a:r>
              <a:rPr lang="pl-PL" dirty="0"/>
              <a:t>obsługę klienta</a:t>
            </a:r>
            <a:r>
              <a:rPr lang="en-US" dirty="0"/>
              <a:t>. </a:t>
            </a:r>
            <a:r>
              <a:rPr lang="pl-PL" dirty="0"/>
              <a:t>Jeśli uprościmy </a:t>
            </a:r>
            <a:r>
              <a:rPr lang="pl-PL" dirty="0" err="1"/>
              <a:t>checkout</a:t>
            </a:r>
            <a:r>
              <a:rPr lang="pl-PL" dirty="0"/>
              <a:t>, może wzrosnąć liczba zamówień, co z kolei obciąży magazyn.</a:t>
            </a:r>
            <a:r>
              <a:rPr lang="en-US" dirty="0"/>
              <a:t> </a:t>
            </a:r>
            <a:r>
              <a:rPr lang="pl-PL" dirty="0"/>
              <a:t>Dlatego nie możemy analizować problemu w </a:t>
            </a:r>
            <a:r>
              <a:rPr lang="en-US" dirty="0" err="1"/>
              <a:t>izolowany</a:t>
            </a:r>
            <a:r>
              <a:rPr lang="en-US" dirty="0"/>
              <a:t> </a:t>
            </a:r>
            <a:r>
              <a:rPr lang="en-US" dirty="0" err="1"/>
              <a:t>sposób</a:t>
            </a:r>
            <a:r>
              <a:rPr lang="en-US" dirty="0"/>
              <a:t>, a </a:t>
            </a:r>
            <a:r>
              <a:rPr lang="pl-PL" dirty="0"/>
              <a:t> musimy patrzeć na cały system</a:t>
            </a:r>
            <a:endParaRPr lang="en-US" dirty="0"/>
          </a:p>
          <a:p>
            <a:r>
              <a:rPr lang="en-US" dirty="0"/>
              <a:t>“</a:t>
            </a:r>
            <a:r>
              <a:rPr lang="pl-PL" dirty="0"/>
              <a:t>zmiana jednego elementu </a:t>
            </a:r>
            <a:r>
              <a:rPr lang="en-US" dirty="0" err="1"/>
              <a:t>bezpośrednio</a:t>
            </a:r>
            <a:r>
              <a:rPr lang="en-US" dirty="0"/>
              <a:t> </a:t>
            </a:r>
            <a:r>
              <a:rPr lang="pl-PL" dirty="0"/>
              <a:t>wpływa na inne</a:t>
            </a:r>
            <a:r>
              <a:rPr lang="en-US" dirty="0"/>
              <a:t>”</a:t>
            </a:r>
            <a:endParaRPr lang="pl-PL" dirty="0"/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9E320A-4AB6-4A99-A4BC-40FABEA305F2}" type="slidenum">
              <a:rPr lang="pl-PL" smtClean="0"/>
              <a:t>25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722436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9E320A-4AB6-4A99-A4BC-40FABEA305F2}" type="slidenum">
              <a:rPr lang="pl-PL" smtClean="0"/>
              <a:t>26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024155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To narzędzie bardzo praktyczne w zarządzaniu projektem.</a:t>
            </a:r>
            <a:endParaRPr lang="en-US" dirty="0"/>
          </a:p>
          <a:p>
            <a:r>
              <a:rPr lang="en-US" dirty="0" err="1"/>
              <a:t>Przykładowo</a:t>
            </a:r>
            <a:r>
              <a:rPr lang="en-US" dirty="0"/>
              <a:t>:</a:t>
            </a:r>
          </a:p>
          <a:p>
            <a:r>
              <a:rPr lang="pl-PL" dirty="0"/>
              <a:t>W SMOK zarząd ma wysoki wpływ i wysokie zainteresowanie </a:t>
            </a:r>
            <a:r>
              <a:rPr lang="en-US" dirty="0"/>
              <a:t>-</a:t>
            </a:r>
            <a:r>
              <a:rPr lang="pl-PL" dirty="0"/>
              <a:t> więc musi być blisko zaangażowany.</a:t>
            </a:r>
            <a:br>
              <a:rPr lang="pl-PL" dirty="0"/>
            </a:br>
            <a:r>
              <a:rPr lang="pl-PL" dirty="0"/>
              <a:t>Klienci mają wysokie zainteresowanie, ale niski wpływ </a:t>
            </a:r>
            <a:r>
              <a:rPr lang="en-US" dirty="0"/>
              <a:t>-</a:t>
            </a:r>
            <a:r>
              <a:rPr lang="pl-PL" dirty="0"/>
              <a:t> więc musimy ich słuchać poprzez badania.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9E320A-4AB6-4A99-A4BC-40FABEA305F2}" type="slidenum">
              <a:rPr lang="pl-PL" smtClean="0"/>
              <a:t>27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361578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W SMOK zarząd może powiedzieć: dodajmy AI, żeby zwiększyć sprzedaż</a:t>
            </a:r>
            <a:r>
              <a:rPr lang="en-US" dirty="0"/>
              <a:t>. B</a:t>
            </a:r>
            <a:r>
              <a:rPr lang="pl-PL" dirty="0" err="1"/>
              <a:t>ez</a:t>
            </a:r>
            <a:r>
              <a:rPr lang="pl-PL" dirty="0"/>
              <a:t> danych i odpowiedniego kontekstu takie </a:t>
            </a:r>
            <a:r>
              <a:rPr lang="en-US" dirty="0" err="1"/>
              <a:t>stwierdzenie</a:t>
            </a:r>
            <a:r>
              <a:rPr lang="pl-PL" dirty="0"/>
              <a:t> nie ma sensu.</a:t>
            </a:r>
            <a:r>
              <a:rPr lang="en-US" dirty="0"/>
              <a:t> </a:t>
            </a:r>
            <a:r>
              <a:rPr lang="pl-PL" dirty="0"/>
              <a:t>To </a:t>
            </a:r>
            <a:r>
              <a:rPr lang="en-US" dirty="0"/>
              <a:t>jest </a:t>
            </a:r>
            <a:r>
              <a:rPr lang="en-US" dirty="0" err="1"/>
              <a:t>przykład</a:t>
            </a:r>
            <a:r>
              <a:rPr lang="pl-PL" dirty="0"/>
              <a:t> tzw. analfabetyzmu </a:t>
            </a:r>
            <a:r>
              <a:rPr lang="en-US" dirty="0"/>
              <a:t>AI/</a:t>
            </a:r>
            <a:r>
              <a:rPr lang="pl-PL" dirty="0"/>
              <a:t>ML</a:t>
            </a:r>
            <a:r>
              <a:rPr lang="en-US" dirty="0"/>
              <a:t>,</a:t>
            </a:r>
            <a:r>
              <a:rPr lang="pl-PL" dirty="0"/>
              <a:t> czyli braku podstawowego zrozumienia technologii.</a:t>
            </a:r>
            <a:r>
              <a:rPr lang="en-US" dirty="0"/>
              <a:t> </a:t>
            </a:r>
            <a:r>
              <a:rPr lang="pl-PL" dirty="0"/>
              <a:t>Rolą analityka jest edukowanie klienta i dopasowanie oczekiwań do realnych możliwości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9E320A-4AB6-4A99-A4BC-40FABEA305F2}" type="slidenum">
              <a:rPr lang="pl-PL" smtClean="0"/>
              <a:t>28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157721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W SMOK możemy mieć kilka opcji:</a:t>
            </a:r>
            <a:r>
              <a:rPr lang="en-US" dirty="0"/>
              <a:t> </a:t>
            </a:r>
            <a:r>
              <a:rPr lang="pl-PL" dirty="0" err="1"/>
              <a:t>redesign</a:t>
            </a:r>
            <a:r>
              <a:rPr lang="pl-PL" dirty="0"/>
              <a:t> strony</a:t>
            </a:r>
            <a:r>
              <a:rPr lang="en-US" dirty="0"/>
              <a:t>, </a:t>
            </a:r>
            <a:r>
              <a:rPr lang="pl-PL" dirty="0"/>
              <a:t>zmiana procesu zakupowego</a:t>
            </a:r>
            <a:r>
              <a:rPr lang="en-US" dirty="0"/>
              <a:t>, </a:t>
            </a:r>
            <a:r>
              <a:rPr lang="pl-PL" dirty="0"/>
              <a:t>wdrożenie AI</a:t>
            </a:r>
            <a:r>
              <a:rPr lang="en-US" dirty="0"/>
              <a:t>. </a:t>
            </a:r>
            <a:r>
              <a:rPr lang="pl-PL" dirty="0"/>
              <a:t>Każda z </a:t>
            </a:r>
            <a:r>
              <a:rPr lang="en-US" dirty="0" err="1"/>
              <a:t>tych</a:t>
            </a:r>
            <a:r>
              <a:rPr lang="en-US" dirty="0"/>
              <a:t> </a:t>
            </a:r>
            <a:r>
              <a:rPr lang="en-US" dirty="0" err="1"/>
              <a:t>opcji</a:t>
            </a:r>
            <a:r>
              <a:rPr lang="pl-PL" dirty="0"/>
              <a:t> ma</a:t>
            </a:r>
            <a:r>
              <a:rPr lang="en-US" dirty="0"/>
              <a:t> troche</a:t>
            </a:r>
            <a:r>
              <a:rPr lang="pl-PL" dirty="0"/>
              <a:t> inne koszty i potencjalne korzyści.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9E320A-4AB6-4A99-A4BC-40FABEA305F2}" type="slidenum">
              <a:rPr lang="pl-PL" smtClean="0"/>
              <a:t>29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888224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Bussines</a:t>
            </a:r>
            <a:r>
              <a:rPr lang="en-US" dirty="0"/>
              <a:t> case </a:t>
            </a:r>
            <a:r>
              <a:rPr lang="en-US" dirty="0" err="1"/>
              <a:t>opiera</a:t>
            </a:r>
            <a:r>
              <a:rPr lang="en-US" dirty="0"/>
              <a:t> się na </a:t>
            </a:r>
            <a:r>
              <a:rPr lang="en-US" dirty="0" err="1"/>
              <a:t>kilku</a:t>
            </a:r>
            <a:r>
              <a:rPr lang="en-US" dirty="0"/>
              <a:t> </a:t>
            </a:r>
            <a:r>
              <a:rPr lang="en-US" dirty="0" err="1"/>
              <a:t>czynnikach</a:t>
            </a:r>
            <a:r>
              <a:rPr lang="en-US" dirty="0"/>
              <a:t> jak </a:t>
            </a:r>
            <a:r>
              <a:rPr lang="en-US" dirty="0" err="1"/>
              <a:t>powyżej</a:t>
            </a:r>
            <a:r>
              <a:rPr lang="en-US" dirty="0"/>
              <a:t>.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9E320A-4AB6-4A99-A4BC-40FABEA305F2}" type="slidenum">
              <a:rPr lang="pl-PL" smtClean="0"/>
              <a:t>30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2651062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C1E6F-3596-BD37-7DB0-D872F011F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5F00BD07-E452-093D-D55A-001E14E7FC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87DD2B27-B53B-8DC7-BD54-9002A11C02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Tworzenie business case </a:t>
            </a:r>
            <a:r>
              <a:rPr lang="en-US" dirty="0" err="1"/>
              <a:t>opiera</a:t>
            </a:r>
            <a:r>
              <a:rPr lang="en-US" dirty="0"/>
              <a:t> się na 7 </a:t>
            </a:r>
            <a:r>
              <a:rPr lang="en-US" dirty="0" err="1"/>
              <a:t>krokach</a:t>
            </a:r>
            <a:r>
              <a:rPr lang="en-US" dirty="0"/>
              <a:t> (</a:t>
            </a:r>
            <a:r>
              <a:rPr lang="en-US" dirty="0" err="1"/>
              <a:t>podanych</a:t>
            </a:r>
            <a:r>
              <a:rPr lang="en-US" dirty="0"/>
              <a:t> na </a:t>
            </a:r>
            <a:r>
              <a:rPr lang="en-US" dirty="0" err="1"/>
              <a:t>grafice</a:t>
            </a:r>
            <a:r>
              <a:rPr lang="en-US" dirty="0"/>
              <a:t> ze </a:t>
            </a:r>
            <a:r>
              <a:rPr lang="en-US" dirty="0" err="1"/>
              <a:t>strony</a:t>
            </a:r>
            <a:r>
              <a:rPr lang="en-US" dirty="0"/>
              <a:t> </a:t>
            </a:r>
            <a:r>
              <a:rPr lang="en-US" dirty="0" err="1"/>
              <a:t>Planio</a:t>
            </a:r>
            <a:r>
              <a:rPr lang="en-US" dirty="0"/>
              <a:t>)</a:t>
            </a:r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6E4033D4-0E74-7411-D8F6-D6ED22B55B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9E320A-4AB6-4A99-A4BC-40FABEA305F2}" type="slidenum">
              <a:rPr lang="pl-PL" smtClean="0"/>
              <a:t>31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3555574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W SMOK najpierw ustalamy, że chcemy uprościć proces zakupowy</a:t>
            </a:r>
            <a:r>
              <a:rPr lang="en-US" dirty="0"/>
              <a:t>, a d</a:t>
            </a:r>
            <a:r>
              <a:rPr lang="pl-PL" dirty="0" err="1"/>
              <a:t>opiero</a:t>
            </a:r>
            <a:r>
              <a:rPr lang="pl-PL" dirty="0"/>
              <a:t> potem projektujemy konkretne rozwiązania techniczne.</a:t>
            </a:r>
          </a:p>
          <a:p>
            <a:r>
              <a:rPr lang="pl-PL" dirty="0"/>
              <a:t>Błąd wielu projektów polega na pominięciu etapu koncepcyjnego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9E320A-4AB6-4A99-A4BC-40FABEA305F2}" type="slidenum">
              <a:rPr lang="pl-PL" smtClean="0"/>
              <a:t>33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2979616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W SMOK może się okazać, że:</a:t>
            </a:r>
            <a:r>
              <a:rPr lang="en-US" dirty="0"/>
              <a:t> </a:t>
            </a:r>
            <a:r>
              <a:rPr lang="pl-PL" dirty="0"/>
              <a:t>dane o klientach są niepełne</a:t>
            </a:r>
            <a:r>
              <a:rPr lang="en-US" dirty="0"/>
              <a:t>, </a:t>
            </a:r>
            <a:r>
              <a:rPr lang="pl-PL" dirty="0"/>
              <a:t>nie ma informacji o powodach rezygnacji</a:t>
            </a:r>
            <a:r>
              <a:rPr lang="en-US" dirty="0"/>
              <a:t> lub po </a:t>
            </a:r>
            <a:r>
              <a:rPr lang="en-US" dirty="0" err="1"/>
              <a:t>prostu</a:t>
            </a:r>
            <a:r>
              <a:rPr lang="en-US" dirty="0"/>
              <a:t> </a:t>
            </a:r>
            <a:r>
              <a:rPr lang="pl-PL" dirty="0"/>
              <a:t>dane są z różnych systemów i nie są spójne</a:t>
            </a:r>
            <a:r>
              <a:rPr lang="en-US" dirty="0"/>
              <a:t>. </a:t>
            </a:r>
            <a:r>
              <a:rPr lang="pl-PL" dirty="0"/>
              <a:t>To oznacza, że decyzje podejmowane są na podstawie niepełnych informacji.</a:t>
            </a:r>
            <a:r>
              <a:rPr lang="en-US" dirty="0"/>
              <a:t> </a:t>
            </a:r>
            <a:r>
              <a:rPr lang="en-US" dirty="0" err="1"/>
              <a:t>Są</a:t>
            </a:r>
            <a:r>
              <a:rPr lang="en-US" dirty="0"/>
              <a:t> to </a:t>
            </a:r>
            <a:r>
              <a:rPr lang="en-US" dirty="0" err="1"/>
              <a:t>typowe</a:t>
            </a:r>
            <a:r>
              <a:rPr lang="en-US" dirty="0"/>
              <a:t> problem </a:t>
            </a:r>
            <a:r>
              <a:rPr lang="en-US" dirty="0" err="1"/>
              <a:t>związane</a:t>
            </a:r>
            <a:r>
              <a:rPr lang="en-US" dirty="0"/>
              <a:t> ze </a:t>
            </a:r>
            <a:r>
              <a:rPr lang="en-US" dirty="0" err="1"/>
              <a:t>zjawiskiem</a:t>
            </a:r>
            <a:r>
              <a:rPr lang="en-US" dirty="0"/>
              <a:t> “data </a:t>
            </a:r>
            <a:r>
              <a:rPr lang="en-US" dirty="0" err="1"/>
              <a:t>unerstanding</a:t>
            </a:r>
            <a:r>
              <a:rPr lang="en-US" dirty="0"/>
              <a:t>”</a:t>
            </a:r>
            <a:endParaRPr lang="pl-PL" dirty="0"/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9E320A-4AB6-4A99-A4BC-40FABEA305F2}" type="slidenum">
              <a:rPr lang="pl-PL" smtClean="0"/>
              <a:t>34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7199124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9E320A-4AB6-4A99-A4BC-40FABEA305F2}" type="slidenum">
              <a:rPr lang="pl-PL" smtClean="0"/>
              <a:t>35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8618502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Nie ma jednego uniwersalnego podejścia do realizacji </a:t>
            </a:r>
            <a:r>
              <a:rPr lang="pl-PL" dirty="0" err="1"/>
              <a:t>projektów.W</a:t>
            </a:r>
            <a:r>
              <a:rPr lang="pl-PL" dirty="0"/>
              <a:t> SMOK, gdzie problem nie jest do końca zrozumiały, lepiej sprawdzi się podejście iteracyjne np. Agile.</a:t>
            </a:r>
            <a:r>
              <a:rPr lang="en-US" dirty="0"/>
              <a:t> </a:t>
            </a:r>
            <a:r>
              <a:rPr lang="pl-PL" dirty="0"/>
              <a:t>Pozwala ono testować rozwiązania i szybko się uczyć.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9E320A-4AB6-4A99-A4BC-40FABEA305F2}" type="slidenum">
              <a:rPr lang="pl-PL" smtClean="0"/>
              <a:t>36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7271406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b="0" dirty="0"/>
              <a:t>Kluczowe wnioski</a:t>
            </a:r>
          </a:p>
          <a:p>
            <a:r>
              <a:rPr lang="en-US" dirty="0"/>
              <a:t>- </a:t>
            </a:r>
            <a:r>
              <a:rPr lang="pl-PL" dirty="0"/>
              <a:t>problem musi być dobrze zdefiniowany</a:t>
            </a:r>
          </a:p>
          <a:p>
            <a:r>
              <a:rPr lang="en-US" dirty="0"/>
              <a:t>- </a:t>
            </a:r>
            <a:r>
              <a:rPr lang="pl-PL" dirty="0"/>
              <a:t>analiza kontekstu jest kluczowa</a:t>
            </a:r>
          </a:p>
          <a:p>
            <a:r>
              <a:rPr lang="en-US" dirty="0"/>
              <a:t>- </a:t>
            </a:r>
            <a:r>
              <a:rPr lang="pl-PL" dirty="0"/>
              <a:t>rozwiązanie powinno wynikać z analizy</a:t>
            </a:r>
          </a:p>
          <a:p>
            <a:endParaRPr lang="en-US" dirty="0"/>
          </a:p>
          <a:p>
            <a:r>
              <a:rPr lang="en-US" dirty="0"/>
              <a:t>“</a:t>
            </a:r>
            <a:r>
              <a:rPr lang="pl-PL" dirty="0"/>
              <a:t>dobrze zdefiniowany problem to połowa sukcesu projektu</a:t>
            </a:r>
            <a:r>
              <a:rPr lang="en-US" dirty="0"/>
              <a:t>”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9E320A-4AB6-4A99-A4BC-40FABEA305F2}" type="slidenum">
              <a:rPr lang="pl-PL" smtClean="0"/>
              <a:t>37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92219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fastercapital.com/topics/companies-that-excelled-in-speed-to-market.html/1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96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2379875" y="4914900"/>
            <a:ext cx="4879425" cy="4300136"/>
            <a:chOff x="0" y="0"/>
            <a:chExt cx="21563298" cy="3617729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563298" cy="36177293"/>
            </a:xfrm>
            <a:custGeom>
              <a:avLst/>
              <a:gdLst/>
              <a:ahLst/>
              <a:cxnLst/>
              <a:rect l="l" t="t" r="r" b="b"/>
              <a:pathLst>
                <a:path w="21563298" h="36177293">
                  <a:moveTo>
                    <a:pt x="0" y="0"/>
                  </a:moveTo>
                  <a:lnTo>
                    <a:pt x="0" y="36177293"/>
                  </a:lnTo>
                  <a:lnTo>
                    <a:pt x="21563298" y="36177293"/>
                  </a:lnTo>
                  <a:lnTo>
                    <a:pt x="21563298" y="0"/>
                  </a:lnTo>
                  <a:lnTo>
                    <a:pt x="0" y="0"/>
                  </a:lnTo>
                  <a:close/>
                  <a:moveTo>
                    <a:pt x="21502339" y="36116332"/>
                  </a:moveTo>
                  <a:lnTo>
                    <a:pt x="59690" y="36116332"/>
                  </a:lnTo>
                  <a:lnTo>
                    <a:pt x="59690" y="59690"/>
                  </a:lnTo>
                  <a:lnTo>
                    <a:pt x="21502339" y="59690"/>
                  </a:lnTo>
                  <a:lnTo>
                    <a:pt x="21502339" y="36116332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/>
            <a:lstStyle/>
            <a:p>
              <a:endParaRPr lang="pl-PL" noProof="1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1290137"/>
            <a:ext cx="11351174" cy="7847494"/>
            <a:chOff x="0" y="191297"/>
            <a:chExt cx="13193358" cy="8417515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91297"/>
              <a:ext cx="13193358" cy="40239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041"/>
                </a:lnSpc>
              </a:pPr>
              <a:r>
                <a:rPr lang="en-US" sz="7200" b="1" noProof="1">
                  <a:solidFill>
                    <a:srgbClr val="EDEDED"/>
                  </a:solidFill>
                  <a:latin typeface="Libre Franklin Bold"/>
                  <a:ea typeface="Libre Franklin Bold"/>
                  <a:cs typeface="Libre Franklin Bold"/>
                  <a:sym typeface="Libre Franklin Bold"/>
                </a:rPr>
                <a:t>Analiza problemu i kontekstu projektu informatycznego </a:t>
              </a:r>
              <a:endParaRPr lang="pl-PL" sz="7200" b="1" noProof="1">
                <a:solidFill>
                  <a:srgbClr val="EDEDED"/>
                </a:solidFill>
                <a:latin typeface="Libre Franklin Bold"/>
                <a:ea typeface="Libre Franklin Bold"/>
                <a:cs typeface="Libre Franklin Bold"/>
                <a:sym typeface="Libre Franklin Bold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8267193"/>
              <a:ext cx="11722364" cy="341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29"/>
                </a:lnSpc>
                <a:spcBef>
                  <a:spcPct val="0"/>
                </a:spcBef>
              </a:pPr>
              <a:r>
                <a:rPr lang="pl-PL" sz="1950" noProof="1">
                  <a:solidFill>
                    <a:srgbClr val="EDEDED"/>
                  </a:solidFill>
                  <a:latin typeface="Inter"/>
                  <a:ea typeface="Inter"/>
                  <a:cs typeface="Inter"/>
                  <a:sym typeface="Inter"/>
                </a:rPr>
                <a:t>ZAJĘCIA NUMER I</a:t>
              </a:r>
              <a:r>
                <a:rPr lang="en-US" sz="1950" noProof="1">
                  <a:solidFill>
                    <a:srgbClr val="EDEDED"/>
                  </a:solidFill>
                  <a:latin typeface="Inter"/>
                  <a:ea typeface="Inter"/>
                  <a:cs typeface="Inter"/>
                  <a:sym typeface="Inter"/>
                </a:rPr>
                <a:t>I</a:t>
              </a:r>
              <a:endParaRPr lang="pl-PL" sz="1950" noProof="1">
                <a:solidFill>
                  <a:srgbClr val="EDEDE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721930" y="5316611"/>
            <a:ext cx="4195314" cy="3434936"/>
            <a:chOff x="0" y="-47625"/>
            <a:chExt cx="5593752" cy="4579914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47625"/>
              <a:ext cx="5593752" cy="5759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</a:pPr>
              <a:r>
                <a:rPr lang="pl-PL" sz="2600" b="1" noProof="1">
                  <a:solidFill>
                    <a:srgbClr val="EDEDED"/>
                  </a:solidFill>
                  <a:latin typeface="Libre Franklin Ultra-Bold"/>
                  <a:ea typeface="Libre Franklin Ultra-Bold"/>
                  <a:cs typeface="Libre Franklin Ultra-Bold"/>
                  <a:sym typeface="Libre Franklin Ultra-Bold"/>
                </a:rPr>
                <a:t>Filip Hałys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803642"/>
              <a:ext cx="5593752" cy="456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pl-PL" sz="2100" noProof="1">
                  <a:solidFill>
                    <a:srgbClr val="EDEDED"/>
                  </a:solidFill>
                  <a:latin typeface="Inter"/>
                  <a:ea typeface="Inter"/>
                  <a:cs typeface="Inter"/>
                  <a:sym typeface="Inter"/>
                </a:rPr>
                <a:t>Geoinformatyka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3084285"/>
              <a:ext cx="5593752" cy="14480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pl-PL" sz="2100" noProof="1">
                  <a:solidFill>
                    <a:srgbClr val="EDEDED"/>
                  </a:solidFill>
                  <a:latin typeface="Inter"/>
                  <a:ea typeface="Inter"/>
                  <a:cs typeface="Inter"/>
                  <a:sym typeface="Inter"/>
                </a:rPr>
                <a:t>Rok akademicki: 2025/2026</a:t>
              </a:r>
            </a:p>
            <a:p>
              <a:pPr algn="ctr">
                <a:lnSpc>
                  <a:spcPts val="2940"/>
                </a:lnSpc>
              </a:pPr>
              <a:r>
                <a:rPr lang="pl-PL" sz="2100" noProof="1">
                  <a:solidFill>
                    <a:srgbClr val="EDEDED"/>
                  </a:solidFill>
                  <a:latin typeface="Inter"/>
                  <a:ea typeface="Inter"/>
                  <a:cs typeface="Inter"/>
                  <a:sym typeface="Inter"/>
                </a:rPr>
                <a:t>Rok: V</a:t>
              </a:r>
              <a:br>
                <a:rPr lang="pl-PL" sz="2100" noProof="1">
                  <a:solidFill>
                    <a:srgbClr val="EDEDED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pl-PL" sz="2100" noProof="1">
                  <a:solidFill>
                    <a:srgbClr val="EDEDED"/>
                  </a:solidFill>
                  <a:latin typeface="Inter"/>
                  <a:ea typeface="Inter"/>
                  <a:cs typeface="Inter"/>
                  <a:sym typeface="Inter"/>
                </a:rPr>
                <a:t>Semestr: X</a:t>
              </a:r>
            </a:p>
          </p:txBody>
        </p:sp>
        <p:sp>
          <p:nvSpPr>
            <p:cNvPr id="16" name="AutoShape 16"/>
            <p:cNvSpPr/>
            <p:nvPr/>
          </p:nvSpPr>
          <p:spPr>
            <a:xfrm>
              <a:off x="0" y="2447829"/>
              <a:ext cx="5593752" cy="0"/>
            </a:xfrm>
            <a:prstGeom prst="line">
              <a:avLst/>
            </a:prstGeom>
            <a:ln w="12700" cap="flat">
              <a:solidFill>
                <a:srgbClr val="EDEDE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l-PL" noProof="1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96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104900"/>
            <a:ext cx="16230600" cy="2180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70"/>
              </a:lnSpc>
            </a:pPr>
            <a:r>
              <a:rPr lang="en-US" sz="7700" b="1" noProof="1">
                <a:solidFill>
                  <a:srgbClr val="EDEDE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Wyobraźmy sobie fikcyjną firmę</a:t>
            </a:r>
          </a:p>
          <a:p>
            <a:pPr algn="ctr">
              <a:lnSpc>
                <a:spcPts val="8470"/>
              </a:lnSpc>
            </a:pPr>
            <a:r>
              <a:rPr lang="en-US" sz="7700" b="1" noProof="1">
                <a:solidFill>
                  <a:srgbClr val="EDEDE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S.M.O.K</a:t>
            </a:r>
            <a:endParaRPr lang="pl-PL" sz="7700" b="1" noProof="1">
              <a:solidFill>
                <a:srgbClr val="EDEDED"/>
              </a:solidFill>
              <a:latin typeface="Libre Franklin Bold"/>
              <a:ea typeface="Libre Franklin Bold"/>
              <a:cs typeface="Libre Franklin Bold"/>
              <a:sym typeface="Libre Franklin Bold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0" y="8801693"/>
            <a:ext cx="18288000" cy="798470"/>
            <a:chOff x="0" y="0"/>
            <a:chExt cx="24384000" cy="1064626"/>
          </a:xfrm>
        </p:grpSpPr>
        <p:sp>
          <p:nvSpPr>
            <p:cNvPr id="4" name="TextBox 4"/>
            <p:cNvSpPr txBox="1"/>
            <p:nvPr/>
          </p:nvSpPr>
          <p:spPr>
            <a:xfrm>
              <a:off x="2646935" y="507209"/>
              <a:ext cx="19090131" cy="5574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10"/>
                </a:lnSpc>
              </a:pPr>
              <a:endParaRPr lang="pl-PL" sz="2700" noProof="1">
                <a:solidFill>
                  <a:srgbClr val="EDEDE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0"/>
              <a:ext cx="24384000" cy="0"/>
            </a:xfrm>
            <a:prstGeom prst="line">
              <a:avLst/>
            </a:prstGeom>
            <a:ln w="12700" cap="rnd">
              <a:solidFill>
                <a:srgbClr val="EDEDE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l-PL" noProof="1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4DC4B-CCA8-8516-30E4-0E0D32B09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DE041203-F5EA-9BBC-F573-1CC035F6AEDF}"/>
              </a:ext>
            </a:extLst>
          </p:cNvPr>
          <p:cNvSpPr txBox="1"/>
          <p:nvPr/>
        </p:nvSpPr>
        <p:spPr>
          <a:xfrm>
            <a:off x="10237840" y="2628900"/>
            <a:ext cx="7048500" cy="4514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Smocza</a:t>
            </a:r>
          </a:p>
          <a:p>
            <a:pPr algn="l">
              <a:lnSpc>
                <a:spcPts val="8800"/>
              </a:lnSpc>
            </a:pPr>
            <a:r>
              <a:rPr lang="en-US" sz="8000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Moda</a:t>
            </a:r>
          </a:p>
          <a:p>
            <a:pPr algn="l">
              <a:lnSpc>
                <a:spcPts val="8800"/>
              </a:lnSpc>
            </a:pPr>
            <a:r>
              <a:rPr lang="en-US" sz="8000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Odzież</a:t>
            </a:r>
          </a:p>
          <a:p>
            <a:pPr algn="l">
              <a:lnSpc>
                <a:spcPts val="8800"/>
              </a:lnSpc>
            </a:pPr>
            <a:r>
              <a:rPr lang="en-US" sz="8000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Krakowska</a:t>
            </a:r>
            <a:endParaRPr lang="pl-PL" sz="8000" b="1" noProof="1">
              <a:solidFill>
                <a:srgbClr val="2F9671"/>
              </a:solidFill>
              <a:latin typeface="Libre Franklin Bold"/>
              <a:ea typeface="Libre Franklin Bold"/>
              <a:cs typeface="Libre Franklin Bold"/>
              <a:sym typeface="Libre Franklin Bold"/>
            </a:endParaRP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F86BD329-FE57-F523-CE24-AED4B33FB685}"/>
              </a:ext>
            </a:extLst>
          </p:cNvPr>
          <p:cNvGrpSpPr/>
          <p:nvPr/>
        </p:nvGrpSpPr>
        <p:grpSpPr>
          <a:xfrm>
            <a:off x="10237840" y="7142956"/>
            <a:ext cx="7048500" cy="964849"/>
            <a:chOff x="0" y="0"/>
            <a:chExt cx="11990509" cy="717302"/>
          </a:xfrm>
        </p:grpSpPr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D96AAE50-62F9-3E6C-3847-0387044205CA}"/>
                </a:ext>
              </a:extLst>
            </p:cNvPr>
            <p:cNvSpPr txBox="1"/>
            <p:nvPr/>
          </p:nvSpPr>
          <p:spPr>
            <a:xfrm>
              <a:off x="0" y="401589"/>
              <a:ext cx="11990509" cy="3157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endParaRPr lang="pl-PL" sz="26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" name="AutoShape 9">
              <a:extLst>
                <a:ext uri="{FF2B5EF4-FFF2-40B4-BE49-F238E27FC236}">
                  <a16:creationId xmlns:a16="http://schemas.microsoft.com/office/drawing/2014/main" id="{57C3D3AB-D191-19F0-D150-CCF86715FDC5}"/>
                </a:ext>
              </a:extLst>
            </p:cNvPr>
            <p:cNvSpPr/>
            <p:nvPr/>
          </p:nvSpPr>
          <p:spPr>
            <a:xfrm>
              <a:off x="0" y="0"/>
              <a:ext cx="11990509" cy="0"/>
            </a:xfrm>
            <a:prstGeom prst="line">
              <a:avLst/>
            </a:prstGeom>
            <a:ln w="12700" cap="flat">
              <a:solidFill>
                <a:srgbClr val="2F967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l-PL" noProof="1"/>
            </a:p>
          </p:txBody>
        </p:sp>
      </p:grpSp>
      <p:pic>
        <p:nvPicPr>
          <p:cNvPr id="3" name="Obraz 2">
            <a:extLst>
              <a:ext uri="{FF2B5EF4-FFF2-40B4-BE49-F238E27FC236}">
                <a16:creationId xmlns:a16="http://schemas.microsoft.com/office/drawing/2014/main" id="{862D460D-497B-F5D4-676C-6AB6CEED8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9448801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322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E62CD6-DA0C-092C-8035-A85291DF1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074B5748-887B-BF41-8618-C8F1452CE99A}"/>
              </a:ext>
            </a:extLst>
          </p:cNvPr>
          <p:cNvGrpSpPr/>
          <p:nvPr/>
        </p:nvGrpSpPr>
        <p:grpSpPr>
          <a:xfrm>
            <a:off x="762000" y="2527399"/>
            <a:ext cx="9771129" cy="6023033"/>
            <a:chOff x="0" y="1284447"/>
            <a:chExt cx="12223196" cy="8030709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323924B-7A43-E40C-C3DA-6951C89EA2DC}"/>
                </a:ext>
              </a:extLst>
            </p:cNvPr>
            <p:cNvSpPr txBox="1"/>
            <p:nvPr/>
          </p:nvSpPr>
          <p:spPr>
            <a:xfrm>
              <a:off x="0" y="1284447"/>
              <a:ext cx="12223196" cy="34881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183"/>
                </a:lnSpc>
              </a:pPr>
              <a:r>
                <a:rPr lang="en-US" sz="9984" b="1" noProof="1">
                  <a:solidFill>
                    <a:srgbClr val="2F9671"/>
                  </a:solidFill>
                  <a:latin typeface="Libre Franklin Bold"/>
                  <a:ea typeface="Libre Franklin Bold"/>
                  <a:cs typeface="Libre Franklin Bold"/>
                  <a:sym typeface="Libre Franklin Bold"/>
                </a:rPr>
                <a:t>Wprowadzenie</a:t>
              </a:r>
              <a:endParaRPr lang="pl-PL" sz="9984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endParaRPr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8C1D5C4-FAAC-CFF2-CAB7-AE28DFE0A08A}"/>
                </a:ext>
              </a:extLst>
            </p:cNvPr>
            <p:cNvSpPr txBox="1"/>
            <p:nvPr/>
          </p:nvSpPr>
          <p:spPr>
            <a:xfrm>
              <a:off x="0" y="8694387"/>
              <a:ext cx="10564773" cy="6207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00"/>
                </a:lnSpc>
              </a:pPr>
              <a:endParaRPr lang="pl-PL" sz="30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94824CD3-7F35-7E02-047D-38249DBFF58B}"/>
              </a:ext>
            </a:extLst>
          </p:cNvPr>
          <p:cNvGrpSpPr/>
          <p:nvPr/>
        </p:nvGrpSpPr>
        <p:grpSpPr>
          <a:xfrm>
            <a:off x="10972800" y="2095500"/>
            <a:ext cx="5909235" cy="6416299"/>
            <a:chOff x="0" y="0"/>
            <a:chExt cx="7878981" cy="4219411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837AEBB8-555F-E6F2-8972-723FA635C9E9}"/>
                </a:ext>
              </a:extLst>
            </p:cNvPr>
            <p:cNvGrpSpPr/>
            <p:nvPr/>
          </p:nvGrpSpPr>
          <p:grpSpPr>
            <a:xfrm>
              <a:off x="0" y="0"/>
              <a:ext cx="7878981" cy="4219411"/>
              <a:chOff x="0" y="0"/>
              <a:chExt cx="26114264" cy="13984908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BCCD1396-31F4-8CE4-A49A-2FF1A18287E1}"/>
                  </a:ext>
                </a:extLst>
              </p:cNvPr>
              <p:cNvSpPr/>
              <p:nvPr/>
            </p:nvSpPr>
            <p:spPr>
              <a:xfrm>
                <a:off x="0" y="0"/>
                <a:ext cx="26114263" cy="13984908"/>
              </a:xfrm>
              <a:custGeom>
                <a:avLst/>
                <a:gdLst/>
                <a:ahLst/>
                <a:cxnLst/>
                <a:rect l="l" t="t" r="r" b="b"/>
                <a:pathLst>
                  <a:path w="26114263" h="13984908">
                    <a:moveTo>
                      <a:pt x="0" y="0"/>
                    </a:moveTo>
                    <a:lnTo>
                      <a:pt x="0" y="13984908"/>
                    </a:lnTo>
                    <a:lnTo>
                      <a:pt x="26114263" y="13984908"/>
                    </a:lnTo>
                    <a:lnTo>
                      <a:pt x="26114263" y="0"/>
                    </a:lnTo>
                    <a:lnTo>
                      <a:pt x="0" y="0"/>
                    </a:lnTo>
                    <a:close/>
                    <a:moveTo>
                      <a:pt x="26053303" y="13923949"/>
                    </a:moveTo>
                    <a:lnTo>
                      <a:pt x="59690" y="13923949"/>
                    </a:lnTo>
                    <a:lnTo>
                      <a:pt x="59690" y="59690"/>
                    </a:lnTo>
                    <a:lnTo>
                      <a:pt x="26053303" y="59690"/>
                    </a:lnTo>
                    <a:lnTo>
                      <a:pt x="26053303" y="13923949"/>
                    </a:lnTo>
                    <a:close/>
                  </a:path>
                </a:pathLst>
              </a:custGeom>
              <a:solidFill>
                <a:srgbClr val="2F9671"/>
              </a:solidFill>
            </p:spPr>
            <p:txBody>
              <a:bodyPr/>
              <a:lstStyle/>
              <a:p>
                <a:endParaRPr lang="pl-PL" noProof="1"/>
              </a:p>
            </p:txBody>
          </p:sp>
        </p:grp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FF949921-0EC2-576A-029D-BA8BC453D0F8}"/>
                </a:ext>
              </a:extLst>
            </p:cNvPr>
            <p:cNvSpPr txBox="1"/>
            <p:nvPr/>
          </p:nvSpPr>
          <p:spPr>
            <a:xfrm>
              <a:off x="586225" y="944766"/>
              <a:ext cx="6706528" cy="23298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pl-PL" sz="32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Firma SMOK traci klientów</a:t>
              </a:r>
              <a:endParaRPr lang="en-US" sz="32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algn="ctr">
                <a:lnSpc>
                  <a:spcPts val="2520"/>
                </a:lnSpc>
              </a:pPr>
              <a:endParaRPr lang="en-US" sz="32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algn="ctr">
                <a:lnSpc>
                  <a:spcPts val="2520"/>
                </a:lnSpc>
              </a:pPr>
              <a:r>
                <a:rPr lang="en-US" sz="32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P</a:t>
              </a:r>
              <a:r>
                <a:rPr lang="pl-PL" sz="32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ierwsza reakcja</a:t>
              </a:r>
              <a:r>
                <a:rPr lang="en-US" sz="32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 zarządu</a:t>
              </a:r>
              <a:r>
                <a:rPr lang="pl-PL" sz="32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: zróbmy nową platformę</a:t>
              </a:r>
              <a:r>
                <a:rPr lang="en-US" sz="32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 sprzedażową</a:t>
              </a:r>
            </a:p>
            <a:p>
              <a:pPr algn="ctr">
                <a:lnSpc>
                  <a:spcPts val="2520"/>
                </a:lnSpc>
              </a:pPr>
              <a:endParaRPr lang="en-US" sz="32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algn="ctr">
                <a:lnSpc>
                  <a:spcPts val="2520"/>
                </a:lnSpc>
              </a:pPr>
              <a:r>
                <a:rPr lang="en-US" sz="32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B</a:t>
              </a:r>
              <a:r>
                <a:rPr lang="pl-PL" sz="32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rak zrozumienia problem</a:t>
              </a:r>
              <a:r>
                <a:rPr lang="en-US" sz="32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u to…</a:t>
              </a:r>
            </a:p>
            <a:p>
              <a:pPr algn="ctr">
                <a:lnSpc>
                  <a:spcPts val="2520"/>
                </a:lnSpc>
              </a:pPr>
              <a:endParaRPr lang="en-US" sz="32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algn="ctr">
                <a:lnSpc>
                  <a:spcPts val="2520"/>
                </a:lnSpc>
              </a:pPr>
              <a:r>
                <a:rPr lang="en-US" sz="32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R</a:t>
              </a:r>
              <a:r>
                <a:rPr lang="pl-PL" sz="32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yzyko złej inwestycji</a:t>
              </a:r>
            </a:p>
          </p:txBody>
        </p:sp>
      </p:grp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AEBF9610-4E79-3DFF-C2E8-57B698BD6922}"/>
              </a:ext>
            </a:extLst>
          </p:cNvPr>
          <p:cNvSpPr txBox="1"/>
          <p:nvPr/>
        </p:nvSpPr>
        <p:spPr>
          <a:xfrm>
            <a:off x="5410200" y="9410700"/>
            <a:ext cx="5122929" cy="465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059785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40B969-872B-777F-0722-133253BB5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5B16DAB-42CC-5EF8-E557-DF61FDE1C63D}"/>
              </a:ext>
            </a:extLst>
          </p:cNvPr>
          <p:cNvSpPr txBox="1"/>
          <p:nvPr/>
        </p:nvSpPr>
        <p:spPr>
          <a:xfrm>
            <a:off x="1028700" y="1104900"/>
            <a:ext cx="7299138" cy="3385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Jak poprawnie zdefiniować problem?</a:t>
            </a:r>
            <a:endParaRPr lang="pl-PL" sz="8000" b="1" noProof="1">
              <a:solidFill>
                <a:srgbClr val="2F9671"/>
              </a:solidFill>
              <a:latin typeface="Libre Franklin Bold"/>
              <a:ea typeface="Libre Franklin Bold"/>
              <a:cs typeface="Libre Franklin Bold"/>
              <a:sym typeface="Libre Franklin Bold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B0E50F4-DB26-1534-3F9B-1017E8F5A603}"/>
              </a:ext>
            </a:extLst>
          </p:cNvPr>
          <p:cNvSpPr/>
          <p:nvPr/>
        </p:nvSpPr>
        <p:spPr>
          <a:xfrm>
            <a:off x="9890807" y="2389250"/>
            <a:ext cx="7144352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sz="2400" noProof="1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4CC00C64-93FB-0413-5F92-C8C4DF13FE7C}"/>
              </a:ext>
            </a:extLst>
          </p:cNvPr>
          <p:cNvSpPr/>
          <p:nvPr/>
        </p:nvSpPr>
        <p:spPr>
          <a:xfrm>
            <a:off x="9890807" y="4200394"/>
            <a:ext cx="7144352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sz="2400" noProof="1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F4F58CD4-47B1-7C8B-E3D8-173C3D0B3914}"/>
              </a:ext>
            </a:extLst>
          </p:cNvPr>
          <p:cNvSpPr/>
          <p:nvPr/>
        </p:nvSpPr>
        <p:spPr>
          <a:xfrm>
            <a:off x="9889099" y="6011539"/>
            <a:ext cx="7146059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sz="2400" noProof="1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2DC2C612-D83A-3BFF-E904-1BF7690DE0D7}"/>
              </a:ext>
            </a:extLst>
          </p:cNvPr>
          <p:cNvSpPr/>
          <p:nvPr/>
        </p:nvSpPr>
        <p:spPr>
          <a:xfrm>
            <a:off x="9888949" y="7822683"/>
            <a:ext cx="7146209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sz="2400" noProof="1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6FA6249-4915-A9FA-38CE-29E70DF05A1F}"/>
              </a:ext>
            </a:extLst>
          </p:cNvPr>
          <p:cNvSpPr txBox="1"/>
          <p:nvPr/>
        </p:nvSpPr>
        <p:spPr>
          <a:xfrm>
            <a:off x="10134600" y="1254929"/>
            <a:ext cx="6553200" cy="723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40"/>
              </a:lnSpc>
            </a:pPr>
            <a:r>
              <a:rPr lang="en-US" sz="24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Różnica między stanem aktualnym, a docelowym</a:t>
            </a:r>
            <a:endParaRPr lang="pl-PL" sz="24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B3BA5B1-C693-B96D-A9B5-1584F8CC0FD7}"/>
              </a:ext>
            </a:extLst>
          </p:cNvPr>
          <p:cNvSpPr txBox="1"/>
          <p:nvPr/>
        </p:nvSpPr>
        <p:spPr>
          <a:xfrm>
            <a:off x="10185452" y="3107105"/>
            <a:ext cx="7144351" cy="3513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4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Wpływ na wyniki, kondycję organizacji</a:t>
            </a:r>
            <a:endParaRPr lang="pl-PL" sz="24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56ED662-F6AC-FD29-1CEF-BEFD76A356C8}"/>
              </a:ext>
            </a:extLst>
          </p:cNvPr>
          <p:cNvSpPr txBox="1"/>
          <p:nvPr/>
        </p:nvSpPr>
        <p:spPr>
          <a:xfrm>
            <a:off x="10134600" y="4892764"/>
            <a:ext cx="6553200" cy="3513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4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Konieczność mierzalności</a:t>
            </a:r>
            <a:endParaRPr lang="pl-PL" sz="24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2AC322C-B5B9-C38A-81BC-C0B87B66FFF3}"/>
              </a:ext>
            </a:extLst>
          </p:cNvPr>
          <p:cNvSpPr txBox="1"/>
          <p:nvPr/>
        </p:nvSpPr>
        <p:spPr>
          <a:xfrm>
            <a:off x="10185453" y="6703016"/>
            <a:ext cx="6553200" cy="3513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4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Brak odniesienia do rozwiązania</a:t>
            </a:r>
            <a:endParaRPr lang="pl-PL" sz="24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760BEEF3-3AFA-ADC2-EFD3-20CF68E7031D}"/>
              </a:ext>
            </a:extLst>
          </p:cNvPr>
          <p:cNvSpPr txBox="1"/>
          <p:nvPr/>
        </p:nvSpPr>
        <p:spPr>
          <a:xfrm>
            <a:off x="5502462" y="9838215"/>
            <a:ext cx="830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/>
              <a:t>https://inzynierjakosci.pl/2017/12/5w2h-przyklad-opis-metody/</a:t>
            </a:r>
          </a:p>
        </p:txBody>
      </p:sp>
    </p:spTree>
    <p:extLst>
      <p:ext uri="{BB962C8B-B14F-4D97-AF65-F5344CB8AC3E}">
        <p14:creationId xmlns:p14="http://schemas.microsoft.com/office/powerpoint/2010/main" val="2366107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944587" y="876300"/>
            <a:ext cx="7573988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3600" b="1" noProof="1">
                <a:solidFill>
                  <a:srgbClr val="2F9671"/>
                </a:solidFill>
                <a:latin typeface="Libre Franklin Ultra-Bold"/>
                <a:ea typeface="Libre Franklin Ultra-Bold"/>
                <a:cs typeface="Libre Franklin Ultra-Bold"/>
                <a:sym typeface="Libre Franklin Ultra-Bold"/>
              </a:rPr>
              <a:t>Objaw</a:t>
            </a:r>
            <a:endParaRPr lang="pl-PL" sz="3600" b="1" noProof="1">
              <a:solidFill>
                <a:srgbClr val="2F9671"/>
              </a:solidFill>
              <a:latin typeface="Libre Franklin Ultra-Bold"/>
              <a:ea typeface="Libre Franklin Ultra-Bold"/>
              <a:cs typeface="Libre Franklin Ultra-Bold"/>
              <a:sym typeface="Libre Franklin Ultra-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982200" y="876300"/>
            <a:ext cx="7562598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3600" b="1" noProof="1">
                <a:solidFill>
                  <a:srgbClr val="2F9671"/>
                </a:solidFill>
                <a:latin typeface="Libre Franklin Ultra-Bold"/>
                <a:ea typeface="Libre Franklin Ultra-Bold"/>
                <a:cs typeface="Libre Franklin Ultra-Bold"/>
                <a:sym typeface="Libre Franklin Ultra-Bold"/>
              </a:rPr>
              <a:t>Problem</a:t>
            </a:r>
            <a:endParaRPr lang="pl-PL" sz="3600" b="1" noProof="1">
              <a:solidFill>
                <a:srgbClr val="2F9671"/>
              </a:solidFill>
              <a:latin typeface="Libre Franklin Ultra-Bold"/>
              <a:ea typeface="Libre Franklin Ultra-Bold"/>
              <a:cs typeface="Libre Franklin Ultra-Bold"/>
              <a:sym typeface="Libre Franklin Ultra-Bold"/>
            </a:endParaRPr>
          </a:p>
        </p:txBody>
      </p:sp>
      <p:sp>
        <p:nvSpPr>
          <p:cNvPr id="15" name="AutoShape 15"/>
          <p:cNvSpPr/>
          <p:nvPr/>
        </p:nvSpPr>
        <p:spPr>
          <a:xfrm rot="-5400000">
            <a:off x="6755273" y="3462001"/>
            <a:ext cx="4984533" cy="0"/>
          </a:xfrm>
          <a:prstGeom prst="line">
            <a:avLst/>
          </a:prstGeom>
          <a:ln w="9525" cap="rnd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noProof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7BA44C-67BD-89C5-61E5-4884303EFA21}"/>
              </a:ext>
            </a:extLst>
          </p:cNvPr>
          <p:cNvSpPr txBox="1"/>
          <p:nvPr/>
        </p:nvSpPr>
        <p:spPr>
          <a:xfrm>
            <a:off x="1035881" y="2271806"/>
            <a:ext cx="73914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Widoczny efekt</a:t>
            </a:r>
            <a:endParaRPr lang="pl-PL" sz="2800" b="1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/>
            <a:endParaRPr lang="pl-PL" sz="28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/>
            <a:r>
              <a:rPr lang="en-US" sz="28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Objaw jest widoczne pochodną problem</a:t>
            </a:r>
          </a:p>
          <a:p>
            <a:pPr algn="ctr"/>
            <a:endParaRPr lang="pl-PL" sz="28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/>
            <a:r>
              <a:rPr lang="pl-PL" sz="2800" b="1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Przykład</a:t>
            </a:r>
            <a:r>
              <a:rPr lang="pl-PL" sz="28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28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Spadek sprzedaży</a:t>
            </a:r>
            <a:endParaRPr lang="pl-PL" sz="28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/>
            <a:endParaRPr lang="pl-PL" sz="2800" noProof="1"/>
          </a:p>
        </p:txBody>
      </p:sp>
      <p:sp>
        <p:nvSpPr>
          <p:cNvPr id="2" name="TextBox 16">
            <a:extLst>
              <a:ext uri="{FF2B5EF4-FFF2-40B4-BE49-F238E27FC236}">
                <a16:creationId xmlns:a16="http://schemas.microsoft.com/office/drawing/2014/main" id="{A6B1203F-8591-1F9B-A5B5-DB240ABE440D}"/>
              </a:ext>
            </a:extLst>
          </p:cNvPr>
          <p:cNvSpPr txBox="1"/>
          <p:nvPr/>
        </p:nvSpPr>
        <p:spPr>
          <a:xfrm>
            <a:off x="10067799" y="2278903"/>
            <a:ext cx="7391400" cy="361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Przyczyna</a:t>
            </a:r>
            <a:endParaRPr lang="pl-PL" sz="2800" b="1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/>
            <a:endParaRPr lang="pl-PL" sz="28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2940"/>
              </a:lnSpc>
            </a:pPr>
            <a:r>
              <a:rPr lang="en-US" sz="28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Problem jest powodem objawu</a:t>
            </a:r>
            <a:endParaRPr lang="pl-PL" sz="28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2940"/>
              </a:lnSpc>
            </a:pPr>
            <a:endParaRPr lang="pl-PL" sz="28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2940"/>
              </a:lnSpc>
            </a:pPr>
            <a:r>
              <a:rPr lang="pl-PL" sz="2800" b="1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Przykład</a:t>
            </a:r>
            <a:r>
              <a:rPr lang="pl-PL" sz="28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28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Powód dla którego sprzedaż spadła (pogorszenie jakości produktów, mniejsza widoczność w sieci, otworzenie nowej konkurencyjnej firmy…)</a:t>
            </a:r>
            <a:endParaRPr lang="pl-PL" sz="28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/>
            <a:endParaRPr lang="pl-PL" sz="2800" noProof="1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CB6F7A34-3194-B644-CCB8-095CB8B3A1FA}"/>
              </a:ext>
            </a:extLst>
          </p:cNvPr>
          <p:cNvSpPr txBox="1"/>
          <p:nvPr/>
        </p:nvSpPr>
        <p:spPr>
          <a:xfrm>
            <a:off x="6248400" y="9639300"/>
            <a:ext cx="1104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https://www.figma.com/pl-pl/resource-library/opis-problemu/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B5F2A97E-B43A-0C66-03C9-BC1FC47DCA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8272" y="5628747"/>
            <a:ext cx="5258534" cy="378195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967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2C8390-D49E-843C-78A7-9BEB32F4C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35FBB40E-83F1-3F29-6C06-F1D2FA4B0021}"/>
              </a:ext>
            </a:extLst>
          </p:cNvPr>
          <p:cNvGrpSpPr/>
          <p:nvPr/>
        </p:nvGrpSpPr>
        <p:grpSpPr>
          <a:xfrm>
            <a:off x="0" y="8801693"/>
            <a:ext cx="18288000" cy="798470"/>
            <a:chOff x="0" y="0"/>
            <a:chExt cx="24384000" cy="1064626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49C56C5-3A5D-B2AB-D3FF-334AC1461C40}"/>
                </a:ext>
              </a:extLst>
            </p:cNvPr>
            <p:cNvSpPr txBox="1"/>
            <p:nvPr/>
          </p:nvSpPr>
          <p:spPr>
            <a:xfrm>
              <a:off x="2646935" y="507209"/>
              <a:ext cx="19090131" cy="5574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10"/>
                </a:lnSpc>
              </a:pPr>
              <a:endParaRPr lang="pl-PL" sz="2700" noProof="1">
                <a:solidFill>
                  <a:srgbClr val="EDEDE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" name="AutoShape 5">
              <a:extLst>
                <a:ext uri="{FF2B5EF4-FFF2-40B4-BE49-F238E27FC236}">
                  <a16:creationId xmlns:a16="http://schemas.microsoft.com/office/drawing/2014/main" id="{D97B60BC-F9FE-5076-A28F-D587ABB83F1F}"/>
                </a:ext>
              </a:extLst>
            </p:cNvPr>
            <p:cNvSpPr/>
            <p:nvPr/>
          </p:nvSpPr>
          <p:spPr>
            <a:xfrm>
              <a:off x="0" y="0"/>
              <a:ext cx="24384000" cy="0"/>
            </a:xfrm>
            <a:prstGeom prst="line">
              <a:avLst/>
            </a:prstGeom>
            <a:ln w="12700" cap="rnd">
              <a:solidFill>
                <a:srgbClr val="EDEDE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l-PL" noProof="1"/>
            </a:p>
          </p:txBody>
        </p:sp>
      </p:grpSp>
      <p:pic>
        <p:nvPicPr>
          <p:cNvPr id="7" name="Obraz 6">
            <a:extLst>
              <a:ext uri="{FF2B5EF4-FFF2-40B4-BE49-F238E27FC236}">
                <a16:creationId xmlns:a16="http://schemas.microsoft.com/office/drawing/2014/main" id="{582802FC-829F-2903-CEB5-E329C9013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3451" y="876300"/>
            <a:ext cx="6801098" cy="6892509"/>
          </a:xfrm>
          <a:prstGeom prst="rect">
            <a:avLst/>
          </a:prstGeom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9E20B747-FA1B-9A5B-19A9-4A5574B14104}"/>
              </a:ext>
            </a:extLst>
          </p:cNvPr>
          <p:cNvSpPr txBox="1"/>
          <p:nvPr/>
        </p:nvSpPr>
        <p:spPr>
          <a:xfrm>
            <a:off x="7467600" y="9795903"/>
            <a:ext cx="449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https://abk.umed.pl/metoda-5-why/</a:t>
            </a:r>
          </a:p>
        </p:txBody>
      </p:sp>
    </p:spTree>
    <p:extLst>
      <p:ext uri="{BB962C8B-B14F-4D97-AF65-F5344CB8AC3E}">
        <p14:creationId xmlns:p14="http://schemas.microsoft.com/office/powerpoint/2010/main" val="978416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422B4-2850-E613-1FB3-9580767F6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A0FC3399-298D-681A-B9A5-22795D78047D}"/>
              </a:ext>
            </a:extLst>
          </p:cNvPr>
          <p:cNvSpPr txBox="1"/>
          <p:nvPr/>
        </p:nvSpPr>
        <p:spPr>
          <a:xfrm>
            <a:off x="6021296" y="808034"/>
            <a:ext cx="8226717" cy="4655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IDENTYFIKACJA INTERESARIUSZY</a:t>
            </a:r>
            <a:endParaRPr lang="pl-PL" sz="30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E11E9976-AD62-C198-E57A-A92C9954711C}"/>
              </a:ext>
            </a:extLst>
          </p:cNvPr>
          <p:cNvSpPr txBox="1"/>
          <p:nvPr/>
        </p:nvSpPr>
        <p:spPr>
          <a:xfrm>
            <a:off x="6781800" y="9713326"/>
            <a:ext cx="17945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https://en.wikipedia.org/wiki/Stakeholder_theory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36CC2BA1-B10B-33B7-66A9-EEF94C1B6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2108630"/>
            <a:ext cx="11047613" cy="6769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934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967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A840C4-33B5-A04C-D8D6-15995CA12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E34701F5-CB1B-163D-D38A-E4AB1D816694}"/>
              </a:ext>
            </a:extLst>
          </p:cNvPr>
          <p:cNvSpPr txBox="1"/>
          <p:nvPr/>
        </p:nvSpPr>
        <p:spPr>
          <a:xfrm>
            <a:off x="1028700" y="1104900"/>
            <a:ext cx="16230600" cy="1090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70"/>
              </a:lnSpc>
            </a:pPr>
            <a:r>
              <a:rPr lang="en-US" sz="7700" b="1" noProof="1">
                <a:solidFill>
                  <a:srgbClr val="EDEDE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ELICYTACJA</a:t>
            </a:r>
            <a:endParaRPr lang="pl-PL" sz="7700" b="1" noProof="1">
              <a:solidFill>
                <a:srgbClr val="EDEDED"/>
              </a:solidFill>
              <a:latin typeface="Libre Franklin Bold"/>
              <a:ea typeface="Libre Franklin Bold"/>
              <a:cs typeface="Libre Franklin Bold"/>
              <a:sym typeface="Libre Franklin Bold"/>
            </a:endParaRP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A9CA620A-0865-D69B-005B-3AA0E5381664}"/>
              </a:ext>
            </a:extLst>
          </p:cNvPr>
          <p:cNvGrpSpPr/>
          <p:nvPr/>
        </p:nvGrpSpPr>
        <p:grpSpPr>
          <a:xfrm>
            <a:off x="0" y="8801693"/>
            <a:ext cx="18288000" cy="798470"/>
            <a:chOff x="0" y="0"/>
            <a:chExt cx="24384000" cy="1064626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8DBB4B8-13C1-82BE-B621-BC661EEDC663}"/>
                </a:ext>
              </a:extLst>
            </p:cNvPr>
            <p:cNvSpPr txBox="1"/>
            <p:nvPr/>
          </p:nvSpPr>
          <p:spPr>
            <a:xfrm>
              <a:off x="2646935" y="507209"/>
              <a:ext cx="19090131" cy="5574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10"/>
                </a:lnSpc>
              </a:pPr>
              <a:endParaRPr lang="pl-PL" sz="2700" noProof="1">
                <a:solidFill>
                  <a:srgbClr val="EDEDE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" name="AutoShape 5">
              <a:extLst>
                <a:ext uri="{FF2B5EF4-FFF2-40B4-BE49-F238E27FC236}">
                  <a16:creationId xmlns:a16="http://schemas.microsoft.com/office/drawing/2014/main" id="{0ED32FBA-8A65-A5B6-9AE9-C65BD91D1359}"/>
                </a:ext>
              </a:extLst>
            </p:cNvPr>
            <p:cNvSpPr/>
            <p:nvPr/>
          </p:nvSpPr>
          <p:spPr>
            <a:xfrm>
              <a:off x="0" y="0"/>
              <a:ext cx="24384000" cy="0"/>
            </a:xfrm>
            <a:prstGeom prst="line">
              <a:avLst/>
            </a:prstGeom>
            <a:ln w="12700" cap="rnd">
              <a:solidFill>
                <a:srgbClr val="EDEDE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l-PL" noProof="1"/>
            </a:p>
          </p:txBody>
        </p:sp>
      </p:grpSp>
      <p:pic>
        <p:nvPicPr>
          <p:cNvPr id="7" name="Obraz 6">
            <a:extLst>
              <a:ext uri="{FF2B5EF4-FFF2-40B4-BE49-F238E27FC236}">
                <a16:creationId xmlns:a16="http://schemas.microsoft.com/office/drawing/2014/main" id="{86DB5031-1C10-0ACC-7CEF-0735FBB73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9329" y="3471782"/>
            <a:ext cx="8489341" cy="4053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842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16D5BB-73E8-C9F5-C673-C844682D0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29FA1E3-1C52-3301-E130-E4F1C3062CA3}"/>
              </a:ext>
            </a:extLst>
          </p:cNvPr>
          <p:cNvSpPr txBox="1"/>
          <p:nvPr/>
        </p:nvSpPr>
        <p:spPr>
          <a:xfrm>
            <a:off x="914400" y="1104900"/>
            <a:ext cx="7299138" cy="2112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4400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Najczęściej zadawane pytania</a:t>
            </a:r>
            <a:endParaRPr lang="pl-PL" sz="4400" b="1" noProof="1">
              <a:solidFill>
                <a:srgbClr val="2F9671"/>
              </a:solidFill>
              <a:latin typeface="Libre Franklin Bold"/>
              <a:ea typeface="Libre Franklin Bold"/>
              <a:cs typeface="Libre Franklin Bold"/>
              <a:sym typeface="Libre Franklin Bold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1A231F1-1B95-0930-625C-BD44BAA961B8}"/>
              </a:ext>
            </a:extLst>
          </p:cNvPr>
          <p:cNvSpPr/>
          <p:nvPr/>
        </p:nvSpPr>
        <p:spPr>
          <a:xfrm>
            <a:off x="9369130" y="1638300"/>
            <a:ext cx="7144352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sz="2800" noProof="1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44E3D8B7-D3FD-EE9F-C410-8A5A94130688}"/>
              </a:ext>
            </a:extLst>
          </p:cNvPr>
          <p:cNvSpPr/>
          <p:nvPr/>
        </p:nvSpPr>
        <p:spPr>
          <a:xfrm>
            <a:off x="9369130" y="2948492"/>
            <a:ext cx="7144352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sz="2800" noProof="1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3FB50A33-D890-A251-EC22-917D894266DE}"/>
              </a:ext>
            </a:extLst>
          </p:cNvPr>
          <p:cNvSpPr/>
          <p:nvPr/>
        </p:nvSpPr>
        <p:spPr>
          <a:xfrm>
            <a:off x="9373285" y="4457700"/>
            <a:ext cx="7146059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sz="2800" noProof="1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13191DAB-E1B2-241D-E508-FD5096F2434F}"/>
              </a:ext>
            </a:extLst>
          </p:cNvPr>
          <p:cNvSpPr/>
          <p:nvPr/>
        </p:nvSpPr>
        <p:spPr>
          <a:xfrm>
            <a:off x="9355550" y="5992150"/>
            <a:ext cx="7146209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sz="2800" noProof="1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A145695-7DE4-3972-E65B-81E25F5654A7}"/>
              </a:ext>
            </a:extLst>
          </p:cNvPr>
          <p:cNvSpPr txBox="1"/>
          <p:nvPr/>
        </p:nvSpPr>
        <p:spPr>
          <a:xfrm>
            <a:off x="9624646" y="921258"/>
            <a:ext cx="6900559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8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Kiedy pojawił się problem </a:t>
            </a:r>
            <a:endParaRPr lang="pl-PL" sz="28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1AD6823-4395-B91C-F743-F295C0B60E98}"/>
              </a:ext>
            </a:extLst>
          </p:cNvPr>
          <p:cNvSpPr txBox="1"/>
          <p:nvPr/>
        </p:nvSpPr>
        <p:spPr>
          <a:xfrm>
            <a:off x="9612923" y="2258201"/>
            <a:ext cx="6900559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8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Jak wygląda process zakupowy</a:t>
            </a:r>
            <a:endParaRPr lang="pl-PL" sz="28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BDECD33-0100-3A2B-C9DE-DC2A7083F4C6}"/>
              </a:ext>
            </a:extLst>
          </p:cNvPr>
          <p:cNvSpPr txBox="1"/>
          <p:nvPr/>
        </p:nvSpPr>
        <p:spPr>
          <a:xfrm>
            <a:off x="9612923" y="3651242"/>
            <a:ext cx="6900559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8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Jakie grupy klientów odchodzą od firmy</a:t>
            </a:r>
            <a:endParaRPr lang="pl-PL" sz="28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F66D71C-B26D-3A09-078C-10D8D85C2AC2}"/>
              </a:ext>
            </a:extLst>
          </p:cNvPr>
          <p:cNvSpPr txBox="1"/>
          <p:nvPr/>
        </p:nvSpPr>
        <p:spPr>
          <a:xfrm>
            <a:off x="9618786" y="5281398"/>
            <a:ext cx="6900559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8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Jakie grupy klientów nie odchodzą</a:t>
            </a:r>
            <a:endParaRPr lang="pl-PL" sz="28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F088B64-4784-1669-6F9A-324C5D2C8D29}"/>
              </a:ext>
            </a:extLst>
          </p:cNvPr>
          <p:cNvSpPr txBox="1"/>
          <p:nvPr/>
        </p:nvSpPr>
        <p:spPr>
          <a:xfrm>
            <a:off x="9601201" y="6694007"/>
            <a:ext cx="6900559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8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Czy wprowadzono jakieś zmiany w ostatnim czasie</a:t>
            </a:r>
            <a:endParaRPr lang="pl-PL" sz="28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9A3204E9-BC7B-2AB2-974A-6ED06B2B8A47}"/>
              </a:ext>
            </a:extLst>
          </p:cNvPr>
          <p:cNvSpPr txBox="1"/>
          <p:nvPr/>
        </p:nvSpPr>
        <p:spPr>
          <a:xfrm>
            <a:off x="9577754" y="8435121"/>
            <a:ext cx="6900559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8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Jak wygląda process decyzyjny w firmie</a:t>
            </a:r>
            <a:endParaRPr lang="pl-PL" sz="28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" name="AutoShape 6">
            <a:extLst>
              <a:ext uri="{FF2B5EF4-FFF2-40B4-BE49-F238E27FC236}">
                <a16:creationId xmlns:a16="http://schemas.microsoft.com/office/drawing/2014/main" id="{447BBD57-66F3-9E41-B47B-81C824A6B772}"/>
              </a:ext>
            </a:extLst>
          </p:cNvPr>
          <p:cNvSpPr/>
          <p:nvPr/>
        </p:nvSpPr>
        <p:spPr>
          <a:xfrm>
            <a:off x="9369130" y="7429500"/>
            <a:ext cx="7146209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sz="2800" noProof="1"/>
          </a:p>
        </p:txBody>
      </p:sp>
    </p:spTree>
    <p:extLst>
      <p:ext uri="{BB962C8B-B14F-4D97-AF65-F5344CB8AC3E}">
        <p14:creationId xmlns:p14="http://schemas.microsoft.com/office/powerpoint/2010/main" val="3668315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B3371-CF9A-7DAD-35B6-8E27F5F95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080D5E8C-8189-A623-FB1B-F6679A86BEC0}"/>
              </a:ext>
            </a:extLst>
          </p:cNvPr>
          <p:cNvSpPr txBox="1"/>
          <p:nvPr/>
        </p:nvSpPr>
        <p:spPr>
          <a:xfrm>
            <a:off x="1506867" y="798198"/>
            <a:ext cx="17564100" cy="1128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KONTEKST ORGANIZACYJNY </a:t>
            </a:r>
            <a:endParaRPr lang="pl-PL" sz="8000" b="1" noProof="1">
              <a:solidFill>
                <a:srgbClr val="2F9671"/>
              </a:solidFill>
              <a:latin typeface="Libre Franklin Bold"/>
              <a:ea typeface="Libre Franklin Bold"/>
              <a:cs typeface="Libre Franklin Bold"/>
              <a:sym typeface="Libre Franklin Bold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7ED84C4-C04B-840C-F3DD-9987510DD874}"/>
              </a:ext>
            </a:extLst>
          </p:cNvPr>
          <p:cNvSpPr txBox="1"/>
          <p:nvPr/>
        </p:nvSpPr>
        <p:spPr>
          <a:xfrm>
            <a:off x="1506867" y="6094186"/>
            <a:ext cx="6988118" cy="19659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lang="pl-PL" sz="30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Zrozumienie kontekstu pozwala dopasować rozwiązanie do realiów organizacji, co znacząco zwiększa szanse powodzenia projektu.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5C36154-0CA7-27FC-98CF-231E802271E5}"/>
              </a:ext>
            </a:extLst>
          </p:cNvPr>
          <p:cNvSpPr txBox="1"/>
          <p:nvPr/>
        </p:nvSpPr>
        <p:spPr>
          <a:xfrm>
            <a:off x="1506867" y="2718295"/>
            <a:ext cx="6784764" cy="1658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5"/>
              </a:lnSpc>
            </a:pPr>
            <a:r>
              <a:rPr lang="pl-PL" sz="2375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Każdy projekt realizowany jest w określonym kontekście organizacyjnym. Obejmuje on strukturę firmy, sposób podejmowania decyzji, kulturę organizacyjną oraz istniejące systemy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D6E46AEF-E7D4-56B4-70D0-20314DC4AFA1}"/>
              </a:ext>
            </a:extLst>
          </p:cNvPr>
          <p:cNvSpPr/>
          <p:nvPr/>
        </p:nvSpPr>
        <p:spPr>
          <a:xfrm>
            <a:off x="10004482" y="3079750"/>
            <a:ext cx="7254818" cy="0"/>
          </a:xfrm>
          <a:prstGeom prst="line">
            <a:avLst/>
          </a:prstGeom>
          <a:ln w="9525" cap="rnd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noProof="1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0DFCE066-B1C6-BC75-9800-66EDCB35B04F}"/>
              </a:ext>
            </a:extLst>
          </p:cNvPr>
          <p:cNvSpPr txBox="1"/>
          <p:nvPr/>
        </p:nvSpPr>
        <p:spPr>
          <a:xfrm>
            <a:off x="5334000" y="9777468"/>
            <a:ext cx="1264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https://www.automotivequal.pl/kontekst-organizacji-jakie-czynniki-nalezy-uwzglednic/</a:t>
            </a: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C353DA77-5D2B-2650-D998-728AFED3A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0" y="4099423"/>
            <a:ext cx="7573432" cy="452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373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40D8C2-27A6-7661-F8E5-5B0D62135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1412C12-8AB1-3467-AE74-A943E96A9789}"/>
              </a:ext>
            </a:extLst>
          </p:cNvPr>
          <p:cNvGrpSpPr/>
          <p:nvPr/>
        </p:nvGrpSpPr>
        <p:grpSpPr>
          <a:xfrm>
            <a:off x="1028700" y="1028700"/>
            <a:ext cx="6261672" cy="8229600"/>
            <a:chOff x="0" y="0"/>
            <a:chExt cx="8348897" cy="10972800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095DD12D-2F59-09F3-0907-DC30B5F1F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6190" b="6190"/>
            <a:stretch>
              <a:fillRect/>
            </a:stretch>
          </p:blipFill>
          <p:spPr>
            <a:xfrm>
              <a:off x="0" y="0"/>
              <a:ext cx="8348897" cy="10972800"/>
            </a:xfrm>
            <a:prstGeom prst="rect">
              <a:avLst/>
            </a:prstGeom>
          </p:spPr>
        </p:pic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D93D96D0-47B9-F6FD-62E9-3380DED67939}"/>
              </a:ext>
            </a:extLst>
          </p:cNvPr>
          <p:cNvGrpSpPr/>
          <p:nvPr/>
        </p:nvGrpSpPr>
        <p:grpSpPr>
          <a:xfrm>
            <a:off x="8416639" y="4800728"/>
            <a:ext cx="8842661" cy="4068153"/>
            <a:chOff x="0" y="168473"/>
            <a:chExt cx="11790214" cy="5424204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4220786-6D7E-B97D-8ACB-3119A36AFE9D}"/>
                </a:ext>
              </a:extLst>
            </p:cNvPr>
            <p:cNvSpPr txBox="1"/>
            <p:nvPr/>
          </p:nvSpPr>
          <p:spPr>
            <a:xfrm>
              <a:off x="0" y="168473"/>
              <a:ext cx="11790214" cy="21375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475"/>
                </a:lnSpc>
              </a:pPr>
              <a:r>
                <a:rPr lang="pl-PL" sz="4625" b="1" noProof="1">
                  <a:solidFill>
                    <a:srgbClr val="2F9671"/>
                  </a:solidFill>
                  <a:latin typeface="Libre Franklin Ultra-Bold"/>
                  <a:ea typeface="Libre Franklin Ultra-Bold"/>
                  <a:cs typeface="Libre Franklin Ultra-Bold"/>
                  <a:sym typeface="Libre Franklin Ultra-Bold"/>
                </a:rPr>
                <a:t>Zakres projektu określa, co jest jego częścią, a co nie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FD6AF44E-61F6-B320-D904-A4F6DC8CAC8C}"/>
                </a:ext>
              </a:extLst>
            </p:cNvPr>
            <p:cNvSpPr txBox="1"/>
            <p:nvPr/>
          </p:nvSpPr>
          <p:spPr>
            <a:xfrm>
              <a:off x="0" y="4144673"/>
              <a:ext cx="9870198" cy="14480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Zakres projektu określa jego granice, wykluczenia, priorytety, jak bardzo ma być szczegółowy, których kwestii się tyczy, itp.</a:t>
              </a:r>
              <a:endParaRPr lang="pl-PL" sz="21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816BC17B-4570-47DC-7620-4CBC9B942BEE}"/>
              </a:ext>
            </a:extLst>
          </p:cNvPr>
          <p:cNvGrpSpPr/>
          <p:nvPr/>
        </p:nvGrpSpPr>
        <p:grpSpPr>
          <a:xfrm>
            <a:off x="8416639" y="1028700"/>
            <a:ext cx="3071681" cy="603237"/>
            <a:chOff x="0" y="0"/>
            <a:chExt cx="4095574" cy="804316"/>
          </a:xfrm>
        </p:grpSpPr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DFE1CC86-DA26-C5DF-F9C9-436C7DDFA40A}"/>
                </a:ext>
              </a:extLst>
            </p:cNvPr>
            <p:cNvGrpSpPr/>
            <p:nvPr/>
          </p:nvGrpSpPr>
          <p:grpSpPr>
            <a:xfrm>
              <a:off x="0" y="0"/>
              <a:ext cx="4095574" cy="804316"/>
              <a:chOff x="0" y="0"/>
              <a:chExt cx="13574460" cy="2665844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D02CFCB7-A125-9A97-169A-32C1D1059053}"/>
                  </a:ext>
                </a:extLst>
              </p:cNvPr>
              <p:cNvSpPr/>
              <p:nvPr/>
            </p:nvSpPr>
            <p:spPr>
              <a:xfrm>
                <a:off x="0" y="0"/>
                <a:ext cx="13574460" cy="2665844"/>
              </a:xfrm>
              <a:custGeom>
                <a:avLst/>
                <a:gdLst/>
                <a:ahLst/>
                <a:cxnLst/>
                <a:rect l="l" t="t" r="r" b="b"/>
                <a:pathLst>
                  <a:path w="13574460" h="2665844">
                    <a:moveTo>
                      <a:pt x="0" y="0"/>
                    </a:moveTo>
                    <a:lnTo>
                      <a:pt x="0" y="2665844"/>
                    </a:lnTo>
                    <a:lnTo>
                      <a:pt x="13574460" y="2665844"/>
                    </a:lnTo>
                    <a:lnTo>
                      <a:pt x="13574460" y="0"/>
                    </a:lnTo>
                    <a:lnTo>
                      <a:pt x="0" y="0"/>
                    </a:lnTo>
                    <a:close/>
                    <a:moveTo>
                      <a:pt x="13513499" y="2604884"/>
                    </a:moveTo>
                    <a:lnTo>
                      <a:pt x="59690" y="2604884"/>
                    </a:lnTo>
                    <a:lnTo>
                      <a:pt x="59690" y="59690"/>
                    </a:lnTo>
                    <a:lnTo>
                      <a:pt x="13513499" y="59690"/>
                    </a:lnTo>
                    <a:lnTo>
                      <a:pt x="13513499" y="2604884"/>
                    </a:lnTo>
                    <a:close/>
                  </a:path>
                </a:pathLst>
              </a:custGeom>
              <a:solidFill>
                <a:srgbClr val="2F9671"/>
              </a:solidFill>
            </p:spPr>
            <p:txBody>
              <a:bodyPr/>
              <a:lstStyle/>
              <a:p>
                <a:endParaRPr lang="pl-PL" noProof="1"/>
              </a:p>
            </p:txBody>
          </p:sp>
        </p:grp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39AAEEE7-CA60-063E-85E4-C38F2BB792DD}"/>
                </a:ext>
              </a:extLst>
            </p:cNvPr>
            <p:cNvSpPr txBox="1"/>
            <p:nvPr/>
          </p:nvSpPr>
          <p:spPr>
            <a:xfrm>
              <a:off x="673589" y="93760"/>
              <a:ext cx="2748395" cy="5759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</a:pPr>
              <a:r>
                <a:rPr lang="en-US" sz="2600" b="1" noProof="1">
                  <a:solidFill>
                    <a:srgbClr val="2F9671"/>
                  </a:solidFill>
                  <a:latin typeface="Libre Franklin Ultra-Bold"/>
                  <a:ea typeface="Libre Franklin Ultra-Bold"/>
                  <a:cs typeface="Libre Franklin Ultra-Bold"/>
                  <a:sym typeface="Libre Franklin Ultra-Bold"/>
                </a:rPr>
                <a:t>ZAKRES</a:t>
              </a:r>
              <a:endParaRPr lang="pl-PL" sz="2600" b="1" noProof="1">
                <a:solidFill>
                  <a:srgbClr val="2F9671"/>
                </a:solidFill>
                <a:latin typeface="Libre Franklin Ultra-Bold"/>
                <a:ea typeface="Libre Franklin Ultra-Bold"/>
                <a:cs typeface="Libre Franklin Ultra-Bold"/>
                <a:sym typeface="Libre Franklin Ultra-Bold"/>
              </a:endParaRPr>
            </a:p>
          </p:txBody>
        </p:sp>
      </p:grp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818D97A0-B309-DCA2-1347-6807C5B9A37D}"/>
              </a:ext>
            </a:extLst>
          </p:cNvPr>
          <p:cNvSpPr txBox="1"/>
          <p:nvPr/>
        </p:nvSpPr>
        <p:spPr>
          <a:xfrm>
            <a:off x="4572000" y="9859453"/>
            <a:ext cx="10159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https://projectmakers.pl/cel-a-zakres-projektu-6-konsekwencji-gdy-pomylisz-te-pojecia/</a:t>
            </a:r>
          </a:p>
        </p:txBody>
      </p:sp>
    </p:spTree>
    <p:extLst>
      <p:ext uri="{BB962C8B-B14F-4D97-AF65-F5344CB8AC3E}">
        <p14:creationId xmlns:p14="http://schemas.microsoft.com/office/powerpoint/2010/main" val="10852478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967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EDE156-E969-B026-516C-CBBD85328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C4EF42F-9EEF-A05A-F1BB-38273E763470}"/>
              </a:ext>
            </a:extLst>
          </p:cNvPr>
          <p:cNvSpPr txBox="1"/>
          <p:nvPr/>
        </p:nvSpPr>
        <p:spPr>
          <a:xfrm>
            <a:off x="1028700" y="1104900"/>
            <a:ext cx="16230600" cy="1090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70"/>
              </a:lnSpc>
            </a:pPr>
            <a:r>
              <a:rPr lang="en-US" sz="7700" b="1" noProof="1">
                <a:solidFill>
                  <a:srgbClr val="EDEDE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Specyfikacja wymagań</a:t>
            </a:r>
            <a:endParaRPr lang="pl-PL" sz="7700" b="1" noProof="1">
              <a:solidFill>
                <a:srgbClr val="EDEDED"/>
              </a:solidFill>
              <a:latin typeface="Libre Franklin Bold"/>
              <a:ea typeface="Libre Franklin Bold"/>
              <a:cs typeface="Libre Franklin Bold"/>
              <a:sym typeface="Libre Franklin Bold"/>
            </a:endParaRP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9DB2982-A215-70A7-6600-82BC3947DBB2}"/>
              </a:ext>
            </a:extLst>
          </p:cNvPr>
          <p:cNvGrpSpPr/>
          <p:nvPr/>
        </p:nvGrpSpPr>
        <p:grpSpPr>
          <a:xfrm>
            <a:off x="0" y="8801693"/>
            <a:ext cx="18288000" cy="798470"/>
            <a:chOff x="0" y="0"/>
            <a:chExt cx="24384000" cy="1064626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CC75A64-575E-40B5-51FE-16A694793E21}"/>
                </a:ext>
              </a:extLst>
            </p:cNvPr>
            <p:cNvSpPr txBox="1"/>
            <p:nvPr/>
          </p:nvSpPr>
          <p:spPr>
            <a:xfrm>
              <a:off x="2646935" y="507209"/>
              <a:ext cx="19090131" cy="5574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10"/>
                </a:lnSpc>
              </a:pPr>
              <a:endParaRPr lang="pl-PL" sz="2700" noProof="1">
                <a:solidFill>
                  <a:srgbClr val="EDEDE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" name="AutoShape 5">
              <a:extLst>
                <a:ext uri="{FF2B5EF4-FFF2-40B4-BE49-F238E27FC236}">
                  <a16:creationId xmlns:a16="http://schemas.microsoft.com/office/drawing/2014/main" id="{A9447A4B-D51A-7FE9-B5C5-0ED7CA0DF84E}"/>
                </a:ext>
              </a:extLst>
            </p:cNvPr>
            <p:cNvSpPr/>
            <p:nvPr/>
          </p:nvSpPr>
          <p:spPr>
            <a:xfrm>
              <a:off x="0" y="0"/>
              <a:ext cx="24384000" cy="0"/>
            </a:xfrm>
            <a:prstGeom prst="line">
              <a:avLst/>
            </a:prstGeom>
            <a:ln w="12700" cap="rnd">
              <a:solidFill>
                <a:srgbClr val="EDEDE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l-PL" noProof="1"/>
            </a:p>
          </p:txBody>
        </p:sp>
      </p:grpSp>
      <p:pic>
        <p:nvPicPr>
          <p:cNvPr id="7" name="Obraz 6">
            <a:extLst>
              <a:ext uri="{FF2B5EF4-FFF2-40B4-BE49-F238E27FC236}">
                <a16:creationId xmlns:a16="http://schemas.microsoft.com/office/drawing/2014/main" id="{711E1BE7-1CE3-D672-DF7B-544F879ED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3009900"/>
            <a:ext cx="9049351" cy="4838971"/>
          </a:xfrm>
          <a:prstGeom prst="rect">
            <a:avLst/>
          </a:prstGeom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D14943EF-B797-71F6-8A52-C145E1A0DA12}"/>
              </a:ext>
            </a:extLst>
          </p:cNvPr>
          <p:cNvSpPr txBox="1"/>
          <p:nvPr/>
        </p:nvSpPr>
        <p:spPr>
          <a:xfrm>
            <a:off x="5257800" y="9716416"/>
            <a:ext cx="902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https://thestory.is/pl/proces/faza-wdrozenia/specyfikacja-wymagan/</a:t>
            </a:r>
          </a:p>
        </p:txBody>
      </p:sp>
    </p:spTree>
    <p:extLst>
      <p:ext uri="{BB962C8B-B14F-4D97-AF65-F5344CB8AC3E}">
        <p14:creationId xmlns:p14="http://schemas.microsoft.com/office/powerpoint/2010/main" val="38483658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C0B1F-C262-922D-65F4-B343EAE32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raz 9">
            <a:extLst>
              <a:ext uri="{FF2B5EF4-FFF2-40B4-BE49-F238E27FC236}">
                <a16:creationId xmlns:a16="http://schemas.microsoft.com/office/drawing/2014/main" id="{786E0314-AB3F-CC7A-74DF-AAF3186B4D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8776" y="800100"/>
            <a:ext cx="11230447" cy="7323518"/>
          </a:xfrm>
          <a:prstGeom prst="rect">
            <a:avLst/>
          </a:prstGeom>
        </p:spPr>
      </p:pic>
      <p:sp>
        <p:nvSpPr>
          <p:cNvPr id="11" name="pole tekstowe 10">
            <a:extLst>
              <a:ext uri="{FF2B5EF4-FFF2-40B4-BE49-F238E27FC236}">
                <a16:creationId xmlns:a16="http://schemas.microsoft.com/office/drawing/2014/main" id="{A5B4C531-BE77-F730-7843-481C085FA6DD}"/>
              </a:ext>
            </a:extLst>
          </p:cNvPr>
          <p:cNvSpPr txBox="1"/>
          <p:nvPr/>
        </p:nvSpPr>
        <p:spPr>
          <a:xfrm>
            <a:off x="5562600" y="9715500"/>
            <a:ext cx="769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https://thestory.is/pl/proces/faza-wdrozenia/specyfikacja-wymagan/</a:t>
            </a:r>
          </a:p>
        </p:txBody>
      </p:sp>
    </p:spTree>
    <p:extLst>
      <p:ext uri="{BB962C8B-B14F-4D97-AF65-F5344CB8AC3E}">
        <p14:creationId xmlns:p14="http://schemas.microsoft.com/office/powerpoint/2010/main" val="1342061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967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4FF9E5-3CE5-7075-6CA9-58A2BCD1E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B42AACA7-9298-0216-8B3F-C628B39C0042}"/>
              </a:ext>
            </a:extLst>
          </p:cNvPr>
          <p:cNvSpPr txBox="1"/>
          <p:nvPr/>
        </p:nvSpPr>
        <p:spPr>
          <a:xfrm>
            <a:off x="1028700" y="1104900"/>
            <a:ext cx="16230600" cy="1090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70"/>
              </a:lnSpc>
            </a:pPr>
            <a:r>
              <a:rPr lang="en-US" sz="7700" b="1" noProof="1">
                <a:solidFill>
                  <a:srgbClr val="EDEDE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Narzędzia wspomagające analizę</a:t>
            </a:r>
            <a:endParaRPr lang="pl-PL" sz="7700" b="1" noProof="1">
              <a:solidFill>
                <a:srgbClr val="EDEDED"/>
              </a:solidFill>
              <a:latin typeface="Libre Franklin Bold"/>
              <a:ea typeface="Libre Franklin Bold"/>
              <a:cs typeface="Libre Franklin Bold"/>
              <a:sym typeface="Libre Franklin Bold"/>
            </a:endParaRP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5D12CD9-CF19-A8E1-79C3-897CC3F8BBDD}"/>
              </a:ext>
            </a:extLst>
          </p:cNvPr>
          <p:cNvGrpSpPr/>
          <p:nvPr/>
        </p:nvGrpSpPr>
        <p:grpSpPr>
          <a:xfrm>
            <a:off x="0" y="8801693"/>
            <a:ext cx="18288000" cy="798470"/>
            <a:chOff x="0" y="0"/>
            <a:chExt cx="24384000" cy="1064626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4FFB2C5-E36C-D65E-7A7F-B708BD2AA66A}"/>
                </a:ext>
              </a:extLst>
            </p:cNvPr>
            <p:cNvSpPr txBox="1"/>
            <p:nvPr/>
          </p:nvSpPr>
          <p:spPr>
            <a:xfrm>
              <a:off x="2646935" y="507209"/>
              <a:ext cx="19090131" cy="5574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10"/>
                </a:lnSpc>
              </a:pPr>
              <a:endParaRPr lang="pl-PL" sz="2700" noProof="1">
                <a:solidFill>
                  <a:srgbClr val="EDEDE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" name="AutoShape 5">
              <a:extLst>
                <a:ext uri="{FF2B5EF4-FFF2-40B4-BE49-F238E27FC236}">
                  <a16:creationId xmlns:a16="http://schemas.microsoft.com/office/drawing/2014/main" id="{027E4066-BDF4-67DE-284A-352A0931EB83}"/>
                </a:ext>
              </a:extLst>
            </p:cNvPr>
            <p:cNvSpPr/>
            <p:nvPr/>
          </p:nvSpPr>
          <p:spPr>
            <a:xfrm>
              <a:off x="0" y="0"/>
              <a:ext cx="24384000" cy="0"/>
            </a:xfrm>
            <a:prstGeom prst="line">
              <a:avLst/>
            </a:prstGeom>
            <a:ln w="12700" cap="rnd">
              <a:solidFill>
                <a:srgbClr val="EDEDE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l-PL" noProof="1"/>
            </a:p>
          </p:txBody>
        </p:sp>
      </p:grpSp>
    </p:spTree>
    <p:extLst>
      <p:ext uri="{BB962C8B-B14F-4D97-AF65-F5344CB8AC3E}">
        <p14:creationId xmlns:p14="http://schemas.microsoft.com/office/powerpoint/2010/main" val="41640178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1F7188-9EB1-760A-0CCC-F36AC7919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7589F201-23E4-C6AC-B5D8-F4466A9653F0}"/>
              </a:ext>
            </a:extLst>
          </p:cNvPr>
          <p:cNvSpPr txBox="1"/>
          <p:nvPr/>
        </p:nvSpPr>
        <p:spPr>
          <a:xfrm>
            <a:off x="914400" y="257957"/>
            <a:ext cx="16459200" cy="9588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00"/>
              </a:lnSpc>
            </a:pPr>
            <a:r>
              <a:rPr lang="en-US" sz="3600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SWOT</a:t>
            </a:r>
            <a:endParaRPr lang="pl-PL" sz="3600" b="1" noProof="1">
              <a:solidFill>
                <a:srgbClr val="2F9671"/>
              </a:solidFill>
              <a:latin typeface="Libre Franklin Bold"/>
              <a:ea typeface="Libre Franklin Bold"/>
              <a:cs typeface="Libre Franklin Bold"/>
              <a:sym typeface="Libre Franklin Bold"/>
            </a:endParaRPr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2F2B63CC-620A-F077-7F5D-D8D2FE2DA23F}"/>
              </a:ext>
            </a:extLst>
          </p:cNvPr>
          <p:cNvSpPr txBox="1"/>
          <p:nvPr/>
        </p:nvSpPr>
        <p:spPr>
          <a:xfrm>
            <a:off x="4800600" y="9659711"/>
            <a:ext cx="1036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https://www.automotivequal.pl/analiza-swot-narzedzie-do-indywidualnego-sukcesu/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814845B1-A37F-3047-255C-826A1A6679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0" y="1607819"/>
            <a:ext cx="10363200" cy="7071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5059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0F9286-4740-BFC5-EB2B-D067F195C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BEA89072-3290-E976-46DC-E4DD2DC38EC0}"/>
              </a:ext>
            </a:extLst>
          </p:cNvPr>
          <p:cNvSpPr txBox="1"/>
          <p:nvPr/>
        </p:nvSpPr>
        <p:spPr>
          <a:xfrm>
            <a:off x="914400" y="257957"/>
            <a:ext cx="16459200" cy="9588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00"/>
              </a:lnSpc>
            </a:pPr>
            <a:r>
              <a:rPr lang="en-US" sz="3600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PESTLE</a:t>
            </a:r>
            <a:endParaRPr lang="pl-PL" sz="3600" b="1" noProof="1">
              <a:solidFill>
                <a:srgbClr val="2F9671"/>
              </a:solidFill>
              <a:latin typeface="Libre Franklin Bold"/>
              <a:ea typeface="Libre Franklin Bold"/>
              <a:cs typeface="Libre Franklin Bold"/>
              <a:sym typeface="Libre Franklin Bold"/>
            </a:endParaRPr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47BE501F-7A0E-5E53-8E5D-6B5DAD3EDFD9}"/>
              </a:ext>
            </a:extLst>
          </p:cNvPr>
          <p:cNvSpPr txBox="1"/>
          <p:nvPr/>
        </p:nvSpPr>
        <p:spPr>
          <a:xfrm>
            <a:off x="6781800" y="9659711"/>
            <a:ext cx="1036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https://pestleanalysis.com/what-is-pestle-analysis/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DF09ABB5-3E38-CF99-DC3B-B34F016C0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1550864"/>
            <a:ext cx="9771154" cy="7736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4135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977B74-B135-3D75-E25E-436023BFC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6C22CA0-BF8F-8322-6120-02CE3CBD7DDD}"/>
              </a:ext>
            </a:extLst>
          </p:cNvPr>
          <p:cNvSpPr txBox="1"/>
          <p:nvPr/>
        </p:nvSpPr>
        <p:spPr>
          <a:xfrm>
            <a:off x="914400" y="257957"/>
            <a:ext cx="16459200" cy="9588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00"/>
              </a:lnSpc>
            </a:pPr>
            <a:r>
              <a:rPr lang="en-US" sz="3600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Mapa interesariuszy</a:t>
            </a:r>
            <a:endParaRPr lang="pl-PL" sz="3600" b="1" noProof="1">
              <a:solidFill>
                <a:srgbClr val="2F9671"/>
              </a:solidFill>
              <a:latin typeface="Libre Franklin Bold"/>
              <a:ea typeface="Libre Franklin Bold"/>
              <a:cs typeface="Libre Franklin Bold"/>
              <a:sym typeface="Libre Franklin Bold"/>
            </a:endParaRPr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BA279F13-5BF6-0A90-A292-B9B0B72616B2}"/>
              </a:ext>
            </a:extLst>
          </p:cNvPr>
          <p:cNvSpPr txBox="1"/>
          <p:nvPr/>
        </p:nvSpPr>
        <p:spPr>
          <a:xfrm>
            <a:off x="4495800" y="9410707"/>
            <a:ext cx="1036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https://www.seogroup.pl/mapa-interesariuszy-jak-stworzyc-i-wykorzystac-mapowanie-interesariuszy/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BC9B07E5-7EAA-B3EB-869D-9AB123EEC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866900"/>
            <a:ext cx="10363200" cy="6893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4201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0210800" y="1145825"/>
            <a:ext cx="7048500" cy="4977190"/>
            <a:chOff x="0" y="76200"/>
            <a:chExt cx="11990509" cy="6636253"/>
          </a:xfrm>
        </p:grpSpPr>
        <p:sp>
          <p:nvSpPr>
            <p:cNvPr id="5" name="TextBox 5"/>
            <p:cNvSpPr txBox="1"/>
            <p:nvPr/>
          </p:nvSpPr>
          <p:spPr>
            <a:xfrm>
              <a:off x="0" y="76200"/>
              <a:ext cx="11990509" cy="45140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800"/>
                </a:lnSpc>
              </a:pPr>
              <a:r>
                <a:rPr lang="en-US" sz="8000" b="1" noProof="1">
                  <a:solidFill>
                    <a:srgbClr val="2F9671"/>
                  </a:solidFill>
                  <a:latin typeface="Libre Franklin Bold"/>
                  <a:ea typeface="Libre Franklin Bold"/>
                  <a:cs typeface="Libre Franklin Bold"/>
                  <a:sym typeface="Libre Franklin Bold"/>
                </a:rPr>
                <a:t>Walidacja zrozumienia problemu</a:t>
              </a:r>
              <a:endParaRPr lang="pl-PL" sz="8000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4757985"/>
              <a:ext cx="10964714" cy="19544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pl-PL" sz="30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Walidacja polega na sprawdzeniu, czy nasze rozumienie problemu jest poprawne.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210801" y="7839361"/>
            <a:ext cx="7048500" cy="1426514"/>
            <a:chOff x="0" y="0"/>
            <a:chExt cx="11990509" cy="1060520"/>
          </a:xfrm>
        </p:grpSpPr>
        <p:sp>
          <p:nvSpPr>
            <p:cNvPr id="8" name="TextBox 8"/>
            <p:cNvSpPr txBox="1"/>
            <p:nvPr/>
          </p:nvSpPr>
          <p:spPr>
            <a:xfrm>
              <a:off x="0" y="401589"/>
              <a:ext cx="11990509" cy="6589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Przykłady ogólna: warsztaty, prototypy, zaimplementowanie iteracyjnego podejścia</a:t>
              </a:r>
              <a:endParaRPr lang="pl-PL" sz="26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" name="AutoShape 9"/>
            <p:cNvSpPr/>
            <p:nvPr/>
          </p:nvSpPr>
          <p:spPr>
            <a:xfrm>
              <a:off x="0" y="0"/>
              <a:ext cx="11990509" cy="0"/>
            </a:xfrm>
            <a:prstGeom prst="line">
              <a:avLst/>
            </a:prstGeom>
            <a:ln w="12700" cap="flat">
              <a:solidFill>
                <a:srgbClr val="2F967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l-PL" noProof="1"/>
            </a:p>
          </p:txBody>
        </p:sp>
      </p:grpSp>
      <p:pic>
        <p:nvPicPr>
          <p:cNvPr id="13" name="Obraz 12">
            <a:extLst>
              <a:ext uri="{FF2B5EF4-FFF2-40B4-BE49-F238E27FC236}">
                <a16:creationId xmlns:a16="http://schemas.microsoft.com/office/drawing/2014/main" id="{42708B8C-4D7C-D35D-8E31-1195BD652B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931"/>
            <a:ext cx="9337160" cy="1028993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028700" y="1104900"/>
            <a:ext cx="7741099" cy="3385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Mierzalne </a:t>
            </a:r>
          </a:p>
          <a:p>
            <a:pPr algn="l">
              <a:lnSpc>
                <a:spcPts val="8800"/>
              </a:lnSpc>
            </a:pPr>
            <a:r>
              <a:rPr lang="en-US" sz="8000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cele </a:t>
            </a:r>
          </a:p>
          <a:p>
            <a:pPr algn="l">
              <a:lnSpc>
                <a:spcPts val="8800"/>
              </a:lnSpc>
            </a:pPr>
            <a:r>
              <a:rPr lang="en-US" sz="8000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projektu</a:t>
            </a:r>
            <a:endParaRPr lang="pl-PL" sz="8000" b="1" noProof="1">
              <a:solidFill>
                <a:srgbClr val="2F9671"/>
              </a:solidFill>
              <a:latin typeface="Libre Franklin Bold"/>
              <a:ea typeface="Libre Franklin Bold"/>
              <a:cs typeface="Libre Franklin Bold"/>
              <a:sym typeface="Libre Franklin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6728123"/>
            <a:ext cx="6784764" cy="2081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5"/>
              </a:lnSpc>
            </a:pPr>
            <a:r>
              <a:rPr lang="en-US" sz="2375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Aby przełożyć problem na cel, ten pierwszy musi być mierzalny (SMART). Mierzalność pozwala na ocenę, czy projekt udało się zrealizować w całości, części, czy odnotowano kompletną porażkę.</a:t>
            </a:r>
            <a:endParaRPr lang="pl-PL" sz="2375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8991600" y="3086100"/>
            <a:ext cx="7254818" cy="0"/>
          </a:xfrm>
          <a:prstGeom prst="line">
            <a:avLst/>
          </a:prstGeom>
          <a:ln w="9525" cap="rnd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noProof="1"/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6D598C52-B3F3-8A9C-49A0-028B7674E2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6400" y="3314700"/>
            <a:ext cx="7254818" cy="6221695"/>
          </a:xfrm>
          <a:prstGeom prst="rect">
            <a:avLst/>
          </a:prstGeom>
        </p:spPr>
      </p:pic>
      <p:sp>
        <p:nvSpPr>
          <p:cNvPr id="10" name="pole tekstowe 9">
            <a:extLst>
              <a:ext uri="{FF2B5EF4-FFF2-40B4-BE49-F238E27FC236}">
                <a16:creationId xmlns:a16="http://schemas.microsoft.com/office/drawing/2014/main" id="{6935294E-AD41-86D7-B85B-2FE8D88352AB}"/>
              </a:ext>
            </a:extLst>
          </p:cNvPr>
          <p:cNvSpPr txBox="1"/>
          <p:nvPr/>
        </p:nvSpPr>
        <p:spPr>
          <a:xfrm>
            <a:off x="5334000" y="9795439"/>
            <a:ext cx="861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https://asanadlakreatywnych.pl/wyznaczanie-celow-projekt-premium/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967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D3D415-B405-F2BB-44B4-745F274DD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CCC9F9BE-D78D-107B-84CC-1BCDB31B43F2}"/>
              </a:ext>
            </a:extLst>
          </p:cNvPr>
          <p:cNvSpPr txBox="1"/>
          <p:nvPr/>
        </p:nvSpPr>
        <p:spPr>
          <a:xfrm>
            <a:off x="1028700" y="1104900"/>
            <a:ext cx="16230600" cy="2180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70"/>
              </a:lnSpc>
            </a:pPr>
            <a:r>
              <a:rPr lang="en-US" sz="7700" b="1" noProof="1">
                <a:solidFill>
                  <a:srgbClr val="EDEDE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Środowisko projektu: </a:t>
            </a:r>
          </a:p>
          <a:p>
            <a:pPr algn="ctr">
              <a:lnSpc>
                <a:spcPts val="8470"/>
              </a:lnSpc>
            </a:pPr>
            <a:r>
              <a:rPr lang="en-US" sz="7700" b="1" noProof="1">
                <a:solidFill>
                  <a:srgbClr val="EDEDE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wewnętrzne vs zewnętrzne</a:t>
            </a:r>
            <a:endParaRPr lang="pl-PL" sz="7700" b="1" noProof="1">
              <a:solidFill>
                <a:srgbClr val="EDEDED"/>
              </a:solidFill>
              <a:latin typeface="Libre Franklin Bold"/>
              <a:ea typeface="Libre Franklin Bold"/>
              <a:cs typeface="Libre Franklin Bold"/>
              <a:sym typeface="Libre Franklin Bold"/>
            </a:endParaRP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E8954E7-4936-A355-B6B5-3B5AF7F6B7C5}"/>
              </a:ext>
            </a:extLst>
          </p:cNvPr>
          <p:cNvGrpSpPr/>
          <p:nvPr/>
        </p:nvGrpSpPr>
        <p:grpSpPr>
          <a:xfrm>
            <a:off x="0" y="8801693"/>
            <a:ext cx="18288000" cy="798470"/>
            <a:chOff x="0" y="0"/>
            <a:chExt cx="24384000" cy="1064626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9AD47B8-669F-23F3-8E2A-25F303F69860}"/>
                </a:ext>
              </a:extLst>
            </p:cNvPr>
            <p:cNvSpPr txBox="1"/>
            <p:nvPr/>
          </p:nvSpPr>
          <p:spPr>
            <a:xfrm>
              <a:off x="2646935" y="507209"/>
              <a:ext cx="19090131" cy="5574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10"/>
                </a:lnSpc>
              </a:pPr>
              <a:r>
                <a:rPr lang="pl-PL" sz="2700" noProof="1">
                  <a:solidFill>
                    <a:srgbClr val="EDEDED"/>
                  </a:solidFill>
                  <a:latin typeface="Inter"/>
                  <a:ea typeface="Inter"/>
                  <a:cs typeface="Inter"/>
                  <a:sym typeface="Inter"/>
                </a:rPr>
                <a:t>ZAJĘCIA I</a:t>
              </a:r>
            </a:p>
          </p:txBody>
        </p:sp>
        <p:sp>
          <p:nvSpPr>
            <p:cNvPr id="5" name="AutoShape 5">
              <a:extLst>
                <a:ext uri="{FF2B5EF4-FFF2-40B4-BE49-F238E27FC236}">
                  <a16:creationId xmlns:a16="http://schemas.microsoft.com/office/drawing/2014/main" id="{674B9AF0-F30F-F4C1-114E-DFD72614CF15}"/>
                </a:ext>
              </a:extLst>
            </p:cNvPr>
            <p:cNvSpPr/>
            <p:nvPr/>
          </p:nvSpPr>
          <p:spPr>
            <a:xfrm>
              <a:off x="0" y="0"/>
              <a:ext cx="24384000" cy="0"/>
            </a:xfrm>
            <a:prstGeom prst="line">
              <a:avLst/>
            </a:prstGeom>
            <a:ln w="12700" cap="rnd">
              <a:solidFill>
                <a:srgbClr val="EDEDE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l-PL" noProof="1"/>
            </a:p>
          </p:txBody>
        </p:sp>
      </p:grpSp>
    </p:spTree>
    <p:extLst>
      <p:ext uri="{BB962C8B-B14F-4D97-AF65-F5344CB8AC3E}">
        <p14:creationId xmlns:p14="http://schemas.microsoft.com/office/powerpoint/2010/main" val="13572749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4F3AF7-3635-39BC-9A47-3EA152695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6A55E2D4-E412-1701-79C7-4F4561FC0FB9}"/>
              </a:ext>
            </a:extLst>
          </p:cNvPr>
          <p:cNvSpPr txBox="1"/>
          <p:nvPr/>
        </p:nvSpPr>
        <p:spPr>
          <a:xfrm>
            <a:off x="1028700" y="1104900"/>
            <a:ext cx="7299138" cy="2257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Środowisko</a:t>
            </a:r>
          </a:p>
          <a:p>
            <a:pPr algn="l">
              <a:lnSpc>
                <a:spcPts val="8800"/>
              </a:lnSpc>
            </a:pPr>
            <a:r>
              <a:rPr lang="en-US" sz="8000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wewnętrzne</a:t>
            </a:r>
            <a:endParaRPr lang="pl-PL" sz="8000" b="1" noProof="1">
              <a:solidFill>
                <a:srgbClr val="2F9671"/>
              </a:solidFill>
              <a:latin typeface="Libre Franklin Bold"/>
              <a:ea typeface="Libre Franklin Bold"/>
              <a:cs typeface="Libre Franklin Bold"/>
              <a:sym typeface="Libre Franklin Bold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9DD4A08-C11A-D504-7994-2F669E8BC5EE}"/>
              </a:ext>
            </a:extLst>
          </p:cNvPr>
          <p:cNvSpPr/>
          <p:nvPr/>
        </p:nvSpPr>
        <p:spPr>
          <a:xfrm>
            <a:off x="9890807" y="2389250"/>
            <a:ext cx="7144352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sz="2400" noProof="1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2A6E2200-49FE-AB46-E46A-7C23175D3F53}"/>
              </a:ext>
            </a:extLst>
          </p:cNvPr>
          <p:cNvSpPr/>
          <p:nvPr/>
        </p:nvSpPr>
        <p:spPr>
          <a:xfrm>
            <a:off x="9890807" y="4200394"/>
            <a:ext cx="7144352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sz="2400" noProof="1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AB3F74C0-955B-3CB2-AC68-3F7FB6949430}"/>
              </a:ext>
            </a:extLst>
          </p:cNvPr>
          <p:cNvSpPr/>
          <p:nvPr/>
        </p:nvSpPr>
        <p:spPr>
          <a:xfrm>
            <a:off x="9889099" y="6011539"/>
            <a:ext cx="7146059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sz="2400" noProof="1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038D36DA-A1A2-B8BE-AE75-57B0123F1DE1}"/>
              </a:ext>
            </a:extLst>
          </p:cNvPr>
          <p:cNvSpPr/>
          <p:nvPr/>
        </p:nvSpPr>
        <p:spPr>
          <a:xfrm>
            <a:off x="9888949" y="7822683"/>
            <a:ext cx="7146209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sz="2400" noProof="1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40FA65B-4BD1-5348-BB7F-0D2EDEB01F30}"/>
              </a:ext>
            </a:extLst>
          </p:cNvPr>
          <p:cNvSpPr txBox="1"/>
          <p:nvPr/>
        </p:nvSpPr>
        <p:spPr>
          <a:xfrm>
            <a:off x="10134600" y="1254929"/>
            <a:ext cx="6553200" cy="3513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4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Zasoby ludzkie</a:t>
            </a:r>
            <a:endParaRPr lang="pl-PL" sz="24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58751F1-E00D-4325-C37E-157705C4D489}"/>
              </a:ext>
            </a:extLst>
          </p:cNvPr>
          <p:cNvSpPr txBox="1"/>
          <p:nvPr/>
        </p:nvSpPr>
        <p:spPr>
          <a:xfrm>
            <a:off x="10185453" y="3107104"/>
            <a:ext cx="6553200" cy="3513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4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Kompetencje pracowników</a:t>
            </a:r>
            <a:endParaRPr lang="pl-PL" sz="24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82A5FA0-76D9-C6E2-9A4B-F56C2448D687}"/>
              </a:ext>
            </a:extLst>
          </p:cNvPr>
          <p:cNvSpPr txBox="1"/>
          <p:nvPr/>
        </p:nvSpPr>
        <p:spPr>
          <a:xfrm>
            <a:off x="10134600" y="4892764"/>
            <a:ext cx="6900558" cy="3513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4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Budżet</a:t>
            </a:r>
            <a:endParaRPr lang="pl-PL" sz="24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F3C91CC-E896-45EB-B383-6FB4745CC486}"/>
              </a:ext>
            </a:extLst>
          </p:cNvPr>
          <p:cNvSpPr txBox="1"/>
          <p:nvPr/>
        </p:nvSpPr>
        <p:spPr>
          <a:xfrm>
            <a:off x="10185453" y="6703016"/>
            <a:ext cx="6553200" cy="3513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4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Procesy organizacyjne</a:t>
            </a:r>
            <a:endParaRPr lang="pl-PL" sz="24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211B8CD-D45D-93D7-9877-9F90AF94B1B3}"/>
              </a:ext>
            </a:extLst>
          </p:cNvPr>
          <p:cNvSpPr txBox="1"/>
          <p:nvPr/>
        </p:nvSpPr>
        <p:spPr>
          <a:xfrm>
            <a:off x="10134600" y="8514160"/>
            <a:ext cx="6553200" cy="3513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4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Technologia wykorzystywana wewnętrznie</a:t>
            </a:r>
            <a:endParaRPr lang="pl-PL" sz="24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3913384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B2D4FB-3C3D-4B01-18CC-7AE320C6F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41BE11E-3CA4-EFC7-720E-BAB5EAC1F053}"/>
              </a:ext>
            </a:extLst>
          </p:cNvPr>
          <p:cNvSpPr txBox="1"/>
          <p:nvPr/>
        </p:nvSpPr>
        <p:spPr>
          <a:xfrm>
            <a:off x="1028700" y="1104900"/>
            <a:ext cx="7299138" cy="2257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Środowisko</a:t>
            </a:r>
          </a:p>
          <a:p>
            <a:pPr algn="l">
              <a:lnSpc>
                <a:spcPts val="8800"/>
              </a:lnSpc>
            </a:pPr>
            <a:r>
              <a:rPr lang="en-US" sz="8000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zewnętrzne</a:t>
            </a:r>
            <a:endParaRPr lang="pl-PL" sz="8000" b="1" noProof="1">
              <a:solidFill>
                <a:srgbClr val="2F9671"/>
              </a:solidFill>
              <a:latin typeface="Libre Franklin Bold"/>
              <a:ea typeface="Libre Franklin Bold"/>
              <a:cs typeface="Libre Franklin Bold"/>
              <a:sym typeface="Libre Franklin Bold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C6D263EC-3B36-5C4E-01DE-E668F8990536}"/>
              </a:ext>
            </a:extLst>
          </p:cNvPr>
          <p:cNvSpPr/>
          <p:nvPr/>
        </p:nvSpPr>
        <p:spPr>
          <a:xfrm>
            <a:off x="9890807" y="2389250"/>
            <a:ext cx="7144352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sz="2400" noProof="1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1D1BA5E2-96DC-FEE0-7E5E-CB27B4F7101F}"/>
              </a:ext>
            </a:extLst>
          </p:cNvPr>
          <p:cNvSpPr/>
          <p:nvPr/>
        </p:nvSpPr>
        <p:spPr>
          <a:xfrm>
            <a:off x="9890807" y="4200394"/>
            <a:ext cx="7144352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sz="2400" noProof="1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808FBDAA-0908-C29E-EF07-B9619144CB2F}"/>
              </a:ext>
            </a:extLst>
          </p:cNvPr>
          <p:cNvSpPr/>
          <p:nvPr/>
        </p:nvSpPr>
        <p:spPr>
          <a:xfrm>
            <a:off x="9889099" y="6011539"/>
            <a:ext cx="7146059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sz="2400" noProof="1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23D453F2-95D4-D9FD-A6C4-F839A311C192}"/>
              </a:ext>
            </a:extLst>
          </p:cNvPr>
          <p:cNvSpPr/>
          <p:nvPr/>
        </p:nvSpPr>
        <p:spPr>
          <a:xfrm>
            <a:off x="9888949" y="7822683"/>
            <a:ext cx="7146209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sz="2400" noProof="1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D51581F-DEDA-C176-245A-FBC38DC70945}"/>
              </a:ext>
            </a:extLst>
          </p:cNvPr>
          <p:cNvSpPr txBox="1"/>
          <p:nvPr/>
        </p:nvSpPr>
        <p:spPr>
          <a:xfrm>
            <a:off x="10134600" y="1254929"/>
            <a:ext cx="6553200" cy="3513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4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Firmy konkurencyjne</a:t>
            </a:r>
            <a:endParaRPr lang="pl-PL" sz="24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AC8DDF8-E107-4BE0-7A38-B004E46BB2C2}"/>
              </a:ext>
            </a:extLst>
          </p:cNvPr>
          <p:cNvSpPr txBox="1"/>
          <p:nvPr/>
        </p:nvSpPr>
        <p:spPr>
          <a:xfrm>
            <a:off x="10153650" y="3186270"/>
            <a:ext cx="7144351" cy="3513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4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Trendy rynkowe</a:t>
            </a:r>
            <a:endParaRPr lang="pl-PL" sz="24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4005C08-B5D2-5F0E-582B-2A8EE8D1EEBB}"/>
              </a:ext>
            </a:extLst>
          </p:cNvPr>
          <p:cNvSpPr txBox="1"/>
          <p:nvPr/>
        </p:nvSpPr>
        <p:spPr>
          <a:xfrm>
            <a:off x="10134600" y="4892764"/>
            <a:ext cx="6553200" cy="3513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4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Regulacje I normy prawne </a:t>
            </a:r>
            <a:endParaRPr lang="pl-PL" sz="24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C2B4E02-89D1-2668-9B8E-E9339E3B07D1}"/>
              </a:ext>
            </a:extLst>
          </p:cNvPr>
          <p:cNvSpPr txBox="1"/>
          <p:nvPr/>
        </p:nvSpPr>
        <p:spPr>
          <a:xfrm>
            <a:off x="10185453" y="6703016"/>
            <a:ext cx="6553200" cy="3513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4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Sytuacja gospodarcza</a:t>
            </a:r>
            <a:endParaRPr lang="pl-PL" sz="24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430BBC9C-46E9-B8D3-AC3A-F35495908B2E}"/>
              </a:ext>
            </a:extLst>
          </p:cNvPr>
          <p:cNvSpPr txBox="1"/>
          <p:nvPr/>
        </p:nvSpPr>
        <p:spPr>
          <a:xfrm>
            <a:off x="10134600" y="8514160"/>
            <a:ext cx="7543800" cy="3513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4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Łańcuchy dostaw</a:t>
            </a:r>
            <a:endParaRPr lang="pl-PL" sz="24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2585951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967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73FF6F-889E-015A-625F-317B553AA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53EE74C-03F0-88D5-103A-F967F904B83C}"/>
              </a:ext>
            </a:extLst>
          </p:cNvPr>
          <p:cNvGrpSpPr/>
          <p:nvPr/>
        </p:nvGrpSpPr>
        <p:grpSpPr>
          <a:xfrm>
            <a:off x="8788154" y="1028700"/>
            <a:ext cx="8471146" cy="6388576"/>
            <a:chOff x="0" y="0"/>
            <a:chExt cx="37435935" cy="3636848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29A5D89-53C6-D0D1-78A8-AF91452AF774}"/>
                </a:ext>
              </a:extLst>
            </p:cNvPr>
            <p:cNvSpPr/>
            <p:nvPr/>
          </p:nvSpPr>
          <p:spPr>
            <a:xfrm>
              <a:off x="0" y="0"/>
              <a:ext cx="37435935" cy="36368487"/>
            </a:xfrm>
            <a:custGeom>
              <a:avLst/>
              <a:gdLst/>
              <a:ahLst/>
              <a:cxnLst/>
              <a:rect l="l" t="t" r="r" b="b"/>
              <a:pathLst>
                <a:path w="37435935" h="36368487">
                  <a:moveTo>
                    <a:pt x="0" y="0"/>
                  </a:moveTo>
                  <a:lnTo>
                    <a:pt x="0" y="36368487"/>
                  </a:lnTo>
                  <a:lnTo>
                    <a:pt x="37435935" y="36368487"/>
                  </a:lnTo>
                  <a:lnTo>
                    <a:pt x="37435935" y="0"/>
                  </a:lnTo>
                  <a:lnTo>
                    <a:pt x="0" y="0"/>
                  </a:lnTo>
                  <a:close/>
                  <a:moveTo>
                    <a:pt x="37374974" y="36307526"/>
                  </a:moveTo>
                  <a:lnTo>
                    <a:pt x="59690" y="36307526"/>
                  </a:lnTo>
                  <a:lnTo>
                    <a:pt x="59690" y="59690"/>
                  </a:lnTo>
                  <a:lnTo>
                    <a:pt x="37374974" y="59690"/>
                  </a:lnTo>
                  <a:lnTo>
                    <a:pt x="37374974" y="36307526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/>
            <a:lstStyle/>
            <a:p>
              <a:endParaRPr lang="pl-PL" noProof="1"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CD2CE813-7A20-1B62-6C9E-F783A494E125}"/>
              </a:ext>
            </a:extLst>
          </p:cNvPr>
          <p:cNvSpPr txBox="1"/>
          <p:nvPr/>
        </p:nvSpPr>
        <p:spPr>
          <a:xfrm>
            <a:off x="9835423" y="2540966"/>
            <a:ext cx="6376606" cy="403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0"/>
              </a:lnSpc>
            </a:pPr>
            <a:r>
              <a:rPr lang="en-US" sz="2450" b="1" noProof="1">
                <a:solidFill>
                  <a:srgbClr val="EDEDED"/>
                </a:solidFill>
                <a:latin typeface="Libre Franklin Ultra-Bold"/>
                <a:ea typeface="Libre Franklin Ultra-Bold"/>
                <a:cs typeface="Libre Franklin Ultra-Bold"/>
                <a:sym typeface="Libre Franklin Ultra-Bold"/>
              </a:rPr>
              <a:t>Zalety speed to market</a:t>
            </a:r>
            <a:endParaRPr lang="pl-PL" sz="2450" b="1" noProof="1">
              <a:solidFill>
                <a:srgbClr val="EDEDED"/>
              </a:solidFill>
              <a:latin typeface="Libre Franklin Ultra-Bold"/>
              <a:ea typeface="Libre Franklin Ultra-Bold"/>
              <a:cs typeface="Libre Franklin Ultra-Bold"/>
              <a:sym typeface="Libre Franklin Ultra-Bold"/>
            </a:endParaRP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CA0F669D-A3E2-0A81-4A01-9CA999B97593}"/>
              </a:ext>
            </a:extLst>
          </p:cNvPr>
          <p:cNvGrpSpPr/>
          <p:nvPr/>
        </p:nvGrpSpPr>
        <p:grpSpPr>
          <a:xfrm>
            <a:off x="1028700" y="957262"/>
            <a:ext cx="6059632" cy="3511919"/>
            <a:chOff x="0" y="-95251"/>
            <a:chExt cx="8079509" cy="4682558"/>
          </a:xfrm>
        </p:grpSpPr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5815A0D4-15BF-9339-70CD-A230046E7CB2}"/>
                </a:ext>
              </a:extLst>
            </p:cNvPr>
            <p:cNvSpPr txBox="1"/>
            <p:nvPr/>
          </p:nvSpPr>
          <p:spPr>
            <a:xfrm>
              <a:off x="0" y="-95251"/>
              <a:ext cx="8079509" cy="11059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000"/>
                </a:lnSpc>
              </a:pPr>
              <a:r>
                <a:rPr lang="en-US" sz="5000" b="1" noProof="1">
                  <a:solidFill>
                    <a:srgbClr val="EDEDED"/>
                  </a:solidFill>
                  <a:latin typeface="Libre Franklin Ultra-Bold"/>
                  <a:ea typeface="Libre Franklin Ultra-Bold"/>
                  <a:cs typeface="Libre Franklin Ultra-Bold"/>
                  <a:sym typeface="Libre Franklin Ultra-Bold"/>
                </a:rPr>
                <a:t>Speed to market </a:t>
              </a:r>
              <a:endParaRPr lang="pl-PL" sz="5000" b="1" noProof="1">
                <a:solidFill>
                  <a:srgbClr val="EDEDED"/>
                </a:solidFill>
                <a:latin typeface="Libre Franklin Ultra-Bold"/>
                <a:ea typeface="Libre Franklin Ultra-Bold"/>
                <a:cs typeface="Libre Franklin Ultra-Bold"/>
                <a:sym typeface="Libre Franklin Ultra-Bold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CBEC735-12BA-BF15-4AC4-1A65F619DCDF}"/>
                </a:ext>
              </a:extLst>
            </p:cNvPr>
            <p:cNvSpPr txBox="1"/>
            <p:nvPr/>
          </p:nvSpPr>
          <p:spPr>
            <a:xfrm>
              <a:off x="0" y="3124651"/>
              <a:ext cx="5889842" cy="14626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05"/>
                </a:lnSpc>
              </a:pPr>
              <a:r>
                <a:rPr lang="pl-PL" sz="2075" noProof="1">
                  <a:solidFill>
                    <a:srgbClr val="EDEDED"/>
                  </a:solidFill>
                  <a:latin typeface="Inter"/>
                  <a:ea typeface="Inter"/>
                  <a:cs typeface="Inter"/>
                  <a:sym typeface="Inter"/>
                </a:rPr>
                <a:t>W dynamicznym środowisku rynkowym czas ma ogromne znaczenie</a:t>
              </a:r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EB41DFC7-0AF4-E62F-F6E3-7249976BCE48}"/>
              </a:ext>
            </a:extLst>
          </p:cNvPr>
          <p:cNvSpPr txBox="1"/>
          <p:nvPr/>
        </p:nvSpPr>
        <p:spPr>
          <a:xfrm>
            <a:off x="1028700" y="6212253"/>
            <a:ext cx="6059632" cy="714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pl-PL" sz="2100" noProof="1">
                <a:solidFill>
                  <a:srgbClr val="EDEDED"/>
                </a:solidFill>
                <a:latin typeface="Inter"/>
                <a:ea typeface="Inter"/>
                <a:cs typeface="Inter"/>
                <a:sym typeface="Inter"/>
              </a:rPr>
              <a:t>Speed to market oznacza, jak szybko firma jest w stanie wprowadzić rozwiązanie</a:t>
            </a: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192ED31F-A315-21E9-0F90-5B72C4E3A27E}"/>
              </a:ext>
            </a:extLst>
          </p:cNvPr>
          <p:cNvSpPr/>
          <p:nvPr/>
        </p:nvSpPr>
        <p:spPr>
          <a:xfrm>
            <a:off x="9376377" y="2970967"/>
            <a:ext cx="7294699" cy="0"/>
          </a:xfrm>
          <a:prstGeom prst="line">
            <a:avLst/>
          </a:prstGeom>
          <a:ln w="9525" cap="rnd">
            <a:solidFill>
              <a:srgbClr val="EDEDE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noProof="1"/>
          </a:p>
        </p:txBody>
      </p:sp>
      <p:pic>
        <p:nvPicPr>
          <p:cNvPr id="12" name="Obraz 11">
            <a:extLst>
              <a:ext uri="{FF2B5EF4-FFF2-40B4-BE49-F238E27FC236}">
                <a16:creationId xmlns:a16="http://schemas.microsoft.com/office/drawing/2014/main" id="{F9F76558-1F71-FA61-1D71-8C95B5B8D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5790" y="3314044"/>
            <a:ext cx="7568812" cy="2402797"/>
          </a:xfrm>
          <a:prstGeom prst="rect">
            <a:avLst/>
          </a:prstGeom>
        </p:spPr>
      </p:pic>
      <p:sp>
        <p:nvSpPr>
          <p:cNvPr id="13" name="pole tekstowe 12">
            <a:extLst>
              <a:ext uri="{FF2B5EF4-FFF2-40B4-BE49-F238E27FC236}">
                <a16:creationId xmlns:a16="http://schemas.microsoft.com/office/drawing/2014/main" id="{2A451739-2A8B-81F7-31F0-63CDE03DAAA4}"/>
              </a:ext>
            </a:extLst>
          </p:cNvPr>
          <p:cNvSpPr txBox="1"/>
          <p:nvPr/>
        </p:nvSpPr>
        <p:spPr>
          <a:xfrm>
            <a:off x="5105400" y="9608820"/>
            <a:ext cx="8915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hlinkClick r:id="rId4"/>
              </a:rPr>
              <a:t>https://fastercapital.com/topics/companies-that-excelled-in-speed-to-market.html/1</a:t>
            </a:r>
            <a:endParaRPr lang="en-US" dirty="0"/>
          </a:p>
          <a:p>
            <a:r>
              <a:rPr lang="pl-PL" dirty="0"/>
              <a:t>https://fastercapital.com/content/Speed-to-Market--The-Key-to-First-Mover-Success.html</a:t>
            </a:r>
          </a:p>
        </p:txBody>
      </p:sp>
    </p:spTree>
    <p:extLst>
      <p:ext uri="{BB962C8B-B14F-4D97-AF65-F5344CB8AC3E}">
        <p14:creationId xmlns:p14="http://schemas.microsoft.com/office/powerpoint/2010/main" val="17679971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CC860-8F03-F7EB-D446-3244EE868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A4983238-BF56-96F4-3E5B-47CBB4C0EE65}"/>
              </a:ext>
            </a:extLst>
          </p:cNvPr>
          <p:cNvGrpSpPr/>
          <p:nvPr/>
        </p:nvGrpSpPr>
        <p:grpSpPr>
          <a:xfrm>
            <a:off x="1524000" y="794833"/>
            <a:ext cx="8992881" cy="3987018"/>
            <a:chOff x="0" y="76200"/>
            <a:chExt cx="11990509" cy="531602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F0F3B684-68DB-5763-9E86-EB338EC8AA9A}"/>
                </a:ext>
              </a:extLst>
            </p:cNvPr>
            <p:cNvSpPr txBox="1"/>
            <p:nvPr/>
          </p:nvSpPr>
          <p:spPr>
            <a:xfrm>
              <a:off x="0" y="76200"/>
              <a:ext cx="11990509" cy="3009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800"/>
                </a:lnSpc>
              </a:pPr>
              <a:r>
                <a:rPr lang="en-US" sz="8000" b="1" noProof="1">
                  <a:solidFill>
                    <a:srgbClr val="2F9671"/>
                  </a:solidFill>
                  <a:latin typeface="Libre Franklin Bold"/>
                  <a:ea typeface="Libre Franklin Bold"/>
                  <a:cs typeface="Libre Franklin Bold"/>
                  <a:sym typeface="Libre Franklin Bold"/>
                </a:rPr>
                <a:t>MYŚLENIE SYSTEMOWE</a:t>
              </a:r>
              <a:endParaRPr lang="pl-PL" sz="8000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E0531FD1-3D24-100D-2801-1E99471829F6}"/>
                </a:ext>
              </a:extLst>
            </p:cNvPr>
            <p:cNvSpPr txBox="1"/>
            <p:nvPr/>
          </p:nvSpPr>
          <p:spPr>
            <a:xfrm>
              <a:off x="0" y="3423723"/>
              <a:ext cx="10964714" cy="1968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pl-PL" sz="30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Myślenie systemowe polega na patrzeniu na organizację jako na całość, a nie zbiór niezależnych elementów.</a:t>
              </a:r>
            </a:p>
          </p:txBody>
        </p:sp>
      </p:grpSp>
      <p:pic>
        <p:nvPicPr>
          <p:cNvPr id="4098" name="Picture 2" descr="Myślenie systemowe w pracy Agile Coacha | Agile247.pl">
            <a:extLst>
              <a:ext uri="{FF2B5EF4-FFF2-40B4-BE49-F238E27FC236}">
                <a16:creationId xmlns:a16="http://schemas.microsoft.com/office/drawing/2014/main" id="{A7D3A18F-A6FB-9704-DA86-1077179D6F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5505149"/>
            <a:ext cx="9753600" cy="419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pole tekstowe 9">
            <a:extLst>
              <a:ext uri="{FF2B5EF4-FFF2-40B4-BE49-F238E27FC236}">
                <a16:creationId xmlns:a16="http://schemas.microsoft.com/office/drawing/2014/main" id="{211C9CBC-FE26-8A36-B26A-2827C20C590F}"/>
              </a:ext>
            </a:extLst>
          </p:cNvPr>
          <p:cNvSpPr txBox="1"/>
          <p:nvPr/>
        </p:nvSpPr>
        <p:spPr>
          <a:xfrm>
            <a:off x="7010400" y="9772349"/>
            <a:ext cx="426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https://agile247.pl/myslenie-systemowe/</a:t>
            </a:r>
          </a:p>
        </p:txBody>
      </p:sp>
    </p:spTree>
    <p:extLst>
      <p:ext uri="{BB962C8B-B14F-4D97-AF65-F5344CB8AC3E}">
        <p14:creationId xmlns:p14="http://schemas.microsoft.com/office/powerpoint/2010/main" val="18921636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96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3400" y="571500"/>
            <a:ext cx="9302030" cy="22570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b="1" noProof="1">
                <a:solidFill>
                  <a:srgbClr val="EDEDE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MACIERZ INTERESARIUSZY</a:t>
            </a:r>
            <a:endParaRPr lang="pl-PL" sz="8000" b="1" noProof="1">
              <a:solidFill>
                <a:srgbClr val="EDEDED"/>
              </a:solidFill>
              <a:latin typeface="Libre Franklin Bold"/>
              <a:ea typeface="Libre Franklin Bold"/>
              <a:cs typeface="Libre Franklin Bold"/>
              <a:sym typeface="Libre Franklin Bold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533400" y="2828528"/>
            <a:ext cx="9677400" cy="0"/>
          </a:xfrm>
          <a:prstGeom prst="line">
            <a:avLst/>
          </a:prstGeom>
          <a:ln w="9525" cap="flat">
            <a:solidFill>
              <a:srgbClr val="EDEDE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noProof="1"/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D2EECFCE-E83D-D309-2F9A-D102D302C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0" y="3530320"/>
            <a:ext cx="11811000" cy="6166130"/>
          </a:xfrm>
          <a:prstGeom prst="rect">
            <a:avLst/>
          </a:prstGeom>
        </p:spPr>
      </p:pic>
      <p:sp>
        <p:nvSpPr>
          <p:cNvPr id="12" name="pole tekstowe 11">
            <a:extLst>
              <a:ext uri="{FF2B5EF4-FFF2-40B4-BE49-F238E27FC236}">
                <a16:creationId xmlns:a16="http://schemas.microsoft.com/office/drawing/2014/main" id="{84084EE8-0BA9-8DFF-E663-3647FF63A50A}"/>
              </a:ext>
            </a:extLst>
          </p:cNvPr>
          <p:cNvSpPr txBox="1"/>
          <p:nvPr/>
        </p:nvSpPr>
        <p:spPr>
          <a:xfrm>
            <a:off x="5715000" y="9917668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https://nowoczesnymanager.pl/interesariusze-jak-ich-zaangazowac/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87CE57-F853-B952-A554-1BA25E489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F46C3BE-837F-E414-652D-7FDD11180B7A}"/>
              </a:ext>
            </a:extLst>
          </p:cNvPr>
          <p:cNvSpPr txBox="1"/>
          <p:nvPr/>
        </p:nvSpPr>
        <p:spPr>
          <a:xfrm>
            <a:off x="1028699" y="629443"/>
            <a:ext cx="8359858" cy="4514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Macierz </a:t>
            </a:r>
          </a:p>
          <a:p>
            <a:pPr algn="l">
              <a:lnSpc>
                <a:spcPts val="8800"/>
              </a:lnSpc>
            </a:pPr>
            <a:r>
              <a:rPr lang="en-US" sz="8000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wpływu </a:t>
            </a:r>
          </a:p>
          <a:p>
            <a:pPr algn="l">
              <a:lnSpc>
                <a:spcPts val="8800"/>
              </a:lnSpc>
            </a:pPr>
            <a:r>
              <a:rPr lang="en-US" sz="8000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i zainteresowania</a:t>
            </a:r>
            <a:endParaRPr lang="pl-PL" sz="8000" b="1" noProof="1">
              <a:solidFill>
                <a:srgbClr val="2F9671"/>
              </a:solidFill>
              <a:latin typeface="Libre Franklin Bold"/>
              <a:ea typeface="Libre Franklin Bold"/>
              <a:cs typeface="Libre Franklin Bold"/>
              <a:sym typeface="Libre Franklin Bold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450D4518-29DD-9273-1F8A-3A0BFA3D8F5D}"/>
              </a:ext>
            </a:extLst>
          </p:cNvPr>
          <p:cNvSpPr/>
          <p:nvPr/>
        </p:nvSpPr>
        <p:spPr>
          <a:xfrm>
            <a:off x="9564675" y="3295790"/>
            <a:ext cx="7144352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noProof="1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A33AC5AE-1F7C-2E9C-37FD-8045177D3083}"/>
              </a:ext>
            </a:extLst>
          </p:cNvPr>
          <p:cNvSpPr/>
          <p:nvPr/>
        </p:nvSpPr>
        <p:spPr>
          <a:xfrm>
            <a:off x="9562967" y="5106935"/>
            <a:ext cx="7146059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noProof="1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284C2FF0-A883-24C9-EC54-AECC1D9DFCAF}"/>
              </a:ext>
            </a:extLst>
          </p:cNvPr>
          <p:cNvSpPr/>
          <p:nvPr/>
        </p:nvSpPr>
        <p:spPr>
          <a:xfrm>
            <a:off x="9562817" y="6918079"/>
            <a:ext cx="7146209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noProof="1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1B6BC0D-D2A4-D9B7-4090-A4EA4C0A22E3}"/>
              </a:ext>
            </a:extLst>
          </p:cNvPr>
          <p:cNvSpPr txBox="1"/>
          <p:nvPr/>
        </p:nvSpPr>
        <p:spPr>
          <a:xfrm>
            <a:off x="11396626" y="2247900"/>
            <a:ext cx="5312401" cy="714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pl-PL" sz="21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Nie wszyscy interesariusze są równie ważni w kontekście projektu.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0159EFE-A3FC-8103-95BF-34962BE10B28}"/>
              </a:ext>
            </a:extLst>
          </p:cNvPr>
          <p:cNvSpPr txBox="1"/>
          <p:nvPr/>
        </p:nvSpPr>
        <p:spPr>
          <a:xfrm>
            <a:off x="11396626" y="3998540"/>
            <a:ext cx="5312401" cy="342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Mówi kogo angażować intensywniej</a:t>
            </a:r>
            <a:endParaRPr lang="pl-PL" sz="21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B2D4807-A0C9-9793-1F2D-3D65278486D9}"/>
              </a:ext>
            </a:extLst>
          </p:cNvPr>
          <p:cNvSpPr txBox="1"/>
          <p:nvPr/>
        </p:nvSpPr>
        <p:spPr>
          <a:xfrm>
            <a:off x="11396624" y="5851282"/>
            <a:ext cx="5312401" cy="342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40"/>
              </a:lnSpc>
            </a:pPr>
            <a:r>
              <a:rPr lang="en-US" sz="21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Mówi kogo monitorować</a:t>
            </a:r>
            <a:endParaRPr lang="pl-PL" sz="21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43DC01A-8B8E-546D-F92E-51D1F8033060}"/>
              </a:ext>
            </a:extLst>
          </p:cNvPr>
          <p:cNvSpPr txBox="1"/>
          <p:nvPr/>
        </p:nvSpPr>
        <p:spPr>
          <a:xfrm>
            <a:off x="11396625" y="7745395"/>
            <a:ext cx="5312401" cy="342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40"/>
              </a:lnSpc>
            </a:pPr>
            <a:r>
              <a:rPr lang="en-US" sz="21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Mówi kogo informować</a:t>
            </a:r>
            <a:endParaRPr lang="pl-PL" sz="21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F123E029-75B5-9397-8839-2014690013B9}"/>
              </a:ext>
            </a:extLst>
          </p:cNvPr>
          <p:cNvSpPr/>
          <p:nvPr/>
        </p:nvSpPr>
        <p:spPr>
          <a:xfrm>
            <a:off x="10068271" y="1957785"/>
            <a:ext cx="658178" cy="874391"/>
          </a:xfrm>
          <a:custGeom>
            <a:avLst/>
            <a:gdLst/>
            <a:ahLst/>
            <a:cxnLst/>
            <a:rect l="l" t="t" r="r" b="b"/>
            <a:pathLst>
              <a:path w="658178" h="874391">
                <a:moveTo>
                  <a:pt x="0" y="0"/>
                </a:moveTo>
                <a:lnTo>
                  <a:pt x="658177" y="0"/>
                </a:lnTo>
                <a:lnTo>
                  <a:pt x="658177" y="874391"/>
                </a:lnTo>
                <a:lnTo>
                  <a:pt x="0" y="8743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l-PL" noProof="1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2DCC3934-35AD-57AC-D0C3-C79B4C1212A7}"/>
              </a:ext>
            </a:extLst>
          </p:cNvPr>
          <p:cNvSpPr/>
          <p:nvPr/>
        </p:nvSpPr>
        <p:spPr>
          <a:xfrm>
            <a:off x="10077810" y="5580074"/>
            <a:ext cx="639100" cy="874391"/>
          </a:xfrm>
          <a:custGeom>
            <a:avLst/>
            <a:gdLst/>
            <a:ahLst/>
            <a:cxnLst/>
            <a:rect l="l" t="t" r="r" b="b"/>
            <a:pathLst>
              <a:path w="639100" h="874391">
                <a:moveTo>
                  <a:pt x="0" y="0"/>
                </a:moveTo>
                <a:lnTo>
                  <a:pt x="639100" y="0"/>
                </a:lnTo>
                <a:lnTo>
                  <a:pt x="639100" y="874391"/>
                </a:lnTo>
                <a:lnTo>
                  <a:pt x="0" y="8743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l-PL" noProof="1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0DF3840C-70EF-87C3-6A8A-B17CA29E82D4}"/>
              </a:ext>
            </a:extLst>
          </p:cNvPr>
          <p:cNvSpPr txBox="1"/>
          <p:nvPr/>
        </p:nvSpPr>
        <p:spPr>
          <a:xfrm>
            <a:off x="5715000" y="9917668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https://nowoczesnymanager.pl/interesariusze-jak-ich-zaangazowac/</a:t>
            </a:r>
          </a:p>
        </p:txBody>
      </p:sp>
      <p:sp>
        <p:nvSpPr>
          <p:cNvPr id="7" name="Freeform 15">
            <a:extLst>
              <a:ext uri="{FF2B5EF4-FFF2-40B4-BE49-F238E27FC236}">
                <a16:creationId xmlns:a16="http://schemas.microsoft.com/office/drawing/2014/main" id="{112D10FD-DFF7-43F5-9F0F-1C5834BE2D39}"/>
              </a:ext>
            </a:extLst>
          </p:cNvPr>
          <p:cNvSpPr/>
          <p:nvPr/>
        </p:nvSpPr>
        <p:spPr>
          <a:xfrm>
            <a:off x="10077810" y="3828603"/>
            <a:ext cx="639100" cy="874391"/>
          </a:xfrm>
          <a:custGeom>
            <a:avLst/>
            <a:gdLst/>
            <a:ahLst/>
            <a:cxnLst/>
            <a:rect l="l" t="t" r="r" b="b"/>
            <a:pathLst>
              <a:path w="639100" h="874391">
                <a:moveTo>
                  <a:pt x="0" y="0"/>
                </a:moveTo>
                <a:lnTo>
                  <a:pt x="639100" y="0"/>
                </a:lnTo>
                <a:lnTo>
                  <a:pt x="639100" y="874391"/>
                </a:lnTo>
                <a:lnTo>
                  <a:pt x="0" y="8743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l-PL" noProof="1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3DEE8DF-991B-DFD6-18C7-DBBF147EF0BB}"/>
              </a:ext>
            </a:extLst>
          </p:cNvPr>
          <p:cNvSpPr/>
          <p:nvPr/>
        </p:nvSpPr>
        <p:spPr>
          <a:xfrm>
            <a:off x="10087349" y="7469659"/>
            <a:ext cx="639100" cy="874391"/>
          </a:xfrm>
          <a:custGeom>
            <a:avLst/>
            <a:gdLst/>
            <a:ahLst/>
            <a:cxnLst/>
            <a:rect l="l" t="t" r="r" b="b"/>
            <a:pathLst>
              <a:path w="639100" h="874391">
                <a:moveTo>
                  <a:pt x="0" y="0"/>
                </a:moveTo>
                <a:lnTo>
                  <a:pt x="639100" y="0"/>
                </a:lnTo>
                <a:lnTo>
                  <a:pt x="639100" y="874391"/>
                </a:lnTo>
                <a:lnTo>
                  <a:pt x="0" y="8743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l-PL" noProof="1"/>
          </a:p>
        </p:txBody>
      </p:sp>
    </p:spTree>
    <p:extLst>
      <p:ext uri="{BB962C8B-B14F-4D97-AF65-F5344CB8AC3E}">
        <p14:creationId xmlns:p14="http://schemas.microsoft.com/office/powerpoint/2010/main" val="36252990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720C4-D9D2-28B0-47D8-AD5660521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24CA8740-5C04-A475-CDDA-36D36899A8F4}"/>
              </a:ext>
            </a:extLst>
          </p:cNvPr>
          <p:cNvGrpSpPr/>
          <p:nvPr/>
        </p:nvGrpSpPr>
        <p:grpSpPr>
          <a:xfrm>
            <a:off x="8686800" y="1156482"/>
            <a:ext cx="8992881" cy="3987018"/>
            <a:chOff x="0" y="76200"/>
            <a:chExt cx="11990509" cy="531602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1B2F8C2-7EAC-0E45-C75D-C6834D4D4A53}"/>
                </a:ext>
              </a:extLst>
            </p:cNvPr>
            <p:cNvSpPr txBox="1"/>
            <p:nvPr/>
          </p:nvSpPr>
          <p:spPr>
            <a:xfrm>
              <a:off x="0" y="76200"/>
              <a:ext cx="11990509" cy="3009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800"/>
                </a:lnSpc>
              </a:pPr>
              <a:r>
                <a:rPr lang="en-US" sz="8000" b="1" noProof="1">
                  <a:solidFill>
                    <a:srgbClr val="2F9671"/>
                  </a:solidFill>
                  <a:latin typeface="Libre Franklin Bold"/>
                  <a:ea typeface="Libre Franklin Bold"/>
                  <a:cs typeface="Libre Franklin Bold"/>
                  <a:sym typeface="Libre Franklin Bold"/>
                </a:rPr>
                <a:t>ANALFABETYZM AI/ML</a:t>
              </a:r>
              <a:endParaRPr lang="pl-PL" sz="8000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B62D2B8F-8CB6-62C6-C935-91BDFA6609D1}"/>
                </a:ext>
              </a:extLst>
            </p:cNvPr>
            <p:cNvSpPr txBox="1"/>
            <p:nvPr/>
          </p:nvSpPr>
          <p:spPr>
            <a:xfrm>
              <a:off x="0" y="3423723"/>
              <a:ext cx="10964714" cy="1968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pl-PL" sz="30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Coraz częściej firmy chcą wdrażać rozwiązania oparte na sztucznej inteligencji, ale nie zawsze rozumieją ich ograniczenia</a:t>
              </a:r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3CF98039-DE8F-7249-A3A9-8CB4200A16BF}"/>
              </a:ext>
            </a:extLst>
          </p:cNvPr>
          <p:cNvGrpSpPr/>
          <p:nvPr/>
        </p:nvGrpSpPr>
        <p:grpSpPr>
          <a:xfrm>
            <a:off x="8686800" y="7611306"/>
            <a:ext cx="8992881" cy="1649190"/>
            <a:chOff x="0" y="0"/>
            <a:chExt cx="11990509" cy="2198919"/>
          </a:xfrm>
        </p:grpSpPr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EA6EABD-232C-2728-BBFE-5DD840AB66E4}"/>
                </a:ext>
              </a:extLst>
            </p:cNvPr>
            <p:cNvSpPr txBox="1"/>
            <p:nvPr/>
          </p:nvSpPr>
          <p:spPr>
            <a:xfrm>
              <a:off x="0" y="401589"/>
              <a:ext cx="11990509" cy="1797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Często powiązany jest z nierealnymi wymaganiami, wynikającymi z braku wiedzy o technologiach sztucznej inteligencji.</a:t>
              </a:r>
              <a:endParaRPr lang="pl-PL" sz="26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" name="AutoShape 9">
              <a:extLst>
                <a:ext uri="{FF2B5EF4-FFF2-40B4-BE49-F238E27FC236}">
                  <a16:creationId xmlns:a16="http://schemas.microsoft.com/office/drawing/2014/main" id="{14DB9327-7401-F38B-1F58-75CF25FA4AFB}"/>
                </a:ext>
              </a:extLst>
            </p:cNvPr>
            <p:cNvSpPr/>
            <p:nvPr/>
          </p:nvSpPr>
          <p:spPr>
            <a:xfrm>
              <a:off x="0" y="0"/>
              <a:ext cx="11990509" cy="0"/>
            </a:xfrm>
            <a:prstGeom prst="line">
              <a:avLst/>
            </a:prstGeom>
            <a:ln w="12700" cap="flat">
              <a:solidFill>
                <a:srgbClr val="2F967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l-PL" noProof="1"/>
            </a:p>
          </p:txBody>
        </p:sp>
      </p:grpSp>
      <p:pic>
        <p:nvPicPr>
          <p:cNvPr id="11" name="Obraz 10">
            <a:extLst>
              <a:ext uri="{FF2B5EF4-FFF2-40B4-BE49-F238E27FC236}">
                <a16:creationId xmlns:a16="http://schemas.microsoft.com/office/drawing/2014/main" id="{C7DF6461-9823-044F-7E25-77959FBBB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848600" cy="10290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4080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CDF2BE-6D92-AC91-C1E7-F2B49B7A9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A9C25B8-8897-0598-249E-114FD481B953}"/>
              </a:ext>
            </a:extLst>
          </p:cNvPr>
          <p:cNvSpPr/>
          <p:nvPr/>
        </p:nvSpPr>
        <p:spPr>
          <a:xfrm>
            <a:off x="9063834" y="5928307"/>
            <a:ext cx="8115300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noProof="1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453615C-9216-27C1-0C82-E5C71D52F0CC}"/>
              </a:ext>
            </a:extLst>
          </p:cNvPr>
          <p:cNvSpPr/>
          <p:nvPr/>
        </p:nvSpPr>
        <p:spPr>
          <a:xfrm>
            <a:off x="9063834" y="7997173"/>
            <a:ext cx="8195466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noProof="1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5D557045-2CBA-D322-AA7B-7C36FE77B95A}"/>
              </a:ext>
            </a:extLst>
          </p:cNvPr>
          <p:cNvGrpSpPr/>
          <p:nvPr/>
        </p:nvGrpSpPr>
        <p:grpSpPr>
          <a:xfrm>
            <a:off x="9144000" y="1028700"/>
            <a:ext cx="8115300" cy="2055425"/>
            <a:chOff x="0" y="0"/>
            <a:chExt cx="35863368" cy="908339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C1B4788-0CAC-51FE-5A66-ABE389F0E835}"/>
                </a:ext>
              </a:extLst>
            </p:cNvPr>
            <p:cNvSpPr/>
            <p:nvPr/>
          </p:nvSpPr>
          <p:spPr>
            <a:xfrm>
              <a:off x="0" y="0"/>
              <a:ext cx="35863368" cy="9083393"/>
            </a:xfrm>
            <a:custGeom>
              <a:avLst/>
              <a:gdLst/>
              <a:ahLst/>
              <a:cxnLst/>
              <a:rect l="l" t="t" r="r" b="b"/>
              <a:pathLst>
                <a:path w="35863368" h="9083393">
                  <a:moveTo>
                    <a:pt x="0" y="0"/>
                  </a:moveTo>
                  <a:lnTo>
                    <a:pt x="0" y="9083393"/>
                  </a:lnTo>
                  <a:lnTo>
                    <a:pt x="35863368" y="9083393"/>
                  </a:lnTo>
                  <a:lnTo>
                    <a:pt x="35863368" y="0"/>
                  </a:lnTo>
                  <a:lnTo>
                    <a:pt x="0" y="0"/>
                  </a:lnTo>
                  <a:close/>
                  <a:moveTo>
                    <a:pt x="35802407" y="9022433"/>
                  </a:moveTo>
                  <a:lnTo>
                    <a:pt x="59690" y="9022433"/>
                  </a:lnTo>
                  <a:lnTo>
                    <a:pt x="59690" y="59690"/>
                  </a:lnTo>
                  <a:lnTo>
                    <a:pt x="35802407" y="59690"/>
                  </a:lnTo>
                  <a:lnTo>
                    <a:pt x="35802407" y="9022433"/>
                  </a:lnTo>
                  <a:close/>
                </a:path>
              </a:pathLst>
            </a:custGeom>
            <a:solidFill>
              <a:srgbClr val="2F9671"/>
            </a:solidFill>
          </p:spPr>
          <p:txBody>
            <a:bodyPr/>
            <a:lstStyle/>
            <a:p>
              <a:endParaRPr lang="pl-PL" noProof="1"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6006DCAF-1E3D-2365-089C-1E919EA8B1DB}"/>
              </a:ext>
            </a:extLst>
          </p:cNvPr>
          <p:cNvSpPr txBox="1"/>
          <p:nvPr/>
        </p:nvSpPr>
        <p:spPr>
          <a:xfrm>
            <a:off x="1028700" y="1104900"/>
            <a:ext cx="6995649" cy="2257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Business</a:t>
            </a:r>
          </a:p>
          <a:p>
            <a:pPr algn="l">
              <a:lnSpc>
                <a:spcPts val="8800"/>
              </a:lnSpc>
            </a:pPr>
            <a:r>
              <a:rPr lang="en-US" sz="8000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Case</a:t>
            </a:r>
            <a:endParaRPr lang="pl-PL" sz="8000" b="1" noProof="1">
              <a:solidFill>
                <a:srgbClr val="2F9671"/>
              </a:solidFill>
              <a:latin typeface="Libre Franklin Bold"/>
              <a:ea typeface="Libre Franklin Bold"/>
              <a:cs typeface="Libre Franklin Bold"/>
              <a:sym typeface="Libre Franklin Bo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02B1E73-CCB8-A2E3-DAEC-59F0780F1416}"/>
              </a:ext>
            </a:extLst>
          </p:cNvPr>
          <p:cNvSpPr txBox="1"/>
          <p:nvPr/>
        </p:nvSpPr>
        <p:spPr>
          <a:xfrm>
            <a:off x="10084872" y="1675194"/>
            <a:ext cx="6233556" cy="743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pl-PL" sz="28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Business case pozwala ocenić, czy projekt ma sens ekonomiczny.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F0E4CFE-5DF1-E23B-A1B8-0C5D4A817C47}"/>
              </a:ext>
            </a:extLst>
          </p:cNvPr>
          <p:cNvSpPr txBox="1"/>
          <p:nvPr/>
        </p:nvSpPr>
        <p:spPr>
          <a:xfrm>
            <a:off x="10312453" y="4957741"/>
            <a:ext cx="6509797" cy="424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Koszty vs korzyści </a:t>
            </a:r>
            <a:endParaRPr lang="pl-PL" sz="26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AFE78BB-2B04-30C0-8D11-B6C517381869}"/>
              </a:ext>
            </a:extLst>
          </p:cNvPr>
          <p:cNvSpPr txBox="1"/>
          <p:nvPr/>
        </p:nvSpPr>
        <p:spPr>
          <a:xfrm>
            <a:off x="10312454" y="6733833"/>
            <a:ext cx="6509797" cy="424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ROI</a:t>
            </a:r>
            <a:endParaRPr lang="pl-PL" sz="26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D9EB498-7276-CCCC-DE31-4C618AA1A6A0}"/>
              </a:ext>
            </a:extLst>
          </p:cNvPr>
          <p:cNvSpPr txBox="1"/>
          <p:nvPr/>
        </p:nvSpPr>
        <p:spPr>
          <a:xfrm>
            <a:off x="10312452" y="8607108"/>
            <a:ext cx="6509797" cy="424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Ryzyko</a:t>
            </a:r>
            <a:endParaRPr lang="pl-PL" sz="26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BC10048-177E-C442-2806-8B407892EABB}"/>
              </a:ext>
            </a:extLst>
          </p:cNvPr>
          <p:cNvSpPr txBox="1"/>
          <p:nvPr/>
        </p:nvSpPr>
        <p:spPr>
          <a:xfrm>
            <a:off x="9302632" y="4903400"/>
            <a:ext cx="566617" cy="533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pl-PL" sz="3999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1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75B4A72-85D5-D8C6-A958-5383E6BC664B}"/>
              </a:ext>
            </a:extLst>
          </p:cNvPr>
          <p:cNvSpPr txBox="1"/>
          <p:nvPr/>
        </p:nvSpPr>
        <p:spPr>
          <a:xfrm>
            <a:off x="9302632" y="6752555"/>
            <a:ext cx="566617" cy="533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pl-PL" sz="3999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2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CF32BAF-8251-5919-7C7D-E02DD3748E4F}"/>
              </a:ext>
            </a:extLst>
          </p:cNvPr>
          <p:cNvSpPr txBox="1"/>
          <p:nvPr/>
        </p:nvSpPr>
        <p:spPr>
          <a:xfrm>
            <a:off x="9302632" y="8607108"/>
            <a:ext cx="566617" cy="533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pl-PL" sz="3999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3</a:t>
            </a: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50AF1D12-7DB6-C24C-7799-5B90AB0E0ED4}"/>
              </a:ext>
            </a:extLst>
          </p:cNvPr>
          <p:cNvSpPr txBox="1"/>
          <p:nvPr/>
        </p:nvSpPr>
        <p:spPr>
          <a:xfrm>
            <a:off x="9105900" y="3707256"/>
            <a:ext cx="6233556" cy="743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40"/>
              </a:lnSpc>
            </a:pPr>
            <a:r>
              <a:rPr lang="en-US" sz="28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Podczas analizy business case należy wziąć pod uwagę:</a:t>
            </a:r>
            <a:endParaRPr lang="pl-PL" sz="28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9DB0E443-FF04-D247-E2AE-46DE805D6D7C}"/>
              </a:ext>
            </a:extLst>
          </p:cNvPr>
          <p:cNvSpPr txBox="1"/>
          <p:nvPr/>
        </p:nvSpPr>
        <p:spPr>
          <a:xfrm>
            <a:off x="3162300" y="9774378"/>
            <a:ext cx="11963400" cy="371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https://www.pmi.org/-/media/pmi/documents/public/pdf/pmbok-standards/value-delivery-system-explainer.pdf</a:t>
            </a:r>
          </a:p>
        </p:txBody>
      </p:sp>
    </p:spTree>
    <p:extLst>
      <p:ext uri="{BB962C8B-B14F-4D97-AF65-F5344CB8AC3E}">
        <p14:creationId xmlns:p14="http://schemas.microsoft.com/office/powerpoint/2010/main" val="19739290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C4258A-E322-51FB-B803-62131869F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Obraz 12">
            <a:extLst>
              <a:ext uri="{FF2B5EF4-FFF2-40B4-BE49-F238E27FC236}">
                <a16:creationId xmlns:a16="http://schemas.microsoft.com/office/drawing/2014/main" id="{956D5B38-AE0B-61EE-57E8-CEDB82148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9539" y="1122293"/>
            <a:ext cx="13068922" cy="8042414"/>
          </a:xfrm>
          <a:prstGeom prst="rect">
            <a:avLst/>
          </a:prstGeom>
        </p:spPr>
      </p:pic>
      <p:sp>
        <p:nvSpPr>
          <p:cNvPr id="14" name="pole tekstowe 13">
            <a:extLst>
              <a:ext uri="{FF2B5EF4-FFF2-40B4-BE49-F238E27FC236}">
                <a16:creationId xmlns:a16="http://schemas.microsoft.com/office/drawing/2014/main" id="{2985827C-D387-DBB0-D31B-829AEEC46A02}"/>
              </a:ext>
            </a:extLst>
          </p:cNvPr>
          <p:cNvSpPr txBox="1"/>
          <p:nvPr/>
        </p:nvSpPr>
        <p:spPr>
          <a:xfrm>
            <a:off x="6858000" y="9791700"/>
            <a:ext cx="624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https://plan.io/blog/business-case/</a:t>
            </a:r>
          </a:p>
        </p:txBody>
      </p:sp>
    </p:spTree>
    <p:extLst>
      <p:ext uri="{BB962C8B-B14F-4D97-AF65-F5344CB8AC3E}">
        <p14:creationId xmlns:p14="http://schemas.microsoft.com/office/powerpoint/2010/main" val="1471972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9D18C7-097B-9DE2-E0BE-CED0EC052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ole tekstowe 13">
            <a:extLst>
              <a:ext uri="{FF2B5EF4-FFF2-40B4-BE49-F238E27FC236}">
                <a16:creationId xmlns:a16="http://schemas.microsoft.com/office/drawing/2014/main" id="{70F1F5EC-4EFB-75DB-75EA-E59F23A00724}"/>
              </a:ext>
            </a:extLst>
          </p:cNvPr>
          <p:cNvSpPr txBox="1"/>
          <p:nvPr/>
        </p:nvSpPr>
        <p:spPr>
          <a:xfrm>
            <a:off x="6858000" y="9791700"/>
            <a:ext cx="624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https://plan.io/blog/business-case/</a:t>
            </a: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25CE3E99-541D-08D3-F77C-DAB99BEF2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0" y="934215"/>
            <a:ext cx="12039600" cy="8418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5615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967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83BEA6-45CE-C6B2-0FCD-60DA0D328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0218561-D9D6-95F4-348A-A7B7CA7C0EDC}"/>
              </a:ext>
            </a:extLst>
          </p:cNvPr>
          <p:cNvSpPr txBox="1"/>
          <p:nvPr/>
        </p:nvSpPr>
        <p:spPr>
          <a:xfrm>
            <a:off x="1028700" y="1104900"/>
            <a:ext cx="16230600" cy="3270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70"/>
              </a:lnSpc>
            </a:pPr>
            <a:r>
              <a:rPr lang="pl-PL" sz="7700" b="1" noProof="1">
                <a:solidFill>
                  <a:srgbClr val="EDEDE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CONCEPTUAL</a:t>
            </a:r>
            <a:r>
              <a:rPr lang="en-US" sz="7700" b="1" noProof="1">
                <a:solidFill>
                  <a:srgbClr val="EDEDE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 vs TECHNICAL</a:t>
            </a:r>
          </a:p>
          <a:p>
            <a:pPr algn="ctr">
              <a:lnSpc>
                <a:spcPts val="8470"/>
              </a:lnSpc>
            </a:pPr>
            <a:r>
              <a:rPr lang="en-US" sz="7700" b="1" noProof="1">
                <a:solidFill>
                  <a:srgbClr val="EDEDE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DWA POZIOMY PROJEKTOWANIA</a:t>
            </a:r>
            <a:endParaRPr lang="pl-PL" sz="7700" b="1" noProof="1">
              <a:solidFill>
                <a:srgbClr val="EDEDED"/>
              </a:solidFill>
              <a:latin typeface="Libre Franklin Bold"/>
              <a:ea typeface="Libre Franklin Bold"/>
              <a:cs typeface="Libre Franklin Bold"/>
              <a:sym typeface="Libre Franklin Bold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8E0BAF13-0392-78B5-8C2E-0400F2BD1B51}"/>
              </a:ext>
            </a:extLst>
          </p:cNvPr>
          <p:cNvSpPr/>
          <p:nvPr/>
        </p:nvSpPr>
        <p:spPr>
          <a:xfrm>
            <a:off x="0" y="8801693"/>
            <a:ext cx="18288000" cy="0"/>
          </a:xfrm>
          <a:prstGeom prst="line">
            <a:avLst/>
          </a:prstGeom>
          <a:ln w="12700" cap="rnd">
            <a:solidFill>
              <a:srgbClr val="EDEDE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noProof="1"/>
          </a:p>
        </p:txBody>
      </p:sp>
    </p:spTree>
    <p:extLst>
      <p:ext uri="{BB962C8B-B14F-4D97-AF65-F5344CB8AC3E}">
        <p14:creationId xmlns:p14="http://schemas.microsoft.com/office/powerpoint/2010/main" val="5097958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7FA09-3937-376B-AFFF-63C1D2AEF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2400FDBF-740B-A01E-DBEB-B9C80241DE68}"/>
              </a:ext>
            </a:extLst>
          </p:cNvPr>
          <p:cNvGrpSpPr/>
          <p:nvPr/>
        </p:nvGrpSpPr>
        <p:grpSpPr>
          <a:xfrm>
            <a:off x="0" y="4020488"/>
            <a:ext cx="9185027" cy="3699197"/>
            <a:chOff x="0" y="-47625"/>
            <a:chExt cx="5413857" cy="2134660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5D4EB18-4FF6-8980-C200-26812C3F7849}"/>
                </a:ext>
              </a:extLst>
            </p:cNvPr>
            <p:cNvSpPr txBox="1"/>
            <p:nvPr/>
          </p:nvSpPr>
          <p:spPr>
            <a:xfrm>
              <a:off x="0" y="-47625"/>
              <a:ext cx="5389674" cy="246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</a:pPr>
              <a:r>
                <a:rPr lang="en-US" sz="2600" b="1" noProof="1">
                  <a:solidFill>
                    <a:srgbClr val="2F9671"/>
                  </a:solidFill>
                  <a:latin typeface="Libre Franklin Ultra-Bold"/>
                  <a:ea typeface="Libre Franklin Ultra-Bold"/>
                  <a:cs typeface="Libre Franklin Ultra-Bold"/>
                  <a:sym typeface="Libre Franklin Ultra-Bold"/>
                </a:rPr>
                <a:t>Co I dlaczego</a:t>
              </a:r>
              <a:endParaRPr lang="pl-PL" sz="2600" b="1" noProof="1">
                <a:solidFill>
                  <a:srgbClr val="2F9671"/>
                </a:solidFill>
                <a:latin typeface="Libre Franklin Ultra-Bold"/>
                <a:ea typeface="Libre Franklin Ultra-Bold"/>
                <a:cs typeface="Libre Franklin Ultra-Bold"/>
                <a:sym typeface="Libre Franklin Ultra-Bold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A3C4CBF3-923E-BA90-C3B8-C76651B67924}"/>
                </a:ext>
              </a:extLst>
            </p:cNvPr>
            <p:cNvSpPr txBox="1"/>
            <p:nvPr/>
          </p:nvSpPr>
          <p:spPr>
            <a:xfrm>
              <a:off x="24183" y="1575567"/>
              <a:ext cx="5389674" cy="5114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</a:pPr>
              <a:r>
                <a:rPr lang="pl-PL" sz="26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Conceptual design odpowiada na pytanie: co chcemy osiągnąć i dlaczego.</a:t>
              </a:r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CE6B78E6-9AC9-572C-3362-6A80B1B99BEC}"/>
              </a:ext>
            </a:extLst>
          </p:cNvPr>
          <p:cNvSpPr txBox="1"/>
          <p:nvPr/>
        </p:nvSpPr>
        <p:spPr>
          <a:xfrm>
            <a:off x="0" y="1085850"/>
            <a:ext cx="9144000" cy="1162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00"/>
              </a:lnSpc>
            </a:pPr>
            <a:r>
              <a:rPr lang="en-US" sz="8000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conceptual</a:t>
            </a:r>
            <a:endParaRPr lang="pl-PL" sz="8000" b="1" noProof="1">
              <a:solidFill>
                <a:srgbClr val="2F9671"/>
              </a:solidFill>
              <a:latin typeface="Libre Franklin Bold"/>
              <a:ea typeface="Libre Franklin Bold"/>
              <a:cs typeface="Libre Franklin Bold"/>
              <a:sym typeface="Libre Franklin Bold"/>
            </a:endParaRPr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974872E4-255A-D76C-D6FD-BA0393A251BB}"/>
              </a:ext>
            </a:extLst>
          </p:cNvPr>
          <p:cNvGrpSpPr/>
          <p:nvPr/>
        </p:nvGrpSpPr>
        <p:grpSpPr>
          <a:xfrm>
            <a:off x="9144000" y="4027664"/>
            <a:ext cx="9204077" cy="3346695"/>
            <a:chOff x="0" y="-47625"/>
            <a:chExt cx="5425085" cy="4462259"/>
          </a:xfrm>
        </p:grpSpPr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ECF4D9CD-E6C8-902B-0A18-B936F93AF12C}"/>
                </a:ext>
              </a:extLst>
            </p:cNvPr>
            <p:cNvSpPr txBox="1"/>
            <p:nvPr/>
          </p:nvSpPr>
          <p:spPr>
            <a:xfrm>
              <a:off x="0" y="-47625"/>
              <a:ext cx="5389674" cy="569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</a:pPr>
              <a:r>
                <a:rPr lang="en-US" sz="2600" b="1" noProof="1">
                  <a:solidFill>
                    <a:srgbClr val="2F9671"/>
                  </a:solidFill>
                  <a:latin typeface="Libre Franklin Ultra-Bold"/>
                  <a:ea typeface="Libre Franklin Ultra-Bold"/>
                  <a:cs typeface="Libre Franklin Ultra-Bold"/>
                  <a:sym typeface="Libre Franklin Ultra-Bold"/>
                </a:rPr>
                <a:t>Jak</a:t>
              </a:r>
              <a:endParaRPr lang="pl-PL" sz="2600" b="1" noProof="1">
                <a:solidFill>
                  <a:srgbClr val="2F9671"/>
                </a:solidFill>
                <a:latin typeface="Libre Franklin Ultra-Bold"/>
                <a:ea typeface="Libre Franklin Ultra-Bold"/>
                <a:cs typeface="Libre Franklin Ultra-Bold"/>
                <a:sym typeface="Libre Franklin Ultra-Bold"/>
              </a:endParaRPr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F58601C-8CA0-F55C-1661-B8B3894A45CE}"/>
                </a:ext>
              </a:extLst>
            </p:cNvPr>
            <p:cNvSpPr txBox="1"/>
            <p:nvPr/>
          </p:nvSpPr>
          <p:spPr>
            <a:xfrm>
              <a:off x="35411" y="3848410"/>
              <a:ext cx="5389674" cy="5662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</a:pPr>
              <a:r>
                <a:rPr lang="pl-PL" sz="26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Technical design odpowiada na pytanie: jak to zrobimy.</a:t>
              </a:r>
            </a:p>
          </p:txBody>
        </p:sp>
      </p:grpSp>
      <p:sp>
        <p:nvSpPr>
          <p:cNvPr id="21" name="AutoShape 21">
            <a:extLst>
              <a:ext uri="{FF2B5EF4-FFF2-40B4-BE49-F238E27FC236}">
                <a16:creationId xmlns:a16="http://schemas.microsoft.com/office/drawing/2014/main" id="{C8313C18-5B09-9B19-7D68-D25FB8811168}"/>
              </a:ext>
            </a:extLst>
          </p:cNvPr>
          <p:cNvSpPr/>
          <p:nvPr/>
        </p:nvSpPr>
        <p:spPr>
          <a:xfrm rot="-5400000">
            <a:off x="6865482" y="6334726"/>
            <a:ext cx="4557037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noProof="1"/>
          </a:p>
        </p:txBody>
      </p:sp>
      <p:sp>
        <p:nvSpPr>
          <p:cNvPr id="22" name="pole tekstowe 21">
            <a:extLst>
              <a:ext uri="{FF2B5EF4-FFF2-40B4-BE49-F238E27FC236}">
                <a16:creationId xmlns:a16="http://schemas.microsoft.com/office/drawing/2014/main" id="{FF62D614-8941-2B9F-DF20-A42FAE788A56}"/>
              </a:ext>
            </a:extLst>
          </p:cNvPr>
          <p:cNvSpPr txBox="1"/>
          <p:nvPr/>
        </p:nvSpPr>
        <p:spPr>
          <a:xfrm>
            <a:off x="3373678" y="9868961"/>
            <a:ext cx="11540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https://www.easyredmine.com/news/waterfall-vs-agile-what-is-the-best-approach-for-a-software-development-project</a:t>
            </a:r>
          </a:p>
        </p:txBody>
      </p:sp>
      <p:sp>
        <p:nvSpPr>
          <p:cNvPr id="23" name="TextBox 8">
            <a:extLst>
              <a:ext uri="{FF2B5EF4-FFF2-40B4-BE49-F238E27FC236}">
                <a16:creationId xmlns:a16="http://schemas.microsoft.com/office/drawing/2014/main" id="{A488AC0E-A106-B015-6087-D4E39EB56DFB}"/>
              </a:ext>
            </a:extLst>
          </p:cNvPr>
          <p:cNvSpPr txBox="1"/>
          <p:nvPr/>
        </p:nvSpPr>
        <p:spPr>
          <a:xfrm>
            <a:off x="9144000" y="1106365"/>
            <a:ext cx="9144000" cy="1162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00"/>
              </a:lnSpc>
            </a:pPr>
            <a:r>
              <a:rPr lang="en-US" sz="8000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technical</a:t>
            </a:r>
            <a:endParaRPr lang="pl-PL" sz="8000" b="1" noProof="1">
              <a:solidFill>
                <a:srgbClr val="2F9671"/>
              </a:solidFill>
              <a:latin typeface="Libre Franklin Bold"/>
              <a:ea typeface="Libre Franklin Bold"/>
              <a:cs typeface="Libre Franklin Bold"/>
              <a:sym typeface="Libre Franklin Bold"/>
            </a:endParaRPr>
          </a:p>
        </p:txBody>
      </p:sp>
    </p:spTree>
    <p:extLst>
      <p:ext uri="{BB962C8B-B14F-4D97-AF65-F5344CB8AC3E}">
        <p14:creationId xmlns:p14="http://schemas.microsoft.com/office/powerpoint/2010/main" val="7785611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B8D58E-A8BC-65C1-7F7E-DDBB1637C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64962E4-F384-430C-B744-424A798841F6}"/>
              </a:ext>
            </a:extLst>
          </p:cNvPr>
          <p:cNvSpPr/>
          <p:nvPr/>
        </p:nvSpPr>
        <p:spPr>
          <a:xfrm>
            <a:off x="9063834" y="5928307"/>
            <a:ext cx="8115300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noProof="1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D18F6228-0316-AC1B-9B85-95AD233C2053}"/>
              </a:ext>
            </a:extLst>
          </p:cNvPr>
          <p:cNvSpPr/>
          <p:nvPr/>
        </p:nvSpPr>
        <p:spPr>
          <a:xfrm>
            <a:off x="9063834" y="7997173"/>
            <a:ext cx="8195466" cy="0"/>
          </a:xfrm>
          <a:prstGeom prst="line">
            <a:avLst/>
          </a:prstGeom>
          <a:ln w="9525" cap="flat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noProof="1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11B81479-2B13-32B5-79F7-E945F97536B8}"/>
              </a:ext>
            </a:extLst>
          </p:cNvPr>
          <p:cNvGrpSpPr/>
          <p:nvPr/>
        </p:nvGrpSpPr>
        <p:grpSpPr>
          <a:xfrm>
            <a:off x="9037640" y="2337688"/>
            <a:ext cx="8115300" cy="2055425"/>
            <a:chOff x="0" y="0"/>
            <a:chExt cx="35863368" cy="908339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DFE847E-3B4D-71D4-D26B-DC009D4A79FC}"/>
                </a:ext>
              </a:extLst>
            </p:cNvPr>
            <p:cNvSpPr/>
            <p:nvPr/>
          </p:nvSpPr>
          <p:spPr>
            <a:xfrm>
              <a:off x="0" y="0"/>
              <a:ext cx="35863368" cy="9083393"/>
            </a:xfrm>
            <a:custGeom>
              <a:avLst/>
              <a:gdLst/>
              <a:ahLst/>
              <a:cxnLst/>
              <a:rect l="l" t="t" r="r" b="b"/>
              <a:pathLst>
                <a:path w="35863368" h="9083393">
                  <a:moveTo>
                    <a:pt x="0" y="0"/>
                  </a:moveTo>
                  <a:lnTo>
                    <a:pt x="0" y="9083393"/>
                  </a:lnTo>
                  <a:lnTo>
                    <a:pt x="35863368" y="9083393"/>
                  </a:lnTo>
                  <a:lnTo>
                    <a:pt x="35863368" y="0"/>
                  </a:lnTo>
                  <a:lnTo>
                    <a:pt x="0" y="0"/>
                  </a:lnTo>
                  <a:close/>
                  <a:moveTo>
                    <a:pt x="35802407" y="9022433"/>
                  </a:moveTo>
                  <a:lnTo>
                    <a:pt x="59690" y="9022433"/>
                  </a:lnTo>
                  <a:lnTo>
                    <a:pt x="59690" y="59690"/>
                  </a:lnTo>
                  <a:lnTo>
                    <a:pt x="35802407" y="59690"/>
                  </a:lnTo>
                  <a:lnTo>
                    <a:pt x="35802407" y="9022433"/>
                  </a:lnTo>
                  <a:close/>
                </a:path>
              </a:pathLst>
            </a:custGeom>
            <a:solidFill>
              <a:srgbClr val="2F9671"/>
            </a:solidFill>
          </p:spPr>
          <p:txBody>
            <a:bodyPr/>
            <a:lstStyle/>
            <a:p>
              <a:endParaRPr lang="pl-PL" noProof="1"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4C85A880-7ADE-2B02-34A1-67ED584FF8E4}"/>
              </a:ext>
            </a:extLst>
          </p:cNvPr>
          <p:cNvSpPr txBox="1"/>
          <p:nvPr/>
        </p:nvSpPr>
        <p:spPr>
          <a:xfrm>
            <a:off x="1028700" y="1104900"/>
            <a:ext cx="7597791" cy="77548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800"/>
              </a:lnSpc>
            </a:pPr>
            <a:r>
              <a:rPr lang="pl-PL" sz="4400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Dane są fundamentem wielu decyzji, ale bardzo często s</a:t>
            </a:r>
            <a:r>
              <a:rPr lang="en-US" sz="4400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ą…</a:t>
            </a:r>
            <a:r>
              <a:rPr lang="pl-PL" sz="4400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 problematyczne</a:t>
            </a:r>
            <a:r>
              <a:rPr lang="en-US" sz="4400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. </a:t>
            </a:r>
          </a:p>
          <a:p>
            <a:pPr algn="l">
              <a:lnSpc>
                <a:spcPts val="8800"/>
              </a:lnSpc>
            </a:pPr>
            <a:r>
              <a:rPr lang="en-US" sz="4400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Kluczowe jest ich uporządkowanie I zrozumienie, aby nie wpaść w typowe pułapki. </a:t>
            </a:r>
            <a:endParaRPr lang="pl-PL" sz="4400" b="1" noProof="1">
              <a:solidFill>
                <a:srgbClr val="2F9671"/>
              </a:solidFill>
              <a:latin typeface="Libre Franklin Bold"/>
              <a:ea typeface="Libre Franklin Bold"/>
              <a:cs typeface="Libre Franklin Bold"/>
              <a:sym typeface="Libre Franklin Bo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C5C72C8-94BD-A0BD-F2B2-A372AD1BA076}"/>
              </a:ext>
            </a:extLst>
          </p:cNvPr>
          <p:cNvSpPr txBox="1"/>
          <p:nvPr/>
        </p:nvSpPr>
        <p:spPr>
          <a:xfrm>
            <a:off x="9634594" y="3159574"/>
            <a:ext cx="7518346" cy="7835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44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Częste pułapki związane ze zrozumieniem danych:</a:t>
            </a:r>
            <a:endParaRPr lang="pl-PL" sz="44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64213BC-FF1D-F0D5-C286-4F15CC382DA1}"/>
              </a:ext>
            </a:extLst>
          </p:cNvPr>
          <p:cNvSpPr txBox="1"/>
          <p:nvPr/>
        </p:nvSpPr>
        <p:spPr>
          <a:xfrm>
            <a:off x="10325642" y="4719132"/>
            <a:ext cx="6509797" cy="886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Braki w danych, spowodowane różnymi czynnikami</a:t>
            </a:r>
            <a:endParaRPr lang="pl-PL" sz="26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79D4AE5-CA07-6728-1168-44447D4992D3}"/>
              </a:ext>
            </a:extLst>
          </p:cNvPr>
          <p:cNvSpPr txBox="1"/>
          <p:nvPr/>
        </p:nvSpPr>
        <p:spPr>
          <a:xfrm>
            <a:off x="10306592" y="6573991"/>
            <a:ext cx="6509797" cy="886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Niska jakość danych, z których ciężko wyciągnąć wartościowe informacje</a:t>
            </a:r>
            <a:endParaRPr lang="pl-PL" sz="26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86572AB-66C1-9D70-3A77-7FAF8E7374B0}"/>
              </a:ext>
            </a:extLst>
          </p:cNvPr>
          <p:cNvSpPr txBox="1"/>
          <p:nvPr/>
        </p:nvSpPr>
        <p:spPr>
          <a:xfrm>
            <a:off x="10306592" y="8586593"/>
            <a:ext cx="6509797" cy="424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rPr>
              <a:t>bias</a:t>
            </a:r>
            <a:endParaRPr lang="pl-PL" sz="2600" noProof="1">
              <a:solidFill>
                <a:srgbClr val="2F96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F959064-6210-3F5F-54FD-DAB5ACA2E1B9}"/>
              </a:ext>
            </a:extLst>
          </p:cNvPr>
          <p:cNvSpPr txBox="1"/>
          <p:nvPr/>
        </p:nvSpPr>
        <p:spPr>
          <a:xfrm>
            <a:off x="9302632" y="4903400"/>
            <a:ext cx="566617" cy="533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pl-PL" sz="3999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1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66609ACE-D071-DBE6-A3E7-BA31F4F8B5A8}"/>
              </a:ext>
            </a:extLst>
          </p:cNvPr>
          <p:cNvSpPr txBox="1"/>
          <p:nvPr/>
        </p:nvSpPr>
        <p:spPr>
          <a:xfrm>
            <a:off x="9302632" y="6752555"/>
            <a:ext cx="566617" cy="533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pl-PL" sz="3999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2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ADC2265-8E37-187C-C5F4-8EF8F0C1F6DD}"/>
              </a:ext>
            </a:extLst>
          </p:cNvPr>
          <p:cNvSpPr txBox="1"/>
          <p:nvPr/>
        </p:nvSpPr>
        <p:spPr>
          <a:xfrm>
            <a:off x="9302632" y="8607108"/>
            <a:ext cx="566617" cy="533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pl-PL" sz="3999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3</a:t>
            </a: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79E4D869-3ACF-61F7-CCD4-84468C7A3CBF}"/>
              </a:ext>
            </a:extLst>
          </p:cNvPr>
          <p:cNvSpPr txBox="1"/>
          <p:nvPr/>
        </p:nvSpPr>
        <p:spPr>
          <a:xfrm>
            <a:off x="6134100" y="9917668"/>
            <a:ext cx="601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https://en.wikipedia.org/wiki/Agile_software_development</a:t>
            </a:r>
          </a:p>
        </p:txBody>
      </p:sp>
    </p:spTree>
    <p:extLst>
      <p:ext uri="{BB962C8B-B14F-4D97-AF65-F5344CB8AC3E}">
        <p14:creationId xmlns:p14="http://schemas.microsoft.com/office/powerpoint/2010/main" val="22552223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967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76643C-419B-6378-D999-2CB6F4C5D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E5B180D-5907-4A00-9930-D237CD434E24}"/>
              </a:ext>
            </a:extLst>
          </p:cNvPr>
          <p:cNvSpPr txBox="1"/>
          <p:nvPr/>
        </p:nvSpPr>
        <p:spPr>
          <a:xfrm>
            <a:off x="1028700" y="1104900"/>
            <a:ext cx="16230600" cy="2180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70"/>
              </a:lnSpc>
            </a:pPr>
            <a:r>
              <a:rPr lang="en-US" sz="7700" b="1" noProof="1">
                <a:solidFill>
                  <a:srgbClr val="EDEDE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Czynniki decydujące o podejściu rozwojowym do projektu</a:t>
            </a:r>
            <a:endParaRPr lang="pl-PL" sz="7700" b="1" noProof="1">
              <a:solidFill>
                <a:srgbClr val="EDEDED"/>
              </a:solidFill>
              <a:latin typeface="Libre Franklin Bold"/>
              <a:ea typeface="Libre Franklin Bold"/>
              <a:cs typeface="Libre Franklin Bold"/>
              <a:sym typeface="Libre Franklin Bold"/>
            </a:endParaRP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0432D01-97A1-A61A-E613-D36FA8D4358E}"/>
              </a:ext>
            </a:extLst>
          </p:cNvPr>
          <p:cNvGrpSpPr/>
          <p:nvPr/>
        </p:nvGrpSpPr>
        <p:grpSpPr>
          <a:xfrm>
            <a:off x="0" y="8801693"/>
            <a:ext cx="18288000" cy="798470"/>
            <a:chOff x="0" y="0"/>
            <a:chExt cx="24384000" cy="1064626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50806E9-8933-FFCB-6961-788BF07B4D71}"/>
                </a:ext>
              </a:extLst>
            </p:cNvPr>
            <p:cNvSpPr txBox="1"/>
            <p:nvPr/>
          </p:nvSpPr>
          <p:spPr>
            <a:xfrm>
              <a:off x="2646935" y="507209"/>
              <a:ext cx="19090131" cy="5574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10"/>
                </a:lnSpc>
              </a:pPr>
              <a:endParaRPr lang="pl-PL" sz="2700" noProof="1">
                <a:solidFill>
                  <a:srgbClr val="EDEDE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" name="AutoShape 5">
              <a:extLst>
                <a:ext uri="{FF2B5EF4-FFF2-40B4-BE49-F238E27FC236}">
                  <a16:creationId xmlns:a16="http://schemas.microsoft.com/office/drawing/2014/main" id="{8D7CFAD7-7C99-C0C2-7F40-7F9CC35091A2}"/>
                </a:ext>
              </a:extLst>
            </p:cNvPr>
            <p:cNvSpPr/>
            <p:nvPr/>
          </p:nvSpPr>
          <p:spPr>
            <a:xfrm>
              <a:off x="0" y="0"/>
              <a:ext cx="24384000" cy="0"/>
            </a:xfrm>
            <a:prstGeom prst="line">
              <a:avLst/>
            </a:prstGeom>
            <a:ln w="12700" cap="rnd">
              <a:solidFill>
                <a:srgbClr val="EDEDE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l-PL" noProof="1"/>
            </a:p>
          </p:txBody>
        </p:sp>
      </p:grpSp>
    </p:spTree>
    <p:extLst>
      <p:ext uri="{BB962C8B-B14F-4D97-AF65-F5344CB8AC3E}">
        <p14:creationId xmlns:p14="http://schemas.microsoft.com/office/powerpoint/2010/main" val="19985741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86DB2-8181-81F5-88AC-E03634C16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959597E8-1727-BF3C-E7C0-ECA84B8DE15D}"/>
              </a:ext>
            </a:extLst>
          </p:cNvPr>
          <p:cNvGrpSpPr/>
          <p:nvPr/>
        </p:nvGrpSpPr>
        <p:grpSpPr>
          <a:xfrm>
            <a:off x="1434177" y="3552270"/>
            <a:ext cx="4417398" cy="4351964"/>
            <a:chOff x="0" y="-47625"/>
            <a:chExt cx="5889864" cy="5802616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2A1287A-F4CB-9AAC-24D0-AFB01307823A}"/>
                </a:ext>
              </a:extLst>
            </p:cNvPr>
            <p:cNvSpPr txBox="1"/>
            <p:nvPr/>
          </p:nvSpPr>
          <p:spPr>
            <a:xfrm>
              <a:off x="0" y="2279254"/>
              <a:ext cx="5889864" cy="34757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endParaRPr lang="pl-PL" sz="3200" noProof="1"/>
            </a:p>
            <a:p>
              <a:pPr algn="l">
                <a:lnSpc>
                  <a:spcPts val="2940"/>
                </a:lnSpc>
              </a:pPr>
              <a:r>
                <a:rPr lang="pl-PL" sz="32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Stopień niepewności wymagań</a:t>
              </a:r>
              <a:endParaRPr lang="en-US" sz="32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algn="l">
                <a:lnSpc>
                  <a:spcPts val="2940"/>
                </a:lnSpc>
              </a:pPr>
              <a:endParaRPr lang="en-US" sz="32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algn="l">
                <a:lnSpc>
                  <a:spcPts val="2940"/>
                </a:lnSpc>
              </a:pPr>
              <a:r>
                <a:rPr lang="pl-PL" sz="32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Złożoność produktu</a:t>
              </a:r>
              <a:endParaRPr lang="en-US" sz="32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algn="l">
                <a:lnSpc>
                  <a:spcPts val="2940"/>
                </a:lnSpc>
              </a:pPr>
              <a:endParaRPr lang="en-US" sz="32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algn="l">
                <a:lnSpc>
                  <a:spcPts val="2940"/>
                </a:lnSpc>
              </a:pPr>
              <a:r>
                <a:rPr lang="pl-PL" sz="32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Czas wejścia na rynek</a:t>
              </a:r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4512028-B240-5EF8-619F-3C6BA5119F29}"/>
                </a:ext>
              </a:extLst>
            </p:cNvPr>
            <p:cNvSpPr txBox="1"/>
            <p:nvPr/>
          </p:nvSpPr>
          <p:spPr>
            <a:xfrm>
              <a:off x="0" y="-47625"/>
              <a:ext cx="5889864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pl-PL" sz="3200" b="1" noProof="1">
                  <a:solidFill>
                    <a:srgbClr val="2F9671"/>
                  </a:solidFill>
                  <a:latin typeface="Libre Franklin Ultra-Bold"/>
                  <a:ea typeface="Libre Franklin Ultra-Bold"/>
                  <a:cs typeface="Libre Franklin Ultra-Bold"/>
                  <a:sym typeface="Libre Franklin Ultra-Bold"/>
                </a:rPr>
                <a:t>Czynniki produktowe</a:t>
              </a: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71EB521A-DAB0-81B5-070E-671AFC6A1E04}"/>
              </a:ext>
            </a:extLst>
          </p:cNvPr>
          <p:cNvGrpSpPr/>
          <p:nvPr/>
        </p:nvGrpSpPr>
        <p:grpSpPr>
          <a:xfrm>
            <a:off x="7315200" y="3552270"/>
            <a:ext cx="4468553" cy="5095756"/>
            <a:chOff x="0" y="-47625"/>
            <a:chExt cx="5958071" cy="6794342"/>
          </a:xfrm>
        </p:grpSpPr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FFBE05D8-0533-BD64-4F03-01533E9C3D4F}"/>
                </a:ext>
              </a:extLst>
            </p:cNvPr>
            <p:cNvSpPr txBox="1"/>
            <p:nvPr/>
          </p:nvSpPr>
          <p:spPr>
            <a:xfrm>
              <a:off x="68207" y="2279254"/>
              <a:ext cx="5889864" cy="44674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endParaRPr lang="pl-PL" sz="3200" noProof="1"/>
            </a:p>
            <a:p>
              <a:pPr algn="l">
                <a:lnSpc>
                  <a:spcPts val="2940"/>
                </a:lnSpc>
              </a:pPr>
              <a:r>
                <a:rPr lang="pl-PL" sz="32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Wielkość i struktura </a:t>
              </a:r>
              <a:r>
                <a:rPr lang="en-US" sz="32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zespołu</a:t>
              </a:r>
            </a:p>
            <a:p>
              <a:pPr algn="l">
                <a:lnSpc>
                  <a:spcPts val="2940"/>
                </a:lnSpc>
              </a:pPr>
              <a:endParaRPr lang="en-US" sz="32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algn="l">
                <a:lnSpc>
                  <a:spcPts val="2940"/>
                </a:lnSpc>
              </a:pPr>
              <a:r>
                <a:rPr lang="pl-PL" sz="32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Ryzyko techniczne </a:t>
              </a:r>
              <a:endParaRPr lang="en-US" sz="32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algn="l">
                <a:lnSpc>
                  <a:spcPts val="2940"/>
                </a:lnSpc>
              </a:pPr>
              <a:r>
                <a:rPr lang="pl-PL" sz="32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i biznesowe </a:t>
              </a:r>
              <a:endParaRPr lang="en-US" sz="32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algn="l">
                <a:lnSpc>
                  <a:spcPts val="2940"/>
                </a:lnSpc>
              </a:pPr>
              <a:endParaRPr lang="en-US" sz="32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algn="l">
                <a:lnSpc>
                  <a:spcPts val="2940"/>
                </a:lnSpc>
              </a:pPr>
              <a:r>
                <a:rPr lang="pl-PL" sz="32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Dostępność zasobów</a:t>
              </a:r>
              <a:endParaRPr lang="en-US" sz="32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algn="l">
                <a:lnSpc>
                  <a:spcPts val="2940"/>
                </a:lnSpc>
              </a:pPr>
              <a:r>
                <a:rPr lang="pl-PL" sz="32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i technologii</a:t>
              </a: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64B8827F-EABF-FF7D-4EB5-BCDF74034C5E}"/>
                </a:ext>
              </a:extLst>
            </p:cNvPr>
            <p:cNvSpPr txBox="1"/>
            <p:nvPr/>
          </p:nvSpPr>
          <p:spPr>
            <a:xfrm>
              <a:off x="0" y="-47625"/>
              <a:ext cx="5889864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3200" b="1" noProof="1">
                  <a:solidFill>
                    <a:srgbClr val="2F9671"/>
                  </a:solidFill>
                  <a:latin typeface="Libre Franklin Ultra-Bold"/>
                  <a:ea typeface="Libre Franklin Ultra-Bold"/>
                  <a:cs typeface="Libre Franklin Ultra-Bold"/>
                  <a:sym typeface="Libre Franklin Ultra-Bold"/>
                </a:rPr>
                <a:t>Czynniki projektowe</a:t>
              </a:r>
              <a:endParaRPr lang="pl-PL" sz="3200" b="1" noProof="1">
                <a:solidFill>
                  <a:srgbClr val="2F9671"/>
                </a:solidFill>
                <a:latin typeface="Libre Franklin Ultra-Bold"/>
                <a:ea typeface="Libre Franklin Ultra-Bold"/>
                <a:cs typeface="Libre Franklin Ultra-Bold"/>
                <a:sym typeface="Libre Franklin Ultra-Bold"/>
              </a:endParaRP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B65D338C-918E-0BC7-36E8-E5A77E39E052}"/>
              </a:ext>
            </a:extLst>
          </p:cNvPr>
          <p:cNvGrpSpPr/>
          <p:nvPr/>
        </p:nvGrpSpPr>
        <p:grpSpPr>
          <a:xfrm>
            <a:off x="13247378" y="3552270"/>
            <a:ext cx="4812021" cy="4723860"/>
            <a:chOff x="-1" y="-47625"/>
            <a:chExt cx="6416028" cy="6298483"/>
          </a:xfrm>
        </p:grpSpPr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CE352658-E718-4A04-56B3-B2AC43C10172}"/>
                </a:ext>
              </a:extLst>
            </p:cNvPr>
            <p:cNvSpPr txBox="1"/>
            <p:nvPr/>
          </p:nvSpPr>
          <p:spPr>
            <a:xfrm>
              <a:off x="0" y="2279255"/>
              <a:ext cx="5889864" cy="39716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endParaRPr lang="pl-PL" sz="3200" noProof="1"/>
            </a:p>
            <a:p>
              <a:pPr algn="l">
                <a:lnSpc>
                  <a:spcPts val="2940"/>
                </a:lnSpc>
              </a:pPr>
              <a:r>
                <a:rPr lang="pl-PL" sz="32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Kultura organizacji</a:t>
              </a:r>
              <a:endParaRPr lang="en-US" sz="32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algn="l">
                <a:lnSpc>
                  <a:spcPts val="2940"/>
                </a:lnSpc>
              </a:pPr>
              <a:endParaRPr lang="en-US" sz="32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algn="l">
                <a:lnSpc>
                  <a:spcPts val="2940"/>
                </a:lnSpc>
              </a:pPr>
              <a:r>
                <a:rPr lang="pl-PL" sz="32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Doświadczenie zespołu i klientów</a:t>
              </a:r>
              <a:endParaRPr lang="en-US" sz="32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algn="l">
                <a:lnSpc>
                  <a:spcPts val="2940"/>
                </a:lnSpc>
              </a:pPr>
              <a:endParaRPr lang="en-US" sz="3200" noProof="1">
                <a:solidFill>
                  <a:srgbClr val="2F967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algn="l">
                <a:lnSpc>
                  <a:spcPts val="2940"/>
                </a:lnSpc>
              </a:pPr>
              <a:r>
                <a:rPr lang="pl-PL" sz="3200" noProof="1">
                  <a:solidFill>
                    <a:srgbClr val="2F9671"/>
                  </a:solidFill>
                  <a:latin typeface="Inter"/>
                  <a:ea typeface="Inter"/>
                  <a:cs typeface="Inter"/>
                  <a:sym typeface="Inter"/>
                </a:rPr>
                <a:t>Procesy i procedury korporacyjne</a:t>
              </a: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1D3A3377-1527-A70D-B832-35386BAE3D7A}"/>
                </a:ext>
              </a:extLst>
            </p:cNvPr>
            <p:cNvSpPr txBox="1"/>
            <p:nvPr/>
          </p:nvSpPr>
          <p:spPr>
            <a:xfrm>
              <a:off x="-1" y="-47625"/>
              <a:ext cx="6416028" cy="61555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3200" b="1" noProof="1">
                  <a:solidFill>
                    <a:srgbClr val="2F9671"/>
                  </a:solidFill>
                  <a:latin typeface="Libre Franklin Ultra-Bold"/>
                  <a:ea typeface="Libre Franklin Ultra-Bold"/>
                  <a:cs typeface="Libre Franklin Ultra-Bold"/>
                  <a:sym typeface="Libre Franklin Ultra-Bold"/>
                </a:rPr>
                <a:t>Czynniki organizacyjne</a:t>
              </a:r>
              <a:endParaRPr lang="pl-PL" sz="3200" b="1" noProof="1">
                <a:solidFill>
                  <a:srgbClr val="2F9671"/>
                </a:solidFill>
                <a:latin typeface="Libre Franklin Ultra-Bold"/>
                <a:ea typeface="Libre Franklin Ultra-Bold"/>
                <a:cs typeface="Libre Franklin Ultra-Bold"/>
                <a:sym typeface="Libre Franklin Ultra-Bold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9326DD4D-8FB2-C79A-77A7-819E851C5A84}"/>
              </a:ext>
            </a:extLst>
          </p:cNvPr>
          <p:cNvSpPr txBox="1"/>
          <p:nvPr/>
        </p:nvSpPr>
        <p:spPr>
          <a:xfrm>
            <a:off x="1434177" y="1485900"/>
            <a:ext cx="566617" cy="533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pl-PL" sz="3999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1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E72155E8-8DB1-EA39-D83D-8F2E59534934}"/>
              </a:ext>
            </a:extLst>
          </p:cNvPr>
          <p:cNvSpPr txBox="1"/>
          <p:nvPr/>
        </p:nvSpPr>
        <p:spPr>
          <a:xfrm>
            <a:off x="7315200" y="1485900"/>
            <a:ext cx="566617" cy="533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pl-PL" sz="3999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2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46ED571E-D926-60D6-E97E-F0F19FF814A9}"/>
              </a:ext>
            </a:extLst>
          </p:cNvPr>
          <p:cNvSpPr txBox="1"/>
          <p:nvPr/>
        </p:nvSpPr>
        <p:spPr>
          <a:xfrm>
            <a:off x="13247379" y="1485900"/>
            <a:ext cx="566617" cy="533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pl-PL" sz="3999" b="1" noProof="1">
                <a:solidFill>
                  <a:srgbClr val="2F967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3</a:t>
            </a: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CD15B1BC-D404-299B-605B-B144FEE11947}"/>
              </a:ext>
            </a:extLst>
          </p:cNvPr>
          <p:cNvSpPr/>
          <p:nvPr/>
        </p:nvSpPr>
        <p:spPr>
          <a:xfrm rot="-5400000">
            <a:off x="4091121" y="3897204"/>
            <a:ext cx="4984533" cy="0"/>
          </a:xfrm>
          <a:prstGeom prst="line">
            <a:avLst/>
          </a:prstGeom>
          <a:ln w="9525" cap="rnd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noProof="1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71DBDF5B-BF03-9B3C-6E4F-0E2B2322BF5E}"/>
              </a:ext>
            </a:extLst>
          </p:cNvPr>
          <p:cNvSpPr/>
          <p:nvPr/>
        </p:nvSpPr>
        <p:spPr>
          <a:xfrm rot="-5400000">
            <a:off x="10023300" y="3897204"/>
            <a:ext cx="4984533" cy="0"/>
          </a:xfrm>
          <a:prstGeom prst="line">
            <a:avLst/>
          </a:prstGeom>
          <a:ln w="9525" cap="rnd">
            <a:solidFill>
              <a:srgbClr val="2F967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noProof="1"/>
          </a:p>
        </p:txBody>
      </p:sp>
    </p:spTree>
    <p:extLst>
      <p:ext uri="{BB962C8B-B14F-4D97-AF65-F5344CB8AC3E}">
        <p14:creationId xmlns:p14="http://schemas.microsoft.com/office/powerpoint/2010/main" val="1536478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967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1FFC54-D875-FA95-C0F4-389D3F799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910DE582-8D54-34CE-F077-F0C8270A5A5C}"/>
              </a:ext>
            </a:extLst>
          </p:cNvPr>
          <p:cNvSpPr txBox="1"/>
          <p:nvPr/>
        </p:nvSpPr>
        <p:spPr>
          <a:xfrm>
            <a:off x="1028700" y="1104900"/>
            <a:ext cx="16230600" cy="1090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70"/>
              </a:lnSpc>
            </a:pPr>
            <a:r>
              <a:rPr lang="en-US" sz="7700" b="1" noProof="1">
                <a:solidFill>
                  <a:srgbClr val="EDEDED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PODSUMOWANIE</a:t>
            </a:r>
            <a:endParaRPr lang="pl-PL" sz="7700" b="1" noProof="1">
              <a:solidFill>
                <a:srgbClr val="EDEDED"/>
              </a:solidFill>
              <a:latin typeface="Libre Franklin Bold"/>
              <a:ea typeface="Libre Franklin Bold"/>
              <a:cs typeface="Libre Franklin Bold"/>
              <a:sym typeface="Libre Franklin Bold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778EFB21-D6F3-4705-AA23-635B8558533B}"/>
              </a:ext>
            </a:extLst>
          </p:cNvPr>
          <p:cNvSpPr/>
          <p:nvPr/>
        </p:nvSpPr>
        <p:spPr>
          <a:xfrm>
            <a:off x="0" y="8801693"/>
            <a:ext cx="18288000" cy="0"/>
          </a:xfrm>
          <a:prstGeom prst="line">
            <a:avLst/>
          </a:prstGeom>
          <a:ln w="12700" cap="rnd">
            <a:solidFill>
              <a:srgbClr val="EDEDE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 noProof="1"/>
          </a:p>
        </p:txBody>
      </p:sp>
    </p:spTree>
    <p:extLst>
      <p:ext uri="{BB962C8B-B14F-4D97-AF65-F5344CB8AC3E}">
        <p14:creationId xmlns:p14="http://schemas.microsoft.com/office/powerpoint/2010/main" val="3623178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</TotalTime>
  <Words>2334</Words>
  <Application>Microsoft Office PowerPoint</Application>
  <PresentationFormat>Niestandardowy</PresentationFormat>
  <Paragraphs>277</Paragraphs>
  <Slides>37</Slides>
  <Notes>33</Notes>
  <HiddenSlides>0</HiddenSlides>
  <MMClips>0</MMClips>
  <ScaleCrop>false</ScaleCrop>
  <HeadingPairs>
    <vt:vector size="6" baseType="variant">
      <vt:variant>
        <vt:lpstr>Używane czcionki</vt:lpstr>
      </vt:variant>
      <vt:variant>
        <vt:i4>6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37</vt:i4>
      </vt:variant>
    </vt:vector>
  </HeadingPairs>
  <TitlesOfParts>
    <vt:vector size="44" baseType="lpstr">
      <vt:lpstr>Libre Franklin Ultra-Bold</vt:lpstr>
      <vt:lpstr>Libre Franklin Bold</vt:lpstr>
      <vt:lpstr>Aptos</vt:lpstr>
      <vt:lpstr>Inter</vt:lpstr>
      <vt:lpstr>Calibri</vt:lpstr>
      <vt:lpstr>Arial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Zielona i Szara Prosta i Profesjonalna Pisanie Życiorysu/CV Warsztaty Seminarium Internetowe Myśl Przewodnia Prezentacja</dc:title>
  <dc:creator>Filip Hałys</dc:creator>
  <cp:lastModifiedBy>Filip Hałys</cp:lastModifiedBy>
  <cp:revision>14</cp:revision>
  <dcterms:created xsi:type="dcterms:W3CDTF">2006-08-16T00:00:00Z</dcterms:created>
  <dcterms:modified xsi:type="dcterms:W3CDTF">2026-03-19T23:44:47Z</dcterms:modified>
  <dc:identifier>DAHEIsp3x3A</dc:identifier>
</cp:coreProperties>
</file>