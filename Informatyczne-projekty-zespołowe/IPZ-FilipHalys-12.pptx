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3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203" autoAdjust="0"/>
  </p:normalViewPr>
  <p:slideViewPr>
    <p:cSldViewPr snapToGrid="0">
      <p:cViewPr varScale="1">
        <p:scale>
          <a:sx n="60" d="100"/>
          <a:sy n="60" d="100"/>
        </p:scale>
        <p:origin x="15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5.svg"/><Relationship Id="rId1" Type="http://schemas.openxmlformats.org/officeDocument/2006/relationships/image" Target="../media/image32.svg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5.svg"/><Relationship Id="rId1" Type="http://schemas.openxmlformats.org/officeDocument/2006/relationships/image" Target="../media/image32.svg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A2C349-9BAC-4552-B995-33407C0B8A6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103FEB01-0F8A-405E-888B-6085BE6B6325}">
      <dgm:prSet custT="1"/>
      <dgm:spPr/>
      <dgm:t>
        <a:bodyPr/>
        <a:lstStyle/>
        <a:p>
          <a:r>
            <a:rPr lang="pl-PL" sz="1600" dirty="0"/>
            <a:t>Ludzie i interakcje są ważniejsze niż procesy i narzędzia.</a:t>
          </a:r>
          <a:endParaRPr lang="en-US" sz="1600" dirty="0"/>
        </a:p>
      </dgm:t>
    </dgm:pt>
    <dgm:pt modelId="{A7102D50-844D-498F-9C60-27A9297818B2}" type="parTrans" cxnId="{47319766-32DD-4DA9-9FA3-5F4604C48ACB}">
      <dgm:prSet/>
      <dgm:spPr/>
      <dgm:t>
        <a:bodyPr/>
        <a:lstStyle/>
        <a:p>
          <a:endParaRPr lang="en-US"/>
        </a:p>
      </dgm:t>
    </dgm:pt>
    <dgm:pt modelId="{4A8F2A70-11BC-4697-AB91-53447BDEEF96}" type="sibTrans" cxnId="{47319766-32DD-4DA9-9FA3-5F4604C48ACB}">
      <dgm:prSet/>
      <dgm:spPr/>
      <dgm:t>
        <a:bodyPr/>
        <a:lstStyle/>
        <a:p>
          <a:endParaRPr lang="en-US"/>
        </a:p>
      </dgm:t>
    </dgm:pt>
    <dgm:pt modelId="{4E2E8158-DF67-484A-AFC3-5621D7A028A2}">
      <dgm:prSet custT="1"/>
      <dgm:spPr/>
      <dgm:t>
        <a:bodyPr/>
        <a:lstStyle/>
        <a:p>
          <a:r>
            <a:rPr lang="pl-PL" sz="1600"/>
            <a:t>Działające oprogramowanie jest ważniejsze niż obszerna dokumentacja.</a:t>
          </a:r>
          <a:endParaRPr lang="en-US" sz="1600"/>
        </a:p>
      </dgm:t>
    </dgm:pt>
    <dgm:pt modelId="{CC984770-C8E3-4611-B1A4-901BBDEC183E}" type="parTrans" cxnId="{ACF30E8A-50B7-4B01-A621-5A6C68209256}">
      <dgm:prSet/>
      <dgm:spPr/>
      <dgm:t>
        <a:bodyPr/>
        <a:lstStyle/>
        <a:p>
          <a:endParaRPr lang="en-US"/>
        </a:p>
      </dgm:t>
    </dgm:pt>
    <dgm:pt modelId="{FDE5B08A-F7F6-4E4B-974E-CE9D26B926C0}" type="sibTrans" cxnId="{ACF30E8A-50B7-4B01-A621-5A6C68209256}">
      <dgm:prSet/>
      <dgm:spPr/>
      <dgm:t>
        <a:bodyPr/>
        <a:lstStyle/>
        <a:p>
          <a:endParaRPr lang="en-US"/>
        </a:p>
      </dgm:t>
    </dgm:pt>
    <dgm:pt modelId="{F716C1E8-5812-4170-A9E2-EFDD80C28108}">
      <dgm:prSet custT="1"/>
      <dgm:spPr/>
      <dgm:t>
        <a:bodyPr/>
        <a:lstStyle/>
        <a:p>
          <a:r>
            <a:rPr lang="pl-PL" sz="1600"/>
            <a:t>Współpraca z klientem jest ważniejsza niż negocjowanie umów.</a:t>
          </a:r>
          <a:endParaRPr lang="en-US" sz="1600"/>
        </a:p>
      </dgm:t>
    </dgm:pt>
    <dgm:pt modelId="{8B4D3AA7-BBBB-40FF-AA64-C24C1EF464D0}" type="parTrans" cxnId="{7ACB52E8-816D-43CF-B48B-79F392300356}">
      <dgm:prSet/>
      <dgm:spPr/>
      <dgm:t>
        <a:bodyPr/>
        <a:lstStyle/>
        <a:p>
          <a:endParaRPr lang="en-US"/>
        </a:p>
      </dgm:t>
    </dgm:pt>
    <dgm:pt modelId="{F8692F2F-DA99-491E-B2C4-79E8C2F8584F}" type="sibTrans" cxnId="{7ACB52E8-816D-43CF-B48B-79F392300356}">
      <dgm:prSet/>
      <dgm:spPr/>
      <dgm:t>
        <a:bodyPr/>
        <a:lstStyle/>
        <a:p>
          <a:endParaRPr lang="en-US"/>
        </a:p>
      </dgm:t>
    </dgm:pt>
    <dgm:pt modelId="{882A87C2-1BAA-43FA-9093-AA691AB29171}">
      <dgm:prSet custT="1"/>
      <dgm:spPr/>
      <dgm:t>
        <a:bodyPr/>
        <a:lstStyle/>
        <a:p>
          <a:r>
            <a:rPr lang="pl-PL" sz="1600"/>
            <a:t>Reagowanie na zmiany jest ważniejsze niż realizacja sztywnego planu.</a:t>
          </a:r>
          <a:endParaRPr lang="en-US" sz="1600"/>
        </a:p>
      </dgm:t>
    </dgm:pt>
    <dgm:pt modelId="{CF341266-01B3-44CB-9F11-A2ADC4E14F0F}" type="parTrans" cxnId="{1E73BAFB-EA99-4422-B503-6940943E53C2}">
      <dgm:prSet/>
      <dgm:spPr/>
      <dgm:t>
        <a:bodyPr/>
        <a:lstStyle/>
        <a:p>
          <a:endParaRPr lang="en-US"/>
        </a:p>
      </dgm:t>
    </dgm:pt>
    <dgm:pt modelId="{F5E61FC6-1966-44DE-93B3-4A6E958F0810}" type="sibTrans" cxnId="{1E73BAFB-EA99-4422-B503-6940943E53C2}">
      <dgm:prSet/>
      <dgm:spPr/>
      <dgm:t>
        <a:bodyPr/>
        <a:lstStyle/>
        <a:p>
          <a:endParaRPr lang="en-US"/>
        </a:p>
      </dgm:t>
    </dgm:pt>
    <dgm:pt modelId="{8A9AE1D5-2AB5-4137-97CD-E278943511EF}" type="pres">
      <dgm:prSet presAssocID="{B5A2C349-9BAC-4552-B995-33407C0B8A65}" presName="root" presStyleCnt="0">
        <dgm:presLayoutVars>
          <dgm:dir/>
          <dgm:resizeHandles val="exact"/>
        </dgm:presLayoutVars>
      </dgm:prSet>
      <dgm:spPr/>
    </dgm:pt>
    <dgm:pt modelId="{589B78D0-C1A7-4EFF-9646-8A3D33611BD5}" type="pres">
      <dgm:prSet presAssocID="{103FEB01-0F8A-405E-888B-6085BE6B6325}" presName="compNode" presStyleCnt="0"/>
      <dgm:spPr/>
    </dgm:pt>
    <dgm:pt modelId="{C04148E8-AE24-4387-ACCD-9A253A149082}" type="pres">
      <dgm:prSet presAssocID="{103FEB01-0F8A-405E-888B-6085BE6B632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C2573B85-2BAA-4F04-94B6-A969CC6354D8}" type="pres">
      <dgm:prSet presAssocID="{103FEB01-0F8A-405E-888B-6085BE6B6325}" presName="spaceRect" presStyleCnt="0"/>
      <dgm:spPr/>
    </dgm:pt>
    <dgm:pt modelId="{C025DEC5-C1AB-48B3-82C1-EEF9D3A94D1A}" type="pres">
      <dgm:prSet presAssocID="{103FEB01-0F8A-405E-888B-6085BE6B6325}" presName="textRect" presStyleLbl="revTx" presStyleIdx="0" presStyleCnt="4">
        <dgm:presLayoutVars>
          <dgm:chMax val="1"/>
          <dgm:chPref val="1"/>
        </dgm:presLayoutVars>
      </dgm:prSet>
      <dgm:spPr/>
    </dgm:pt>
    <dgm:pt modelId="{84FD3F9E-37FB-4D37-B0C9-3EA9BCC30BD2}" type="pres">
      <dgm:prSet presAssocID="{4A8F2A70-11BC-4697-AB91-53447BDEEF96}" presName="sibTrans" presStyleCnt="0"/>
      <dgm:spPr/>
    </dgm:pt>
    <dgm:pt modelId="{AC2B02C6-CFC5-463E-8333-BA158EFCE490}" type="pres">
      <dgm:prSet presAssocID="{4E2E8158-DF67-484A-AFC3-5621D7A028A2}" presName="compNode" presStyleCnt="0"/>
      <dgm:spPr/>
    </dgm:pt>
    <dgm:pt modelId="{D33878EB-87E6-49F2-A96A-BF037AC63844}" type="pres">
      <dgm:prSet presAssocID="{4E2E8158-DF67-484A-AFC3-5621D7A028A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F443F6D1-AB4E-4A62-966E-8BBBE525062A}" type="pres">
      <dgm:prSet presAssocID="{4E2E8158-DF67-484A-AFC3-5621D7A028A2}" presName="spaceRect" presStyleCnt="0"/>
      <dgm:spPr/>
    </dgm:pt>
    <dgm:pt modelId="{14852C07-D98C-4B57-B92B-93890A8561C9}" type="pres">
      <dgm:prSet presAssocID="{4E2E8158-DF67-484A-AFC3-5621D7A028A2}" presName="textRect" presStyleLbl="revTx" presStyleIdx="1" presStyleCnt="4">
        <dgm:presLayoutVars>
          <dgm:chMax val="1"/>
          <dgm:chPref val="1"/>
        </dgm:presLayoutVars>
      </dgm:prSet>
      <dgm:spPr/>
    </dgm:pt>
    <dgm:pt modelId="{F435ADD7-0C5E-4295-AE98-5CFD0392214B}" type="pres">
      <dgm:prSet presAssocID="{FDE5B08A-F7F6-4E4B-974E-CE9D26B926C0}" presName="sibTrans" presStyleCnt="0"/>
      <dgm:spPr/>
    </dgm:pt>
    <dgm:pt modelId="{2C8B5ACC-4667-459C-8662-5BBCB58F80A0}" type="pres">
      <dgm:prSet presAssocID="{F716C1E8-5812-4170-A9E2-EFDD80C28108}" presName="compNode" presStyleCnt="0"/>
      <dgm:spPr/>
    </dgm:pt>
    <dgm:pt modelId="{0D990967-4BCB-4FC7-9D23-A8DE42904CD8}" type="pres">
      <dgm:prSet presAssocID="{F716C1E8-5812-4170-A9E2-EFDD80C2810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ścisk dłoni"/>
        </a:ext>
      </dgm:extLst>
    </dgm:pt>
    <dgm:pt modelId="{97FD2216-DEC6-4C36-8575-7D9B788E8986}" type="pres">
      <dgm:prSet presAssocID="{F716C1E8-5812-4170-A9E2-EFDD80C28108}" presName="spaceRect" presStyleCnt="0"/>
      <dgm:spPr/>
    </dgm:pt>
    <dgm:pt modelId="{BA6B95AE-2B47-436C-9709-2F9AD4538824}" type="pres">
      <dgm:prSet presAssocID="{F716C1E8-5812-4170-A9E2-EFDD80C28108}" presName="textRect" presStyleLbl="revTx" presStyleIdx="2" presStyleCnt="4">
        <dgm:presLayoutVars>
          <dgm:chMax val="1"/>
          <dgm:chPref val="1"/>
        </dgm:presLayoutVars>
      </dgm:prSet>
      <dgm:spPr/>
    </dgm:pt>
    <dgm:pt modelId="{1B195464-D255-4A7E-BE6C-33CC9440B244}" type="pres">
      <dgm:prSet presAssocID="{F8692F2F-DA99-491E-B2C4-79E8C2F8584F}" presName="sibTrans" presStyleCnt="0"/>
      <dgm:spPr/>
    </dgm:pt>
    <dgm:pt modelId="{3FC7A3B3-5636-44C0-B37C-6A2D8512C43C}" type="pres">
      <dgm:prSet presAssocID="{882A87C2-1BAA-43FA-9093-AA691AB29171}" presName="compNode" presStyleCnt="0"/>
      <dgm:spPr/>
    </dgm:pt>
    <dgm:pt modelId="{9B088F9C-F4DA-461A-943A-1502B71A51F2}" type="pres">
      <dgm:prSet presAssocID="{882A87C2-1BAA-43FA-9093-AA691AB2917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CE8C52B6-F40E-44F5-A0A5-35AAFEF1EE35}" type="pres">
      <dgm:prSet presAssocID="{882A87C2-1BAA-43FA-9093-AA691AB29171}" presName="spaceRect" presStyleCnt="0"/>
      <dgm:spPr/>
    </dgm:pt>
    <dgm:pt modelId="{2C6DD664-5842-4CA0-BB70-6527D110AB2A}" type="pres">
      <dgm:prSet presAssocID="{882A87C2-1BAA-43FA-9093-AA691AB2917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4847D03-77A7-4416-8C1B-42EB88A3ADBA}" type="presOf" srcId="{F716C1E8-5812-4170-A9E2-EFDD80C28108}" destId="{BA6B95AE-2B47-436C-9709-2F9AD4538824}" srcOrd="0" destOrd="0" presId="urn:microsoft.com/office/officeart/2018/2/layout/IconLabelList"/>
    <dgm:cxn modelId="{6F34052F-4704-487B-A842-DC807ED88729}" type="presOf" srcId="{4E2E8158-DF67-484A-AFC3-5621D7A028A2}" destId="{14852C07-D98C-4B57-B92B-93890A8561C9}" srcOrd="0" destOrd="0" presId="urn:microsoft.com/office/officeart/2018/2/layout/IconLabelList"/>
    <dgm:cxn modelId="{62114730-CE5B-4DD1-A89F-C22FABF4842E}" type="presOf" srcId="{882A87C2-1BAA-43FA-9093-AA691AB29171}" destId="{2C6DD664-5842-4CA0-BB70-6527D110AB2A}" srcOrd="0" destOrd="0" presId="urn:microsoft.com/office/officeart/2018/2/layout/IconLabelList"/>
    <dgm:cxn modelId="{47319766-32DD-4DA9-9FA3-5F4604C48ACB}" srcId="{B5A2C349-9BAC-4552-B995-33407C0B8A65}" destId="{103FEB01-0F8A-405E-888B-6085BE6B6325}" srcOrd="0" destOrd="0" parTransId="{A7102D50-844D-498F-9C60-27A9297818B2}" sibTransId="{4A8F2A70-11BC-4697-AB91-53447BDEEF96}"/>
    <dgm:cxn modelId="{71AAE466-6026-481D-934C-2FF2A42C8BE3}" type="presOf" srcId="{B5A2C349-9BAC-4552-B995-33407C0B8A65}" destId="{8A9AE1D5-2AB5-4137-97CD-E278943511EF}" srcOrd="0" destOrd="0" presId="urn:microsoft.com/office/officeart/2018/2/layout/IconLabelList"/>
    <dgm:cxn modelId="{79108578-D7D8-4055-9B31-F10802883F62}" type="presOf" srcId="{103FEB01-0F8A-405E-888B-6085BE6B6325}" destId="{C025DEC5-C1AB-48B3-82C1-EEF9D3A94D1A}" srcOrd="0" destOrd="0" presId="urn:microsoft.com/office/officeart/2018/2/layout/IconLabelList"/>
    <dgm:cxn modelId="{ACF30E8A-50B7-4B01-A621-5A6C68209256}" srcId="{B5A2C349-9BAC-4552-B995-33407C0B8A65}" destId="{4E2E8158-DF67-484A-AFC3-5621D7A028A2}" srcOrd="1" destOrd="0" parTransId="{CC984770-C8E3-4611-B1A4-901BBDEC183E}" sibTransId="{FDE5B08A-F7F6-4E4B-974E-CE9D26B926C0}"/>
    <dgm:cxn modelId="{7ACB52E8-816D-43CF-B48B-79F392300356}" srcId="{B5A2C349-9BAC-4552-B995-33407C0B8A65}" destId="{F716C1E8-5812-4170-A9E2-EFDD80C28108}" srcOrd="2" destOrd="0" parTransId="{8B4D3AA7-BBBB-40FF-AA64-C24C1EF464D0}" sibTransId="{F8692F2F-DA99-491E-B2C4-79E8C2F8584F}"/>
    <dgm:cxn modelId="{1E73BAFB-EA99-4422-B503-6940943E53C2}" srcId="{B5A2C349-9BAC-4552-B995-33407C0B8A65}" destId="{882A87C2-1BAA-43FA-9093-AA691AB29171}" srcOrd="3" destOrd="0" parTransId="{CF341266-01B3-44CB-9F11-A2ADC4E14F0F}" sibTransId="{F5E61FC6-1966-44DE-93B3-4A6E958F0810}"/>
    <dgm:cxn modelId="{06CA27F8-F8CA-4B35-BF45-BCD5C48B9F20}" type="presParOf" srcId="{8A9AE1D5-2AB5-4137-97CD-E278943511EF}" destId="{589B78D0-C1A7-4EFF-9646-8A3D33611BD5}" srcOrd="0" destOrd="0" presId="urn:microsoft.com/office/officeart/2018/2/layout/IconLabelList"/>
    <dgm:cxn modelId="{513212E6-93D3-4ADA-AB91-58392FBA7EBD}" type="presParOf" srcId="{589B78D0-C1A7-4EFF-9646-8A3D33611BD5}" destId="{C04148E8-AE24-4387-ACCD-9A253A149082}" srcOrd="0" destOrd="0" presId="urn:microsoft.com/office/officeart/2018/2/layout/IconLabelList"/>
    <dgm:cxn modelId="{87509056-9522-4514-80EC-A435D3D63ADC}" type="presParOf" srcId="{589B78D0-C1A7-4EFF-9646-8A3D33611BD5}" destId="{C2573B85-2BAA-4F04-94B6-A969CC6354D8}" srcOrd="1" destOrd="0" presId="urn:microsoft.com/office/officeart/2018/2/layout/IconLabelList"/>
    <dgm:cxn modelId="{46811684-7A12-4C25-BA0D-4036FF923042}" type="presParOf" srcId="{589B78D0-C1A7-4EFF-9646-8A3D33611BD5}" destId="{C025DEC5-C1AB-48B3-82C1-EEF9D3A94D1A}" srcOrd="2" destOrd="0" presId="urn:microsoft.com/office/officeart/2018/2/layout/IconLabelList"/>
    <dgm:cxn modelId="{BD7BCDC3-C9B5-4A7F-AF08-77C47FDDC05C}" type="presParOf" srcId="{8A9AE1D5-2AB5-4137-97CD-E278943511EF}" destId="{84FD3F9E-37FB-4D37-B0C9-3EA9BCC30BD2}" srcOrd="1" destOrd="0" presId="urn:microsoft.com/office/officeart/2018/2/layout/IconLabelList"/>
    <dgm:cxn modelId="{ADB29935-6422-4CB5-B2C1-F27E7FA10492}" type="presParOf" srcId="{8A9AE1D5-2AB5-4137-97CD-E278943511EF}" destId="{AC2B02C6-CFC5-463E-8333-BA158EFCE490}" srcOrd="2" destOrd="0" presId="urn:microsoft.com/office/officeart/2018/2/layout/IconLabelList"/>
    <dgm:cxn modelId="{E053DAD4-2097-41D4-B3F5-3299FFF80BEB}" type="presParOf" srcId="{AC2B02C6-CFC5-463E-8333-BA158EFCE490}" destId="{D33878EB-87E6-49F2-A96A-BF037AC63844}" srcOrd="0" destOrd="0" presId="urn:microsoft.com/office/officeart/2018/2/layout/IconLabelList"/>
    <dgm:cxn modelId="{FB328FEF-FA39-4566-842C-24FE1DAB9C2A}" type="presParOf" srcId="{AC2B02C6-CFC5-463E-8333-BA158EFCE490}" destId="{F443F6D1-AB4E-4A62-966E-8BBBE525062A}" srcOrd="1" destOrd="0" presId="urn:microsoft.com/office/officeart/2018/2/layout/IconLabelList"/>
    <dgm:cxn modelId="{EC5D6521-7665-4871-8C3C-12758488E60D}" type="presParOf" srcId="{AC2B02C6-CFC5-463E-8333-BA158EFCE490}" destId="{14852C07-D98C-4B57-B92B-93890A8561C9}" srcOrd="2" destOrd="0" presId="urn:microsoft.com/office/officeart/2018/2/layout/IconLabelList"/>
    <dgm:cxn modelId="{FEA90DAF-C83B-474D-96F2-6713620990EF}" type="presParOf" srcId="{8A9AE1D5-2AB5-4137-97CD-E278943511EF}" destId="{F435ADD7-0C5E-4295-AE98-5CFD0392214B}" srcOrd="3" destOrd="0" presId="urn:microsoft.com/office/officeart/2018/2/layout/IconLabelList"/>
    <dgm:cxn modelId="{A41B1924-25AB-495A-95CA-F041973A123E}" type="presParOf" srcId="{8A9AE1D5-2AB5-4137-97CD-E278943511EF}" destId="{2C8B5ACC-4667-459C-8662-5BBCB58F80A0}" srcOrd="4" destOrd="0" presId="urn:microsoft.com/office/officeart/2018/2/layout/IconLabelList"/>
    <dgm:cxn modelId="{81CAA9B9-3B3B-456D-A068-1AF5809B5DB0}" type="presParOf" srcId="{2C8B5ACC-4667-459C-8662-5BBCB58F80A0}" destId="{0D990967-4BCB-4FC7-9D23-A8DE42904CD8}" srcOrd="0" destOrd="0" presId="urn:microsoft.com/office/officeart/2018/2/layout/IconLabelList"/>
    <dgm:cxn modelId="{0B83947A-4732-4F02-88DF-ABCD16C09CC5}" type="presParOf" srcId="{2C8B5ACC-4667-459C-8662-5BBCB58F80A0}" destId="{97FD2216-DEC6-4C36-8575-7D9B788E8986}" srcOrd="1" destOrd="0" presId="urn:microsoft.com/office/officeart/2018/2/layout/IconLabelList"/>
    <dgm:cxn modelId="{C1AB50F8-8832-459C-B2DA-28FB442BDD10}" type="presParOf" srcId="{2C8B5ACC-4667-459C-8662-5BBCB58F80A0}" destId="{BA6B95AE-2B47-436C-9709-2F9AD4538824}" srcOrd="2" destOrd="0" presId="urn:microsoft.com/office/officeart/2018/2/layout/IconLabelList"/>
    <dgm:cxn modelId="{F9DF0EF2-B5AC-45A9-AF35-2E50D56F080A}" type="presParOf" srcId="{8A9AE1D5-2AB5-4137-97CD-E278943511EF}" destId="{1B195464-D255-4A7E-BE6C-33CC9440B244}" srcOrd="5" destOrd="0" presId="urn:microsoft.com/office/officeart/2018/2/layout/IconLabelList"/>
    <dgm:cxn modelId="{74C751F0-452A-480A-9201-950CD82FCBBB}" type="presParOf" srcId="{8A9AE1D5-2AB5-4137-97CD-E278943511EF}" destId="{3FC7A3B3-5636-44C0-B37C-6A2D8512C43C}" srcOrd="6" destOrd="0" presId="urn:microsoft.com/office/officeart/2018/2/layout/IconLabelList"/>
    <dgm:cxn modelId="{D92CEAB8-551A-4F79-AF39-1293C4F0FB30}" type="presParOf" srcId="{3FC7A3B3-5636-44C0-B37C-6A2D8512C43C}" destId="{9B088F9C-F4DA-461A-943A-1502B71A51F2}" srcOrd="0" destOrd="0" presId="urn:microsoft.com/office/officeart/2018/2/layout/IconLabelList"/>
    <dgm:cxn modelId="{A42FA920-E9FA-4D22-9FAC-4C9435492FD9}" type="presParOf" srcId="{3FC7A3B3-5636-44C0-B37C-6A2D8512C43C}" destId="{CE8C52B6-F40E-44F5-A0A5-35AAFEF1EE35}" srcOrd="1" destOrd="0" presId="urn:microsoft.com/office/officeart/2018/2/layout/IconLabelList"/>
    <dgm:cxn modelId="{A5BE9A8A-0406-42CE-9777-83A39D395CE6}" type="presParOf" srcId="{3FC7A3B3-5636-44C0-B37C-6A2D8512C43C}" destId="{2C6DD664-5842-4CA0-BB70-6527D110AB2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60A376-4569-457C-8473-430848C8ABE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9A5560-6BE3-40FD-B6EE-EE1E1D283FBC}">
      <dgm:prSet/>
      <dgm:spPr/>
      <dgm:t>
        <a:bodyPr/>
        <a:lstStyle/>
        <a:p>
          <a:r>
            <a:rPr lang="pl-PL"/>
            <a:t>Podejście plan-driven zakłada dokładne planowanie całego projektu przed rozpoczęciem realizacji.</a:t>
          </a:r>
          <a:br>
            <a:rPr lang="pl-PL"/>
          </a:br>
          <a:r>
            <a:rPr lang="pl-PL"/>
            <a:t>Zmiany są ograniczane, ponieważ wpływają na budżet i harmonogram.</a:t>
          </a:r>
          <a:endParaRPr lang="en-US"/>
        </a:p>
      </dgm:t>
    </dgm:pt>
    <dgm:pt modelId="{DADC381E-50C9-417D-85E1-1D8BBBEA18F9}" type="parTrans" cxnId="{60E8F132-A09E-4F62-8F89-10920F220C0A}">
      <dgm:prSet/>
      <dgm:spPr/>
      <dgm:t>
        <a:bodyPr/>
        <a:lstStyle/>
        <a:p>
          <a:endParaRPr lang="en-US"/>
        </a:p>
      </dgm:t>
    </dgm:pt>
    <dgm:pt modelId="{42CD4B93-4640-4981-9C4B-65E22454C3F4}" type="sibTrans" cxnId="{60E8F132-A09E-4F62-8F89-10920F220C0A}">
      <dgm:prSet/>
      <dgm:spPr/>
      <dgm:t>
        <a:bodyPr/>
        <a:lstStyle/>
        <a:p>
          <a:endParaRPr lang="en-US"/>
        </a:p>
      </dgm:t>
    </dgm:pt>
    <dgm:pt modelId="{B4F98C09-CD87-4F56-BC3F-C6CA5B14EAF2}">
      <dgm:prSet/>
      <dgm:spPr/>
      <dgm:t>
        <a:bodyPr/>
        <a:lstStyle/>
        <a:p>
          <a:r>
            <a:rPr lang="pl-PL"/>
            <a:t>Podejście Agile zakłada iteracyjne dostarczanie produktu.</a:t>
          </a:r>
          <a:br>
            <a:rPr lang="pl-PL"/>
          </a:br>
          <a:r>
            <a:rPr lang="pl-PL"/>
            <a:t>Zmiany są naturalnym elementem projektu i są uwzględniane w kolejnych iteracjach.</a:t>
          </a:r>
          <a:endParaRPr lang="en-US"/>
        </a:p>
      </dgm:t>
    </dgm:pt>
    <dgm:pt modelId="{94E03516-FBB0-4842-99BE-2C59E3A31F65}" type="parTrans" cxnId="{1DAC8201-4938-46B2-8DAF-9B7826ED55F1}">
      <dgm:prSet/>
      <dgm:spPr/>
      <dgm:t>
        <a:bodyPr/>
        <a:lstStyle/>
        <a:p>
          <a:endParaRPr lang="en-US"/>
        </a:p>
      </dgm:t>
    </dgm:pt>
    <dgm:pt modelId="{46F9FC9D-5B66-4B5B-9907-9296C9B8981C}" type="sibTrans" cxnId="{1DAC8201-4938-46B2-8DAF-9B7826ED55F1}">
      <dgm:prSet/>
      <dgm:spPr/>
      <dgm:t>
        <a:bodyPr/>
        <a:lstStyle/>
        <a:p>
          <a:endParaRPr lang="en-US"/>
        </a:p>
      </dgm:t>
    </dgm:pt>
    <dgm:pt modelId="{FA10850D-D0A2-4958-B6FB-6C4D31392691}" type="pres">
      <dgm:prSet presAssocID="{B360A376-4569-457C-8473-430848C8AB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642CFBA-C03E-4686-9C9E-C2E22C2A597E}" type="pres">
      <dgm:prSet presAssocID="{BA9A5560-6BE3-40FD-B6EE-EE1E1D283FBC}" presName="hierRoot1" presStyleCnt="0"/>
      <dgm:spPr/>
    </dgm:pt>
    <dgm:pt modelId="{849EE798-C359-4309-8728-5ED9D074162A}" type="pres">
      <dgm:prSet presAssocID="{BA9A5560-6BE3-40FD-B6EE-EE1E1D283FBC}" presName="composite" presStyleCnt="0"/>
      <dgm:spPr/>
    </dgm:pt>
    <dgm:pt modelId="{E5817FBA-EAC0-4006-BD2B-E6615368BCB9}" type="pres">
      <dgm:prSet presAssocID="{BA9A5560-6BE3-40FD-B6EE-EE1E1D283FBC}" presName="background" presStyleLbl="node0" presStyleIdx="0" presStyleCnt="2"/>
      <dgm:spPr/>
    </dgm:pt>
    <dgm:pt modelId="{5921565F-D623-47D2-961A-EE5B30CDD887}" type="pres">
      <dgm:prSet presAssocID="{BA9A5560-6BE3-40FD-B6EE-EE1E1D283FBC}" presName="text" presStyleLbl="fgAcc0" presStyleIdx="0" presStyleCnt="2">
        <dgm:presLayoutVars>
          <dgm:chPref val="3"/>
        </dgm:presLayoutVars>
      </dgm:prSet>
      <dgm:spPr/>
    </dgm:pt>
    <dgm:pt modelId="{F93F61E7-139E-4A9C-9276-B3B1B46F1E98}" type="pres">
      <dgm:prSet presAssocID="{BA9A5560-6BE3-40FD-B6EE-EE1E1D283FBC}" presName="hierChild2" presStyleCnt="0"/>
      <dgm:spPr/>
    </dgm:pt>
    <dgm:pt modelId="{357F4E33-A8FA-4A30-A197-DFAF28FF9BDE}" type="pres">
      <dgm:prSet presAssocID="{B4F98C09-CD87-4F56-BC3F-C6CA5B14EAF2}" presName="hierRoot1" presStyleCnt="0"/>
      <dgm:spPr/>
    </dgm:pt>
    <dgm:pt modelId="{D479F06C-4AC9-4CE6-8321-0071D1B8A84D}" type="pres">
      <dgm:prSet presAssocID="{B4F98C09-CD87-4F56-BC3F-C6CA5B14EAF2}" presName="composite" presStyleCnt="0"/>
      <dgm:spPr/>
    </dgm:pt>
    <dgm:pt modelId="{382F0138-B6D7-44E9-8257-68D90457DC2E}" type="pres">
      <dgm:prSet presAssocID="{B4F98C09-CD87-4F56-BC3F-C6CA5B14EAF2}" presName="background" presStyleLbl="node0" presStyleIdx="1" presStyleCnt="2"/>
      <dgm:spPr/>
    </dgm:pt>
    <dgm:pt modelId="{820730CE-74BA-4CED-A165-E8C6FB6290D9}" type="pres">
      <dgm:prSet presAssocID="{B4F98C09-CD87-4F56-BC3F-C6CA5B14EAF2}" presName="text" presStyleLbl="fgAcc0" presStyleIdx="1" presStyleCnt="2">
        <dgm:presLayoutVars>
          <dgm:chPref val="3"/>
        </dgm:presLayoutVars>
      </dgm:prSet>
      <dgm:spPr/>
    </dgm:pt>
    <dgm:pt modelId="{B7CF678E-8A43-4F56-98E7-751B376A1736}" type="pres">
      <dgm:prSet presAssocID="{B4F98C09-CD87-4F56-BC3F-C6CA5B14EAF2}" presName="hierChild2" presStyleCnt="0"/>
      <dgm:spPr/>
    </dgm:pt>
  </dgm:ptLst>
  <dgm:cxnLst>
    <dgm:cxn modelId="{1DAC8201-4938-46B2-8DAF-9B7826ED55F1}" srcId="{B360A376-4569-457C-8473-430848C8ABEF}" destId="{B4F98C09-CD87-4F56-BC3F-C6CA5B14EAF2}" srcOrd="1" destOrd="0" parTransId="{94E03516-FBB0-4842-99BE-2C59E3A31F65}" sibTransId="{46F9FC9D-5B66-4B5B-9907-9296C9B8981C}"/>
    <dgm:cxn modelId="{F1405425-57E3-481E-9AA9-10C194F5BC8B}" type="presOf" srcId="{BA9A5560-6BE3-40FD-B6EE-EE1E1D283FBC}" destId="{5921565F-D623-47D2-961A-EE5B30CDD887}" srcOrd="0" destOrd="0" presId="urn:microsoft.com/office/officeart/2005/8/layout/hierarchy1"/>
    <dgm:cxn modelId="{FE0E5131-B1B9-45BC-A00D-C763742E53C0}" type="presOf" srcId="{B360A376-4569-457C-8473-430848C8ABEF}" destId="{FA10850D-D0A2-4958-B6FB-6C4D31392691}" srcOrd="0" destOrd="0" presId="urn:microsoft.com/office/officeart/2005/8/layout/hierarchy1"/>
    <dgm:cxn modelId="{60E8F132-A09E-4F62-8F89-10920F220C0A}" srcId="{B360A376-4569-457C-8473-430848C8ABEF}" destId="{BA9A5560-6BE3-40FD-B6EE-EE1E1D283FBC}" srcOrd="0" destOrd="0" parTransId="{DADC381E-50C9-417D-85E1-1D8BBBEA18F9}" sibTransId="{42CD4B93-4640-4981-9C4B-65E22454C3F4}"/>
    <dgm:cxn modelId="{13E2BF39-3EE9-4C3A-BE34-B2BB33364BC4}" type="presOf" srcId="{B4F98C09-CD87-4F56-BC3F-C6CA5B14EAF2}" destId="{820730CE-74BA-4CED-A165-E8C6FB6290D9}" srcOrd="0" destOrd="0" presId="urn:microsoft.com/office/officeart/2005/8/layout/hierarchy1"/>
    <dgm:cxn modelId="{CD7F26AE-0DA5-421E-AE1F-89309094C1B1}" type="presParOf" srcId="{FA10850D-D0A2-4958-B6FB-6C4D31392691}" destId="{6642CFBA-C03E-4686-9C9E-C2E22C2A597E}" srcOrd="0" destOrd="0" presId="urn:microsoft.com/office/officeart/2005/8/layout/hierarchy1"/>
    <dgm:cxn modelId="{B94BBD35-B294-4C13-95BF-4472AD7120A0}" type="presParOf" srcId="{6642CFBA-C03E-4686-9C9E-C2E22C2A597E}" destId="{849EE798-C359-4309-8728-5ED9D074162A}" srcOrd="0" destOrd="0" presId="urn:microsoft.com/office/officeart/2005/8/layout/hierarchy1"/>
    <dgm:cxn modelId="{D367DC38-0191-4901-BD57-1006986839AC}" type="presParOf" srcId="{849EE798-C359-4309-8728-5ED9D074162A}" destId="{E5817FBA-EAC0-4006-BD2B-E6615368BCB9}" srcOrd="0" destOrd="0" presId="urn:microsoft.com/office/officeart/2005/8/layout/hierarchy1"/>
    <dgm:cxn modelId="{4E93507A-6987-4CE6-AD49-E75C33E13306}" type="presParOf" srcId="{849EE798-C359-4309-8728-5ED9D074162A}" destId="{5921565F-D623-47D2-961A-EE5B30CDD887}" srcOrd="1" destOrd="0" presId="urn:microsoft.com/office/officeart/2005/8/layout/hierarchy1"/>
    <dgm:cxn modelId="{151A0BBE-29FE-43CD-994B-B52ADDE4E0F0}" type="presParOf" srcId="{6642CFBA-C03E-4686-9C9E-C2E22C2A597E}" destId="{F93F61E7-139E-4A9C-9276-B3B1B46F1E98}" srcOrd="1" destOrd="0" presId="urn:microsoft.com/office/officeart/2005/8/layout/hierarchy1"/>
    <dgm:cxn modelId="{01695324-3BDB-4778-A03F-A970016AEA6D}" type="presParOf" srcId="{FA10850D-D0A2-4958-B6FB-6C4D31392691}" destId="{357F4E33-A8FA-4A30-A197-DFAF28FF9BDE}" srcOrd="1" destOrd="0" presId="urn:microsoft.com/office/officeart/2005/8/layout/hierarchy1"/>
    <dgm:cxn modelId="{7E0C47C8-A305-4F07-A99B-D89C958838ED}" type="presParOf" srcId="{357F4E33-A8FA-4A30-A197-DFAF28FF9BDE}" destId="{D479F06C-4AC9-4CE6-8321-0071D1B8A84D}" srcOrd="0" destOrd="0" presId="urn:microsoft.com/office/officeart/2005/8/layout/hierarchy1"/>
    <dgm:cxn modelId="{DA8C1FE4-27AD-4B33-8962-314E70514A3E}" type="presParOf" srcId="{D479F06C-4AC9-4CE6-8321-0071D1B8A84D}" destId="{382F0138-B6D7-44E9-8257-68D90457DC2E}" srcOrd="0" destOrd="0" presId="urn:microsoft.com/office/officeart/2005/8/layout/hierarchy1"/>
    <dgm:cxn modelId="{DB08BE50-C03D-4965-A5B9-D6B1ED5A7882}" type="presParOf" srcId="{D479F06C-4AC9-4CE6-8321-0071D1B8A84D}" destId="{820730CE-74BA-4CED-A165-E8C6FB6290D9}" srcOrd="1" destOrd="0" presId="urn:microsoft.com/office/officeart/2005/8/layout/hierarchy1"/>
    <dgm:cxn modelId="{A3240CB6-BC54-4286-A580-8BDF04EF0F75}" type="presParOf" srcId="{357F4E33-A8FA-4A30-A197-DFAF28FF9BDE}" destId="{B7CF678E-8A43-4F56-98E7-751B376A17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5B01AC-C552-49B4-9C1B-C391A171D3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D1D038D-0BB3-461C-AA1D-F9ADF5135B6C}">
      <dgm:prSet/>
      <dgm:spPr/>
      <dgm:t>
        <a:bodyPr/>
        <a:lstStyle/>
        <a:p>
          <a:r>
            <a:rPr lang="pl-PL"/>
            <a:t>Scrum jest ramą organizacji pracy opartą na krótkich iteracjach nazywanych sprintami.</a:t>
          </a:r>
          <a:br>
            <a:rPr lang="pl-PL"/>
          </a:br>
          <a:r>
            <a:rPr lang="pl-PL"/>
            <a:t>Każdy sprint trwa zwykle od jednego do czterech tygodni.</a:t>
          </a:r>
          <a:endParaRPr lang="en-US"/>
        </a:p>
      </dgm:t>
    </dgm:pt>
    <dgm:pt modelId="{257CA1F0-0BBF-4358-B8BC-65EDAFD4A74E}" type="parTrans" cxnId="{D505FB82-9507-4FD9-AD33-686270D85397}">
      <dgm:prSet/>
      <dgm:spPr/>
      <dgm:t>
        <a:bodyPr/>
        <a:lstStyle/>
        <a:p>
          <a:endParaRPr lang="en-US"/>
        </a:p>
      </dgm:t>
    </dgm:pt>
    <dgm:pt modelId="{B929FEAC-43A2-4BC1-B156-06E356334F5D}" type="sibTrans" cxnId="{D505FB82-9507-4FD9-AD33-686270D85397}">
      <dgm:prSet/>
      <dgm:spPr/>
      <dgm:t>
        <a:bodyPr/>
        <a:lstStyle/>
        <a:p>
          <a:endParaRPr lang="en-US"/>
        </a:p>
      </dgm:t>
    </dgm:pt>
    <dgm:pt modelId="{71515B09-C22F-4D24-BC6D-893F8038B809}">
      <dgm:prSet/>
      <dgm:spPr/>
      <dgm:t>
        <a:bodyPr/>
        <a:lstStyle/>
        <a:p>
          <a:r>
            <a:rPr lang="pl-PL"/>
            <a:t>W Scrumie występują trzy podstawowe role:</a:t>
          </a:r>
          <a:r>
            <a:rPr lang="en-US"/>
            <a:t> </a:t>
          </a:r>
          <a:r>
            <a:rPr lang="pl-PL"/>
            <a:t>Product Owner, Scrum Master, Developers. </a:t>
          </a:r>
          <a:endParaRPr lang="en-US"/>
        </a:p>
      </dgm:t>
    </dgm:pt>
    <dgm:pt modelId="{3E476434-9AC3-40B4-AAC5-4DA447764B8F}" type="parTrans" cxnId="{664DAE5B-7CF6-4F36-9617-A28E9F433340}">
      <dgm:prSet/>
      <dgm:spPr/>
      <dgm:t>
        <a:bodyPr/>
        <a:lstStyle/>
        <a:p>
          <a:endParaRPr lang="en-US"/>
        </a:p>
      </dgm:t>
    </dgm:pt>
    <dgm:pt modelId="{A49A925A-9EF5-4EC6-BE6F-DE732E406A94}" type="sibTrans" cxnId="{664DAE5B-7CF6-4F36-9617-A28E9F433340}">
      <dgm:prSet/>
      <dgm:spPr/>
      <dgm:t>
        <a:bodyPr/>
        <a:lstStyle/>
        <a:p>
          <a:endParaRPr lang="en-US"/>
        </a:p>
      </dgm:t>
    </dgm:pt>
    <dgm:pt modelId="{92896077-7CC2-4B8C-820F-690ED9ED5B1C}">
      <dgm:prSet/>
      <dgm:spPr/>
      <dgm:t>
        <a:bodyPr/>
        <a:lstStyle/>
        <a:p>
          <a:r>
            <a:rPr lang="pl-PL"/>
            <a:t>Każdy sprint kończy się dostarczeniem działającego przyrostu produktu.</a:t>
          </a:r>
          <a:endParaRPr lang="en-US"/>
        </a:p>
      </dgm:t>
    </dgm:pt>
    <dgm:pt modelId="{795AD8BD-9E1C-4462-BFFE-C2DB32A68B31}" type="parTrans" cxnId="{6233FBBE-F167-4F25-A245-8C08DB2B40A6}">
      <dgm:prSet/>
      <dgm:spPr/>
      <dgm:t>
        <a:bodyPr/>
        <a:lstStyle/>
        <a:p>
          <a:endParaRPr lang="en-US"/>
        </a:p>
      </dgm:t>
    </dgm:pt>
    <dgm:pt modelId="{6911EA66-62AC-4D44-A9BB-8741C1F9A678}" type="sibTrans" cxnId="{6233FBBE-F167-4F25-A245-8C08DB2B40A6}">
      <dgm:prSet/>
      <dgm:spPr/>
      <dgm:t>
        <a:bodyPr/>
        <a:lstStyle/>
        <a:p>
          <a:endParaRPr lang="en-US"/>
        </a:p>
      </dgm:t>
    </dgm:pt>
    <dgm:pt modelId="{D7E3985C-0782-4C0C-8D0D-BF79E5AD1DA6}" type="pres">
      <dgm:prSet presAssocID="{185B01AC-C552-49B4-9C1B-C391A171D328}" presName="root" presStyleCnt="0">
        <dgm:presLayoutVars>
          <dgm:dir/>
          <dgm:resizeHandles val="exact"/>
        </dgm:presLayoutVars>
      </dgm:prSet>
      <dgm:spPr/>
    </dgm:pt>
    <dgm:pt modelId="{D715AFBE-58C7-4114-B2DA-4F3B7D87CAC4}" type="pres">
      <dgm:prSet presAssocID="{4D1D038D-0BB3-461C-AA1D-F9ADF5135B6C}" presName="compNode" presStyleCnt="0"/>
      <dgm:spPr/>
    </dgm:pt>
    <dgm:pt modelId="{36EA157A-3D1C-4B71-BA2D-F2CEA3A1809A}" type="pres">
      <dgm:prSet presAssocID="{4D1D038D-0BB3-461C-AA1D-F9ADF5135B6C}" presName="bgRect" presStyleLbl="bgShp" presStyleIdx="0" presStyleCnt="3"/>
      <dgm:spPr/>
    </dgm:pt>
    <dgm:pt modelId="{1E0F4CAB-B047-429A-A128-2C55CE2D64AE}" type="pres">
      <dgm:prSet presAssocID="{4D1D038D-0BB3-461C-AA1D-F9ADF5135B6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7949B319-E682-422E-B62D-3E2459545236}" type="pres">
      <dgm:prSet presAssocID="{4D1D038D-0BB3-461C-AA1D-F9ADF5135B6C}" presName="spaceRect" presStyleCnt="0"/>
      <dgm:spPr/>
    </dgm:pt>
    <dgm:pt modelId="{9107FA40-3095-4E9C-8947-868EBC45300C}" type="pres">
      <dgm:prSet presAssocID="{4D1D038D-0BB3-461C-AA1D-F9ADF5135B6C}" presName="parTx" presStyleLbl="revTx" presStyleIdx="0" presStyleCnt="3">
        <dgm:presLayoutVars>
          <dgm:chMax val="0"/>
          <dgm:chPref val="0"/>
        </dgm:presLayoutVars>
      </dgm:prSet>
      <dgm:spPr/>
    </dgm:pt>
    <dgm:pt modelId="{47E6FA3F-ED89-4484-9B22-DE81D0AF5924}" type="pres">
      <dgm:prSet presAssocID="{B929FEAC-43A2-4BC1-B156-06E356334F5D}" presName="sibTrans" presStyleCnt="0"/>
      <dgm:spPr/>
    </dgm:pt>
    <dgm:pt modelId="{D22F41E9-BA6B-4D3A-B56F-34B3894B5FB8}" type="pres">
      <dgm:prSet presAssocID="{71515B09-C22F-4D24-BC6D-893F8038B809}" presName="compNode" presStyleCnt="0"/>
      <dgm:spPr/>
    </dgm:pt>
    <dgm:pt modelId="{118F3774-8B31-44A4-B062-6CA5ADC69078}" type="pres">
      <dgm:prSet presAssocID="{71515B09-C22F-4D24-BC6D-893F8038B809}" presName="bgRect" presStyleLbl="bgShp" presStyleIdx="1" presStyleCnt="3"/>
      <dgm:spPr/>
    </dgm:pt>
    <dgm:pt modelId="{6D2D13C9-E79D-40FA-9F63-81EBAE9DA480}" type="pres">
      <dgm:prSet presAssocID="{71515B09-C22F-4D24-BC6D-893F8038B80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4CA3F27E-3930-4906-8535-CF4D7E250884}" type="pres">
      <dgm:prSet presAssocID="{71515B09-C22F-4D24-BC6D-893F8038B809}" presName="spaceRect" presStyleCnt="0"/>
      <dgm:spPr/>
    </dgm:pt>
    <dgm:pt modelId="{63725CE8-F55D-47F8-A109-005A30B6CD1B}" type="pres">
      <dgm:prSet presAssocID="{71515B09-C22F-4D24-BC6D-893F8038B809}" presName="parTx" presStyleLbl="revTx" presStyleIdx="1" presStyleCnt="3">
        <dgm:presLayoutVars>
          <dgm:chMax val="0"/>
          <dgm:chPref val="0"/>
        </dgm:presLayoutVars>
      </dgm:prSet>
      <dgm:spPr/>
    </dgm:pt>
    <dgm:pt modelId="{E46DAF93-28C3-46AE-A984-3218208E38D5}" type="pres">
      <dgm:prSet presAssocID="{A49A925A-9EF5-4EC6-BE6F-DE732E406A94}" presName="sibTrans" presStyleCnt="0"/>
      <dgm:spPr/>
    </dgm:pt>
    <dgm:pt modelId="{ABAB78FB-B007-4300-8EAD-FE743F6632CD}" type="pres">
      <dgm:prSet presAssocID="{92896077-7CC2-4B8C-820F-690ED9ED5B1C}" presName="compNode" presStyleCnt="0"/>
      <dgm:spPr/>
    </dgm:pt>
    <dgm:pt modelId="{181BBCD6-ECD1-471D-8694-7A7EF23127A2}" type="pres">
      <dgm:prSet presAssocID="{92896077-7CC2-4B8C-820F-690ED9ED5B1C}" presName="bgRect" presStyleLbl="bgShp" presStyleIdx="2" presStyleCnt="3"/>
      <dgm:spPr/>
    </dgm:pt>
    <dgm:pt modelId="{9CD44D5E-927F-459A-B0ED-24BC2CC96E78}" type="pres">
      <dgm:prSet presAssocID="{92896077-7CC2-4B8C-820F-690ED9ED5B1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072F7B5D-57C5-4156-B7B4-17E301299593}" type="pres">
      <dgm:prSet presAssocID="{92896077-7CC2-4B8C-820F-690ED9ED5B1C}" presName="spaceRect" presStyleCnt="0"/>
      <dgm:spPr/>
    </dgm:pt>
    <dgm:pt modelId="{7ACBBC8F-1F16-498E-8758-A095CEE546B9}" type="pres">
      <dgm:prSet presAssocID="{92896077-7CC2-4B8C-820F-690ED9ED5B1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510C028-1CA4-425E-86A3-8694D1DAF457}" type="presOf" srcId="{4D1D038D-0BB3-461C-AA1D-F9ADF5135B6C}" destId="{9107FA40-3095-4E9C-8947-868EBC45300C}" srcOrd="0" destOrd="0" presId="urn:microsoft.com/office/officeart/2018/2/layout/IconVerticalSolidList"/>
    <dgm:cxn modelId="{664DAE5B-7CF6-4F36-9617-A28E9F433340}" srcId="{185B01AC-C552-49B4-9C1B-C391A171D328}" destId="{71515B09-C22F-4D24-BC6D-893F8038B809}" srcOrd="1" destOrd="0" parTransId="{3E476434-9AC3-40B4-AAC5-4DA447764B8F}" sibTransId="{A49A925A-9EF5-4EC6-BE6F-DE732E406A94}"/>
    <dgm:cxn modelId="{0E194041-945C-42AF-9218-6EF44CE48366}" type="presOf" srcId="{92896077-7CC2-4B8C-820F-690ED9ED5B1C}" destId="{7ACBBC8F-1F16-498E-8758-A095CEE546B9}" srcOrd="0" destOrd="0" presId="urn:microsoft.com/office/officeart/2018/2/layout/IconVerticalSolidList"/>
    <dgm:cxn modelId="{D505FB82-9507-4FD9-AD33-686270D85397}" srcId="{185B01AC-C552-49B4-9C1B-C391A171D328}" destId="{4D1D038D-0BB3-461C-AA1D-F9ADF5135B6C}" srcOrd="0" destOrd="0" parTransId="{257CA1F0-0BBF-4358-B8BC-65EDAFD4A74E}" sibTransId="{B929FEAC-43A2-4BC1-B156-06E356334F5D}"/>
    <dgm:cxn modelId="{6233FBBE-F167-4F25-A245-8C08DB2B40A6}" srcId="{185B01AC-C552-49B4-9C1B-C391A171D328}" destId="{92896077-7CC2-4B8C-820F-690ED9ED5B1C}" srcOrd="2" destOrd="0" parTransId="{795AD8BD-9E1C-4462-BFFE-C2DB32A68B31}" sibTransId="{6911EA66-62AC-4D44-A9BB-8741C1F9A678}"/>
    <dgm:cxn modelId="{EB6A2ED0-CA6B-4685-A1B1-5ED75F4CB1C2}" type="presOf" srcId="{71515B09-C22F-4D24-BC6D-893F8038B809}" destId="{63725CE8-F55D-47F8-A109-005A30B6CD1B}" srcOrd="0" destOrd="0" presId="urn:microsoft.com/office/officeart/2018/2/layout/IconVerticalSolidList"/>
    <dgm:cxn modelId="{A08C35F8-B965-4F7F-AFC0-E4C7E5829E34}" type="presOf" srcId="{185B01AC-C552-49B4-9C1B-C391A171D328}" destId="{D7E3985C-0782-4C0C-8D0D-BF79E5AD1DA6}" srcOrd="0" destOrd="0" presId="urn:microsoft.com/office/officeart/2018/2/layout/IconVerticalSolidList"/>
    <dgm:cxn modelId="{CD8BEB34-C400-4B5C-B878-C6B55899B83F}" type="presParOf" srcId="{D7E3985C-0782-4C0C-8D0D-BF79E5AD1DA6}" destId="{D715AFBE-58C7-4114-B2DA-4F3B7D87CAC4}" srcOrd="0" destOrd="0" presId="urn:microsoft.com/office/officeart/2018/2/layout/IconVerticalSolidList"/>
    <dgm:cxn modelId="{D6A271DC-E08E-4F97-8010-2FD4A8DF6E6F}" type="presParOf" srcId="{D715AFBE-58C7-4114-B2DA-4F3B7D87CAC4}" destId="{36EA157A-3D1C-4B71-BA2D-F2CEA3A1809A}" srcOrd="0" destOrd="0" presId="urn:microsoft.com/office/officeart/2018/2/layout/IconVerticalSolidList"/>
    <dgm:cxn modelId="{0E999FBC-D2F8-47FA-AE9B-0913B51B0B75}" type="presParOf" srcId="{D715AFBE-58C7-4114-B2DA-4F3B7D87CAC4}" destId="{1E0F4CAB-B047-429A-A128-2C55CE2D64AE}" srcOrd="1" destOrd="0" presId="urn:microsoft.com/office/officeart/2018/2/layout/IconVerticalSolidList"/>
    <dgm:cxn modelId="{B48D5FE5-31B7-46DC-B35B-87024271992D}" type="presParOf" srcId="{D715AFBE-58C7-4114-B2DA-4F3B7D87CAC4}" destId="{7949B319-E682-422E-B62D-3E2459545236}" srcOrd="2" destOrd="0" presId="urn:microsoft.com/office/officeart/2018/2/layout/IconVerticalSolidList"/>
    <dgm:cxn modelId="{69C4D9EA-A2FF-4BAB-87B7-682A134BD827}" type="presParOf" srcId="{D715AFBE-58C7-4114-B2DA-4F3B7D87CAC4}" destId="{9107FA40-3095-4E9C-8947-868EBC45300C}" srcOrd="3" destOrd="0" presId="urn:microsoft.com/office/officeart/2018/2/layout/IconVerticalSolidList"/>
    <dgm:cxn modelId="{838D4947-6D27-4618-8C89-274935B04F12}" type="presParOf" srcId="{D7E3985C-0782-4C0C-8D0D-BF79E5AD1DA6}" destId="{47E6FA3F-ED89-4484-9B22-DE81D0AF5924}" srcOrd="1" destOrd="0" presId="urn:microsoft.com/office/officeart/2018/2/layout/IconVerticalSolidList"/>
    <dgm:cxn modelId="{3824E226-035C-4DAB-9550-3D7922186D7F}" type="presParOf" srcId="{D7E3985C-0782-4C0C-8D0D-BF79E5AD1DA6}" destId="{D22F41E9-BA6B-4D3A-B56F-34B3894B5FB8}" srcOrd="2" destOrd="0" presId="urn:microsoft.com/office/officeart/2018/2/layout/IconVerticalSolidList"/>
    <dgm:cxn modelId="{224B77D2-D86C-4214-BC6C-57ECC0075E15}" type="presParOf" srcId="{D22F41E9-BA6B-4D3A-B56F-34B3894B5FB8}" destId="{118F3774-8B31-44A4-B062-6CA5ADC69078}" srcOrd="0" destOrd="0" presId="urn:microsoft.com/office/officeart/2018/2/layout/IconVerticalSolidList"/>
    <dgm:cxn modelId="{44AA4464-6322-48E1-853D-C67267EA3214}" type="presParOf" srcId="{D22F41E9-BA6B-4D3A-B56F-34B3894B5FB8}" destId="{6D2D13C9-E79D-40FA-9F63-81EBAE9DA480}" srcOrd="1" destOrd="0" presId="urn:microsoft.com/office/officeart/2018/2/layout/IconVerticalSolidList"/>
    <dgm:cxn modelId="{285F6575-9F34-489A-A9F4-67EAFE73DF48}" type="presParOf" srcId="{D22F41E9-BA6B-4D3A-B56F-34B3894B5FB8}" destId="{4CA3F27E-3930-4906-8535-CF4D7E250884}" srcOrd="2" destOrd="0" presId="urn:microsoft.com/office/officeart/2018/2/layout/IconVerticalSolidList"/>
    <dgm:cxn modelId="{0533B759-107C-4288-9D21-2570CDA08547}" type="presParOf" srcId="{D22F41E9-BA6B-4D3A-B56F-34B3894B5FB8}" destId="{63725CE8-F55D-47F8-A109-005A30B6CD1B}" srcOrd="3" destOrd="0" presId="urn:microsoft.com/office/officeart/2018/2/layout/IconVerticalSolidList"/>
    <dgm:cxn modelId="{D041C74A-5989-4619-A721-67F736F7FC1E}" type="presParOf" srcId="{D7E3985C-0782-4C0C-8D0D-BF79E5AD1DA6}" destId="{E46DAF93-28C3-46AE-A984-3218208E38D5}" srcOrd="3" destOrd="0" presId="urn:microsoft.com/office/officeart/2018/2/layout/IconVerticalSolidList"/>
    <dgm:cxn modelId="{7659620D-7F56-4051-A553-535F30AB394C}" type="presParOf" srcId="{D7E3985C-0782-4C0C-8D0D-BF79E5AD1DA6}" destId="{ABAB78FB-B007-4300-8EAD-FE743F6632CD}" srcOrd="4" destOrd="0" presId="urn:microsoft.com/office/officeart/2018/2/layout/IconVerticalSolidList"/>
    <dgm:cxn modelId="{0B2E707A-AC96-48E7-8E14-A47961C8FE9B}" type="presParOf" srcId="{ABAB78FB-B007-4300-8EAD-FE743F6632CD}" destId="{181BBCD6-ECD1-471D-8694-7A7EF23127A2}" srcOrd="0" destOrd="0" presId="urn:microsoft.com/office/officeart/2018/2/layout/IconVerticalSolidList"/>
    <dgm:cxn modelId="{0D374148-8020-4458-BDDE-7570F662E81E}" type="presParOf" srcId="{ABAB78FB-B007-4300-8EAD-FE743F6632CD}" destId="{9CD44D5E-927F-459A-B0ED-24BC2CC96E78}" srcOrd="1" destOrd="0" presId="urn:microsoft.com/office/officeart/2018/2/layout/IconVerticalSolidList"/>
    <dgm:cxn modelId="{0511A5BD-CB77-4381-92F1-A8B16878E134}" type="presParOf" srcId="{ABAB78FB-B007-4300-8EAD-FE743F6632CD}" destId="{072F7B5D-57C5-4156-B7B4-17E301299593}" srcOrd="2" destOrd="0" presId="urn:microsoft.com/office/officeart/2018/2/layout/IconVerticalSolidList"/>
    <dgm:cxn modelId="{CBC9E845-3F30-4E85-8FCC-07985366C176}" type="presParOf" srcId="{ABAB78FB-B007-4300-8EAD-FE743F6632CD}" destId="{7ACBBC8F-1F16-498E-8758-A095CEE546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E8E99F-7931-4BA4-9FE6-E002F2B72C7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AB7B724-D280-4778-9A88-948D5BCD8354}">
      <dgm:prSet/>
      <dgm:spPr/>
      <dgm:t>
        <a:bodyPr/>
        <a:lstStyle/>
        <a:p>
          <a:pPr>
            <a:defRPr cap="all"/>
          </a:pPr>
          <a:r>
            <a:rPr lang="pl-PL"/>
            <a:t>Skalowanie Agile polega na stosowaniu zasad zwinnych nie tylko w jednym zespole, ale w całej organizacji.</a:t>
          </a:r>
          <a:endParaRPr lang="en-US"/>
        </a:p>
      </dgm:t>
    </dgm:pt>
    <dgm:pt modelId="{298E3D76-3F0D-4F2B-9091-2D9B3FC96641}" type="parTrans" cxnId="{6D46431C-D0F8-453D-8C09-E333E35CE06E}">
      <dgm:prSet/>
      <dgm:spPr/>
      <dgm:t>
        <a:bodyPr/>
        <a:lstStyle/>
        <a:p>
          <a:endParaRPr lang="en-US"/>
        </a:p>
      </dgm:t>
    </dgm:pt>
    <dgm:pt modelId="{A9BBE148-25ED-4B0B-A996-3C4F11ACD44D}" type="sibTrans" cxnId="{6D46431C-D0F8-453D-8C09-E333E35CE06E}">
      <dgm:prSet/>
      <dgm:spPr/>
      <dgm:t>
        <a:bodyPr/>
        <a:lstStyle/>
        <a:p>
          <a:endParaRPr lang="en-US"/>
        </a:p>
      </dgm:t>
    </dgm:pt>
    <dgm:pt modelId="{2C856FDF-5991-4440-8727-AC78D18B5B12}">
      <dgm:prSet/>
      <dgm:spPr/>
      <dgm:t>
        <a:bodyPr/>
        <a:lstStyle/>
        <a:p>
          <a:pPr>
            <a:defRPr cap="all"/>
          </a:pPr>
          <a:r>
            <a:rPr lang="pl-PL"/>
            <a:t>Najpopularniejsze frameworki skalowania to:</a:t>
          </a:r>
          <a:r>
            <a:rPr lang="en-US"/>
            <a:t> </a:t>
          </a:r>
          <a:r>
            <a:rPr lang="pl-PL"/>
            <a:t>SAFe, LeSS, Nexus, Scrum@Scale.</a:t>
          </a:r>
          <a:endParaRPr lang="en-US"/>
        </a:p>
      </dgm:t>
    </dgm:pt>
    <dgm:pt modelId="{8A21EC15-5242-41FF-B098-F72CEE17A71C}" type="parTrans" cxnId="{6F7991F9-EF34-4593-BB9A-A91DFBF2654E}">
      <dgm:prSet/>
      <dgm:spPr/>
      <dgm:t>
        <a:bodyPr/>
        <a:lstStyle/>
        <a:p>
          <a:endParaRPr lang="en-US"/>
        </a:p>
      </dgm:t>
    </dgm:pt>
    <dgm:pt modelId="{68622D31-D00F-46FB-B88A-956876DA9FF8}" type="sibTrans" cxnId="{6F7991F9-EF34-4593-BB9A-A91DFBF2654E}">
      <dgm:prSet/>
      <dgm:spPr/>
      <dgm:t>
        <a:bodyPr/>
        <a:lstStyle/>
        <a:p>
          <a:endParaRPr lang="en-US"/>
        </a:p>
      </dgm:t>
    </dgm:pt>
    <dgm:pt modelId="{45B71F80-C095-4253-891D-3CDBE92867E4}">
      <dgm:prSet/>
      <dgm:spPr/>
      <dgm:t>
        <a:bodyPr/>
        <a:lstStyle/>
        <a:p>
          <a:pPr>
            <a:defRPr cap="all"/>
          </a:pPr>
          <a:r>
            <a:rPr lang="pl-PL"/>
            <a:t>Skalowanie jest potrzebne, gdy wiele zespołów pracuje nad jednym produktem.</a:t>
          </a:r>
          <a:endParaRPr lang="en-US"/>
        </a:p>
      </dgm:t>
    </dgm:pt>
    <dgm:pt modelId="{9486DED6-A9F0-4B3C-A6A3-0D42125D65B4}" type="parTrans" cxnId="{D2414B24-EBF0-4632-90ED-B3351F42B22B}">
      <dgm:prSet/>
      <dgm:spPr/>
      <dgm:t>
        <a:bodyPr/>
        <a:lstStyle/>
        <a:p>
          <a:endParaRPr lang="en-US"/>
        </a:p>
      </dgm:t>
    </dgm:pt>
    <dgm:pt modelId="{4C97AF88-8444-4324-AF27-9CCA2057310C}" type="sibTrans" cxnId="{D2414B24-EBF0-4632-90ED-B3351F42B22B}">
      <dgm:prSet/>
      <dgm:spPr/>
      <dgm:t>
        <a:bodyPr/>
        <a:lstStyle/>
        <a:p>
          <a:endParaRPr lang="en-US"/>
        </a:p>
      </dgm:t>
    </dgm:pt>
    <dgm:pt modelId="{8D178F1A-3CF2-4DEF-A069-869BAFE1C140}" type="pres">
      <dgm:prSet presAssocID="{EBE8E99F-7931-4BA4-9FE6-E002F2B72C72}" presName="root" presStyleCnt="0">
        <dgm:presLayoutVars>
          <dgm:dir/>
          <dgm:resizeHandles val="exact"/>
        </dgm:presLayoutVars>
      </dgm:prSet>
      <dgm:spPr/>
    </dgm:pt>
    <dgm:pt modelId="{4BC5E986-FBCB-4E8D-840F-A92666ED9957}" type="pres">
      <dgm:prSet presAssocID="{1AB7B724-D280-4778-9A88-948D5BCD8354}" presName="compNode" presStyleCnt="0"/>
      <dgm:spPr/>
    </dgm:pt>
    <dgm:pt modelId="{0DEBBA13-3AF7-44C9-A8ED-2552D5621E72}" type="pres">
      <dgm:prSet presAssocID="{1AB7B724-D280-4778-9A88-948D5BCD8354}" presName="iconBgRect" presStyleLbl="bgShp" presStyleIdx="0" presStyleCnt="3"/>
      <dgm:spPr/>
    </dgm:pt>
    <dgm:pt modelId="{FA33E301-080D-4662-9342-9C62F13D66E7}" type="pres">
      <dgm:prSet presAssocID="{1AB7B724-D280-4778-9A88-948D5BCD835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5AE77276-BA73-4AD1-9CC8-41905C52C6AB}" type="pres">
      <dgm:prSet presAssocID="{1AB7B724-D280-4778-9A88-948D5BCD8354}" presName="spaceRect" presStyleCnt="0"/>
      <dgm:spPr/>
    </dgm:pt>
    <dgm:pt modelId="{DD5390FE-8103-4832-BEA2-906A2338168E}" type="pres">
      <dgm:prSet presAssocID="{1AB7B724-D280-4778-9A88-948D5BCD8354}" presName="textRect" presStyleLbl="revTx" presStyleIdx="0" presStyleCnt="3">
        <dgm:presLayoutVars>
          <dgm:chMax val="1"/>
          <dgm:chPref val="1"/>
        </dgm:presLayoutVars>
      </dgm:prSet>
      <dgm:spPr/>
    </dgm:pt>
    <dgm:pt modelId="{4CF837B7-FFD3-44E8-8950-EB4685DE2368}" type="pres">
      <dgm:prSet presAssocID="{A9BBE148-25ED-4B0B-A996-3C4F11ACD44D}" presName="sibTrans" presStyleCnt="0"/>
      <dgm:spPr/>
    </dgm:pt>
    <dgm:pt modelId="{4331F04F-DC4B-431D-9CF3-7A4D80B49013}" type="pres">
      <dgm:prSet presAssocID="{2C856FDF-5991-4440-8727-AC78D18B5B12}" presName="compNode" presStyleCnt="0"/>
      <dgm:spPr/>
    </dgm:pt>
    <dgm:pt modelId="{F355684F-D8DD-4CD4-9FC5-81F87B2A6007}" type="pres">
      <dgm:prSet presAssocID="{2C856FDF-5991-4440-8727-AC78D18B5B12}" presName="iconBgRect" presStyleLbl="bgShp" presStyleIdx="1" presStyleCnt="3"/>
      <dgm:spPr/>
    </dgm:pt>
    <dgm:pt modelId="{560E16A5-A49C-4BE0-9DA4-E0EA420FD608}" type="pres">
      <dgm:prSet presAssocID="{2C856FDF-5991-4440-8727-AC78D18B5B1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złączony"/>
        </a:ext>
      </dgm:extLst>
    </dgm:pt>
    <dgm:pt modelId="{7445C9E8-7CF4-4B67-A9A9-948721813277}" type="pres">
      <dgm:prSet presAssocID="{2C856FDF-5991-4440-8727-AC78D18B5B12}" presName="spaceRect" presStyleCnt="0"/>
      <dgm:spPr/>
    </dgm:pt>
    <dgm:pt modelId="{E82AEEE1-4823-4459-9237-207E1A4A6F96}" type="pres">
      <dgm:prSet presAssocID="{2C856FDF-5991-4440-8727-AC78D18B5B12}" presName="textRect" presStyleLbl="revTx" presStyleIdx="1" presStyleCnt="3">
        <dgm:presLayoutVars>
          <dgm:chMax val="1"/>
          <dgm:chPref val="1"/>
        </dgm:presLayoutVars>
      </dgm:prSet>
      <dgm:spPr/>
    </dgm:pt>
    <dgm:pt modelId="{1F2458ED-1115-4EB9-A27A-7DE41F0329F0}" type="pres">
      <dgm:prSet presAssocID="{68622D31-D00F-46FB-B88A-956876DA9FF8}" presName="sibTrans" presStyleCnt="0"/>
      <dgm:spPr/>
    </dgm:pt>
    <dgm:pt modelId="{AE0539DE-7743-4B48-80CD-575BF453F158}" type="pres">
      <dgm:prSet presAssocID="{45B71F80-C095-4253-891D-3CDBE92867E4}" presName="compNode" presStyleCnt="0"/>
      <dgm:spPr/>
    </dgm:pt>
    <dgm:pt modelId="{D975AA48-8140-4C59-BB16-145679994EAF}" type="pres">
      <dgm:prSet presAssocID="{45B71F80-C095-4253-891D-3CDBE92867E4}" presName="iconBgRect" presStyleLbl="bgShp" presStyleIdx="2" presStyleCnt="3"/>
      <dgm:spPr/>
    </dgm:pt>
    <dgm:pt modelId="{B8AD7CA9-66DC-47E5-89F8-401DBB0064F6}" type="pres">
      <dgm:prSet presAssocID="{45B71F80-C095-4253-891D-3CDBE92867E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zdrowie"/>
        </a:ext>
      </dgm:extLst>
    </dgm:pt>
    <dgm:pt modelId="{82C9F957-49FB-4739-A67F-2C682EDCDF60}" type="pres">
      <dgm:prSet presAssocID="{45B71F80-C095-4253-891D-3CDBE92867E4}" presName="spaceRect" presStyleCnt="0"/>
      <dgm:spPr/>
    </dgm:pt>
    <dgm:pt modelId="{90C1E121-CB84-4E85-B364-0BBB52D10DD5}" type="pres">
      <dgm:prSet presAssocID="{45B71F80-C095-4253-891D-3CDBE92867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1FD8B14-2907-44AF-B0BC-6C74652F7AA8}" type="presOf" srcId="{45B71F80-C095-4253-891D-3CDBE92867E4}" destId="{90C1E121-CB84-4E85-B364-0BBB52D10DD5}" srcOrd="0" destOrd="0" presId="urn:microsoft.com/office/officeart/2018/5/layout/IconCircleLabelList"/>
    <dgm:cxn modelId="{6D46431C-D0F8-453D-8C09-E333E35CE06E}" srcId="{EBE8E99F-7931-4BA4-9FE6-E002F2B72C72}" destId="{1AB7B724-D280-4778-9A88-948D5BCD8354}" srcOrd="0" destOrd="0" parTransId="{298E3D76-3F0D-4F2B-9091-2D9B3FC96641}" sibTransId="{A9BBE148-25ED-4B0B-A996-3C4F11ACD44D}"/>
    <dgm:cxn modelId="{D2414B24-EBF0-4632-90ED-B3351F42B22B}" srcId="{EBE8E99F-7931-4BA4-9FE6-E002F2B72C72}" destId="{45B71F80-C095-4253-891D-3CDBE92867E4}" srcOrd="2" destOrd="0" parTransId="{9486DED6-A9F0-4B3C-A6A3-0D42125D65B4}" sibTransId="{4C97AF88-8444-4324-AF27-9CCA2057310C}"/>
    <dgm:cxn modelId="{8E767932-A9F0-404D-82D1-452C44CD7823}" type="presOf" srcId="{1AB7B724-D280-4778-9A88-948D5BCD8354}" destId="{DD5390FE-8103-4832-BEA2-906A2338168E}" srcOrd="0" destOrd="0" presId="urn:microsoft.com/office/officeart/2018/5/layout/IconCircleLabelList"/>
    <dgm:cxn modelId="{ED204E7D-F7C1-4D0C-9D00-5794F02CB747}" type="presOf" srcId="{EBE8E99F-7931-4BA4-9FE6-E002F2B72C72}" destId="{8D178F1A-3CF2-4DEF-A069-869BAFE1C140}" srcOrd="0" destOrd="0" presId="urn:microsoft.com/office/officeart/2018/5/layout/IconCircleLabelList"/>
    <dgm:cxn modelId="{ECB15E9C-DD97-45B8-B96A-02B1D953E7A9}" type="presOf" srcId="{2C856FDF-5991-4440-8727-AC78D18B5B12}" destId="{E82AEEE1-4823-4459-9237-207E1A4A6F96}" srcOrd="0" destOrd="0" presId="urn:microsoft.com/office/officeart/2018/5/layout/IconCircleLabelList"/>
    <dgm:cxn modelId="{6F7991F9-EF34-4593-BB9A-A91DFBF2654E}" srcId="{EBE8E99F-7931-4BA4-9FE6-E002F2B72C72}" destId="{2C856FDF-5991-4440-8727-AC78D18B5B12}" srcOrd="1" destOrd="0" parTransId="{8A21EC15-5242-41FF-B098-F72CEE17A71C}" sibTransId="{68622D31-D00F-46FB-B88A-956876DA9FF8}"/>
    <dgm:cxn modelId="{CA07F2DA-EF3E-4DFF-A4ED-4766EF56A067}" type="presParOf" srcId="{8D178F1A-3CF2-4DEF-A069-869BAFE1C140}" destId="{4BC5E986-FBCB-4E8D-840F-A92666ED9957}" srcOrd="0" destOrd="0" presId="urn:microsoft.com/office/officeart/2018/5/layout/IconCircleLabelList"/>
    <dgm:cxn modelId="{ACCEE304-2672-4E4D-85E3-EB029038D570}" type="presParOf" srcId="{4BC5E986-FBCB-4E8D-840F-A92666ED9957}" destId="{0DEBBA13-3AF7-44C9-A8ED-2552D5621E72}" srcOrd="0" destOrd="0" presId="urn:microsoft.com/office/officeart/2018/5/layout/IconCircleLabelList"/>
    <dgm:cxn modelId="{B9D91083-8636-4167-A14F-62FD93A3F4AC}" type="presParOf" srcId="{4BC5E986-FBCB-4E8D-840F-A92666ED9957}" destId="{FA33E301-080D-4662-9342-9C62F13D66E7}" srcOrd="1" destOrd="0" presId="urn:microsoft.com/office/officeart/2018/5/layout/IconCircleLabelList"/>
    <dgm:cxn modelId="{8FCEA8FA-FA89-448E-B4A6-6FDD92412ACC}" type="presParOf" srcId="{4BC5E986-FBCB-4E8D-840F-A92666ED9957}" destId="{5AE77276-BA73-4AD1-9CC8-41905C52C6AB}" srcOrd="2" destOrd="0" presId="urn:microsoft.com/office/officeart/2018/5/layout/IconCircleLabelList"/>
    <dgm:cxn modelId="{BABF9734-D3D2-4573-8B5A-7E397F5DCA50}" type="presParOf" srcId="{4BC5E986-FBCB-4E8D-840F-A92666ED9957}" destId="{DD5390FE-8103-4832-BEA2-906A2338168E}" srcOrd="3" destOrd="0" presId="urn:microsoft.com/office/officeart/2018/5/layout/IconCircleLabelList"/>
    <dgm:cxn modelId="{EA11ED9C-53E2-479C-843C-66FFF9CCE616}" type="presParOf" srcId="{8D178F1A-3CF2-4DEF-A069-869BAFE1C140}" destId="{4CF837B7-FFD3-44E8-8950-EB4685DE2368}" srcOrd="1" destOrd="0" presId="urn:microsoft.com/office/officeart/2018/5/layout/IconCircleLabelList"/>
    <dgm:cxn modelId="{A67F2068-3D80-44A9-97FA-79B3930D0357}" type="presParOf" srcId="{8D178F1A-3CF2-4DEF-A069-869BAFE1C140}" destId="{4331F04F-DC4B-431D-9CF3-7A4D80B49013}" srcOrd="2" destOrd="0" presId="urn:microsoft.com/office/officeart/2018/5/layout/IconCircleLabelList"/>
    <dgm:cxn modelId="{5198A386-1216-4419-ABFE-378D8FAF95CB}" type="presParOf" srcId="{4331F04F-DC4B-431D-9CF3-7A4D80B49013}" destId="{F355684F-D8DD-4CD4-9FC5-81F87B2A6007}" srcOrd="0" destOrd="0" presId="urn:microsoft.com/office/officeart/2018/5/layout/IconCircleLabelList"/>
    <dgm:cxn modelId="{FC21423C-A55D-499B-B323-01B5D5A69F28}" type="presParOf" srcId="{4331F04F-DC4B-431D-9CF3-7A4D80B49013}" destId="{560E16A5-A49C-4BE0-9DA4-E0EA420FD608}" srcOrd="1" destOrd="0" presId="urn:microsoft.com/office/officeart/2018/5/layout/IconCircleLabelList"/>
    <dgm:cxn modelId="{0C279F9D-56C4-4525-8FBE-CEEC91A9CEDB}" type="presParOf" srcId="{4331F04F-DC4B-431D-9CF3-7A4D80B49013}" destId="{7445C9E8-7CF4-4B67-A9A9-948721813277}" srcOrd="2" destOrd="0" presId="urn:microsoft.com/office/officeart/2018/5/layout/IconCircleLabelList"/>
    <dgm:cxn modelId="{491E7F8E-EB5F-4786-AFCD-1DE7D9EF4E17}" type="presParOf" srcId="{4331F04F-DC4B-431D-9CF3-7A4D80B49013}" destId="{E82AEEE1-4823-4459-9237-207E1A4A6F96}" srcOrd="3" destOrd="0" presId="urn:microsoft.com/office/officeart/2018/5/layout/IconCircleLabelList"/>
    <dgm:cxn modelId="{6245A917-A8D1-498F-89EC-822742AAAA82}" type="presParOf" srcId="{8D178F1A-3CF2-4DEF-A069-869BAFE1C140}" destId="{1F2458ED-1115-4EB9-A27A-7DE41F0329F0}" srcOrd="3" destOrd="0" presId="urn:microsoft.com/office/officeart/2018/5/layout/IconCircleLabelList"/>
    <dgm:cxn modelId="{6FA75450-46DF-4530-84A8-5CDF61ACA26C}" type="presParOf" srcId="{8D178F1A-3CF2-4DEF-A069-869BAFE1C140}" destId="{AE0539DE-7743-4B48-80CD-575BF453F158}" srcOrd="4" destOrd="0" presId="urn:microsoft.com/office/officeart/2018/5/layout/IconCircleLabelList"/>
    <dgm:cxn modelId="{8E70090A-BD8D-4C03-B1FA-3D181475DC78}" type="presParOf" srcId="{AE0539DE-7743-4B48-80CD-575BF453F158}" destId="{D975AA48-8140-4C59-BB16-145679994EAF}" srcOrd="0" destOrd="0" presId="urn:microsoft.com/office/officeart/2018/5/layout/IconCircleLabelList"/>
    <dgm:cxn modelId="{8AC86906-FF8E-489B-B86E-0E4F056418B6}" type="presParOf" srcId="{AE0539DE-7743-4B48-80CD-575BF453F158}" destId="{B8AD7CA9-66DC-47E5-89F8-401DBB0064F6}" srcOrd="1" destOrd="0" presId="urn:microsoft.com/office/officeart/2018/5/layout/IconCircleLabelList"/>
    <dgm:cxn modelId="{3009C6D5-2468-4035-834B-B846EAB57122}" type="presParOf" srcId="{AE0539DE-7743-4B48-80CD-575BF453F158}" destId="{82C9F957-49FB-4739-A67F-2C682EDCDF60}" srcOrd="2" destOrd="0" presId="urn:microsoft.com/office/officeart/2018/5/layout/IconCircleLabelList"/>
    <dgm:cxn modelId="{4CF323C2-1C5B-4C77-87FD-909BC67C7DEA}" type="presParOf" srcId="{AE0539DE-7743-4B48-80CD-575BF453F158}" destId="{90C1E121-CB84-4E85-B364-0BBB52D10D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977911-9F9F-41E4-B1DA-1E608DBE103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DAC6253-6C16-4FBA-8C5D-E322224EFA5D}">
      <dgm:prSet/>
      <dgm:spPr/>
      <dgm:t>
        <a:bodyPr/>
        <a:lstStyle/>
        <a:p>
          <a:r>
            <a:rPr lang="pl-PL"/>
            <a:t>Dobór metodyki powinien zależeć od:</a:t>
          </a:r>
          <a:endParaRPr lang="en-US"/>
        </a:p>
      </dgm:t>
    </dgm:pt>
    <dgm:pt modelId="{6360371B-AAFF-474A-8737-C0F6595F791E}" type="parTrans" cxnId="{51D36835-8D69-4AE9-B6E0-35440EE27FD2}">
      <dgm:prSet/>
      <dgm:spPr/>
      <dgm:t>
        <a:bodyPr/>
        <a:lstStyle/>
        <a:p>
          <a:endParaRPr lang="en-US"/>
        </a:p>
      </dgm:t>
    </dgm:pt>
    <dgm:pt modelId="{B561C622-6E99-4D60-99B4-7269453702CD}" type="sibTrans" cxnId="{51D36835-8D69-4AE9-B6E0-35440EE27FD2}">
      <dgm:prSet/>
      <dgm:spPr/>
      <dgm:t>
        <a:bodyPr/>
        <a:lstStyle/>
        <a:p>
          <a:endParaRPr lang="en-US"/>
        </a:p>
      </dgm:t>
    </dgm:pt>
    <dgm:pt modelId="{2BBC4FD2-3FF3-44C5-BA2E-7BA39AF9A2C5}">
      <dgm:prSet/>
      <dgm:spPr/>
      <dgm:t>
        <a:bodyPr/>
        <a:lstStyle/>
        <a:p>
          <a:r>
            <a:rPr lang="pl-PL"/>
            <a:t>stabilności wymagań, </a:t>
          </a:r>
          <a:endParaRPr lang="en-US"/>
        </a:p>
      </dgm:t>
    </dgm:pt>
    <dgm:pt modelId="{D346B7D4-1D76-45BA-957B-AB227B9D5F24}" type="parTrans" cxnId="{0B955FEF-3B81-45BD-9F51-E329E3E9B47A}">
      <dgm:prSet/>
      <dgm:spPr/>
      <dgm:t>
        <a:bodyPr/>
        <a:lstStyle/>
        <a:p>
          <a:endParaRPr lang="en-US"/>
        </a:p>
      </dgm:t>
    </dgm:pt>
    <dgm:pt modelId="{E735D0A1-DDDC-4C75-9CFD-2ABC817CE55E}" type="sibTrans" cxnId="{0B955FEF-3B81-45BD-9F51-E329E3E9B47A}">
      <dgm:prSet/>
      <dgm:spPr/>
      <dgm:t>
        <a:bodyPr/>
        <a:lstStyle/>
        <a:p>
          <a:endParaRPr lang="en-US"/>
        </a:p>
      </dgm:t>
    </dgm:pt>
    <dgm:pt modelId="{455EE2E2-DD6F-4608-87D7-450861C656FA}">
      <dgm:prSet/>
      <dgm:spPr/>
      <dgm:t>
        <a:bodyPr/>
        <a:lstStyle/>
        <a:p>
          <a:r>
            <a:rPr lang="pl-PL"/>
            <a:t>poziomu niepewności, </a:t>
          </a:r>
          <a:endParaRPr lang="en-US"/>
        </a:p>
      </dgm:t>
    </dgm:pt>
    <dgm:pt modelId="{8B9B0954-ECFC-4C7C-BACE-04960A9F2214}" type="parTrans" cxnId="{33A35B98-9217-42F4-B03C-8527D2D251C1}">
      <dgm:prSet/>
      <dgm:spPr/>
      <dgm:t>
        <a:bodyPr/>
        <a:lstStyle/>
        <a:p>
          <a:endParaRPr lang="en-US"/>
        </a:p>
      </dgm:t>
    </dgm:pt>
    <dgm:pt modelId="{EA78E92A-9211-4AA9-B362-201D70E95467}" type="sibTrans" cxnId="{33A35B98-9217-42F4-B03C-8527D2D251C1}">
      <dgm:prSet/>
      <dgm:spPr/>
      <dgm:t>
        <a:bodyPr/>
        <a:lstStyle/>
        <a:p>
          <a:endParaRPr lang="en-US"/>
        </a:p>
      </dgm:t>
    </dgm:pt>
    <dgm:pt modelId="{ABE3E5D8-B62F-40D7-A98A-73F072671C0C}">
      <dgm:prSet/>
      <dgm:spPr/>
      <dgm:t>
        <a:bodyPr/>
        <a:lstStyle/>
        <a:p>
          <a:r>
            <a:rPr lang="pl-PL"/>
            <a:t>wielkości zespołu, </a:t>
          </a:r>
          <a:endParaRPr lang="en-US"/>
        </a:p>
      </dgm:t>
    </dgm:pt>
    <dgm:pt modelId="{4CA3BF6D-6A8C-4493-9299-CEA226AA869E}" type="parTrans" cxnId="{2F5EC8C9-041B-472E-BFBA-5E62B18C2BB5}">
      <dgm:prSet/>
      <dgm:spPr/>
      <dgm:t>
        <a:bodyPr/>
        <a:lstStyle/>
        <a:p>
          <a:endParaRPr lang="en-US"/>
        </a:p>
      </dgm:t>
    </dgm:pt>
    <dgm:pt modelId="{CC1443CA-E486-413D-AB03-A0FFA830B64A}" type="sibTrans" cxnId="{2F5EC8C9-041B-472E-BFBA-5E62B18C2BB5}">
      <dgm:prSet/>
      <dgm:spPr/>
      <dgm:t>
        <a:bodyPr/>
        <a:lstStyle/>
        <a:p>
          <a:endParaRPr lang="en-US"/>
        </a:p>
      </dgm:t>
    </dgm:pt>
    <dgm:pt modelId="{6A5E03CA-96D8-44DC-AE2D-6F5007B797E7}">
      <dgm:prSet/>
      <dgm:spPr/>
      <dgm:t>
        <a:bodyPr/>
        <a:lstStyle/>
        <a:p>
          <a:r>
            <a:rPr lang="pl-PL"/>
            <a:t>złożoności technologii, </a:t>
          </a:r>
          <a:endParaRPr lang="en-US"/>
        </a:p>
      </dgm:t>
    </dgm:pt>
    <dgm:pt modelId="{C41DD736-7FE6-4EA0-B17D-B56A7E7E1F8F}" type="parTrans" cxnId="{3830E300-E6C3-4F3F-B59F-3795E6600E85}">
      <dgm:prSet/>
      <dgm:spPr/>
      <dgm:t>
        <a:bodyPr/>
        <a:lstStyle/>
        <a:p>
          <a:endParaRPr lang="en-US"/>
        </a:p>
      </dgm:t>
    </dgm:pt>
    <dgm:pt modelId="{78FBF395-8974-4DBA-B2BE-6E5975D18B76}" type="sibTrans" cxnId="{3830E300-E6C3-4F3F-B59F-3795E6600E85}">
      <dgm:prSet/>
      <dgm:spPr/>
      <dgm:t>
        <a:bodyPr/>
        <a:lstStyle/>
        <a:p>
          <a:endParaRPr lang="en-US"/>
        </a:p>
      </dgm:t>
    </dgm:pt>
    <dgm:pt modelId="{BF4ECE77-08C7-46DC-944A-23B62005887B}">
      <dgm:prSet/>
      <dgm:spPr/>
      <dgm:t>
        <a:bodyPr/>
        <a:lstStyle/>
        <a:p>
          <a:r>
            <a:rPr lang="pl-PL"/>
            <a:t>kultury organizacyjnej.</a:t>
          </a:r>
          <a:endParaRPr lang="en-US"/>
        </a:p>
      </dgm:t>
    </dgm:pt>
    <dgm:pt modelId="{EA04C5CE-8384-4681-9561-BF5745C55D8E}" type="parTrans" cxnId="{FA372292-F835-4758-90D1-B031B9D868C9}">
      <dgm:prSet/>
      <dgm:spPr/>
      <dgm:t>
        <a:bodyPr/>
        <a:lstStyle/>
        <a:p>
          <a:endParaRPr lang="en-US"/>
        </a:p>
      </dgm:t>
    </dgm:pt>
    <dgm:pt modelId="{6FC69BC7-4B67-47FD-AC12-348D30BD8A8F}" type="sibTrans" cxnId="{FA372292-F835-4758-90D1-B031B9D868C9}">
      <dgm:prSet/>
      <dgm:spPr/>
      <dgm:t>
        <a:bodyPr/>
        <a:lstStyle/>
        <a:p>
          <a:endParaRPr lang="en-US"/>
        </a:p>
      </dgm:t>
    </dgm:pt>
    <dgm:pt modelId="{49015B0C-1A08-411F-A61C-0E6EF2E44C19}" type="pres">
      <dgm:prSet presAssocID="{E1977911-9F9F-41E4-B1DA-1E608DBE1038}" presName="root" presStyleCnt="0">
        <dgm:presLayoutVars>
          <dgm:dir/>
          <dgm:resizeHandles val="exact"/>
        </dgm:presLayoutVars>
      </dgm:prSet>
      <dgm:spPr/>
    </dgm:pt>
    <dgm:pt modelId="{41B361B6-D491-472C-BD95-E9D3679A02B4}" type="pres">
      <dgm:prSet presAssocID="{3DAC6253-6C16-4FBA-8C5D-E322224EFA5D}" presName="compNode" presStyleCnt="0"/>
      <dgm:spPr/>
    </dgm:pt>
    <dgm:pt modelId="{1C1EC8F4-7E12-435F-9931-4442F21140AA}" type="pres">
      <dgm:prSet presAssocID="{3DAC6253-6C16-4FBA-8C5D-E322224EFA5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5EC0EB6-C03D-4F3D-B67D-5D886EBA5A58}" type="pres">
      <dgm:prSet presAssocID="{3DAC6253-6C16-4FBA-8C5D-E322224EFA5D}" presName="spaceRect" presStyleCnt="0"/>
      <dgm:spPr/>
    </dgm:pt>
    <dgm:pt modelId="{591293B4-E446-4EB5-814C-D3B1F080C58B}" type="pres">
      <dgm:prSet presAssocID="{3DAC6253-6C16-4FBA-8C5D-E322224EFA5D}" presName="textRect" presStyleLbl="revTx" presStyleIdx="0" presStyleCnt="6">
        <dgm:presLayoutVars>
          <dgm:chMax val="1"/>
          <dgm:chPref val="1"/>
        </dgm:presLayoutVars>
      </dgm:prSet>
      <dgm:spPr/>
    </dgm:pt>
    <dgm:pt modelId="{7BF2F469-58B1-4C60-9680-B24DAF17CFAD}" type="pres">
      <dgm:prSet presAssocID="{B561C622-6E99-4D60-99B4-7269453702CD}" presName="sibTrans" presStyleCnt="0"/>
      <dgm:spPr/>
    </dgm:pt>
    <dgm:pt modelId="{92492E01-5CA2-4230-A184-9531168F9960}" type="pres">
      <dgm:prSet presAssocID="{2BBC4FD2-3FF3-44C5-BA2E-7BA39AF9A2C5}" presName="compNode" presStyleCnt="0"/>
      <dgm:spPr/>
    </dgm:pt>
    <dgm:pt modelId="{FF17168A-C1A0-4664-A0A3-34589CF42751}" type="pres">
      <dgm:prSet presAssocID="{2BBC4FD2-3FF3-44C5-BA2E-7BA39AF9A2C5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5BB31B18-5AA7-4FAC-9D16-9125A945DB45}" type="pres">
      <dgm:prSet presAssocID="{2BBC4FD2-3FF3-44C5-BA2E-7BA39AF9A2C5}" presName="spaceRect" presStyleCnt="0"/>
      <dgm:spPr/>
    </dgm:pt>
    <dgm:pt modelId="{CCA2D6E8-9D30-4B9A-9D74-9B8B8371FF3E}" type="pres">
      <dgm:prSet presAssocID="{2BBC4FD2-3FF3-44C5-BA2E-7BA39AF9A2C5}" presName="textRect" presStyleLbl="revTx" presStyleIdx="1" presStyleCnt="6">
        <dgm:presLayoutVars>
          <dgm:chMax val="1"/>
          <dgm:chPref val="1"/>
        </dgm:presLayoutVars>
      </dgm:prSet>
      <dgm:spPr/>
    </dgm:pt>
    <dgm:pt modelId="{68C208EB-73D6-4233-B851-8C563C932D8D}" type="pres">
      <dgm:prSet presAssocID="{E735D0A1-DDDC-4C75-9CFD-2ABC817CE55E}" presName="sibTrans" presStyleCnt="0"/>
      <dgm:spPr/>
    </dgm:pt>
    <dgm:pt modelId="{CD65FD56-0095-41E8-A949-2DB27BFAC041}" type="pres">
      <dgm:prSet presAssocID="{455EE2E2-DD6F-4608-87D7-450861C656FA}" presName="compNode" presStyleCnt="0"/>
      <dgm:spPr/>
    </dgm:pt>
    <dgm:pt modelId="{2BE2C04C-4D0C-4C42-9CA2-6FE0FA1A57F3}" type="pres">
      <dgm:prSet presAssocID="{455EE2E2-DD6F-4608-87D7-450861C656F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01FCAAF-DACA-4F44-BFDC-CD58D508357A}" type="pres">
      <dgm:prSet presAssocID="{455EE2E2-DD6F-4608-87D7-450861C656FA}" presName="spaceRect" presStyleCnt="0"/>
      <dgm:spPr/>
    </dgm:pt>
    <dgm:pt modelId="{B306DEC9-EA84-45E1-A671-8E2B0DC1BCD0}" type="pres">
      <dgm:prSet presAssocID="{455EE2E2-DD6F-4608-87D7-450861C656FA}" presName="textRect" presStyleLbl="revTx" presStyleIdx="2" presStyleCnt="6">
        <dgm:presLayoutVars>
          <dgm:chMax val="1"/>
          <dgm:chPref val="1"/>
        </dgm:presLayoutVars>
      </dgm:prSet>
      <dgm:spPr/>
    </dgm:pt>
    <dgm:pt modelId="{0F5B4AC1-0641-4622-9125-DF4C2DFA67E5}" type="pres">
      <dgm:prSet presAssocID="{EA78E92A-9211-4AA9-B362-201D70E95467}" presName="sibTrans" presStyleCnt="0"/>
      <dgm:spPr/>
    </dgm:pt>
    <dgm:pt modelId="{10C9DCAC-D66D-45E5-A278-C606EE2DF711}" type="pres">
      <dgm:prSet presAssocID="{ABE3E5D8-B62F-40D7-A98A-73F072671C0C}" presName="compNode" presStyleCnt="0"/>
      <dgm:spPr/>
    </dgm:pt>
    <dgm:pt modelId="{949FD9A0-DB9A-41A6-B5A1-E73503103E2C}" type="pres">
      <dgm:prSet presAssocID="{ABE3E5D8-B62F-40D7-A98A-73F072671C0C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rnet"/>
        </a:ext>
      </dgm:extLst>
    </dgm:pt>
    <dgm:pt modelId="{63E53A6F-B929-4FD1-80F0-739A92F6A2A6}" type="pres">
      <dgm:prSet presAssocID="{ABE3E5D8-B62F-40D7-A98A-73F072671C0C}" presName="spaceRect" presStyleCnt="0"/>
      <dgm:spPr/>
    </dgm:pt>
    <dgm:pt modelId="{848C5805-AECB-44C5-B054-FF793EA670A0}" type="pres">
      <dgm:prSet presAssocID="{ABE3E5D8-B62F-40D7-A98A-73F072671C0C}" presName="textRect" presStyleLbl="revTx" presStyleIdx="3" presStyleCnt="6">
        <dgm:presLayoutVars>
          <dgm:chMax val="1"/>
          <dgm:chPref val="1"/>
        </dgm:presLayoutVars>
      </dgm:prSet>
      <dgm:spPr/>
    </dgm:pt>
    <dgm:pt modelId="{A31CD4F3-5DE6-4D4A-82B9-B02D165BAD64}" type="pres">
      <dgm:prSet presAssocID="{CC1443CA-E486-413D-AB03-A0FFA830B64A}" presName="sibTrans" presStyleCnt="0"/>
      <dgm:spPr/>
    </dgm:pt>
    <dgm:pt modelId="{C5ADAD23-9AD6-47BB-A6D6-42E9E4D99BE4}" type="pres">
      <dgm:prSet presAssocID="{6A5E03CA-96D8-44DC-AE2D-6F5007B797E7}" presName="compNode" presStyleCnt="0"/>
      <dgm:spPr/>
    </dgm:pt>
    <dgm:pt modelId="{8A57B153-0145-4556-A608-10B998102BCC}" type="pres">
      <dgm:prSet presAssocID="{6A5E03CA-96D8-44DC-AE2D-6F5007B797E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eć"/>
        </a:ext>
      </dgm:extLst>
    </dgm:pt>
    <dgm:pt modelId="{4EB1E990-7CE4-4D16-9F9B-7BEC329009CB}" type="pres">
      <dgm:prSet presAssocID="{6A5E03CA-96D8-44DC-AE2D-6F5007B797E7}" presName="spaceRect" presStyleCnt="0"/>
      <dgm:spPr/>
    </dgm:pt>
    <dgm:pt modelId="{53C033FC-C4C9-4694-9D0F-3CFB4972147A}" type="pres">
      <dgm:prSet presAssocID="{6A5E03CA-96D8-44DC-AE2D-6F5007B797E7}" presName="textRect" presStyleLbl="revTx" presStyleIdx="4" presStyleCnt="6">
        <dgm:presLayoutVars>
          <dgm:chMax val="1"/>
          <dgm:chPref val="1"/>
        </dgm:presLayoutVars>
      </dgm:prSet>
      <dgm:spPr/>
    </dgm:pt>
    <dgm:pt modelId="{476316A2-55D7-4F85-A858-0DCF338D82FE}" type="pres">
      <dgm:prSet presAssocID="{78FBF395-8974-4DBA-B2BE-6E5975D18B76}" presName="sibTrans" presStyleCnt="0"/>
      <dgm:spPr/>
    </dgm:pt>
    <dgm:pt modelId="{283C6BC1-17A1-4145-8089-3B69D2C6BC16}" type="pres">
      <dgm:prSet presAssocID="{BF4ECE77-08C7-46DC-944A-23B62005887B}" presName="compNode" presStyleCnt="0"/>
      <dgm:spPr/>
    </dgm:pt>
    <dgm:pt modelId="{B0161491-2108-4183-A50D-07A116C95133}" type="pres">
      <dgm:prSet presAssocID="{BF4ECE77-08C7-46DC-944A-23B62005887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a"/>
        </a:ext>
      </dgm:extLst>
    </dgm:pt>
    <dgm:pt modelId="{4856717C-73E7-4942-B8B3-06A1C9E20BA9}" type="pres">
      <dgm:prSet presAssocID="{BF4ECE77-08C7-46DC-944A-23B62005887B}" presName="spaceRect" presStyleCnt="0"/>
      <dgm:spPr/>
    </dgm:pt>
    <dgm:pt modelId="{DD35B633-422B-4A3D-BE1E-61F3F94A60C7}" type="pres">
      <dgm:prSet presAssocID="{BF4ECE77-08C7-46DC-944A-23B62005887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830E300-E6C3-4F3F-B59F-3795E6600E85}" srcId="{E1977911-9F9F-41E4-B1DA-1E608DBE1038}" destId="{6A5E03CA-96D8-44DC-AE2D-6F5007B797E7}" srcOrd="4" destOrd="0" parTransId="{C41DD736-7FE6-4EA0-B17D-B56A7E7E1F8F}" sibTransId="{78FBF395-8974-4DBA-B2BE-6E5975D18B76}"/>
    <dgm:cxn modelId="{9632A60E-D489-4CC1-81D2-8EBEF7DD4BBE}" type="presOf" srcId="{E1977911-9F9F-41E4-B1DA-1E608DBE1038}" destId="{49015B0C-1A08-411F-A61C-0E6EF2E44C19}" srcOrd="0" destOrd="0" presId="urn:microsoft.com/office/officeart/2018/2/layout/IconLabelList"/>
    <dgm:cxn modelId="{51D36835-8D69-4AE9-B6E0-35440EE27FD2}" srcId="{E1977911-9F9F-41E4-B1DA-1E608DBE1038}" destId="{3DAC6253-6C16-4FBA-8C5D-E322224EFA5D}" srcOrd="0" destOrd="0" parTransId="{6360371B-AAFF-474A-8737-C0F6595F791E}" sibTransId="{B561C622-6E99-4D60-99B4-7269453702CD}"/>
    <dgm:cxn modelId="{E2B4928D-FDDC-4BD4-BA2C-5FDF57B5743C}" type="presOf" srcId="{BF4ECE77-08C7-46DC-944A-23B62005887B}" destId="{DD35B633-422B-4A3D-BE1E-61F3F94A60C7}" srcOrd="0" destOrd="0" presId="urn:microsoft.com/office/officeart/2018/2/layout/IconLabelList"/>
    <dgm:cxn modelId="{4BE59F90-BC16-4DB5-A00A-4F20F8DBEE73}" type="presOf" srcId="{2BBC4FD2-3FF3-44C5-BA2E-7BA39AF9A2C5}" destId="{CCA2D6E8-9D30-4B9A-9D74-9B8B8371FF3E}" srcOrd="0" destOrd="0" presId="urn:microsoft.com/office/officeart/2018/2/layout/IconLabelList"/>
    <dgm:cxn modelId="{FA372292-F835-4758-90D1-B031B9D868C9}" srcId="{E1977911-9F9F-41E4-B1DA-1E608DBE1038}" destId="{BF4ECE77-08C7-46DC-944A-23B62005887B}" srcOrd="5" destOrd="0" parTransId="{EA04C5CE-8384-4681-9561-BF5745C55D8E}" sibTransId="{6FC69BC7-4B67-47FD-AC12-348D30BD8A8F}"/>
    <dgm:cxn modelId="{33A35B98-9217-42F4-B03C-8527D2D251C1}" srcId="{E1977911-9F9F-41E4-B1DA-1E608DBE1038}" destId="{455EE2E2-DD6F-4608-87D7-450861C656FA}" srcOrd="2" destOrd="0" parTransId="{8B9B0954-ECFC-4C7C-BACE-04960A9F2214}" sibTransId="{EA78E92A-9211-4AA9-B362-201D70E95467}"/>
    <dgm:cxn modelId="{ECF4669F-E8D3-43AD-BC64-65E73558DFA4}" type="presOf" srcId="{ABE3E5D8-B62F-40D7-A98A-73F072671C0C}" destId="{848C5805-AECB-44C5-B054-FF793EA670A0}" srcOrd="0" destOrd="0" presId="urn:microsoft.com/office/officeart/2018/2/layout/IconLabelList"/>
    <dgm:cxn modelId="{5E1E85B2-F107-419E-B6A3-1C7BFB986B00}" type="presOf" srcId="{6A5E03CA-96D8-44DC-AE2D-6F5007B797E7}" destId="{53C033FC-C4C9-4694-9D0F-3CFB4972147A}" srcOrd="0" destOrd="0" presId="urn:microsoft.com/office/officeart/2018/2/layout/IconLabelList"/>
    <dgm:cxn modelId="{CAE0B2BA-B43B-4D31-916E-264F4426A815}" type="presOf" srcId="{455EE2E2-DD6F-4608-87D7-450861C656FA}" destId="{B306DEC9-EA84-45E1-A671-8E2B0DC1BCD0}" srcOrd="0" destOrd="0" presId="urn:microsoft.com/office/officeart/2018/2/layout/IconLabelList"/>
    <dgm:cxn modelId="{6909C7C9-1E70-4FF5-941A-B125A9D05876}" type="presOf" srcId="{3DAC6253-6C16-4FBA-8C5D-E322224EFA5D}" destId="{591293B4-E446-4EB5-814C-D3B1F080C58B}" srcOrd="0" destOrd="0" presId="urn:microsoft.com/office/officeart/2018/2/layout/IconLabelList"/>
    <dgm:cxn modelId="{2F5EC8C9-041B-472E-BFBA-5E62B18C2BB5}" srcId="{E1977911-9F9F-41E4-B1DA-1E608DBE1038}" destId="{ABE3E5D8-B62F-40D7-A98A-73F072671C0C}" srcOrd="3" destOrd="0" parTransId="{4CA3BF6D-6A8C-4493-9299-CEA226AA869E}" sibTransId="{CC1443CA-E486-413D-AB03-A0FFA830B64A}"/>
    <dgm:cxn modelId="{0B955FEF-3B81-45BD-9F51-E329E3E9B47A}" srcId="{E1977911-9F9F-41E4-B1DA-1E608DBE1038}" destId="{2BBC4FD2-3FF3-44C5-BA2E-7BA39AF9A2C5}" srcOrd="1" destOrd="0" parTransId="{D346B7D4-1D76-45BA-957B-AB227B9D5F24}" sibTransId="{E735D0A1-DDDC-4C75-9CFD-2ABC817CE55E}"/>
    <dgm:cxn modelId="{4D50DA7E-BDC4-4C5B-AB5D-DA0FA1F7DE7D}" type="presParOf" srcId="{49015B0C-1A08-411F-A61C-0E6EF2E44C19}" destId="{41B361B6-D491-472C-BD95-E9D3679A02B4}" srcOrd="0" destOrd="0" presId="urn:microsoft.com/office/officeart/2018/2/layout/IconLabelList"/>
    <dgm:cxn modelId="{CF17FF19-4237-402D-B124-4DF9BF5528BF}" type="presParOf" srcId="{41B361B6-D491-472C-BD95-E9D3679A02B4}" destId="{1C1EC8F4-7E12-435F-9931-4442F21140AA}" srcOrd="0" destOrd="0" presId="urn:microsoft.com/office/officeart/2018/2/layout/IconLabelList"/>
    <dgm:cxn modelId="{2257881B-7B0C-4924-8F90-F7B0DFDEBF9F}" type="presParOf" srcId="{41B361B6-D491-472C-BD95-E9D3679A02B4}" destId="{45EC0EB6-C03D-4F3D-B67D-5D886EBA5A58}" srcOrd="1" destOrd="0" presId="urn:microsoft.com/office/officeart/2018/2/layout/IconLabelList"/>
    <dgm:cxn modelId="{6E4805E9-3504-47EC-A591-23471CDC7DEC}" type="presParOf" srcId="{41B361B6-D491-472C-BD95-E9D3679A02B4}" destId="{591293B4-E446-4EB5-814C-D3B1F080C58B}" srcOrd="2" destOrd="0" presId="urn:microsoft.com/office/officeart/2018/2/layout/IconLabelList"/>
    <dgm:cxn modelId="{768E8650-B8A4-4378-B3EE-DFD8ABD95B86}" type="presParOf" srcId="{49015B0C-1A08-411F-A61C-0E6EF2E44C19}" destId="{7BF2F469-58B1-4C60-9680-B24DAF17CFAD}" srcOrd="1" destOrd="0" presId="urn:microsoft.com/office/officeart/2018/2/layout/IconLabelList"/>
    <dgm:cxn modelId="{3C57ECDB-4813-42F4-BDD5-549ED8F2FB7B}" type="presParOf" srcId="{49015B0C-1A08-411F-A61C-0E6EF2E44C19}" destId="{92492E01-5CA2-4230-A184-9531168F9960}" srcOrd="2" destOrd="0" presId="urn:microsoft.com/office/officeart/2018/2/layout/IconLabelList"/>
    <dgm:cxn modelId="{029B7AA9-7AB3-460C-AFC4-76FC7EAA540B}" type="presParOf" srcId="{92492E01-5CA2-4230-A184-9531168F9960}" destId="{FF17168A-C1A0-4664-A0A3-34589CF42751}" srcOrd="0" destOrd="0" presId="urn:microsoft.com/office/officeart/2018/2/layout/IconLabelList"/>
    <dgm:cxn modelId="{3DAD52F4-B15B-46E8-9568-05EF8C786314}" type="presParOf" srcId="{92492E01-5CA2-4230-A184-9531168F9960}" destId="{5BB31B18-5AA7-4FAC-9D16-9125A945DB45}" srcOrd="1" destOrd="0" presId="urn:microsoft.com/office/officeart/2018/2/layout/IconLabelList"/>
    <dgm:cxn modelId="{46839090-4EDC-4D7F-87D1-20E04CCF3BB8}" type="presParOf" srcId="{92492E01-5CA2-4230-A184-9531168F9960}" destId="{CCA2D6E8-9D30-4B9A-9D74-9B8B8371FF3E}" srcOrd="2" destOrd="0" presId="urn:microsoft.com/office/officeart/2018/2/layout/IconLabelList"/>
    <dgm:cxn modelId="{B34C2D23-3D4A-489D-9050-055B8FA11DAF}" type="presParOf" srcId="{49015B0C-1A08-411F-A61C-0E6EF2E44C19}" destId="{68C208EB-73D6-4233-B851-8C563C932D8D}" srcOrd="3" destOrd="0" presId="urn:microsoft.com/office/officeart/2018/2/layout/IconLabelList"/>
    <dgm:cxn modelId="{2AEF576F-44BB-45EB-9473-5D1ABF367005}" type="presParOf" srcId="{49015B0C-1A08-411F-A61C-0E6EF2E44C19}" destId="{CD65FD56-0095-41E8-A949-2DB27BFAC041}" srcOrd="4" destOrd="0" presId="urn:microsoft.com/office/officeart/2018/2/layout/IconLabelList"/>
    <dgm:cxn modelId="{07E17275-37DD-4576-9C84-6860B5B84806}" type="presParOf" srcId="{CD65FD56-0095-41E8-A949-2DB27BFAC041}" destId="{2BE2C04C-4D0C-4C42-9CA2-6FE0FA1A57F3}" srcOrd="0" destOrd="0" presId="urn:microsoft.com/office/officeart/2018/2/layout/IconLabelList"/>
    <dgm:cxn modelId="{3AEA0A3E-7F7D-49D7-89AE-7445130302F1}" type="presParOf" srcId="{CD65FD56-0095-41E8-A949-2DB27BFAC041}" destId="{D01FCAAF-DACA-4F44-BFDC-CD58D508357A}" srcOrd="1" destOrd="0" presId="urn:microsoft.com/office/officeart/2018/2/layout/IconLabelList"/>
    <dgm:cxn modelId="{FD0F582B-C923-4148-BF97-D607BC84D3B2}" type="presParOf" srcId="{CD65FD56-0095-41E8-A949-2DB27BFAC041}" destId="{B306DEC9-EA84-45E1-A671-8E2B0DC1BCD0}" srcOrd="2" destOrd="0" presId="urn:microsoft.com/office/officeart/2018/2/layout/IconLabelList"/>
    <dgm:cxn modelId="{4EB917C2-C272-4ECA-A2B2-715113F77B63}" type="presParOf" srcId="{49015B0C-1A08-411F-A61C-0E6EF2E44C19}" destId="{0F5B4AC1-0641-4622-9125-DF4C2DFA67E5}" srcOrd="5" destOrd="0" presId="urn:microsoft.com/office/officeart/2018/2/layout/IconLabelList"/>
    <dgm:cxn modelId="{0CB89F76-A6E3-420F-91DA-EC840C2490E6}" type="presParOf" srcId="{49015B0C-1A08-411F-A61C-0E6EF2E44C19}" destId="{10C9DCAC-D66D-45E5-A278-C606EE2DF711}" srcOrd="6" destOrd="0" presId="urn:microsoft.com/office/officeart/2018/2/layout/IconLabelList"/>
    <dgm:cxn modelId="{4DB484CD-36DE-44A7-8F65-CA076E509D75}" type="presParOf" srcId="{10C9DCAC-D66D-45E5-A278-C606EE2DF711}" destId="{949FD9A0-DB9A-41A6-B5A1-E73503103E2C}" srcOrd="0" destOrd="0" presId="urn:microsoft.com/office/officeart/2018/2/layout/IconLabelList"/>
    <dgm:cxn modelId="{0835BE34-F043-4F82-BFEB-439D291CCC00}" type="presParOf" srcId="{10C9DCAC-D66D-45E5-A278-C606EE2DF711}" destId="{63E53A6F-B929-4FD1-80F0-739A92F6A2A6}" srcOrd="1" destOrd="0" presId="urn:microsoft.com/office/officeart/2018/2/layout/IconLabelList"/>
    <dgm:cxn modelId="{9D2E9437-BF64-4C20-BD68-01A13A87F2FD}" type="presParOf" srcId="{10C9DCAC-D66D-45E5-A278-C606EE2DF711}" destId="{848C5805-AECB-44C5-B054-FF793EA670A0}" srcOrd="2" destOrd="0" presId="urn:microsoft.com/office/officeart/2018/2/layout/IconLabelList"/>
    <dgm:cxn modelId="{8A7DC4D6-D040-4080-A178-47D948BF4749}" type="presParOf" srcId="{49015B0C-1A08-411F-A61C-0E6EF2E44C19}" destId="{A31CD4F3-5DE6-4D4A-82B9-B02D165BAD64}" srcOrd="7" destOrd="0" presId="urn:microsoft.com/office/officeart/2018/2/layout/IconLabelList"/>
    <dgm:cxn modelId="{38F10801-52C4-4FBF-8AE9-6007E34C8811}" type="presParOf" srcId="{49015B0C-1A08-411F-A61C-0E6EF2E44C19}" destId="{C5ADAD23-9AD6-47BB-A6D6-42E9E4D99BE4}" srcOrd="8" destOrd="0" presId="urn:microsoft.com/office/officeart/2018/2/layout/IconLabelList"/>
    <dgm:cxn modelId="{25C534A7-E224-4E47-BB9F-2B2FC433237D}" type="presParOf" srcId="{C5ADAD23-9AD6-47BB-A6D6-42E9E4D99BE4}" destId="{8A57B153-0145-4556-A608-10B998102BCC}" srcOrd="0" destOrd="0" presId="urn:microsoft.com/office/officeart/2018/2/layout/IconLabelList"/>
    <dgm:cxn modelId="{D366A6F9-8ADE-4652-A379-0F07261E8E78}" type="presParOf" srcId="{C5ADAD23-9AD6-47BB-A6D6-42E9E4D99BE4}" destId="{4EB1E990-7CE4-4D16-9F9B-7BEC329009CB}" srcOrd="1" destOrd="0" presId="urn:microsoft.com/office/officeart/2018/2/layout/IconLabelList"/>
    <dgm:cxn modelId="{852DB566-F40C-481E-B97B-DD35A61024D8}" type="presParOf" srcId="{C5ADAD23-9AD6-47BB-A6D6-42E9E4D99BE4}" destId="{53C033FC-C4C9-4694-9D0F-3CFB4972147A}" srcOrd="2" destOrd="0" presId="urn:microsoft.com/office/officeart/2018/2/layout/IconLabelList"/>
    <dgm:cxn modelId="{55CDA4E9-EE92-4DB7-855C-2046595B3F28}" type="presParOf" srcId="{49015B0C-1A08-411F-A61C-0E6EF2E44C19}" destId="{476316A2-55D7-4F85-A858-0DCF338D82FE}" srcOrd="9" destOrd="0" presId="urn:microsoft.com/office/officeart/2018/2/layout/IconLabelList"/>
    <dgm:cxn modelId="{CEE5C2D5-87FA-4D2F-BCFB-8306AC1CE394}" type="presParOf" srcId="{49015B0C-1A08-411F-A61C-0E6EF2E44C19}" destId="{283C6BC1-17A1-4145-8089-3B69D2C6BC16}" srcOrd="10" destOrd="0" presId="urn:microsoft.com/office/officeart/2018/2/layout/IconLabelList"/>
    <dgm:cxn modelId="{F105E8CF-EAA4-4C49-9EFC-5E7AF0C405BF}" type="presParOf" srcId="{283C6BC1-17A1-4145-8089-3B69D2C6BC16}" destId="{B0161491-2108-4183-A50D-07A116C95133}" srcOrd="0" destOrd="0" presId="urn:microsoft.com/office/officeart/2018/2/layout/IconLabelList"/>
    <dgm:cxn modelId="{E7E6637E-B748-41D3-AA9C-1FB0AEAC51C8}" type="presParOf" srcId="{283C6BC1-17A1-4145-8089-3B69D2C6BC16}" destId="{4856717C-73E7-4942-B8B3-06A1C9E20BA9}" srcOrd="1" destOrd="0" presId="urn:microsoft.com/office/officeart/2018/2/layout/IconLabelList"/>
    <dgm:cxn modelId="{5ACC9E92-3841-4EB7-BD64-4A4C21870127}" type="presParOf" srcId="{283C6BC1-17A1-4145-8089-3B69D2C6BC16}" destId="{DD35B633-422B-4A3D-BE1E-61F3F94A60C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F7CDAB-F7DC-433D-9205-EFEF4CE2BBC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453ED2D-6B19-4DF1-97DA-EB7649F022A1}">
      <dgm:prSet/>
      <dgm:spPr/>
      <dgm:t>
        <a:bodyPr/>
        <a:lstStyle/>
        <a:p>
          <a:r>
            <a:rPr lang="pl-PL"/>
            <a:t>Podejście hybrydowe polega na łączeniu elementów metodyk tradycyjnych i zwinnych.</a:t>
          </a:r>
          <a:endParaRPr lang="en-US"/>
        </a:p>
      </dgm:t>
    </dgm:pt>
    <dgm:pt modelId="{4698E3A9-BFBF-4DF9-8385-D9CC671342FA}" type="parTrans" cxnId="{70F764C9-6698-4585-ADCC-28A685DFFD02}">
      <dgm:prSet/>
      <dgm:spPr/>
      <dgm:t>
        <a:bodyPr/>
        <a:lstStyle/>
        <a:p>
          <a:endParaRPr lang="en-US"/>
        </a:p>
      </dgm:t>
    </dgm:pt>
    <dgm:pt modelId="{F0BB7526-8D0F-4E5E-9DA4-D0577CD0B6B5}" type="sibTrans" cxnId="{70F764C9-6698-4585-ADCC-28A685DFFD02}">
      <dgm:prSet/>
      <dgm:spPr/>
      <dgm:t>
        <a:bodyPr/>
        <a:lstStyle/>
        <a:p>
          <a:endParaRPr lang="en-US"/>
        </a:p>
      </dgm:t>
    </dgm:pt>
    <dgm:pt modelId="{1A387374-485A-4923-9A8D-8AE83CBFD301}">
      <dgm:prSet/>
      <dgm:spPr/>
      <dgm:t>
        <a:bodyPr/>
        <a:lstStyle/>
        <a:p>
          <a:r>
            <a:rPr lang="pl-PL"/>
            <a:t>Na przykład:</a:t>
          </a:r>
          <a:r>
            <a:rPr lang="en-US"/>
            <a:t> </a:t>
          </a:r>
          <a:r>
            <a:rPr lang="pl-PL"/>
            <a:t>planowanie strategiczne w stylu PMBOK,</a:t>
          </a:r>
          <a:r>
            <a:rPr lang="en-US"/>
            <a:t> </a:t>
          </a:r>
          <a:r>
            <a:rPr lang="pl-PL"/>
            <a:t>realizacja iteracyjna w Scrum, </a:t>
          </a:r>
          <a:r>
            <a:rPr lang="en-US"/>
            <a:t>a </a:t>
          </a:r>
          <a:r>
            <a:rPr lang="pl-PL"/>
            <a:t>kontrola ryzyka według klasycznych standardów.</a:t>
          </a:r>
          <a:endParaRPr lang="en-US"/>
        </a:p>
      </dgm:t>
    </dgm:pt>
    <dgm:pt modelId="{ABF46E0F-401F-4732-A63C-9822F5A6CCE4}" type="parTrans" cxnId="{14BEFC80-BA6C-423A-B8DA-39CDD4E55C06}">
      <dgm:prSet/>
      <dgm:spPr/>
      <dgm:t>
        <a:bodyPr/>
        <a:lstStyle/>
        <a:p>
          <a:endParaRPr lang="en-US"/>
        </a:p>
      </dgm:t>
    </dgm:pt>
    <dgm:pt modelId="{0A76F1A8-5D45-4DBA-A62F-D02D1E770194}" type="sibTrans" cxnId="{14BEFC80-BA6C-423A-B8DA-39CDD4E55C06}">
      <dgm:prSet/>
      <dgm:spPr/>
      <dgm:t>
        <a:bodyPr/>
        <a:lstStyle/>
        <a:p>
          <a:endParaRPr lang="en-US"/>
        </a:p>
      </dgm:t>
    </dgm:pt>
    <dgm:pt modelId="{472F9EA8-9D96-4E7C-95E7-7CC590687410}">
      <dgm:prSet/>
      <dgm:spPr/>
      <dgm:t>
        <a:bodyPr/>
        <a:lstStyle/>
        <a:p>
          <a:r>
            <a:rPr lang="pl-PL"/>
            <a:t>Coraz więcej organizacji nie wybiera jednej metodyki, lecz łączy najlepsze elementy różnych podejść</a:t>
          </a:r>
          <a:endParaRPr lang="en-US"/>
        </a:p>
      </dgm:t>
    </dgm:pt>
    <dgm:pt modelId="{371B0960-CFE1-4784-9EA2-AFE5BF2AE5F0}" type="parTrans" cxnId="{A8A24BB4-AA23-4A05-8BA4-B46EA8D0777F}">
      <dgm:prSet/>
      <dgm:spPr/>
      <dgm:t>
        <a:bodyPr/>
        <a:lstStyle/>
        <a:p>
          <a:endParaRPr lang="en-US"/>
        </a:p>
      </dgm:t>
    </dgm:pt>
    <dgm:pt modelId="{A1878689-55C6-411B-9554-A3052F256F43}" type="sibTrans" cxnId="{A8A24BB4-AA23-4A05-8BA4-B46EA8D0777F}">
      <dgm:prSet/>
      <dgm:spPr/>
      <dgm:t>
        <a:bodyPr/>
        <a:lstStyle/>
        <a:p>
          <a:endParaRPr lang="en-US"/>
        </a:p>
      </dgm:t>
    </dgm:pt>
    <dgm:pt modelId="{DE38319C-DA96-42D2-BAC9-9E50FCB7C1C9}" type="pres">
      <dgm:prSet presAssocID="{05F7CDAB-F7DC-433D-9205-EFEF4CE2BB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4B7AF9-2D11-4962-B786-F9A6730E66F1}" type="pres">
      <dgm:prSet presAssocID="{B453ED2D-6B19-4DF1-97DA-EB7649F022A1}" presName="hierRoot1" presStyleCnt="0"/>
      <dgm:spPr/>
    </dgm:pt>
    <dgm:pt modelId="{23E4D733-F016-44ED-894D-DD0D23543FBD}" type="pres">
      <dgm:prSet presAssocID="{B453ED2D-6B19-4DF1-97DA-EB7649F022A1}" presName="composite" presStyleCnt="0"/>
      <dgm:spPr/>
    </dgm:pt>
    <dgm:pt modelId="{20D3FB31-7574-4A4F-AB33-A651D91D6E84}" type="pres">
      <dgm:prSet presAssocID="{B453ED2D-6B19-4DF1-97DA-EB7649F022A1}" presName="background" presStyleLbl="node0" presStyleIdx="0" presStyleCnt="3"/>
      <dgm:spPr/>
    </dgm:pt>
    <dgm:pt modelId="{991F600B-4555-4208-B2AE-A0235E2F1018}" type="pres">
      <dgm:prSet presAssocID="{B453ED2D-6B19-4DF1-97DA-EB7649F022A1}" presName="text" presStyleLbl="fgAcc0" presStyleIdx="0" presStyleCnt="3">
        <dgm:presLayoutVars>
          <dgm:chPref val="3"/>
        </dgm:presLayoutVars>
      </dgm:prSet>
      <dgm:spPr/>
    </dgm:pt>
    <dgm:pt modelId="{522A01E3-D455-4E54-A751-240230496662}" type="pres">
      <dgm:prSet presAssocID="{B453ED2D-6B19-4DF1-97DA-EB7649F022A1}" presName="hierChild2" presStyleCnt="0"/>
      <dgm:spPr/>
    </dgm:pt>
    <dgm:pt modelId="{452F4D44-CBC2-4767-B2EF-FA6757C4F4C3}" type="pres">
      <dgm:prSet presAssocID="{1A387374-485A-4923-9A8D-8AE83CBFD301}" presName="hierRoot1" presStyleCnt="0"/>
      <dgm:spPr/>
    </dgm:pt>
    <dgm:pt modelId="{EB522F3E-E5DB-42C1-AAF7-A0D4AC151883}" type="pres">
      <dgm:prSet presAssocID="{1A387374-485A-4923-9A8D-8AE83CBFD301}" presName="composite" presStyleCnt="0"/>
      <dgm:spPr/>
    </dgm:pt>
    <dgm:pt modelId="{7AD2BD04-E118-45E3-BC3A-6D102106DCEE}" type="pres">
      <dgm:prSet presAssocID="{1A387374-485A-4923-9A8D-8AE83CBFD301}" presName="background" presStyleLbl="node0" presStyleIdx="1" presStyleCnt="3"/>
      <dgm:spPr/>
    </dgm:pt>
    <dgm:pt modelId="{6CD2C61E-5BF6-478B-BAE4-3B10BC5206FA}" type="pres">
      <dgm:prSet presAssocID="{1A387374-485A-4923-9A8D-8AE83CBFD301}" presName="text" presStyleLbl="fgAcc0" presStyleIdx="1" presStyleCnt="3">
        <dgm:presLayoutVars>
          <dgm:chPref val="3"/>
        </dgm:presLayoutVars>
      </dgm:prSet>
      <dgm:spPr/>
    </dgm:pt>
    <dgm:pt modelId="{35D1AB27-C58F-417C-B70A-14FC77DDE3BF}" type="pres">
      <dgm:prSet presAssocID="{1A387374-485A-4923-9A8D-8AE83CBFD301}" presName="hierChild2" presStyleCnt="0"/>
      <dgm:spPr/>
    </dgm:pt>
    <dgm:pt modelId="{D3D881D3-D228-4301-9C7A-9D24ABAE3536}" type="pres">
      <dgm:prSet presAssocID="{472F9EA8-9D96-4E7C-95E7-7CC590687410}" presName="hierRoot1" presStyleCnt="0"/>
      <dgm:spPr/>
    </dgm:pt>
    <dgm:pt modelId="{6BDE76E3-021A-4C62-9451-A7E119F2079A}" type="pres">
      <dgm:prSet presAssocID="{472F9EA8-9D96-4E7C-95E7-7CC590687410}" presName="composite" presStyleCnt="0"/>
      <dgm:spPr/>
    </dgm:pt>
    <dgm:pt modelId="{69B12942-305F-4F85-AC18-267B52AC6E11}" type="pres">
      <dgm:prSet presAssocID="{472F9EA8-9D96-4E7C-95E7-7CC590687410}" presName="background" presStyleLbl="node0" presStyleIdx="2" presStyleCnt="3"/>
      <dgm:spPr/>
    </dgm:pt>
    <dgm:pt modelId="{B94E9CE6-B34C-4E06-A993-4B442A42AEB1}" type="pres">
      <dgm:prSet presAssocID="{472F9EA8-9D96-4E7C-95E7-7CC590687410}" presName="text" presStyleLbl="fgAcc0" presStyleIdx="2" presStyleCnt="3">
        <dgm:presLayoutVars>
          <dgm:chPref val="3"/>
        </dgm:presLayoutVars>
      </dgm:prSet>
      <dgm:spPr/>
    </dgm:pt>
    <dgm:pt modelId="{E109F29C-A1FB-4705-ACF2-F98FD1FEDBC4}" type="pres">
      <dgm:prSet presAssocID="{472F9EA8-9D96-4E7C-95E7-7CC590687410}" presName="hierChild2" presStyleCnt="0"/>
      <dgm:spPr/>
    </dgm:pt>
  </dgm:ptLst>
  <dgm:cxnLst>
    <dgm:cxn modelId="{CE17020B-5BD5-4748-A2F6-7CD84FFE537B}" type="presOf" srcId="{472F9EA8-9D96-4E7C-95E7-7CC590687410}" destId="{B94E9CE6-B34C-4E06-A993-4B442A42AEB1}" srcOrd="0" destOrd="0" presId="urn:microsoft.com/office/officeart/2005/8/layout/hierarchy1"/>
    <dgm:cxn modelId="{14BEFC80-BA6C-423A-B8DA-39CDD4E55C06}" srcId="{05F7CDAB-F7DC-433D-9205-EFEF4CE2BBC0}" destId="{1A387374-485A-4923-9A8D-8AE83CBFD301}" srcOrd="1" destOrd="0" parTransId="{ABF46E0F-401F-4732-A63C-9822F5A6CCE4}" sibTransId="{0A76F1A8-5D45-4DBA-A62F-D02D1E770194}"/>
    <dgm:cxn modelId="{EB511B91-8C9A-42A1-9781-2D098C877B76}" type="presOf" srcId="{B453ED2D-6B19-4DF1-97DA-EB7649F022A1}" destId="{991F600B-4555-4208-B2AE-A0235E2F1018}" srcOrd="0" destOrd="0" presId="urn:microsoft.com/office/officeart/2005/8/layout/hierarchy1"/>
    <dgm:cxn modelId="{A8A24BB4-AA23-4A05-8BA4-B46EA8D0777F}" srcId="{05F7CDAB-F7DC-433D-9205-EFEF4CE2BBC0}" destId="{472F9EA8-9D96-4E7C-95E7-7CC590687410}" srcOrd="2" destOrd="0" parTransId="{371B0960-CFE1-4784-9EA2-AFE5BF2AE5F0}" sibTransId="{A1878689-55C6-411B-9554-A3052F256F43}"/>
    <dgm:cxn modelId="{70F764C9-6698-4585-ADCC-28A685DFFD02}" srcId="{05F7CDAB-F7DC-433D-9205-EFEF4CE2BBC0}" destId="{B453ED2D-6B19-4DF1-97DA-EB7649F022A1}" srcOrd="0" destOrd="0" parTransId="{4698E3A9-BFBF-4DF9-8385-D9CC671342FA}" sibTransId="{F0BB7526-8D0F-4E5E-9DA4-D0577CD0B6B5}"/>
    <dgm:cxn modelId="{ACCA88D1-A5B3-40B5-9342-CA7B42BCAEF1}" type="presOf" srcId="{1A387374-485A-4923-9A8D-8AE83CBFD301}" destId="{6CD2C61E-5BF6-478B-BAE4-3B10BC5206FA}" srcOrd="0" destOrd="0" presId="urn:microsoft.com/office/officeart/2005/8/layout/hierarchy1"/>
    <dgm:cxn modelId="{43C262FF-A3E7-4F3A-A56E-195F46E9FD65}" type="presOf" srcId="{05F7CDAB-F7DC-433D-9205-EFEF4CE2BBC0}" destId="{DE38319C-DA96-42D2-BAC9-9E50FCB7C1C9}" srcOrd="0" destOrd="0" presId="urn:microsoft.com/office/officeart/2005/8/layout/hierarchy1"/>
    <dgm:cxn modelId="{7A784E9E-C79B-47AE-8995-2C743B747617}" type="presParOf" srcId="{DE38319C-DA96-42D2-BAC9-9E50FCB7C1C9}" destId="{824B7AF9-2D11-4962-B786-F9A6730E66F1}" srcOrd="0" destOrd="0" presId="urn:microsoft.com/office/officeart/2005/8/layout/hierarchy1"/>
    <dgm:cxn modelId="{8693E1CB-E133-4959-B06F-129D9B5FCFE6}" type="presParOf" srcId="{824B7AF9-2D11-4962-B786-F9A6730E66F1}" destId="{23E4D733-F016-44ED-894D-DD0D23543FBD}" srcOrd="0" destOrd="0" presId="urn:microsoft.com/office/officeart/2005/8/layout/hierarchy1"/>
    <dgm:cxn modelId="{6F4A03A1-4917-4E3E-9AF8-C6905B6E1E5F}" type="presParOf" srcId="{23E4D733-F016-44ED-894D-DD0D23543FBD}" destId="{20D3FB31-7574-4A4F-AB33-A651D91D6E84}" srcOrd="0" destOrd="0" presId="urn:microsoft.com/office/officeart/2005/8/layout/hierarchy1"/>
    <dgm:cxn modelId="{BF4B5C8E-3EE4-4ED4-87A3-6A3A084382EA}" type="presParOf" srcId="{23E4D733-F016-44ED-894D-DD0D23543FBD}" destId="{991F600B-4555-4208-B2AE-A0235E2F1018}" srcOrd="1" destOrd="0" presId="urn:microsoft.com/office/officeart/2005/8/layout/hierarchy1"/>
    <dgm:cxn modelId="{BDEFEEF0-0D41-4F64-B99E-BDF16C6EFBB1}" type="presParOf" srcId="{824B7AF9-2D11-4962-B786-F9A6730E66F1}" destId="{522A01E3-D455-4E54-A751-240230496662}" srcOrd="1" destOrd="0" presId="urn:microsoft.com/office/officeart/2005/8/layout/hierarchy1"/>
    <dgm:cxn modelId="{B41C787F-D87E-49C9-B5D3-819858013006}" type="presParOf" srcId="{DE38319C-DA96-42D2-BAC9-9E50FCB7C1C9}" destId="{452F4D44-CBC2-4767-B2EF-FA6757C4F4C3}" srcOrd="1" destOrd="0" presId="urn:microsoft.com/office/officeart/2005/8/layout/hierarchy1"/>
    <dgm:cxn modelId="{4C9B99B9-FCF1-4721-87A1-E9A991CB05CA}" type="presParOf" srcId="{452F4D44-CBC2-4767-B2EF-FA6757C4F4C3}" destId="{EB522F3E-E5DB-42C1-AAF7-A0D4AC151883}" srcOrd="0" destOrd="0" presId="urn:microsoft.com/office/officeart/2005/8/layout/hierarchy1"/>
    <dgm:cxn modelId="{057048E8-9EB1-45FB-93A4-15E9F68A5C67}" type="presParOf" srcId="{EB522F3E-E5DB-42C1-AAF7-A0D4AC151883}" destId="{7AD2BD04-E118-45E3-BC3A-6D102106DCEE}" srcOrd="0" destOrd="0" presId="urn:microsoft.com/office/officeart/2005/8/layout/hierarchy1"/>
    <dgm:cxn modelId="{9F0A04C4-61F8-4186-8FC2-FD1A3E0E1ED4}" type="presParOf" srcId="{EB522F3E-E5DB-42C1-AAF7-A0D4AC151883}" destId="{6CD2C61E-5BF6-478B-BAE4-3B10BC5206FA}" srcOrd="1" destOrd="0" presId="urn:microsoft.com/office/officeart/2005/8/layout/hierarchy1"/>
    <dgm:cxn modelId="{EBA63E55-F3B2-4E75-93B0-69893B5161EC}" type="presParOf" srcId="{452F4D44-CBC2-4767-B2EF-FA6757C4F4C3}" destId="{35D1AB27-C58F-417C-B70A-14FC77DDE3BF}" srcOrd="1" destOrd="0" presId="urn:microsoft.com/office/officeart/2005/8/layout/hierarchy1"/>
    <dgm:cxn modelId="{DD682DD9-633B-4EB9-9751-4D95F7B4EE2C}" type="presParOf" srcId="{DE38319C-DA96-42D2-BAC9-9E50FCB7C1C9}" destId="{D3D881D3-D228-4301-9C7A-9D24ABAE3536}" srcOrd="2" destOrd="0" presId="urn:microsoft.com/office/officeart/2005/8/layout/hierarchy1"/>
    <dgm:cxn modelId="{2DE48CBF-BB2B-41AE-87F2-D062151F9DD8}" type="presParOf" srcId="{D3D881D3-D228-4301-9C7A-9D24ABAE3536}" destId="{6BDE76E3-021A-4C62-9451-A7E119F2079A}" srcOrd="0" destOrd="0" presId="urn:microsoft.com/office/officeart/2005/8/layout/hierarchy1"/>
    <dgm:cxn modelId="{94104688-AE17-48D2-A9FF-E0745B7C1CC1}" type="presParOf" srcId="{6BDE76E3-021A-4C62-9451-A7E119F2079A}" destId="{69B12942-305F-4F85-AC18-267B52AC6E11}" srcOrd="0" destOrd="0" presId="urn:microsoft.com/office/officeart/2005/8/layout/hierarchy1"/>
    <dgm:cxn modelId="{29EA7A4E-9C3D-4061-A32D-E3F8F125E345}" type="presParOf" srcId="{6BDE76E3-021A-4C62-9451-A7E119F2079A}" destId="{B94E9CE6-B34C-4E06-A993-4B442A42AEB1}" srcOrd="1" destOrd="0" presId="urn:microsoft.com/office/officeart/2005/8/layout/hierarchy1"/>
    <dgm:cxn modelId="{B141A419-D9A7-4B23-82A0-6AAD30B229A6}" type="presParOf" srcId="{D3D881D3-D228-4301-9C7A-9D24ABAE3536}" destId="{E109F29C-A1FB-4705-ACF2-F98FD1FEDBC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A5E48CA-9054-40CA-8837-92E183178E5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DD330E-E557-4D2A-B0A3-CDC8606C4025}">
      <dgm:prSet/>
      <dgm:spPr/>
      <dgm:t>
        <a:bodyPr/>
        <a:lstStyle/>
        <a:p>
          <a:r>
            <a:rPr lang="pl-PL"/>
            <a:t>PMBOK bywa krytykowany za:</a:t>
          </a:r>
          <a:endParaRPr lang="en-US"/>
        </a:p>
      </dgm:t>
    </dgm:pt>
    <dgm:pt modelId="{3CCE2720-B858-46B9-B575-624018DCF126}" type="parTrans" cxnId="{B75667AF-E3D8-45F3-B2F0-BE862F345856}">
      <dgm:prSet/>
      <dgm:spPr/>
      <dgm:t>
        <a:bodyPr/>
        <a:lstStyle/>
        <a:p>
          <a:endParaRPr lang="en-US"/>
        </a:p>
      </dgm:t>
    </dgm:pt>
    <dgm:pt modelId="{9A0684A9-06EB-44C8-826D-E505A2FB80E4}" type="sibTrans" cxnId="{B75667AF-E3D8-45F3-B2F0-BE862F345856}">
      <dgm:prSet/>
      <dgm:spPr/>
      <dgm:t>
        <a:bodyPr/>
        <a:lstStyle/>
        <a:p>
          <a:endParaRPr lang="en-US"/>
        </a:p>
      </dgm:t>
    </dgm:pt>
    <dgm:pt modelId="{00DDF6E8-C867-46AA-A2BF-7BA187A6C928}">
      <dgm:prSet/>
      <dgm:spPr/>
      <dgm:t>
        <a:bodyPr/>
        <a:lstStyle/>
        <a:p>
          <a:r>
            <a:rPr lang="pl-PL"/>
            <a:t>dużą formalizację, </a:t>
          </a:r>
          <a:endParaRPr lang="en-US"/>
        </a:p>
      </dgm:t>
    </dgm:pt>
    <dgm:pt modelId="{DA214AFC-134A-46C1-81FA-2C0F70135AB2}" type="parTrans" cxnId="{AEA57E70-F684-4E2D-A088-BA3480C7CB02}">
      <dgm:prSet/>
      <dgm:spPr/>
      <dgm:t>
        <a:bodyPr/>
        <a:lstStyle/>
        <a:p>
          <a:endParaRPr lang="en-US"/>
        </a:p>
      </dgm:t>
    </dgm:pt>
    <dgm:pt modelId="{D7D4C1FB-6433-44DA-B632-9455B405C89C}" type="sibTrans" cxnId="{AEA57E70-F684-4E2D-A088-BA3480C7CB02}">
      <dgm:prSet/>
      <dgm:spPr/>
      <dgm:t>
        <a:bodyPr/>
        <a:lstStyle/>
        <a:p>
          <a:endParaRPr lang="en-US"/>
        </a:p>
      </dgm:t>
    </dgm:pt>
    <dgm:pt modelId="{8E78AFD2-6BA0-4844-9D76-B2D8EA5751B7}">
      <dgm:prSet/>
      <dgm:spPr/>
      <dgm:t>
        <a:bodyPr/>
        <a:lstStyle/>
        <a:p>
          <a:r>
            <a:rPr lang="pl-PL"/>
            <a:t>rozbudowaną dokumentację, </a:t>
          </a:r>
          <a:endParaRPr lang="en-US"/>
        </a:p>
      </dgm:t>
    </dgm:pt>
    <dgm:pt modelId="{F78D3FF5-F3B5-4F6C-9E08-A8C11B29F167}" type="parTrans" cxnId="{62C56E35-AD0A-4043-A087-5FBB3028B65D}">
      <dgm:prSet/>
      <dgm:spPr/>
      <dgm:t>
        <a:bodyPr/>
        <a:lstStyle/>
        <a:p>
          <a:endParaRPr lang="en-US"/>
        </a:p>
      </dgm:t>
    </dgm:pt>
    <dgm:pt modelId="{2C5C0E6E-02A4-4FAA-88A9-A6894F45450F}" type="sibTrans" cxnId="{62C56E35-AD0A-4043-A087-5FBB3028B65D}">
      <dgm:prSet/>
      <dgm:spPr/>
      <dgm:t>
        <a:bodyPr/>
        <a:lstStyle/>
        <a:p>
          <a:endParaRPr lang="en-US"/>
        </a:p>
      </dgm:t>
    </dgm:pt>
    <dgm:pt modelId="{CE070C2C-5F1C-409E-99D9-F53FA8F2CDE1}">
      <dgm:prSet/>
      <dgm:spPr/>
      <dgm:t>
        <a:bodyPr/>
        <a:lstStyle/>
        <a:p>
          <a:r>
            <a:rPr lang="pl-PL"/>
            <a:t>wolniejszą reakcję na zmiany, </a:t>
          </a:r>
          <a:endParaRPr lang="en-US"/>
        </a:p>
      </dgm:t>
    </dgm:pt>
    <dgm:pt modelId="{F0C75CD8-74FE-4674-806E-54BEA388859D}" type="parTrans" cxnId="{12ABA166-18C8-4173-BBF4-759E7C006CC6}">
      <dgm:prSet/>
      <dgm:spPr/>
      <dgm:t>
        <a:bodyPr/>
        <a:lstStyle/>
        <a:p>
          <a:endParaRPr lang="en-US"/>
        </a:p>
      </dgm:t>
    </dgm:pt>
    <dgm:pt modelId="{4932A2E2-80AC-40BC-8FE7-852384DCC23A}" type="sibTrans" cxnId="{12ABA166-18C8-4173-BBF4-759E7C006CC6}">
      <dgm:prSet/>
      <dgm:spPr/>
      <dgm:t>
        <a:bodyPr/>
        <a:lstStyle/>
        <a:p>
          <a:endParaRPr lang="en-US"/>
        </a:p>
      </dgm:t>
    </dgm:pt>
    <dgm:pt modelId="{80F98A16-5317-4A81-914E-A787AC243644}">
      <dgm:prSet/>
      <dgm:spPr/>
      <dgm:t>
        <a:bodyPr/>
        <a:lstStyle/>
        <a:p>
          <a:r>
            <a:rPr lang="pl-PL"/>
            <a:t>trudność zastosowania w dynamicznych projektach IT.</a:t>
          </a:r>
          <a:endParaRPr lang="en-US"/>
        </a:p>
      </dgm:t>
    </dgm:pt>
    <dgm:pt modelId="{3AEA89A7-D334-4B5A-88A7-422D545E316F}" type="parTrans" cxnId="{8AAD917C-4693-480E-B29D-9AF3F4FB8DC0}">
      <dgm:prSet/>
      <dgm:spPr/>
      <dgm:t>
        <a:bodyPr/>
        <a:lstStyle/>
        <a:p>
          <a:endParaRPr lang="en-US"/>
        </a:p>
      </dgm:t>
    </dgm:pt>
    <dgm:pt modelId="{D2E31850-781E-4AD4-841E-E2D5C3CD4EA3}" type="sibTrans" cxnId="{8AAD917C-4693-480E-B29D-9AF3F4FB8DC0}">
      <dgm:prSet/>
      <dgm:spPr/>
      <dgm:t>
        <a:bodyPr/>
        <a:lstStyle/>
        <a:p>
          <a:endParaRPr lang="en-US"/>
        </a:p>
      </dgm:t>
    </dgm:pt>
    <dgm:pt modelId="{05E1862C-929C-449F-AE32-C0B31E750CB0}" type="pres">
      <dgm:prSet presAssocID="{BA5E48CA-9054-40CA-8837-92E183178E50}" presName="outerComposite" presStyleCnt="0">
        <dgm:presLayoutVars>
          <dgm:chMax val="5"/>
          <dgm:dir/>
          <dgm:resizeHandles val="exact"/>
        </dgm:presLayoutVars>
      </dgm:prSet>
      <dgm:spPr/>
    </dgm:pt>
    <dgm:pt modelId="{AA7B094F-E069-4981-8CE9-777311D1FA86}" type="pres">
      <dgm:prSet presAssocID="{BA5E48CA-9054-40CA-8837-92E183178E50}" presName="dummyMaxCanvas" presStyleCnt="0">
        <dgm:presLayoutVars/>
      </dgm:prSet>
      <dgm:spPr/>
    </dgm:pt>
    <dgm:pt modelId="{C2087460-445F-41A3-B090-E31A86B6D2E1}" type="pres">
      <dgm:prSet presAssocID="{BA5E48CA-9054-40CA-8837-92E183178E50}" presName="FiveNodes_1" presStyleLbl="node1" presStyleIdx="0" presStyleCnt="5">
        <dgm:presLayoutVars>
          <dgm:bulletEnabled val="1"/>
        </dgm:presLayoutVars>
      </dgm:prSet>
      <dgm:spPr/>
    </dgm:pt>
    <dgm:pt modelId="{15D717E6-EBD7-4163-9898-79C843C1FC14}" type="pres">
      <dgm:prSet presAssocID="{BA5E48CA-9054-40CA-8837-92E183178E50}" presName="FiveNodes_2" presStyleLbl="node1" presStyleIdx="1" presStyleCnt="5">
        <dgm:presLayoutVars>
          <dgm:bulletEnabled val="1"/>
        </dgm:presLayoutVars>
      </dgm:prSet>
      <dgm:spPr/>
    </dgm:pt>
    <dgm:pt modelId="{F785B1DE-A063-43CD-A20D-6AFB00B96F33}" type="pres">
      <dgm:prSet presAssocID="{BA5E48CA-9054-40CA-8837-92E183178E50}" presName="FiveNodes_3" presStyleLbl="node1" presStyleIdx="2" presStyleCnt="5">
        <dgm:presLayoutVars>
          <dgm:bulletEnabled val="1"/>
        </dgm:presLayoutVars>
      </dgm:prSet>
      <dgm:spPr/>
    </dgm:pt>
    <dgm:pt modelId="{F2E56A02-9F56-49F6-B398-72B34567A6EA}" type="pres">
      <dgm:prSet presAssocID="{BA5E48CA-9054-40CA-8837-92E183178E50}" presName="FiveNodes_4" presStyleLbl="node1" presStyleIdx="3" presStyleCnt="5">
        <dgm:presLayoutVars>
          <dgm:bulletEnabled val="1"/>
        </dgm:presLayoutVars>
      </dgm:prSet>
      <dgm:spPr/>
    </dgm:pt>
    <dgm:pt modelId="{52F40758-BB7A-434C-BF5C-32DF4E9D723B}" type="pres">
      <dgm:prSet presAssocID="{BA5E48CA-9054-40CA-8837-92E183178E50}" presName="FiveNodes_5" presStyleLbl="node1" presStyleIdx="4" presStyleCnt="5">
        <dgm:presLayoutVars>
          <dgm:bulletEnabled val="1"/>
        </dgm:presLayoutVars>
      </dgm:prSet>
      <dgm:spPr/>
    </dgm:pt>
    <dgm:pt modelId="{0EA8EAEC-C583-4EC0-B302-ED743ECE0817}" type="pres">
      <dgm:prSet presAssocID="{BA5E48CA-9054-40CA-8837-92E183178E50}" presName="FiveConn_1-2" presStyleLbl="fgAccFollowNode1" presStyleIdx="0" presStyleCnt="4">
        <dgm:presLayoutVars>
          <dgm:bulletEnabled val="1"/>
        </dgm:presLayoutVars>
      </dgm:prSet>
      <dgm:spPr/>
    </dgm:pt>
    <dgm:pt modelId="{E46BDD4D-0C31-44E2-81E9-BD004EC1AABA}" type="pres">
      <dgm:prSet presAssocID="{BA5E48CA-9054-40CA-8837-92E183178E50}" presName="FiveConn_2-3" presStyleLbl="fgAccFollowNode1" presStyleIdx="1" presStyleCnt="4">
        <dgm:presLayoutVars>
          <dgm:bulletEnabled val="1"/>
        </dgm:presLayoutVars>
      </dgm:prSet>
      <dgm:spPr/>
    </dgm:pt>
    <dgm:pt modelId="{00677726-B9E2-4B12-B315-06BF510430AE}" type="pres">
      <dgm:prSet presAssocID="{BA5E48CA-9054-40CA-8837-92E183178E50}" presName="FiveConn_3-4" presStyleLbl="fgAccFollowNode1" presStyleIdx="2" presStyleCnt="4">
        <dgm:presLayoutVars>
          <dgm:bulletEnabled val="1"/>
        </dgm:presLayoutVars>
      </dgm:prSet>
      <dgm:spPr/>
    </dgm:pt>
    <dgm:pt modelId="{D881497D-D74F-4106-B0A3-D119D773E98A}" type="pres">
      <dgm:prSet presAssocID="{BA5E48CA-9054-40CA-8837-92E183178E50}" presName="FiveConn_4-5" presStyleLbl="fgAccFollowNode1" presStyleIdx="3" presStyleCnt="4">
        <dgm:presLayoutVars>
          <dgm:bulletEnabled val="1"/>
        </dgm:presLayoutVars>
      </dgm:prSet>
      <dgm:spPr/>
    </dgm:pt>
    <dgm:pt modelId="{1EF2F77B-9D64-49C4-A251-A2FAAA9389AB}" type="pres">
      <dgm:prSet presAssocID="{BA5E48CA-9054-40CA-8837-92E183178E50}" presName="FiveNodes_1_text" presStyleLbl="node1" presStyleIdx="4" presStyleCnt="5">
        <dgm:presLayoutVars>
          <dgm:bulletEnabled val="1"/>
        </dgm:presLayoutVars>
      </dgm:prSet>
      <dgm:spPr/>
    </dgm:pt>
    <dgm:pt modelId="{4B77C844-D853-4D19-8067-100D4DBC794A}" type="pres">
      <dgm:prSet presAssocID="{BA5E48CA-9054-40CA-8837-92E183178E50}" presName="FiveNodes_2_text" presStyleLbl="node1" presStyleIdx="4" presStyleCnt="5">
        <dgm:presLayoutVars>
          <dgm:bulletEnabled val="1"/>
        </dgm:presLayoutVars>
      </dgm:prSet>
      <dgm:spPr/>
    </dgm:pt>
    <dgm:pt modelId="{11C6E311-D05F-423D-997A-4C861BC169AF}" type="pres">
      <dgm:prSet presAssocID="{BA5E48CA-9054-40CA-8837-92E183178E50}" presName="FiveNodes_3_text" presStyleLbl="node1" presStyleIdx="4" presStyleCnt="5">
        <dgm:presLayoutVars>
          <dgm:bulletEnabled val="1"/>
        </dgm:presLayoutVars>
      </dgm:prSet>
      <dgm:spPr/>
    </dgm:pt>
    <dgm:pt modelId="{9B2B7AC3-3721-488D-9B7B-FEEF5F4F8057}" type="pres">
      <dgm:prSet presAssocID="{BA5E48CA-9054-40CA-8837-92E183178E50}" presName="FiveNodes_4_text" presStyleLbl="node1" presStyleIdx="4" presStyleCnt="5">
        <dgm:presLayoutVars>
          <dgm:bulletEnabled val="1"/>
        </dgm:presLayoutVars>
      </dgm:prSet>
      <dgm:spPr/>
    </dgm:pt>
    <dgm:pt modelId="{AB55C249-ED40-47DF-92ED-FDB61DCA432D}" type="pres">
      <dgm:prSet presAssocID="{BA5E48CA-9054-40CA-8837-92E183178E5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95B5E03-EC30-4CF9-BF58-39DA150E953D}" type="presOf" srcId="{2C5C0E6E-02A4-4FAA-88A9-A6894F45450F}" destId="{00677726-B9E2-4B12-B315-06BF510430AE}" srcOrd="0" destOrd="0" presId="urn:microsoft.com/office/officeart/2005/8/layout/vProcess5"/>
    <dgm:cxn modelId="{934ACB0A-3B81-472A-86F4-CE168A53C723}" type="presOf" srcId="{8E78AFD2-6BA0-4844-9D76-B2D8EA5751B7}" destId="{F785B1DE-A063-43CD-A20D-6AFB00B96F33}" srcOrd="0" destOrd="0" presId="urn:microsoft.com/office/officeart/2005/8/layout/vProcess5"/>
    <dgm:cxn modelId="{62C56E35-AD0A-4043-A087-5FBB3028B65D}" srcId="{BA5E48CA-9054-40CA-8837-92E183178E50}" destId="{8E78AFD2-6BA0-4844-9D76-B2D8EA5751B7}" srcOrd="2" destOrd="0" parTransId="{F78D3FF5-F3B5-4F6C-9E08-A8C11B29F167}" sibTransId="{2C5C0E6E-02A4-4FAA-88A9-A6894F45450F}"/>
    <dgm:cxn modelId="{9435033A-6A57-4CE1-8DAE-974FC7ACAA79}" type="presOf" srcId="{BA5E48CA-9054-40CA-8837-92E183178E50}" destId="{05E1862C-929C-449F-AE32-C0B31E750CB0}" srcOrd="0" destOrd="0" presId="urn:microsoft.com/office/officeart/2005/8/layout/vProcess5"/>
    <dgm:cxn modelId="{F65C8840-AE8D-469C-A623-52C052721D65}" type="presOf" srcId="{CE070C2C-5F1C-409E-99D9-F53FA8F2CDE1}" destId="{9B2B7AC3-3721-488D-9B7B-FEEF5F4F8057}" srcOrd="1" destOrd="0" presId="urn:microsoft.com/office/officeart/2005/8/layout/vProcess5"/>
    <dgm:cxn modelId="{CC9C0845-A2B7-4134-87CE-9299AB55663B}" type="presOf" srcId="{CE070C2C-5F1C-409E-99D9-F53FA8F2CDE1}" destId="{F2E56A02-9F56-49F6-B398-72B34567A6EA}" srcOrd="0" destOrd="0" presId="urn:microsoft.com/office/officeart/2005/8/layout/vProcess5"/>
    <dgm:cxn modelId="{83FC6C66-6383-4271-979F-63D16B1A7012}" type="presOf" srcId="{93DD330E-E557-4D2A-B0A3-CDC8606C4025}" destId="{C2087460-445F-41A3-B090-E31A86B6D2E1}" srcOrd="0" destOrd="0" presId="urn:microsoft.com/office/officeart/2005/8/layout/vProcess5"/>
    <dgm:cxn modelId="{12ABA166-18C8-4173-BBF4-759E7C006CC6}" srcId="{BA5E48CA-9054-40CA-8837-92E183178E50}" destId="{CE070C2C-5F1C-409E-99D9-F53FA8F2CDE1}" srcOrd="3" destOrd="0" parTransId="{F0C75CD8-74FE-4674-806E-54BEA388859D}" sibTransId="{4932A2E2-80AC-40BC-8FE7-852384DCC23A}"/>
    <dgm:cxn modelId="{C9045B4C-6E2D-446D-A680-28E2C1DCDEC9}" type="presOf" srcId="{9A0684A9-06EB-44C8-826D-E505A2FB80E4}" destId="{0EA8EAEC-C583-4EC0-B302-ED743ECE0817}" srcOrd="0" destOrd="0" presId="urn:microsoft.com/office/officeart/2005/8/layout/vProcess5"/>
    <dgm:cxn modelId="{6E7BB26D-B46D-4F44-A21E-DBC6FA876DEA}" type="presOf" srcId="{00DDF6E8-C867-46AA-A2BF-7BA187A6C928}" destId="{15D717E6-EBD7-4163-9898-79C843C1FC14}" srcOrd="0" destOrd="0" presId="urn:microsoft.com/office/officeart/2005/8/layout/vProcess5"/>
    <dgm:cxn modelId="{AEA57E70-F684-4E2D-A088-BA3480C7CB02}" srcId="{BA5E48CA-9054-40CA-8837-92E183178E50}" destId="{00DDF6E8-C867-46AA-A2BF-7BA187A6C928}" srcOrd="1" destOrd="0" parTransId="{DA214AFC-134A-46C1-81FA-2C0F70135AB2}" sibTransId="{D7D4C1FB-6433-44DA-B632-9455B405C89C}"/>
    <dgm:cxn modelId="{8AAD917C-4693-480E-B29D-9AF3F4FB8DC0}" srcId="{BA5E48CA-9054-40CA-8837-92E183178E50}" destId="{80F98A16-5317-4A81-914E-A787AC243644}" srcOrd="4" destOrd="0" parTransId="{3AEA89A7-D334-4B5A-88A7-422D545E316F}" sibTransId="{D2E31850-781E-4AD4-841E-E2D5C3CD4EA3}"/>
    <dgm:cxn modelId="{D6E34C7F-8A33-4DFC-923F-EBCEA9EF22F9}" type="presOf" srcId="{80F98A16-5317-4A81-914E-A787AC243644}" destId="{AB55C249-ED40-47DF-92ED-FDB61DCA432D}" srcOrd="1" destOrd="0" presId="urn:microsoft.com/office/officeart/2005/8/layout/vProcess5"/>
    <dgm:cxn modelId="{2EDBA791-C908-429B-8B5D-368531566EF7}" type="presOf" srcId="{93DD330E-E557-4D2A-B0A3-CDC8606C4025}" destId="{1EF2F77B-9D64-49C4-A251-A2FAAA9389AB}" srcOrd="1" destOrd="0" presId="urn:microsoft.com/office/officeart/2005/8/layout/vProcess5"/>
    <dgm:cxn modelId="{D0D9BD95-47B0-41DF-BEDE-7691A0C206CA}" type="presOf" srcId="{D7D4C1FB-6433-44DA-B632-9455B405C89C}" destId="{E46BDD4D-0C31-44E2-81E9-BD004EC1AABA}" srcOrd="0" destOrd="0" presId="urn:microsoft.com/office/officeart/2005/8/layout/vProcess5"/>
    <dgm:cxn modelId="{B75667AF-E3D8-45F3-B2F0-BE862F345856}" srcId="{BA5E48CA-9054-40CA-8837-92E183178E50}" destId="{93DD330E-E557-4D2A-B0A3-CDC8606C4025}" srcOrd="0" destOrd="0" parTransId="{3CCE2720-B858-46B9-B575-624018DCF126}" sibTransId="{9A0684A9-06EB-44C8-826D-E505A2FB80E4}"/>
    <dgm:cxn modelId="{22C49FDE-43AD-4F5E-BAD4-7CF28E4F4E49}" type="presOf" srcId="{4932A2E2-80AC-40BC-8FE7-852384DCC23A}" destId="{D881497D-D74F-4106-B0A3-D119D773E98A}" srcOrd="0" destOrd="0" presId="urn:microsoft.com/office/officeart/2005/8/layout/vProcess5"/>
    <dgm:cxn modelId="{9A6001E6-4397-475B-BAA3-4C0EB874A28F}" type="presOf" srcId="{00DDF6E8-C867-46AA-A2BF-7BA187A6C928}" destId="{4B77C844-D853-4D19-8067-100D4DBC794A}" srcOrd="1" destOrd="0" presId="urn:microsoft.com/office/officeart/2005/8/layout/vProcess5"/>
    <dgm:cxn modelId="{5E5714F6-75B5-49BF-80E5-C4D2E9183C2F}" type="presOf" srcId="{8E78AFD2-6BA0-4844-9D76-B2D8EA5751B7}" destId="{11C6E311-D05F-423D-997A-4C861BC169AF}" srcOrd="1" destOrd="0" presId="urn:microsoft.com/office/officeart/2005/8/layout/vProcess5"/>
    <dgm:cxn modelId="{9382E3F9-8806-40CD-B332-F72FECAB9BC9}" type="presOf" srcId="{80F98A16-5317-4A81-914E-A787AC243644}" destId="{52F40758-BB7A-434C-BF5C-32DF4E9D723B}" srcOrd="0" destOrd="0" presId="urn:microsoft.com/office/officeart/2005/8/layout/vProcess5"/>
    <dgm:cxn modelId="{A67FB057-86B5-4456-B1C2-12417B4133C1}" type="presParOf" srcId="{05E1862C-929C-449F-AE32-C0B31E750CB0}" destId="{AA7B094F-E069-4981-8CE9-777311D1FA86}" srcOrd="0" destOrd="0" presId="urn:microsoft.com/office/officeart/2005/8/layout/vProcess5"/>
    <dgm:cxn modelId="{9D6438EA-2CE1-4B5E-9B0D-776EB6E279C6}" type="presParOf" srcId="{05E1862C-929C-449F-AE32-C0B31E750CB0}" destId="{C2087460-445F-41A3-B090-E31A86B6D2E1}" srcOrd="1" destOrd="0" presId="urn:microsoft.com/office/officeart/2005/8/layout/vProcess5"/>
    <dgm:cxn modelId="{1FC1C173-A908-443B-B3C7-321141C85266}" type="presParOf" srcId="{05E1862C-929C-449F-AE32-C0B31E750CB0}" destId="{15D717E6-EBD7-4163-9898-79C843C1FC14}" srcOrd="2" destOrd="0" presId="urn:microsoft.com/office/officeart/2005/8/layout/vProcess5"/>
    <dgm:cxn modelId="{B0073EAC-D2C2-4BCE-8AC2-44DD3325699D}" type="presParOf" srcId="{05E1862C-929C-449F-AE32-C0B31E750CB0}" destId="{F785B1DE-A063-43CD-A20D-6AFB00B96F33}" srcOrd="3" destOrd="0" presId="urn:microsoft.com/office/officeart/2005/8/layout/vProcess5"/>
    <dgm:cxn modelId="{09A35678-B013-4F8D-890D-80D6BB375530}" type="presParOf" srcId="{05E1862C-929C-449F-AE32-C0B31E750CB0}" destId="{F2E56A02-9F56-49F6-B398-72B34567A6EA}" srcOrd="4" destOrd="0" presId="urn:microsoft.com/office/officeart/2005/8/layout/vProcess5"/>
    <dgm:cxn modelId="{CE5A6EE0-5A6E-40C3-8AC9-FB509546C92A}" type="presParOf" srcId="{05E1862C-929C-449F-AE32-C0B31E750CB0}" destId="{52F40758-BB7A-434C-BF5C-32DF4E9D723B}" srcOrd="5" destOrd="0" presId="urn:microsoft.com/office/officeart/2005/8/layout/vProcess5"/>
    <dgm:cxn modelId="{26A2B718-5667-4C75-9613-8F0AD02E40B6}" type="presParOf" srcId="{05E1862C-929C-449F-AE32-C0B31E750CB0}" destId="{0EA8EAEC-C583-4EC0-B302-ED743ECE0817}" srcOrd="6" destOrd="0" presId="urn:microsoft.com/office/officeart/2005/8/layout/vProcess5"/>
    <dgm:cxn modelId="{A06FABE8-C4BC-4B40-9A3B-950064E7DBAE}" type="presParOf" srcId="{05E1862C-929C-449F-AE32-C0B31E750CB0}" destId="{E46BDD4D-0C31-44E2-81E9-BD004EC1AABA}" srcOrd="7" destOrd="0" presId="urn:microsoft.com/office/officeart/2005/8/layout/vProcess5"/>
    <dgm:cxn modelId="{F9D3207A-4178-4AE0-AF6D-A8DC76173C11}" type="presParOf" srcId="{05E1862C-929C-449F-AE32-C0B31E750CB0}" destId="{00677726-B9E2-4B12-B315-06BF510430AE}" srcOrd="8" destOrd="0" presId="urn:microsoft.com/office/officeart/2005/8/layout/vProcess5"/>
    <dgm:cxn modelId="{46B7B426-4E46-454B-A5FE-BEB3000334B2}" type="presParOf" srcId="{05E1862C-929C-449F-AE32-C0B31E750CB0}" destId="{D881497D-D74F-4106-B0A3-D119D773E98A}" srcOrd="9" destOrd="0" presId="urn:microsoft.com/office/officeart/2005/8/layout/vProcess5"/>
    <dgm:cxn modelId="{8B0A9A0F-8EBD-4A46-9FE3-8112FDAE98AB}" type="presParOf" srcId="{05E1862C-929C-449F-AE32-C0B31E750CB0}" destId="{1EF2F77B-9D64-49C4-A251-A2FAAA9389AB}" srcOrd="10" destOrd="0" presId="urn:microsoft.com/office/officeart/2005/8/layout/vProcess5"/>
    <dgm:cxn modelId="{E62D0582-5EAB-4C0C-B475-19588A7FB716}" type="presParOf" srcId="{05E1862C-929C-449F-AE32-C0B31E750CB0}" destId="{4B77C844-D853-4D19-8067-100D4DBC794A}" srcOrd="11" destOrd="0" presId="urn:microsoft.com/office/officeart/2005/8/layout/vProcess5"/>
    <dgm:cxn modelId="{75799B2F-B332-4D08-9474-44D301650579}" type="presParOf" srcId="{05E1862C-929C-449F-AE32-C0B31E750CB0}" destId="{11C6E311-D05F-423D-997A-4C861BC169AF}" srcOrd="12" destOrd="0" presId="urn:microsoft.com/office/officeart/2005/8/layout/vProcess5"/>
    <dgm:cxn modelId="{22DE854C-F86C-4EEE-BA7F-63E2BE717CDB}" type="presParOf" srcId="{05E1862C-929C-449F-AE32-C0B31E750CB0}" destId="{9B2B7AC3-3721-488D-9B7B-FEEF5F4F8057}" srcOrd="13" destOrd="0" presId="urn:microsoft.com/office/officeart/2005/8/layout/vProcess5"/>
    <dgm:cxn modelId="{FFEBFF1A-3EAA-4F91-AAC9-BB65783A6DA6}" type="presParOf" srcId="{05E1862C-929C-449F-AE32-C0B31E750CB0}" destId="{AB55C249-ED40-47DF-92ED-FDB61DCA432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089545F-7754-4D69-8275-2A32905CEE2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5DBF0FC-0F36-4B8A-9D12-8C6FB0D2095F}">
      <dgm:prSet/>
      <dgm:spPr/>
      <dgm:t>
        <a:bodyPr/>
        <a:lstStyle/>
        <a:p>
          <a:pPr>
            <a:defRPr cap="all"/>
          </a:pPr>
          <a:r>
            <a:rPr lang="pl-PL" b="0" i="0" baseline="0"/>
            <a:t>Stakeholders </a:t>
          </a:r>
          <a:endParaRPr lang="en-US"/>
        </a:p>
      </dgm:t>
    </dgm:pt>
    <dgm:pt modelId="{6A420285-1E7F-457C-8643-CD56F7CA93C7}" type="parTrans" cxnId="{D563EB79-8C5C-418F-9AB8-07E471929906}">
      <dgm:prSet/>
      <dgm:spPr/>
      <dgm:t>
        <a:bodyPr/>
        <a:lstStyle/>
        <a:p>
          <a:endParaRPr lang="en-US"/>
        </a:p>
      </dgm:t>
    </dgm:pt>
    <dgm:pt modelId="{2A1C69C9-DBCA-49BB-8969-9F81A05A722A}" type="sibTrans" cxnId="{D563EB79-8C5C-418F-9AB8-07E471929906}">
      <dgm:prSet/>
      <dgm:spPr/>
      <dgm:t>
        <a:bodyPr/>
        <a:lstStyle/>
        <a:p>
          <a:endParaRPr lang="en-US"/>
        </a:p>
      </dgm:t>
    </dgm:pt>
    <dgm:pt modelId="{5D358596-C469-4D77-ACCF-93009247B5EE}">
      <dgm:prSet/>
      <dgm:spPr/>
      <dgm:t>
        <a:bodyPr/>
        <a:lstStyle/>
        <a:p>
          <a:pPr>
            <a:defRPr cap="all"/>
          </a:pPr>
          <a:r>
            <a:rPr lang="pl-PL" b="0" i="0" baseline="0"/>
            <a:t>Team </a:t>
          </a:r>
          <a:endParaRPr lang="en-US"/>
        </a:p>
      </dgm:t>
    </dgm:pt>
    <dgm:pt modelId="{3B238D6E-15AF-41AB-8345-359159291001}" type="parTrans" cxnId="{5A14D065-1C8A-4F35-8A27-F5FF7D1EF839}">
      <dgm:prSet/>
      <dgm:spPr/>
      <dgm:t>
        <a:bodyPr/>
        <a:lstStyle/>
        <a:p>
          <a:endParaRPr lang="en-US"/>
        </a:p>
      </dgm:t>
    </dgm:pt>
    <dgm:pt modelId="{B2AEF94C-BE63-4DB2-BA02-6A9D4E7005B2}" type="sibTrans" cxnId="{5A14D065-1C8A-4F35-8A27-F5FF7D1EF839}">
      <dgm:prSet/>
      <dgm:spPr/>
      <dgm:t>
        <a:bodyPr/>
        <a:lstStyle/>
        <a:p>
          <a:endParaRPr lang="en-US"/>
        </a:p>
      </dgm:t>
    </dgm:pt>
    <dgm:pt modelId="{0C89AF53-3E9D-497C-B734-6D27AB17DC7A}">
      <dgm:prSet/>
      <dgm:spPr/>
      <dgm:t>
        <a:bodyPr/>
        <a:lstStyle/>
        <a:p>
          <a:pPr>
            <a:defRPr cap="all"/>
          </a:pPr>
          <a:r>
            <a:rPr lang="pl-PL" b="0" i="0" baseline="0"/>
            <a:t>Development Approach and Life Cycle </a:t>
          </a:r>
          <a:endParaRPr lang="en-US"/>
        </a:p>
      </dgm:t>
    </dgm:pt>
    <dgm:pt modelId="{99AA0CD4-587D-4793-A804-9D48459E6294}" type="parTrans" cxnId="{78BF3DE4-6B2B-4CD6-9950-570E4E3CED21}">
      <dgm:prSet/>
      <dgm:spPr/>
      <dgm:t>
        <a:bodyPr/>
        <a:lstStyle/>
        <a:p>
          <a:endParaRPr lang="en-US"/>
        </a:p>
      </dgm:t>
    </dgm:pt>
    <dgm:pt modelId="{9FE10BA1-AD5E-4E92-A2FB-C1D963086E0D}" type="sibTrans" cxnId="{78BF3DE4-6B2B-4CD6-9950-570E4E3CED21}">
      <dgm:prSet/>
      <dgm:spPr/>
      <dgm:t>
        <a:bodyPr/>
        <a:lstStyle/>
        <a:p>
          <a:endParaRPr lang="en-US"/>
        </a:p>
      </dgm:t>
    </dgm:pt>
    <dgm:pt modelId="{C14878CB-A512-4B49-8CC9-CEA229D9CC06}">
      <dgm:prSet/>
      <dgm:spPr/>
      <dgm:t>
        <a:bodyPr/>
        <a:lstStyle/>
        <a:p>
          <a:pPr>
            <a:defRPr cap="all"/>
          </a:pPr>
          <a:r>
            <a:rPr lang="pl-PL" b="0" i="0" baseline="0"/>
            <a:t>Planning </a:t>
          </a:r>
          <a:endParaRPr lang="en-US"/>
        </a:p>
      </dgm:t>
    </dgm:pt>
    <dgm:pt modelId="{7BD343B1-1B00-4300-82D7-66977F81922F}" type="parTrans" cxnId="{45FF9420-604D-402A-9020-E1A566DF45B5}">
      <dgm:prSet/>
      <dgm:spPr/>
      <dgm:t>
        <a:bodyPr/>
        <a:lstStyle/>
        <a:p>
          <a:endParaRPr lang="en-US"/>
        </a:p>
      </dgm:t>
    </dgm:pt>
    <dgm:pt modelId="{0EC7EFB7-95A0-4469-8303-B3D7625A22BD}" type="sibTrans" cxnId="{45FF9420-604D-402A-9020-E1A566DF45B5}">
      <dgm:prSet/>
      <dgm:spPr/>
      <dgm:t>
        <a:bodyPr/>
        <a:lstStyle/>
        <a:p>
          <a:endParaRPr lang="en-US"/>
        </a:p>
      </dgm:t>
    </dgm:pt>
    <dgm:pt modelId="{8581C994-9EBB-43FC-B26E-68F90A319C60}">
      <dgm:prSet/>
      <dgm:spPr/>
      <dgm:t>
        <a:bodyPr/>
        <a:lstStyle/>
        <a:p>
          <a:pPr>
            <a:defRPr cap="all"/>
          </a:pPr>
          <a:r>
            <a:rPr lang="pl-PL" b="0" i="0" baseline="0"/>
            <a:t>Project Work </a:t>
          </a:r>
          <a:endParaRPr lang="en-US"/>
        </a:p>
      </dgm:t>
    </dgm:pt>
    <dgm:pt modelId="{C20975AF-E6A5-4D21-A86C-9A87EA0856C4}" type="parTrans" cxnId="{08522190-922C-425E-9FF2-40FCE85CB30D}">
      <dgm:prSet/>
      <dgm:spPr/>
      <dgm:t>
        <a:bodyPr/>
        <a:lstStyle/>
        <a:p>
          <a:endParaRPr lang="en-US"/>
        </a:p>
      </dgm:t>
    </dgm:pt>
    <dgm:pt modelId="{89E128C8-B3A7-4C94-B9BD-F4299648166F}" type="sibTrans" cxnId="{08522190-922C-425E-9FF2-40FCE85CB30D}">
      <dgm:prSet/>
      <dgm:spPr/>
      <dgm:t>
        <a:bodyPr/>
        <a:lstStyle/>
        <a:p>
          <a:endParaRPr lang="en-US"/>
        </a:p>
      </dgm:t>
    </dgm:pt>
    <dgm:pt modelId="{91D0F36D-67DF-4B42-957C-C7810AA7C344}">
      <dgm:prSet/>
      <dgm:spPr/>
      <dgm:t>
        <a:bodyPr/>
        <a:lstStyle/>
        <a:p>
          <a:pPr>
            <a:defRPr cap="all"/>
          </a:pPr>
          <a:r>
            <a:rPr lang="pl-PL" b="0" i="0" baseline="0"/>
            <a:t>Delivery </a:t>
          </a:r>
          <a:endParaRPr lang="en-US"/>
        </a:p>
      </dgm:t>
    </dgm:pt>
    <dgm:pt modelId="{5996CD20-AAD4-4D00-B33C-380B6C68FB3B}" type="parTrans" cxnId="{B53B0810-586D-44FF-99EF-3D3CA8C252DC}">
      <dgm:prSet/>
      <dgm:spPr/>
      <dgm:t>
        <a:bodyPr/>
        <a:lstStyle/>
        <a:p>
          <a:endParaRPr lang="en-US"/>
        </a:p>
      </dgm:t>
    </dgm:pt>
    <dgm:pt modelId="{050C3CA4-3C24-43C3-A150-2C0B6EED7D9F}" type="sibTrans" cxnId="{B53B0810-586D-44FF-99EF-3D3CA8C252DC}">
      <dgm:prSet/>
      <dgm:spPr/>
      <dgm:t>
        <a:bodyPr/>
        <a:lstStyle/>
        <a:p>
          <a:endParaRPr lang="en-US"/>
        </a:p>
      </dgm:t>
    </dgm:pt>
    <dgm:pt modelId="{ADB90CA3-4CEA-49E1-BBF4-184834EB3267}">
      <dgm:prSet/>
      <dgm:spPr/>
      <dgm:t>
        <a:bodyPr/>
        <a:lstStyle/>
        <a:p>
          <a:pPr>
            <a:defRPr cap="all"/>
          </a:pPr>
          <a:r>
            <a:rPr lang="pl-PL" b="0" i="0" baseline="0"/>
            <a:t>Measurement </a:t>
          </a:r>
          <a:endParaRPr lang="en-US"/>
        </a:p>
      </dgm:t>
    </dgm:pt>
    <dgm:pt modelId="{28BF29BF-3AE5-40D2-BDC0-74A547F3A258}" type="parTrans" cxnId="{07DCA968-EB58-4E03-B6C9-FA89A5850906}">
      <dgm:prSet/>
      <dgm:spPr/>
      <dgm:t>
        <a:bodyPr/>
        <a:lstStyle/>
        <a:p>
          <a:endParaRPr lang="en-US"/>
        </a:p>
      </dgm:t>
    </dgm:pt>
    <dgm:pt modelId="{EBED2650-9DCD-438A-965C-4A59699E40A6}" type="sibTrans" cxnId="{07DCA968-EB58-4E03-B6C9-FA89A5850906}">
      <dgm:prSet/>
      <dgm:spPr/>
      <dgm:t>
        <a:bodyPr/>
        <a:lstStyle/>
        <a:p>
          <a:endParaRPr lang="en-US"/>
        </a:p>
      </dgm:t>
    </dgm:pt>
    <dgm:pt modelId="{3E5F0322-80FB-4E67-8F45-53DACF580CCF}">
      <dgm:prSet/>
      <dgm:spPr/>
      <dgm:t>
        <a:bodyPr/>
        <a:lstStyle/>
        <a:p>
          <a:pPr>
            <a:defRPr cap="all"/>
          </a:pPr>
          <a:r>
            <a:rPr lang="pl-PL" b="0" i="0" baseline="0"/>
            <a:t>Uncertainty </a:t>
          </a:r>
          <a:endParaRPr lang="en-US"/>
        </a:p>
      </dgm:t>
    </dgm:pt>
    <dgm:pt modelId="{64ABCE1C-FDFB-4864-9F50-8B145EC5F357}" type="parTrans" cxnId="{A2B089E6-021A-4B40-9F3F-FD02C87A4F67}">
      <dgm:prSet/>
      <dgm:spPr/>
      <dgm:t>
        <a:bodyPr/>
        <a:lstStyle/>
        <a:p>
          <a:endParaRPr lang="en-US"/>
        </a:p>
      </dgm:t>
    </dgm:pt>
    <dgm:pt modelId="{CF008D36-179D-4C91-8704-0BD213022C0A}" type="sibTrans" cxnId="{A2B089E6-021A-4B40-9F3F-FD02C87A4F67}">
      <dgm:prSet/>
      <dgm:spPr/>
      <dgm:t>
        <a:bodyPr/>
        <a:lstStyle/>
        <a:p>
          <a:endParaRPr lang="en-US"/>
        </a:p>
      </dgm:t>
    </dgm:pt>
    <dgm:pt modelId="{F313EB2B-AD29-4FC4-992A-3E2362B55058}" type="pres">
      <dgm:prSet presAssocID="{0089545F-7754-4D69-8275-2A32905CEE2D}" presName="root" presStyleCnt="0">
        <dgm:presLayoutVars>
          <dgm:dir/>
          <dgm:resizeHandles val="exact"/>
        </dgm:presLayoutVars>
      </dgm:prSet>
      <dgm:spPr/>
    </dgm:pt>
    <dgm:pt modelId="{CFB07350-6104-4978-BA3F-D11908FB6EE3}" type="pres">
      <dgm:prSet presAssocID="{55DBF0FC-0F36-4B8A-9D12-8C6FB0D2095F}" presName="compNode" presStyleCnt="0"/>
      <dgm:spPr/>
    </dgm:pt>
    <dgm:pt modelId="{C72DDD08-F8D6-4CE9-8870-AB11CF0AD8F2}" type="pres">
      <dgm:prSet presAssocID="{55DBF0FC-0F36-4B8A-9D12-8C6FB0D2095F}" presName="iconBgRect" presStyleLbl="bgShp" presStyleIdx="0" presStyleCnt="8"/>
      <dgm:spPr/>
    </dgm:pt>
    <dgm:pt modelId="{6047FE18-FFE9-4637-8379-004350485568}" type="pres">
      <dgm:prSet presAssocID="{55DBF0FC-0F36-4B8A-9D12-8C6FB0D2095F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D7E047D6-B594-4AA6-A76A-41A328623C39}" type="pres">
      <dgm:prSet presAssocID="{55DBF0FC-0F36-4B8A-9D12-8C6FB0D2095F}" presName="spaceRect" presStyleCnt="0"/>
      <dgm:spPr/>
    </dgm:pt>
    <dgm:pt modelId="{EECE5980-676B-48D9-8DF5-B922EB757BE2}" type="pres">
      <dgm:prSet presAssocID="{55DBF0FC-0F36-4B8A-9D12-8C6FB0D2095F}" presName="textRect" presStyleLbl="revTx" presStyleIdx="0" presStyleCnt="8">
        <dgm:presLayoutVars>
          <dgm:chMax val="1"/>
          <dgm:chPref val="1"/>
        </dgm:presLayoutVars>
      </dgm:prSet>
      <dgm:spPr/>
    </dgm:pt>
    <dgm:pt modelId="{B0B3F03E-3EF0-4998-96F5-31CC23B51AEE}" type="pres">
      <dgm:prSet presAssocID="{2A1C69C9-DBCA-49BB-8969-9F81A05A722A}" presName="sibTrans" presStyleCnt="0"/>
      <dgm:spPr/>
    </dgm:pt>
    <dgm:pt modelId="{F3954752-01E2-40D6-8B6C-7DBEA73F31BC}" type="pres">
      <dgm:prSet presAssocID="{5D358596-C469-4D77-ACCF-93009247B5EE}" presName="compNode" presStyleCnt="0"/>
      <dgm:spPr/>
    </dgm:pt>
    <dgm:pt modelId="{90C255D4-FC64-4658-B973-CDAD010D3EDF}" type="pres">
      <dgm:prSet presAssocID="{5D358596-C469-4D77-ACCF-93009247B5EE}" presName="iconBgRect" presStyleLbl="bgShp" presStyleIdx="1" presStyleCnt="8"/>
      <dgm:spPr/>
    </dgm:pt>
    <dgm:pt modelId="{3F6FD09E-80F1-4F5C-B46B-BE9AE0F5801E}" type="pres">
      <dgm:prSet presAssocID="{5D358596-C469-4D77-ACCF-93009247B5EE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a mężczyzn"/>
        </a:ext>
      </dgm:extLst>
    </dgm:pt>
    <dgm:pt modelId="{4E668FE3-3478-4BB2-89FA-BA1829207D1D}" type="pres">
      <dgm:prSet presAssocID="{5D358596-C469-4D77-ACCF-93009247B5EE}" presName="spaceRect" presStyleCnt="0"/>
      <dgm:spPr/>
    </dgm:pt>
    <dgm:pt modelId="{DA7E70A3-3B5B-450C-A379-3A736A08B5CF}" type="pres">
      <dgm:prSet presAssocID="{5D358596-C469-4D77-ACCF-93009247B5EE}" presName="textRect" presStyleLbl="revTx" presStyleIdx="1" presStyleCnt="8">
        <dgm:presLayoutVars>
          <dgm:chMax val="1"/>
          <dgm:chPref val="1"/>
        </dgm:presLayoutVars>
      </dgm:prSet>
      <dgm:spPr/>
    </dgm:pt>
    <dgm:pt modelId="{EC352FED-47ED-466F-9FEB-63EA3BA0798C}" type="pres">
      <dgm:prSet presAssocID="{B2AEF94C-BE63-4DB2-BA02-6A9D4E7005B2}" presName="sibTrans" presStyleCnt="0"/>
      <dgm:spPr/>
    </dgm:pt>
    <dgm:pt modelId="{10F93C27-D202-4877-849E-DAAEEDBA8432}" type="pres">
      <dgm:prSet presAssocID="{0C89AF53-3E9D-497C-B734-6D27AB17DC7A}" presName="compNode" presStyleCnt="0"/>
      <dgm:spPr/>
    </dgm:pt>
    <dgm:pt modelId="{ED145E64-C1E6-47B0-ABF0-01775B5895B6}" type="pres">
      <dgm:prSet presAssocID="{0C89AF53-3E9D-497C-B734-6D27AB17DC7A}" presName="iconBgRect" presStyleLbl="bgShp" presStyleIdx="2" presStyleCnt="8"/>
      <dgm:spPr/>
    </dgm:pt>
    <dgm:pt modelId="{23250648-E2C4-4CC0-BCA7-B4027CBE1631}" type="pres">
      <dgm:prSet presAssocID="{0C89AF53-3E9D-497C-B734-6D27AB17DC7A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tarzanie"/>
        </a:ext>
      </dgm:extLst>
    </dgm:pt>
    <dgm:pt modelId="{DDD6FEA7-0F6A-4757-9DA0-030F476AAA0D}" type="pres">
      <dgm:prSet presAssocID="{0C89AF53-3E9D-497C-B734-6D27AB17DC7A}" presName="spaceRect" presStyleCnt="0"/>
      <dgm:spPr/>
    </dgm:pt>
    <dgm:pt modelId="{A8597FC3-2D56-4C33-8DE5-BA88C69BCAC0}" type="pres">
      <dgm:prSet presAssocID="{0C89AF53-3E9D-497C-B734-6D27AB17DC7A}" presName="textRect" presStyleLbl="revTx" presStyleIdx="2" presStyleCnt="8">
        <dgm:presLayoutVars>
          <dgm:chMax val="1"/>
          <dgm:chPref val="1"/>
        </dgm:presLayoutVars>
      </dgm:prSet>
      <dgm:spPr/>
    </dgm:pt>
    <dgm:pt modelId="{CEE32F6A-7074-4EB2-BAA2-524EF7FB2D78}" type="pres">
      <dgm:prSet presAssocID="{9FE10BA1-AD5E-4E92-A2FB-C1D963086E0D}" presName="sibTrans" presStyleCnt="0"/>
      <dgm:spPr/>
    </dgm:pt>
    <dgm:pt modelId="{5C525362-D6D1-4D71-BABD-B74830D78019}" type="pres">
      <dgm:prSet presAssocID="{C14878CB-A512-4B49-8CC9-CEA229D9CC06}" presName="compNode" presStyleCnt="0"/>
      <dgm:spPr/>
    </dgm:pt>
    <dgm:pt modelId="{558E1098-1C5C-4537-B4C0-B85A0D8F83E3}" type="pres">
      <dgm:prSet presAssocID="{C14878CB-A512-4B49-8CC9-CEA229D9CC06}" presName="iconBgRect" presStyleLbl="bgShp" presStyleIdx="3" presStyleCnt="8"/>
      <dgm:spPr/>
    </dgm:pt>
    <dgm:pt modelId="{26EAFBD0-9CDB-4166-AE27-018BD6FC1C8F}" type="pres">
      <dgm:prSet presAssocID="{C14878CB-A512-4B49-8CC9-CEA229D9CC06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0C379D87-4305-4CB1-A4A9-05268D7246AC}" type="pres">
      <dgm:prSet presAssocID="{C14878CB-A512-4B49-8CC9-CEA229D9CC06}" presName="spaceRect" presStyleCnt="0"/>
      <dgm:spPr/>
    </dgm:pt>
    <dgm:pt modelId="{CCF00A28-C79E-48E7-B290-5E298F5A42FE}" type="pres">
      <dgm:prSet presAssocID="{C14878CB-A512-4B49-8CC9-CEA229D9CC06}" presName="textRect" presStyleLbl="revTx" presStyleIdx="3" presStyleCnt="8">
        <dgm:presLayoutVars>
          <dgm:chMax val="1"/>
          <dgm:chPref val="1"/>
        </dgm:presLayoutVars>
      </dgm:prSet>
      <dgm:spPr/>
    </dgm:pt>
    <dgm:pt modelId="{DD46097C-3C0A-4689-A3D1-76EB1490EB6D}" type="pres">
      <dgm:prSet presAssocID="{0EC7EFB7-95A0-4469-8303-B3D7625A22BD}" presName="sibTrans" presStyleCnt="0"/>
      <dgm:spPr/>
    </dgm:pt>
    <dgm:pt modelId="{859DB231-4FED-4906-90AA-1EDF18BAFF35}" type="pres">
      <dgm:prSet presAssocID="{8581C994-9EBB-43FC-B26E-68F90A319C60}" presName="compNode" presStyleCnt="0"/>
      <dgm:spPr/>
    </dgm:pt>
    <dgm:pt modelId="{1030F6C8-D639-405C-AA0C-4703830FC37E}" type="pres">
      <dgm:prSet presAssocID="{8581C994-9EBB-43FC-B26E-68F90A319C60}" presName="iconBgRect" presStyleLbl="bgShp" presStyleIdx="4" presStyleCnt="8"/>
      <dgm:spPr/>
    </dgm:pt>
    <dgm:pt modelId="{9DAA775C-8874-49AF-A95A-421BF0232046}" type="pres">
      <dgm:prSet presAssocID="{8581C994-9EBB-43FC-B26E-68F90A319C60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tkanie"/>
        </a:ext>
      </dgm:extLst>
    </dgm:pt>
    <dgm:pt modelId="{AB1C0E81-83E9-4044-8E5D-8D2828EF1333}" type="pres">
      <dgm:prSet presAssocID="{8581C994-9EBB-43FC-B26E-68F90A319C60}" presName="spaceRect" presStyleCnt="0"/>
      <dgm:spPr/>
    </dgm:pt>
    <dgm:pt modelId="{A9C1A47D-A6FB-461A-A0FA-FBD852C25233}" type="pres">
      <dgm:prSet presAssocID="{8581C994-9EBB-43FC-B26E-68F90A319C60}" presName="textRect" presStyleLbl="revTx" presStyleIdx="4" presStyleCnt="8">
        <dgm:presLayoutVars>
          <dgm:chMax val="1"/>
          <dgm:chPref val="1"/>
        </dgm:presLayoutVars>
      </dgm:prSet>
      <dgm:spPr/>
    </dgm:pt>
    <dgm:pt modelId="{562C38DA-4624-4169-8244-422430BF16AC}" type="pres">
      <dgm:prSet presAssocID="{89E128C8-B3A7-4C94-B9BD-F4299648166F}" presName="sibTrans" presStyleCnt="0"/>
      <dgm:spPr/>
    </dgm:pt>
    <dgm:pt modelId="{D1247811-3D3D-447B-B05C-15D08B93E181}" type="pres">
      <dgm:prSet presAssocID="{91D0F36D-67DF-4B42-957C-C7810AA7C344}" presName="compNode" presStyleCnt="0"/>
      <dgm:spPr/>
    </dgm:pt>
    <dgm:pt modelId="{00AD79E5-365A-4BDA-B7D9-8E1204BBC64A}" type="pres">
      <dgm:prSet presAssocID="{91D0F36D-67DF-4B42-957C-C7810AA7C344}" presName="iconBgRect" presStyleLbl="bgShp" presStyleIdx="5" presStyleCnt="8"/>
      <dgm:spPr/>
    </dgm:pt>
    <dgm:pt modelId="{A9B626A6-E85D-497B-8FC6-516F04D2CD5F}" type="pres">
      <dgm:prSet presAssocID="{91D0F36D-67DF-4B42-957C-C7810AA7C344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rzynka pocztowa"/>
        </a:ext>
      </dgm:extLst>
    </dgm:pt>
    <dgm:pt modelId="{67835A5F-09EA-4DDE-856C-FA18DFB4C24D}" type="pres">
      <dgm:prSet presAssocID="{91D0F36D-67DF-4B42-957C-C7810AA7C344}" presName="spaceRect" presStyleCnt="0"/>
      <dgm:spPr/>
    </dgm:pt>
    <dgm:pt modelId="{85259BA5-8853-4C53-84E0-D1518F2215B3}" type="pres">
      <dgm:prSet presAssocID="{91D0F36D-67DF-4B42-957C-C7810AA7C344}" presName="textRect" presStyleLbl="revTx" presStyleIdx="5" presStyleCnt="8">
        <dgm:presLayoutVars>
          <dgm:chMax val="1"/>
          <dgm:chPref val="1"/>
        </dgm:presLayoutVars>
      </dgm:prSet>
      <dgm:spPr/>
    </dgm:pt>
    <dgm:pt modelId="{5A5EFFDB-4646-4134-8931-6C540E097C69}" type="pres">
      <dgm:prSet presAssocID="{050C3CA4-3C24-43C3-A150-2C0B6EED7D9F}" presName="sibTrans" presStyleCnt="0"/>
      <dgm:spPr/>
    </dgm:pt>
    <dgm:pt modelId="{6D980AC4-6A78-4DFF-A994-312DF14DD9BA}" type="pres">
      <dgm:prSet presAssocID="{ADB90CA3-4CEA-49E1-BBF4-184834EB3267}" presName="compNode" presStyleCnt="0"/>
      <dgm:spPr/>
    </dgm:pt>
    <dgm:pt modelId="{2039D0FB-796E-4D5D-83E0-D0E4F8525F8E}" type="pres">
      <dgm:prSet presAssocID="{ADB90CA3-4CEA-49E1-BBF4-184834EB3267}" presName="iconBgRect" presStyleLbl="bgShp" presStyleIdx="6" presStyleCnt="8"/>
      <dgm:spPr/>
    </dgm:pt>
    <dgm:pt modelId="{752B2CCC-0E48-4022-AA36-8EB55E8080A1}" type="pres">
      <dgm:prSet presAssocID="{ADB90CA3-4CEA-49E1-BBF4-184834EB3267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ijka"/>
        </a:ext>
      </dgm:extLst>
    </dgm:pt>
    <dgm:pt modelId="{B246037E-8729-42A0-838A-BA9D6ABF13F4}" type="pres">
      <dgm:prSet presAssocID="{ADB90CA3-4CEA-49E1-BBF4-184834EB3267}" presName="spaceRect" presStyleCnt="0"/>
      <dgm:spPr/>
    </dgm:pt>
    <dgm:pt modelId="{BC08C164-25F2-4B1E-8BFF-8ECBE2C34253}" type="pres">
      <dgm:prSet presAssocID="{ADB90CA3-4CEA-49E1-BBF4-184834EB3267}" presName="textRect" presStyleLbl="revTx" presStyleIdx="6" presStyleCnt="8">
        <dgm:presLayoutVars>
          <dgm:chMax val="1"/>
          <dgm:chPref val="1"/>
        </dgm:presLayoutVars>
      </dgm:prSet>
      <dgm:spPr/>
    </dgm:pt>
    <dgm:pt modelId="{3738A35F-59C1-487C-ADA3-A9B68EA46CE9}" type="pres">
      <dgm:prSet presAssocID="{EBED2650-9DCD-438A-965C-4A59699E40A6}" presName="sibTrans" presStyleCnt="0"/>
      <dgm:spPr/>
    </dgm:pt>
    <dgm:pt modelId="{319F0899-74D3-4810-8244-99ADE3837218}" type="pres">
      <dgm:prSet presAssocID="{3E5F0322-80FB-4E67-8F45-53DACF580CCF}" presName="compNode" presStyleCnt="0"/>
      <dgm:spPr/>
    </dgm:pt>
    <dgm:pt modelId="{CF263EF0-F6DA-4ED1-B21D-2EB2A5950E28}" type="pres">
      <dgm:prSet presAssocID="{3E5F0322-80FB-4E67-8F45-53DACF580CCF}" presName="iconBgRect" presStyleLbl="bgShp" presStyleIdx="7" presStyleCnt="8"/>
      <dgm:spPr/>
    </dgm:pt>
    <dgm:pt modelId="{D99F6077-5FAE-4F31-A088-06DEE243AE0B}" type="pres">
      <dgm:prSet presAssocID="{3E5F0322-80FB-4E67-8F45-53DACF580CCF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tania"/>
        </a:ext>
      </dgm:extLst>
    </dgm:pt>
    <dgm:pt modelId="{1A9CC404-44A2-448B-93C5-5B51EBA22CA7}" type="pres">
      <dgm:prSet presAssocID="{3E5F0322-80FB-4E67-8F45-53DACF580CCF}" presName="spaceRect" presStyleCnt="0"/>
      <dgm:spPr/>
    </dgm:pt>
    <dgm:pt modelId="{DC1FDD4A-0789-49FC-8356-BBEE8C32DED3}" type="pres">
      <dgm:prSet presAssocID="{3E5F0322-80FB-4E67-8F45-53DACF580CCF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941750F-31BD-4410-9332-B92B4C0BF7A1}" type="presOf" srcId="{ADB90CA3-4CEA-49E1-BBF4-184834EB3267}" destId="{BC08C164-25F2-4B1E-8BFF-8ECBE2C34253}" srcOrd="0" destOrd="0" presId="urn:microsoft.com/office/officeart/2018/5/layout/IconCircleLabelList"/>
    <dgm:cxn modelId="{B53B0810-586D-44FF-99EF-3D3CA8C252DC}" srcId="{0089545F-7754-4D69-8275-2A32905CEE2D}" destId="{91D0F36D-67DF-4B42-957C-C7810AA7C344}" srcOrd="5" destOrd="0" parTransId="{5996CD20-AAD4-4D00-B33C-380B6C68FB3B}" sibTransId="{050C3CA4-3C24-43C3-A150-2C0B6EED7D9F}"/>
    <dgm:cxn modelId="{1A6AB410-E51B-41A3-B2C1-E0986905B0B2}" type="presOf" srcId="{3E5F0322-80FB-4E67-8F45-53DACF580CCF}" destId="{DC1FDD4A-0789-49FC-8356-BBEE8C32DED3}" srcOrd="0" destOrd="0" presId="urn:microsoft.com/office/officeart/2018/5/layout/IconCircleLabelList"/>
    <dgm:cxn modelId="{45FF9420-604D-402A-9020-E1A566DF45B5}" srcId="{0089545F-7754-4D69-8275-2A32905CEE2D}" destId="{C14878CB-A512-4B49-8CC9-CEA229D9CC06}" srcOrd="3" destOrd="0" parTransId="{7BD343B1-1B00-4300-82D7-66977F81922F}" sibTransId="{0EC7EFB7-95A0-4469-8303-B3D7625A22BD}"/>
    <dgm:cxn modelId="{5A14D065-1C8A-4F35-8A27-F5FF7D1EF839}" srcId="{0089545F-7754-4D69-8275-2A32905CEE2D}" destId="{5D358596-C469-4D77-ACCF-93009247B5EE}" srcOrd="1" destOrd="0" parTransId="{3B238D6E-15AF-41AB-8345-359159291001}" sibTransId="{B2AEF94C-BE63-4DB2-BA02-6A9D4E7005B2}"/>
    <dgm:cxn modelId="{07DCA968-EB58-4E03-B6C9-FA89A5850906}" srcId="{0089545F-7754-4D69-8275-2A32905CEE2D}" destId="{ADB90CA3-4CEA-49E1-BBF4-184834EB3267}" srcOrd="6" destOrd="0" parTransId="{28BF29BF-3AE5-40D2-BDC0-74A547F3A258}" sibTransId="{EBED2650-9DCD-438A-965C-4A59699E40A6}"/>
    <dgm:cxn modelId="{E44AD66A-82E1-4AEE-9115-8909F14DD294}" type="presOf" srcId="{91D0F36D-67DF-4B42-957C-C7810AA7C344}" destId="{85259BA5-8853-4C53-84E0-D1518F2215B3}" srcOrd="0" destOrd="0" presId="urn:microsoft.com/office/officeart/2018/5/layout/IconCircleLabelList"/>
    <dgm:cxn modelId="{D563EB79-8C5C-418F-9AB8-07E471929906}" srcId="{0089545F-7754-4D69-8275-2A32905CEE2D}" destId="{55DBF0FC-0F36-4B8A-9D12-8C6FB0D2095F}" srcOrd="0" destOrd="0" parTransId="{6A420285-1E7F-457C-8643-CD56F7CA93C7}" sibTransId="{2A1C69C9-DBCA-49BB-8969-9F81A05A722A}"/>
    <dgm:cxn modelId="{B65F1681-184A-41B8-9C45-7DE25285ABB9}" type="presOf" srcId="{0089545F-7754-4D69-8275-2A32905CEE2D}" destId="{F313EB2B-AD29-4FC4-992A-3E2362B55058}" srcOrd="0" destOrd="0" presId="urn:microsoft.com/office/officeart/2018/5/layout/IconCircleLabelList"/>
    <dgm:cxn modelId="{0F34D283-B8F5-4740-968A-3654FA685CA9}" type="presOf" srcId="{5D358596-C469-4D77-ACCF-93009247B5EE}" destId="{DA7E70A3-3B5B-450C-A379-3A736A08B5CF}" srcOrd="0" destOrd="0" presId="urn:microsoft.com/office/officeart/2018/5/layout/IconCircleLabelList"/>
    <dgm:cxn modelId="{08522190-922C-425E-9FF2-40FCE85CB30D}" srcId="{0089545F-7754-4D69-8275-2A32905CEE2D}" destId="{8581C994-9EBB-43FC-B26E-68F90A319C60}" srcOrd="4" destOrd="0" parTransId="{C20975AF-E6A5-4D21-A86C-9A87EA0856C4}" sibTransId="{89E128C8-B3A7-4C94-B9BD-F4299648166F}"/>
    <dgm:cxn modelId="{6C0B2FCA-A433-4D6C-BF25-61FD90D93D59}" type="presOf" srcId="{55DBF0FC-0F36-4B8A-9D12-8C6FB0D2095F}" destId="{EECE5980-676B-48D9-8DF5-B922EB757BE2}" srcOrd="0" destOrd="0" presId="urn:microsoft.com/office/officeart/2018/5/layout/IconCircleLabelList"/>
    <dgm:cxn modelId="{0BB68DD4-C1A9-41B8-96F2-0D96B5300731}" type="presOf" srcId="{0C89AF53-3E9D-497C-B734-6D27AB17DC7A}" destId="{A8597FC3-2D56-4C33-8DE5-BA88C69BCAC0}" srcOrd="0" destOrd="0" presId="urn:microsoft.com/office/officeart/2018/5/layout/IconCircleLabelList"/>
    <dgm:cxn modelId="{A41529DC-8DF5-45E1-B3E7-70D18233C7F8}" type="presOf" srcId="{C14878CB-A512-4B49-8CC9-CEA229D9CC06}" destId="{CCF00A28-C79E-48E7-B290-5E298F5A42FE}" srcOrd="0" destOrd="0" presId="urn:microsoft.com/office/officeart/2018/5/layout/IconCircleLabelList"/>
    <dgm:cxn modelId="{78BF3DE4-6B2B-4CD6-9950-570E4E3CED21}" srcId="{0089545F-7754-4D69-8275-2A32905CEE2D}" destId="{0C89AF53-3E9D-497C-B734-6D27AB17DC7A}" srcOrd="2" destOrd="0" parTransId="{99AA0CD4-587D-4793-A804-9D48459E6294}" sibTransId="{9FE10BA1-AD5E-4E92-A2FB-C1D963086E0D}"/>
    <dgm:cxn modelId="{A2B089E6-021A-4B40-9F3F-FD02C87A4F67}" srcId="{0089545F-7754-4D69-8275-2A32905CEE2D}" destId="{3E5F0322-80FB-4E67-8F45-53DACF580CCF}" srcOrd="7" destOrd="0" parTransId="{64ABCE1C-FDFB-4864-9F50-8B145EC5F357}" sibTransId="{CF008D36-179D-4C91-8704-0BD213022C0A}"/>
    <dgm:cxn modelId="{DCA04BF2-FB99-44E5-B761-2C00C6B41F03}" type="presOf" srcId="{8581C994-9EBB-43FC-B26E-68F90A319C60}" destId="{A9C1A47D-A6FB-461A-A0FA-FBD852C25233}" srcOrd="0" destOrd="0" presId="urn:microsoft.com/office/officeart/2018/5/layout/IconCircleLabelList"/>
    <dgm:cxn modelId="{7F5EC62B-DF46-4669-8000-AD77D517B591}" type="presParOf" srcId="{F313EB2B-AD29-4FC4-992A-3E2362B55058}" destId="{CFB07350-6104-4978-BA3F-D11908FB6EE3}" srcOrd="0" destOrd="0" presId="urn:microsoft.com/office/officeart/2018/5/layout/IconCircleLabelList"/>
    <dgm:cxn modelId="{77209363-091B-4B5E-885B-6704E6A60C69}" type="presParOf" srcId="{CFB07350-6104-4978-BA3F-D11908FB6EE3}" destId="{C72DDD08-F8D6-4CE9-8870-AB11CF0AD8F2}" srcOrd="0" destOrd="0" presId="urn:microsoft.com/office/officeart/2018/5/layout/IconCircleLabelList"/>
    <dgm:cxn modelId="{E4F2E545-C903-48F0-BEA9-6551F7918ED7}" type="presParOf" srcId="{CFB07350-6104-4978-BA3F-D11908FB6EE3}" destId="{6047FE18-FFE9-4637-8379-004350485568}" srcOrd="1" destOrd="0" presId="urn:microsoft.com/office/officeart/2018/5/layout/IconCircleLabelList"/>
    <dgm:cxn modelId="{E508215D-D0C1-43BF-8C95-5752364E13B9}" type="presParOf" srcId="{CFB07350-6104-4978-BA3F-D11908FB6EE3}" destId="{D7E047D6-B594-4AA6-A76A-41A328623C39}" srcOrd="2" destOrd="0" presId="urn:microsoft.com/office/officeart/2018/5/layout/IconCircleLabelList"/>
    <dgm:cxn modelId="{62EE201E-65A0-4B35-A4DF-55C9019807B8}" type="presParOf" srcId="{CFB07350-6104-4978-BA3F-D11908FB6EE3}" destId="{EECE5980-676B-48D9-8DF5-B922EB757BE2}" srcOrd="3" destOrd="0" presId="urn:microsoft.com/office/officeart/2018/5/layout/IconCircleLabelList"/>
    <dgm:cxn modelId="{70801EE8-1AA4-4916-9599-2ED3580DB100}" type="presParOf" srcId="{F313EB2B-AD29-4FC4-992A-3E2362B55058}" destId="{B0B3F03E-3EF0-4998-96F5-31CC23B51AEE}" srcOrd="1" destOrd="0" presId="urn:microsoft.com/office/officeart/2018/5/layout/IconCircleLabelList"/>
    <dgm:cxn modelId="{2A7805B8-8412-4AA8-BB67-1EEB0C787B47}" type="presParOf" srcId="{F313EB2B-AD29-4FC4-992A-3E2362B55058}" destId="{F3954752-01E2-40D6-8B6C-7DBEA73F31BC}" srcOrd="2" destOrd="0" presId="urn:microsoft.com/office/officeart/2018/5/layout/IconCircleLabelList"/>
    <dgm:cxn modelId="{E47FEA32-E492-4674-900A-09B6F6107D8E}" type="presParOf" srcId="{F3954752-01E2-40D6-8B6C-7DBEA73F31BC}" destId="{90C255D4-FC64-4658-B973-CDAD010D3EDF}" srcOrd="0" destOrd="0" presId="urn:microsoft.com/office/officeart/2018/5/layout/IconCircleLabelList"/>
    <dgm:cxn modelId="{59C0E97E-C8E4-411D-BBC2-D8084860C8B6}" type="presParOf" srcId="{F3954752-01E2-40D6-8B6C-7DBEA73F31BC}" destId="{3F6FD09E-80F1-4F5C-B46B-BE9AE0F5801E}" srcOrd="1" destOrd="0" presId="urn:microsoft.com/office/officeart/2018/5/layout/IconCircleLabelList"/>
    <dgm:cxn modelId="{681CA499-27E0-4469-A0AE-AB1806D9D5B6}" type="presParOf" srcId="{F3954752-01E2-40D6-8B6C-7DBEA73F31BC}" destId="{4E668FE3-3478-4BB2-89FA-BA1829207D1D}" srcOrd="2" destOrd="0" presId="urn:microsoft.com/office/officeart/2018/5/layout/IconCircleLabelList"/>
    <dgm:cxn modelId="{9927D4FB-D403-4316-B3C2-63E9509823E6}" type="presParOf" srcId="{F3954752-01E2-40D6-8B6C-7DBEA73F31BC}" destId="{DA7E70A3-3B5B-450C-A379-3A736A08B5CF}" srcOrd="3" destOrd="0" presId="urn:microsoft.com/office/officeart/2018/5/layout/IconCircleLabelList"/>
    <dgm:cxn modelId="{B8955BEA-1E43-4AC8-855B-784C767A7469}" type="presParOf" srcId="{F313EB2B-AD29-4FC4-992A-3E2362B55058}" destId="{EC352FED-47ED-466F-9FEB-63EA3BA0798C}" srcOrd="3" destOrd="0" presId="urn:microsoft.com/office/officeart/2018/5/layout/IconCircleLabelList"/>
    <dgm:cxn modelId="{616AEC60-6E40-4F79-A0C7-F675A023B88B}" type="presParOf" srcId="{F313EB2B-AD29-4FC4-992A-3E2362B55058}" destId="{10F93C27-D202-4877-849E-DAAEEDBA8432}" srcOrd="4" destOrd="0" presId="urn:microsoft.com/office/officeart/2018/5/layout/IconCircleLabelList"/>
    <dgm:cxn modelId="{752E0B66-5BAF-4DBD-A27E-CF4A376C72F0}" type="presParOf" srcId="{10F93C27-D202-4877-849E-DAAEEDBA8432}" destId="{ED145E64-C1E6-47B0-ABF0-01775B5895B6}" srcOrd="0" destOrd="0" presId="urn:microsoft.com/office/officeart/2018/5/layout/IconCircleLabelList"/>
    <dgm:cxn modelId="{687DC9AE-E045-44B2-80B5-B1328AC13C94}" type="presParOf" srcId="{10F93C27-D202-4877-849E-DAAEEDBA8432}" destId="{23250648-E2C4-4CC0-BCA7-B4027CBE1631}" srcOrd="1" destOrd="0" presId="urn:microsoft.com/office/officeart/2018/5/layout/IconCircleLabelList"/>
    <dgm:cxn modelId="{6E880FF7-ECDD-4F3E-8830-43EB23DE1DE2}" type="presParOf" srcId="{10F93C27-D202-4877-849E-DAAEEDBA8432}" destId="{DDD6FEA7-0F6A-4757-9DA0-030F476AAA0D}" srcOrd="2" destOrd="0" presId="urn:microsoft.com/office/officeart/2018/5/layout/IconCircleLabelList"/>
    <dgm:cxn modelId="{D4C8AECE-746C-444B-A699-1ED68DD0947C}" type="presParOf" srcId="{10F93C27-D202-4877-849E-DAAEEDBA8432}" destId="{A8597FC3-2D56-4C33-8DE5-BA88C69BCAC0}" srcOrd="3" destOrd="0" presId="urn:microsoft.com/office/officeart/2018/5/layout/IconCircleLabelList"/>
    <dgm:cxn modelId="{500F2494-A778-4FF1-AEC4-AB922FB27BEB}" type="presParOf" srcId="{F313EB2B-AD29-4FC4-992A-3E2362B55058}" destId="{CEE32F6A-7074-4EB2-BAA2-524EF7FB2D78}" srcOrd="5" destOrd="0" presId="urn:microsoft.com/office/officeart/2018/5/layout/IconCircleLabelList"/>
    <dgm:cxn modelId="{61EDE868-97E7-43BD-951F-EF286E0F2FA5}" type="presParOf" srcId="{F313EB2B-AD29-4FC4-992A-3E2362B55058}" destId="{5C525362-D6D1-4D71-BABD-B74830D78019}" srcOrd="6" destOrd="0" presId="urn:microsoft.com/office/officeart/2018/5/layout/IconCircleLabelList"/>
    <dgm:cxn modelId="{97923BD3-91C5-42C5-97BD-3067E7B96E22}" type="presParOf" srcId="{5C525362-D6D1-4D71-BABD-B74830D78019}" destId="{558E1098-1C5C-4537-B4C0-B85A0D8F83E3}" srcOrd="0" destOrd="0" presId="urn:microsoft.com/office/officeart/2018/5/layout/IconCircleLabelList"/>
    <dgm:cxn modelId="{E9ECA0C3-7726-4ADB-80B5-53BB409D9A4D}" type="presParOf" srcId="{5C525362-D6D1-4D71-BABD-B74830D78019}" destId="{26EAFBD0-9CDB-4166-AE27-018BD6FC1C8F}" srcOrd="1" destOrd="0" presId="urn:microsoft.com/office/officeart/2018/5/layout/IconCircleLabelList"/>
    <dgm:cxn modelId="{AEBCCFF7-6818-437F-82D4-CBEB47D5E481}" type="presParOf" srcId="{5C525362-D6D1-4D71-BABD-B74830D78019}" destId="{0C379D87-4305-4CB1-A4A9-05268D7246AC}" srcOrd="2" destOrd="0" presId="urn:microsoft.com/office/officeart/2018/5/layout/IconCircleLabelList"/>
    <dgm:cxn modelId="{8A30562B-9139-43AC-8D9E-7EFCD72D4A98}" type="presParOf" srcId="{5C525362-D6D1-4D71-BABD-B74830D78019}" destId="{CCF00A28-C79E-48E7-B290-5E298F5A42FE}" srcOrd="3" destOrd="0" presId="urn:microsoft.com/office/officeart/2018/5/layout/IconCircleLabelList"/>
    <dgm:cxn modelId="{6BA75960-014E-42A6-8566-8A691AED2AC8}" type="presParOf" srcId="{F313EB2B-AD29-4FC4-992A-3E2362B55058}" destId="{DD46097C-3C0A-4689-A3D1-76EB1490EB6D}" srcOrd="7" destOrd="0" presId="urn:microsoft.com/office/officeart/2018/5/layout/IconCircleLabelList"/>
    <dgm:cxn modelId="{646B2FFF-624A-48EB-B666-6F1107308115}" type="presParOf" srcId="{F313EB2B-AD29-4FC4-992A-3E2362B55058}" destId="{859DB231-4FED-4906-90AA-1EDF18BAFF35}" srcOrd="8" destOrd="0" presId="urn:microsoft.com/office/officeart/2018/5/layout/IconCircleLabelList"/>
    <dgm:cxn modelId="{345B012D-6960-438F-BBCB-D964DF4E7746}" type="presParOf" srcId="{859DB231-4FED-4906-90AA-1EDF18BAFF35}" destId="{1030F6C8-D639-405C-AA0C-4703830FC37E}" srcOrd="0" destOrd="0" presId="urn:microsoft.com/office/officeart/2018/5/layout/IconCircleLabelList"/>
    <dgm:cxn modelId="{397936FB-96C4-4061-B2EB-55A710F2EE9C}" type="presParOf" srcId="{859DB231-4FED-4906-90AA-1EDF18BAFF35}" destId="{9DAA775C-8874-49AF-A95A-421BF0232046}" srcOrd="1" destOrd="0" presId="urn:microsoft.com/office/officeart/2018/5/layout/IconCircleLabelList"/>
    <dgm:cxn modelId="{A6CF99C3-6597-448D-99E3-2BAC4F9BBF2C}" type="presParOf" srcId="{859DB231-4FED-4906-90AA-1EDF18BAFF35}" destId="{AB1C0E81-83E9-4044-8E5D-8D2828EF1333}" srcOrd="2" destOrd="0" presId="urn:microsoft.com/office/officeart/2018/5/layout/IconCircleLabelList"/>
    <dgm:cxn modelId="{0EC74CE1-12C7-430E-86D6-35EB138C8720}" type="presParOf" srcId="{859DB231-4FED-4906-90AA-1EDF18BAFF35}" destId="{A9C1A47D-A6FB-461A-A0FA-FBD852C25233}" srcOrd="3" destOrd="0" presId="urn:microsoft.com/office/officeart/2018/5/layout/IconCircleLabelList"/>
    <dgm:cxn modelId="{3753118C-2422-4B12-A1F5-27DC118007F3}" type="presParOf" srcId="{F313EB2B-AD29-4FC4-992A-3E2362B55058}" destId="{562C38DA-4624-4169-8244-422430BF16AC}" srcOrd="9" destOrd="0" presId="urn:microsoft.com/office/officeart/2018/5/layout/IconCircleLabelList"/>
    <dgm:cxn modelId="{5BD98750-0A5D-49E5-BC29-241F5D31B005}" type="presParOf" srcId="{F313EB2B-AD29-4FC4-992A-3E2362B55058}" destId="{D1247811-3D3D-447B-B05C-15D08B93E181}" srcOrd="10" destOrd="0" presId="urn:microsoft.com/office/officeart/2018/5/layout/IconCircleLabelList"/>
    <dgm:cxn modelId="{F166BC35-8B61-4FE5-8531-131DA913E9C4}" type="presParOf" srcId="{D1247811-3D3D-447B-B05C-15D08B93E181}" destId="{00AD79E5-365A-4BDA-B7D9-8E1204BBC64A}" srcOrd="0" destOrd="0" presId="urn:microsoft.com/office/officeart/2018/5/layout/IconCircleLabelList"/>
    <dgm:cxn modelId="{5F1EA25B-6D97-4555-9954-E3EBE2188E69}" type="presParOf" srcId="{D1247811-3D3D-447B-B05C-15D08B93E181}" destId="{A9B626A6-E85D-497B-8FC6-516F04D2CD5F}" srcOrd="1" destOrd="0" presId="urn:microsoft.com/office/officeart/2018/5/layout/IconCircleLabelList"/>
    <dgm:cxn modelId="{3B7661FD-5C55-4775-81A1-DD563424B298}" type="presParOf" srcId="{D1247811-3D3D-447B-B05C-15D08B93E181}" destId="{67835A5F-09EA-4DDE-856C-FA18DFB4C24D}" srcOrd="2" destOrd="0" presId="urn:microsoft.com/office/officeart/2018/5/layout/IconCircleLabelList"/>
    <dgm:cxn modelId="{4220666B-37CB-46E2-8799-0091571F6C34}" type="presParOf" srcId="{D1247811-3D3D-447B-B05C-15D08B93E181}" destId="{85259BA5-8853-4C53-84E0-D1518F2215B3}" srcOrd="3" destOrd="0" presId="urn:microsoft.com/office/officeart/2018/5/layout/IconCircleLabelList"/>
    <dgm:cxn modelId="{4410083E-4B2F-4A3E-8ED1-3CAAE3D9E1B7}" type="presParOf" srcId="{F313EB2B-AD29-4FC4-992A-3E2362B55058}" destId="{5A5EFFDB-4646-4134-8931-6C540E097C69}" srcOrd="11" destOrd="0" presId="urn:microsoft.com/office/officeart/2018/5/layout/IconCircleLabelList"/>
    <dgm:cxn modelId="{742F64C2-3655-4A10-8698-3A8AEFE1D10D}" type="presParOf" srcId="{F313EB2B-AD29-4FC4-992A-3E2362B55058}" destId="{6D980AC4-6A78-4DFF-A994-312DF14DD9BA}" srcOrd="12" destOrd="0" presId="urn:microsoft.com/office/officeart/2018/5/layout/IconCircleLabelList"/>
    <dgm:cxn modelId="{4A3A759F-C359-4EB5-AD3A-01F5DFBE5407}" type="presParOf" srcId="{6D980AC4-6A78-4DFF-A994-312DF14DD9BA}" destId="{2039D0FB-796E-4D5D-83E0-D0E4F8525F8E}" srcOrd="0" destOrd="0" presId="urn:microsoft.com/office/officeart/2018/5/layout/IconCircleLabelList"/>
    <dgm:cxn modelId="{87CADD38-D1B6-497B-84EA-6B68AFF63F53}" type="presParOf" srcId="{6D980AC4-6A78-4DFF-A994-312DF14DD9BA}" destId="{752B2CCC-0E48-4022-AA36-8EB55E8080A1}" srcOrd="1" destOrd="0" presId="urn:microsoft.com/office/officeart/2018/5/layout/IconCircleLabelList"/>
    <dgm:cxn modelId="{BC287C5B-85F5-4FD7-810D-5D68E96B8F4B}" type="presParOf" srcId="{6D980AC4-6A78-4DFF-A994-312DF14DD9BA}" destId="{B246037E-8729-42A0-838A-BA9D6ABF13F4}" srcOrd="2" destOrd="0" presId="urn:microsoft.com/office/officeart/2018/5/layout/IconCircleLabelList"/>
    <dgm:cxn modelId="{1847B39D-8C35-49EE-BF18-50AFF4CE6B0B}" type="presParOf" srcId="{6D980AC4-6A78-4DFF-A994-312DF14DD9BA}" destId="{BC08C164-25F2-4B1E-8BFF-8ECBE2C34253}" srcOrd="3" destOrd="0" presId="urn:microsoft.com/office/officeart/2018/5/layout/IconCircleLabelList"/>
    <dgm:cxn modelId="{04F6DA1C-1B0C-4795-B421-15BB52D7BF68}" type="presParOf" srcId="{F313EB2B-AD29-4FC4-992A-3E2362B55058}" destId="{3738A35F-59C1-487C-ADA3-A9B68EA46CE9}" srcOrd="13" destOrd="0" presId="urn:microsoft.com/office/officeart/2018/5/layout/IconCircleLabelList"/>
    <dgm:cxn modelId="{24A9FD25-A2DE-4E1D-A9FE-2E2047952DB1}" type="presParOf" srcId="{F313EB2B-AD29-4FC4-992A-3E2362B55058}" destId="{319F0899-74D3-4810-8244-99ADE3837218}" srcOrd="14" destOrd="0" presId="urn:microsoft.com/office/officeart/2018/5/layout/IconCircleLabelList"/>
    <dgm:cxn modelId="{D3C547D9-8BA3-4DC3-AEFD-685F6350B3C8}" type="presParOf" srcId="{319F0899-74D3-4810-8244-99ADE3837218}" destId="{CF263EF0-F6DA-4ED1-B21D-2EB2A5950E28}" srcOrd="0" destOrd="0" presId="urn:microsoft.com/office/officeart/2018/5/layout/IconCircleLabelList"/>
    <dgm:cxn modelId="{ACF6D962-79DD-4904-AFF8-7A6B84C329CB}" type="presParOf" srcId="{319F0899-74D3-4810-8244-99ADE3837218}" destId="{D99F6077-5FAE-4F31-A088-06DEE243AE0B}" srcOrd="1" destOrd="0" presId="urn:microsoft.com/office/officeart/2018/5/layout/IconCircleLabelList"/>
    <dgm:cxn modelId="{9B8E8D42-7C2D-4604-9476-2AECE243D5BC}" type="presParOf" srcId="{319F0899-74D3-4810-8244-99ADE3837218}" destId="{1A9CC404-44A2-448B-93C5-5B51EBA22CA7}" srcOrd="2" destOrd="0" presId="urn:microsoft.com/office/officeart/2018/5/layout/IconCircleLabelList"/>
    <dgm:cxn modelId="{60221BFF-6E32-45E6-9464-5883FD32F9EA}" type="presParOf" srcId="{319F0899-74D3-4810-8244-99ADE3837218}" destId="{DC1FDD4A-0789-49FC-8356-BBEE8C32DED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83101B5-B511-403E-AD73-285A5AB14B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3AE7D6DC-8B26-4CDC-8579-E45725361B2C}">
      <dgm:prSet custT="1"/>
      <dgm:spPr/>
      <dgm:t>
        <a:bodyPr/>
        <a:lstStyle/>
        <a:p>
          <a:r>
            <a:rPr lang="en-US" sz="1800"/>
            <a:t>Roadmap </a:t>
          </a:r>
        </a:p>
      </dgm:t>
    </dgm:pt>
    <dgm:pt modelId="{FB0CFC30-AE27-4BD9-BA51-3B6F2BD7F26F}" type="parTrans" cxnId="{7FDF969E-3F54-4F6D-B769-237F1C4AF43F}">
      <dgm:prSet/>
      <dgm:spPr/>
      <dgm:t>
        <a:bodyPr/>
        <a:lstStyle/>
        <a:p>
          <a:endParaRPr lang="en-US"/>
        </a:p>
      </dgm:t>
    </dgm:pt>
    <dgm:pt modelId="{0C5AE8D7-499B-4C1C-A35D-290F4D3D7361}" type="sibTrans" cxnId="{7FDF969E-3F54-4F6D-B769-237F1C4AF43F}">
      <dgm:prSet/>
      <dgm:spPr/>
      <dgm:t>
        <a:bodyPr/>
        <a:lstStyle/>
        <a:p>
          <a:endParaRPr lang="en-US"/>
        </a:p>
      </dgm:t>
    </dgm:pt>
    <dgm:pt modelId="{926CFBA8-FBCC-48C9-A612-A005A3BD3B64}">
      <dgm:prSet custT="1"/>
      <dgm:spPr/>
      <dgm:t>
        <a:bodyPr/>
        <a:lstStyle/>
        <a:p>
          <a:r>
            <a:rPr lang="en-US" sz="1800"/>
            <a:t>Business Case </a:t>
          </a:r>
        </a:p>
      </dgm:t>
    </dgm:pt>
    <dgm:pt modelId="{907A013A-A9A2-4918-BA66-6D2BF2270F2A}" type="parTrans" cxnId="{BE0F770C-3C65-47CB-BC6C-D7785ED1D3CA}">
      <dgm:prSet/>
      <dgm:spPr/>
      <dgm:t>
        <a:bodyPr/>
        <a:lstStyle/>
        <a:p>
          <a:endParaRPr lang="en-US"/>
        </a:p>
      </dgm:t>
    </dgm:pt>
    <dgm:pt modelId="{700306A0-2234-422A-9CC0-E35FF557E829}" type="sibTrans" cxnId="{BE0F770C-3C65-47CB-BC6C-D7785ED1D3CA}">
      <dgm:prSet/>
      <dgm:spPr/>
      <dgm:t>
        <a:bodyPr/>
        <a:lstStyle/>
        <a:p>
          <a:endParaRPr lang="en-US"/>
        </a:p>
      </dgm:t>
    </dgm:pt>
    <dgm:pt modelId="{49B278AE-1208-421C-A286-CA8BDD331792}">
      <dgm:prSet custT="1"/>
      <dgm:spPr/>
      <dgm:t>
        <a:bodyPr/>
        <a:lstStyle/>
        <a:p>
          <a:r>
            <a:rPr lang="en-US" sz="1800"/>
            <a:t>Product Vision </a:t>
          </a:r>
        </a:p>
      </dgm:t>
    </dgm:pt>
    <dgm:pt modelId="{72C68A43-63E0-4846-8C1F-1B9F35CFA290}" type="parTrans" cxnId="{D10AAF57-BBAE-4303-898C-4C4A3DFE4203}">
      <dgm:prSet/>
      <dgm:spPr/>
      <dgm:t>
        <a:bodyPr/>
        <a:lstStyle/>
        <a:p>
          <a:endParaRPr lang="en-US"/>
        </a:p>
      </dgm:t>
    </dgm:pt>
    <dgm:pt modelId="{948AABFF-1A52-423F-AF1E-87A0FFA7CFC9}" type="sibTrans" cxnId="{D10AAF57-BBAE-4303-898C-4C4A3DFE4203}">
      <dgm:prSet/>
      <dgm:spPr/>
      <dgm:t>
        <a:bodyPr/>
        <a:lstStyle/>
        <a:p>
          <a:endParaRPr lang="en-US"/>
        </a:p>
      </dgm:t>
    </dgm:pt>
    <dgm:pt modelId="{A0481901-62F5-4D0C-BE84-832A88116AA4}">
      <dgm:prSet custT="1"/>
      <dgm:spPr/>
      <dgm:t>
        <a:bodyPr/>
        <a:lstStyle/>
        <a:p>
          <a:r>
            <a:rPr lang="en-US" sz="1600" dirty="0"/>
            <a:t>Benefit Management Plan </a:t>
          </a:r>
        </a:p>
      </dgm:t>
    </dgm:pt>
    <dgm:pt modelId="{0313F6C5-5D29-415B-A243-8867E1EA1B02}" type="parTrans" cxnId="{5FAD1EDF-2DD4-4CC4-98AF-2D1D12C4DBFA}">
      <dgm:prSet/>
      <dgm:spPr/>
      <dgm:t>
        <a:bodyPr/>
        <a:lstStyle/>
        <a:p>
          <a:endParaRPr lang="en-US"/>
        </a:p>
      </dgm:t>
    </dgm:pt>
    <dgm:pt modelId="{993E80F7-BD2B-43C2-A6B4-E2E3292C0568}" type="sibTrans" cxnId="{5FAD1EDF-2DD4-4CC4-98AF-2D1D12C4DBFA}">
      <dgm:prSet/>
      <dgm:spPr/>
      <dgm:t>
        <a:bodyPr/>
        <a:lstStyle/>
        <a:p>
          <a:endParaRPr lang="en-US"/>
        </a:p>
      </dgm:t>
    </dgm:pt>
    <dgm:pt modelId="{86DE8B36-1E76-46E3-A56B-A20FE522DB39}">
      <dgm:prSet custT="1"/>
      <dgm:spPr/>
      <dgm:t>
        <a:bodyPr/>
        <a:lstStyle/>
        <a:p>
          <a:r>
            <a:rPr lang="en-US" sz="1800"/>
            <a:t>Risk Register </a:t>
          </a:r>
        </a:p>
      </dgm:t>
    </dgm:pt>
    <dgm:pt modelId="{16F473BA-181B-4198-A244-4DE3AA57F79D}" type="parTrans" cxnId="{EECF6962-6472-4B2C-A0AC-F656FF53BC1A}">
      <dgm:prSet/>
      <dgm:spPr/>
      <dgm:t>
        <a:bodyPr/>
        <a:lstStyle/>
        <a:p>
          <a:endParaRPr lang="en-US"/>
        </a:p>
      </dgm:t>
    </dgm:pt>
    <dgm:pt modelId="{23BDF7AF-752A-48AE-BEA0-765511F259DA}" type="sibTrans" cxnId="{EECF6962-6472-4B2C-A0AC-F656FF53BC1A}">
      <dgm:prSet/>
      <dgm:spPr/>
      <dgm:t>
        <a:bodyPr/>
        <a:lstStyle/>
        <a:p>
          <a:endParaRPr lang="en-US"/>
        </a:p>
      </dgm:t>
    </dgm:pt>
    <dgm:pt modelId="{9FE65446-D27B-466A-B60A-E2CD960E2992}">
      <dgm:prSet custT="1"/>
      <dgm:spPr/>
      <dgm:t>
        <a:bodyPr/>
        <a:lstStyle/>
        <a:p>
          <a:r>
            <a:rPr lang="en-US" sz="1800"/>
            <a:t>Stakeholder Register</a:t>
          </a:r>
        </a:p>
      </dgm:t>
    </dgm:pt>
    <dgm:pt modelId="{4D27277F-42AD-4DCE-8B7A-5E356439A022}" type="parTrans" cxnId="{A96F68F9-6D1B-4736-BE23-4CE8B2930775}">
      <dgm:prSet/>
      <dgm:spPr/>
      <dgm:t>
        <a:bodyPr/>
        <a:lstStyle/>
        <a:p>
          <a:endParaRPr lang="en-US"/>
        </a:p>
      </dgm:t>
    </dgm:pt>
    <dgm:pt modelId="{CE7F7618-ECF0-4AD9-AC97-E5E080A9D288}" type="sibTrans" cxnId="{A96F68F9-6D1B-4736-BE23-4CE8B2930775}">
      <dgm:prSet/>
      <dgm:spPr/>
      <dgm:t>
        <a:bodyPr/>
        <a:lstStyle/>
        <a:p>
          <a:endParaRPr lang="en-US"/>
        </a:p>
      </dgm:t>
    </dgm:pt>
    <dgm:pt modelId="{A143DF96-340F-4F85-AEBC-8DDCC9E063C3}" type="pres">
      <dgm:prSet presAssocID="{283101B5-B511-403E-AD73-285A5AB14BC3}" presName="root" presStyleCnt="0">
        <dgm:presLayoutVars>
          <dgm:dir/>
          <dgm:resizeHandles val="exact"/>
        </dgm:presLayoutVars>
      </dgm:prSet>
      <dgm:spPr/>
    </dgm:pt>
    <dgm:pt modelId="{1D71129F-6795-41F3-B7DB-0F45ECF17ABF}" type="pres">
      <dgm:prSet presAssocID="{3AE7D6DC-8B26-4CDC-8579-E45725361B2C}" presName="compNode" presStyleCnt="0"/>
      <dgm:spPr/>
    </dgm:pt>
    <dgm:pt modelId="{5DBB1F64-D6AF-41F7-B3F0-538175A2B094}" type="pres">
      <dgm:prSet presAssocID="{3AE7D6DC-8B26-4CDC-8579-E45725361B2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ogowskaz"/>
        </a:ext>
      </dgm:extLst>
    </dgm:pt>
    <dgm:pt modelId="{DF97A8EF-E56B-4E7C-9D6D-69F29372B4F9}" type="pres">
      <dgm:prSet presAssocID="{3AE7D6DC-8B26-4CDC-8579-E45725361B2C}" presName="spaceRect" presStyleCnt="0"/>
      <dgm:spPr/>
    </dgm:pt>
    <dgm:pt modelId="{2277356C-8229-4330-8613-68325C4DF311}" type="pres">
      <dgm:prSet presAssocID="{3AE7D6DC-8B26-4CDC-8579-E45725361B2C}" presName="textRect" presStyleLbl="revTx" presStyleIdx="0" presStyleCnt="6">
        <dgm:presLayoutVars>
          <dgm:chMax val="1"/>
          <dgm:chPref val="1"/>
        </dgm:presLayoutVars>
      </dgm:prSet>
      <dgm:spPr/>
    </dgm:pt>
    <dgm:pt modelId="{125EE7CC-31BD-483F-951E-3799C3711668}" type="pres">
      <dgm:prSet presAssocID="{0C5AE8D7-499B-4C1C-A35D-290F4D3D7361}" presName="sibTrans" presStyleCnt="0"/>
      <dgm:spPr/>
    </dgm:pt>
    <dgm:pt modelId="{BE834FA3-68F2-49CE-94DD-7D5BF7E3D13F}" type="pres">
      <dgm:prSet presAssocID="{926CFBA8-FBCC-48C9-A612-A005A3BD3B64}" presName="compNode" presStyleCnt="0"/>
      <dgm:spPr/>
    </dgm:pt>
    <dgm:pt modelId="{1D05E31A-F7A7-400D-9726-0F1EB9C6F335}" type="pres">
      <dgm:prSet presAssocID="{926CFBA8-FBCC-48C9-A612-A005A3BD3B6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ścisk dłoni"/>
        </a:ext>
      </dgm:extLst>
    </dgm:pt>
    <dgm:pt modelId="{F6A6B9C7-D536-49AC-8ADC-F44501087C3C}" type="pres">
      <dgm:prSet presAssocID="{926CFBA8-FBCC-48C9-A612-A005A3BD3B64}" presName="spaceRect" presStyleCnt="0"/>
      <dgm:spPr/>
    </dgm:pt>
    <dgm:pt modelId="{4EA455EE-C5DA-415F-95C1-E80DC55169FE}" type="pres">
      <dgm:prSet presAssocID="{926CFBA8-FBCC-48C9-A612-A005A3BD3B64}" presName="textRect" presStyleLbl="revTx" presStyleIdx="1" presStyleCnt="6">
        <dgm:presLayoutVars>
          <dgm:chMax val="1"/>
          <dgm:chPref val="1"/>
        </dgm:presLayoutVars>
      </dgm:prSet>
      <dgm:spPr/>
    </dgm:pt>
    <dgm:pt modelId="{AEA36B74-A6F7-48A1-99AB-FF58700E4184}" type="pres">
      <dgm:prSet presAssocID="{700306A0-2234-422A-9CC0-E35FF557E829}" presName="sibTrans" presStyleCnt="0"/>
      <dgm:spPr/>
    </dgm:pt>
    <dgm:pt modelId="{88514363-F508-4FF1-A16B-D922F574FE16}" type="pres">
      <dgm:prSet presAssocID="{49B278AE-1208-421C-A286-CA8BDD331792}" presName="compNode" presStyleCnt="0"/>
      <dgm:spPr/>
    </dgm:pt>
    <dgm:pt modelId="{298488DA-C810-43D0-B643-5C6D946D3FFF}" type="pres">
      <dgm:prSet presAssocID="{49B278AE-1208-421C-A286-CA8BDD33179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ko"/>
        </a:ext>
      </dgm:extLst>
    </dgm:pt>
    <dgm:pt modelId="{E3539902-4013-4184-B67B-72067E1875D3}" type="pres">
      <dgm:prSet presAssocID="{49B278AE-1208-421C-A286-CA8BDD331792}" presName="spaceRect" presStyleCnt="0"/>
      <dgm:spPr/>
    </dgm:pt>
    <dgm:pt modelId="{375F5AE9-8CA4-4548-B360-043A05DB05DC}" type="pres">
      <dgm:prSet presAssocID="{49B278AE-1208-421C-A286-CA8BDD331792}" presName="textRect" presStyleLbl="revTx" presStyleIdx="2" presStyleCnt="6">
        <dgm:presLayoutVars>
          <dgm:chMax val="1"/>
          <dgm:chPref val="1"/>
        </dgm:presLayoutVars>
      </dgm:prSet>
      <dgm:spPr/>
    </dgm:pt>
    <dgm:pt modelId="{2EBCE12D-551B-4EEC-988E-3F43BC690FD5}" type="pres">
      <dgm:prSet presAssocID="{948AABFF-1A52-423F-AF1E-87A0FFA7CFC9}" presName="sibTrans" presStyleCnt="0"/>
      <dgm:spPr/>
    </dgm:pt>
    <dgm:pt modelId="{95C059E2-E793-41C8-94E0-FA4555C64DB4}" type="pres">
      <dgm:prSet presAssocID="{A0481901-62F5-4D0C-BE84-832A88116AA4}" presName="compNode" presStyleCnt="0"/>
      <dgm:spPr/>
    </dgm:pt>
    <dgm:pt modelId="{387E09AA-A9A8-4C12-B314-9567A3366718}" type="pres">
      <dgm:prSet presAssocID="{A0481901-62F5-4D0C-BE84-832A88116AA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4460021E-4D37-45A3-931C-316ABAB17D06}" type="pres">
      <dgm:prSet presAssocID="{A0481901-62F5-4D0C-BE84-832A88116AA4}" presName="spaceRect" presStyleCnt="0"/>
      <dgm:spPr/>
    </dgm:pt>
    <dgm:pt modelId="{CD4FE663-5FBA-4373-B1BE-41D535A4BBAC}" type="pres">
      <dgm:prSet presAssocID="{A0481901-62F5-4D0C-BE84-832A88116AA4}" presName="textRect" presStyleLbl="revTx" presStyleIdx="3" presStyleCnt="6">
        <dgm:presLayoutVars>
          <dgm:chMax val="1"/>
          <dgm:chPref val="1"/>
        </dgm:presLayoutVars>
      </dgm:prSet>
      <dgm:spPr/>
    </dgm:pt>
    <dgm:pt modelId="{4072FCD9-78FB-49E8-BA07-2E571C08F4B3}" type="pres">
      <dgm:prSet presAssocID="{993E80F7-BD2B-43C2-A6B4-E2E3292C0568}" presName="sibTrans" presStyleCnt="0"/>
      <dgm:spPr/>
    </dgm:pt>
    <dgm:pt modelId="{DC10B723-7875-4057-B3D2-5F96474F0FC3}" type="pres">
      <dgm:prSet presAssocID="{86DE8B36-1E76-46E3-A56B-A20FE522DB39}" presName="compNode" presStyleCnt="0"/>
      <dgm:spPr/>
    </dgm:pt>
    <dgm:pt modelId="{F323847F-B59F-4973-8C94-DDFDB3F31A64}" type="pres">
      <dgm:prSet presAssocID="{86DE8B36-1E76-46E3-A56B-A20FE522DB3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4381521C-3874-4971-AF7E-919134FC94F7}" type="pres">
      <dgm:prSet presAssocID="{86DE8B36-1E76-46E3-A56B-A20FE522DB39}" presName="spaceRect" presStyleCnt="0"/>
      <dgm:spPr/>
    </dgm:pt>
    <dgm:pt modelId="{CCE24612-8816-4EEB-BA13-8F2D1B1F0A28}" type="pres">
      <dgm:prSet presAssocID="{86DE8B36-1E76-46E3-A56B-A20FE522DB39}" presName="textRect" presStyleLbl="revTx" presStyleIdx="4" presStyleCnt="6">
        <dgm:presLayoutVars>
          <dgm:chMax val="1"/>
          <dgm:chPref val="1"/>
        </dgm:presLayoutVars>
      </dgm:prSet>
      <dgm:spPr/>
    </dgm:pt>
    <dgm:pt modelId="{7F3063E5-8F66-4B8D-9F52-A1117A9B4D29}" type="pres">
      <dgm:prSet presAssocID="{23BDF7AF-752A-48AE-BEA0-765511F259DA}" presName="sibTrans" presStyleCnt="0"/>
      <dgm:spPr/>
    </dgm:pt>
    <dgm:pt modelId="{E97D81F4-7ED8-4C6C-B6EE-2F03EF1BE871}" type="pres">
      <dgm:prSet presAssocID="{9FE65446-D27B-466A-B60A-E2CD960E2992}" presName="compNode" presStyleCnt="0"/>
      <dgm:spPr/>
    </dgm:pt>
    <dgm:pt modelId="{030AB115-23C6-4851-A15F-EA0A82494D87}" type="pres">
      <dgm:prSet presAssocID="{9FE65446-D27B-466A-B60A-E2CD960E299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90457327-72CB-4A11-BDE3-078BC6551854}" type="pres">
      <dgm:prSet presAssocID="{9FE65446-D27B-466A-B60A-E2CD960E2992}" presName="spaceRect" presStyleCnt="0"/>
      <dgm:spPr/>
    </dgm:pt>
    <dgm:pt modelId="{EC6DEDA5-BC57-4958-9BF3-1E1F9157F02F}" type="pres">
      <dgm:prSet presAssocID="{9FE65446-D27B-466A-B60A-E2CD960E299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E0F770C-3C65-47CB-BC6C-D7785ED1D3CA}" srcId="{283101B5-B511-403E-AD73-285A5AB14BC3}" destId="{926CFBA8-FBCC-48C9-A612-A005A3BD3B64}" srcOrd="1" destOrd="0" parTransId="{907A013A-A9A2-4918-BA66-6D2BF2270F2A}" sibTransId="{700306A0-2234-422A-9CC0-E35FF557E829}"/>
    <dgm:cxn modelId="{F2223F3E-6BC0-4574-8478-D58C572EEE0A}" type="presOf" srcId="{A0481901-62F5-4D0C-BE84-832A88116AA4}" destId="{CD4FE663-5FBA-4373-B1BE-41D535A4BBAC}" srcOrd="0" destOrd="0" presId="urn:microsoft.com/office/officeart/2018/2/layout/IconLabelList"/>
    <dgm:cxn modelId="{EECF6962-6472-4B2C-A0AC-F656FF53BC1A}" srcId="{283101B5-B511-403E-AD73-285A5AB14BC3}" destId="{86DE8B36-1E76-46E3-A56B-A20FE522DB39}" srcOrd="4" destOrd="0" parTransId="{16F473BA-181B-4198-A244-4DE3AA57F79D}" sibTransId="{23BDF7AF-752A-48AE-BEA0-765511F259DA}"/>
    <dgm:cxn modelId="{8CAFB252-08E2-41C0-B902-FF7158C5CE05}" type="presOf" srcId="{3AE7D6DC-8B26-4CDC-8579-E45725361B2C}" destId="{2277356C-8229-4330-8613-68325C4DF311}" srcOrd="0" destOrd="0" presId="urn:microsoft.com/office/officeart/2018/2/layout/IconLabelList"/>
    <dgm:cxn modelId="{73133776-51FC-44A5-9654-DB8D0E096267}" type="presOf" srcId="{926CFBA8-FBCC-48C9-A612-A005A3BD3B64}" destId="{4EA455EE-C5DA-415F-95C1-E80DC55169FE}" srcOrd="0" destOrd="0" presId="urn:microsoft.com/office/officeart/2018/2/layout/IconLabelList"/>
    <dgm:cxn modelId="{D10AAF57-BBAE-4303-898C-4C4A3DFE4203}" srcId="{283101B5-B511-403E-AD73-285A5AB14BC3}" destId="{49B278AE-1208-421C-A286-CA8BDD331792}" srcOrd="2" destOrd="0" parTransId="{72C68A43-63E0-4846-8C1F-1B9F35CFA290}" sibTransId="{948AABFF-1A52-423F-AF1E-87A0FFA7CFC9}"/>
    <dgm:cxn modelId="{B9975D80-6548-4C53-ABC5-7D4815FA4935}" type="presOf" srcId="{49B278AE-1208-421C-A286-CA8BDD331792}" destId="{375F5AE9-8CA4-4548-B360-043A05DB05DC}" srcOrd="0" destOrd="0" presId="urn:microsoft.com/office/officeart/2018/2/layout/IconLabelList"/>
    <dgm:cxn modelId="{7FDF969E-3F54-4F6D-B769-237F1C4AF43F}" srcId="{283101B5-B511-403E-AD73-285A5AB14BC3}" destId="{3AE7D6DC-8B26-4CDC-8579-E45725361B2C}" srcOrd="0" destOrd="0" parTransId="{FB0CFC30-AE27-4BD9-BA51-3B6F2BD7F26F}" sibTransId="{0C5AE8D7-499B-4C1C-A35D-290F4D3D7361}"/>
    <dgm:cxn modelId="{6F4107B9-10DA-49DE-A3DF-5EF2FAF41612}" type="presOf" srcId="{86DE8B36-1E76-46E3-A56B-A20FE522DB39}" destId="{CCE24612-8816-4EEB-BA13-8F2D1B1F0A28}" srcOrd="0" destOrd="0" presId="urn:microsoft.com/office/officeart/2018/2/layout/IconLabelList"/>
    <dgm:cxn modelId="{1B772AD2-B8DB-470B-A59C-18DC94BE366E}" type="presOf" srcId="{9FE65446-D27B-466A-B60A-E2CD960E2992}" destId="{EC6DEDA5-BC57-4958-9BF3-1E1F9157F02F}" srcOrd="0" destOrd="0" presId="urn:microsoft.com/office/officeart/2018/2/layout/IconLabelList"/>
    <dgm:cxn modelId="{83F74CD4-B74A-4090-8C6E-3B5FCA75B55B}" type="presOf" srcId="{283101B5-B511-403E-AD73-285A5AB14BC3}" destId="{A143DF96-340F-4F85-AEBC-8DDCC9E063C3}" srcOrd="0" destOrd="0" presId="urn:microsoft.com/office/officeart/2018/2/layout/IconLabelList"/>
    <dgm:cxn modelId="{5FAD1EDF-2DD4-4CC4-98AF-2D1D12C4DBFA}" srcId="{283101B5-B511-403E-AD73-285A5AB14BC3}" destId="{A0481901-62F5-4D0C-BE84-832A88116AA4}" srcOrd="3" destOrd="0" parTransId="{0313F6C5-5D29-415B-A243-8867E1EA1B02}" sibTransId="{993E80F7-BD2B-43C2-A6B4-E2E3292C0568}"/>
    <dgm:cxn modelId="{A96F68F9-6D1B-4736-BE23-4CE8B2930775}" srcId="{283101B5-B511-403E-AD73-285A5AB14BC3}" destId="{9FE65446-D27B-466A-B60A-E2CD960E2992}" srcOrd="5" destOrd="0" parTransId="{4D27277F-42AD-4DCE-8B7A-5E356439A022}" sibTransId="{CE7F7618-ECF0-4AD9-AC97-E5E080A9D288}"/>
    <dgm:cxn modelId="{6F23BEDF-7BF7-4311-9F50-8BE7B9B6D382}" type="presParOf" srcId="{A143DF96-340F-4F85-AEBC-8DDCC9E063C3}" destId="{1D71129F-6795-41F3-B7DB-0F45ECF17ABF}" srcOrd="0" destOrd="0" presId="urn:microsoft.com/office/officeart/2018/2/layout/IconLabelList"/>
    <dgm:cxn modelId="{651C5281-97F4-49E4-ADF1-064DC67A93EE}" type="presParOf" srcId="{1D71129F-6795-41F3-B7DB-0F45ECF17ABF}" destId="{5DBB1F64-D6AF-41F7-B3F0-538175A2B094}" srcOrd="0" destOrd="0" presId="urn:microsoft.com/office/officeart/2018/2/layout/IconLabelList"/>
    <dgm:cxn modelId="{199847CE-20B2-4845-8180-71427F57C67E}" type="presParOf" srcId="{1D71129F-6795-41F3-B7DB-0F45ECF17ABF}" destId="{DF97A8EF-E56B-4E7C-9D6D-69F29372B4F9}" srcOrd="1" destOrd="0" presId="urn:microsoft.com/office/officeart/2018/2/layout/IconLabelList"/>
    <dgm:cxn modelId="{02D7D9D4-C0D7-468E-A48D-A93532D73118}" type="presParOf" srcId="{1D71129F-6795-41F3-B7DB-0F45ECF17ABF}" destId="{2277356C-8229-4330-8613-68325C4DF311}" srcOrd="2" destOrd="0" presId="urn:microsoft.com/office/officeart/2018/2/layout/IconLabelList"/>
    <dgm:cxn modelId="{F6855C0C-2BC3-4552-BA54-FA09BE8EF71A}" type="presParOf" srcId="{A143DF96-340F-4F85-AEBC-8DDCC9E063C3}" destId="{125EE7CC-31BD-483F-951E-3799C3711668}" srcOrd="1" destOrd="0" presId="urn:microsoft.com/office/officeart/2018/2/layout/IconLabelList"/>
    <dgm:cxn modelId="{D39671C1-9EF9-4FF5-A28E-70EEDF0F2FC5}" type="presParOf" srcId="{A143DF96-340F-4F85-AEBC-8DDCC9E063C3}" destId="{BE834FA3-68F2-49CE-94DD-7D5BF7E3D13F}" srcOrd="2" destOrd="0" presId="urn:microsoft.com/office/officeart/2018/2/layout/IconLabelList"/>
    <dgm:cxn modelId="{1FB1BF80-1E0A-4647-88C0-A6DB85637D98}" type="presParOf" srcId="{BE834FA3-68F2-49CE-94DD-7D5BF7E3D13F}" destId="{1D05E31A-F7A7-400D-9726-0F1EB9C6F335}" srcOrd="0" destOrd="0" presId="urn:microsoft.com/office/officeart/2018/2/layout/IconLabelList"/>
    <dgm:cxn modelId="{B4FC5294-B8A5-4B23-86C3-970F1385DAE4}" type="presParOf" srcId="{BE834FA3-68F2-49CE-94DD-7D5BF7E3D13F}" destId="{F6A6B9C7-D536-49AC-8ADC-F44501087C3C}" srcOrd="1" destOrd="0" presId="urn:microsoft.com/office/officeart/2018/2/layout/IconLabelList"/>
    <dgm:cxn modelId="{02BF0275-8FE4-4BF1-9989-95AAB0E52AA0}" type="presParOf" srcId="{BE834FA3-68F2-49CE-94DD-7D5BF7E3D13F}" destId="{4EA455EE-C5DA-415F-95C1-E80DC55169FE}" srcOrd="2" destOrd="0" presId="urn:microsoft.com/office/officeart/2018/2/layout/IconLabelList"/>
    <dgm:cxn modelId="{5AB9FECF-1BAC-43DF-B6E0-5EF63D2F3C9A}" type="presParOf" srcId="{A143DF96-340F-4F85-AEBC-8DDCC9E063C3}" destId="{AEA36B74-A6F7-48A1-99AB-FF58700E4184}" srcOrd="3" destOrd="0" presId="urn:microsoft.com/office/officeart/2018/2/layout/IconLabelList"/>
    <dgm:cxn modelId="{7C8ADBA3-11A2-4999-BE3C-F297026038A4}" type="presParOf" srcId="{A143DF96-340F-4F85-AEBC-8DDCC9E063C3}" destId="{88514363-F508-4FF1-A16B-D922F574FE16}" srcOrd="4" destOrd="0" presId="urn:microsoft.com/office/officeart/2018/2/layout/IconLabelList"/>
    <dgm:cxn modelId="{84D0A321-E3C0-47F9-A127-70A5E8C23723}" type="presParOf" srcId="{88514363-F508-4FF1-A16B-D922F574FE16}" destId="{298488DA-C810-43D0-B643-5C6D946D3FFF}" srcOrd="0" destOrd="0" presId="urn:microsoft.com/office/officeart/2018/2/layout/IconLabelList"/>
    <dgm:cxn modelId="{ED3910FD-8BA0-4F04-BEF0-EA41FA4BE33B}" type="presParOf" srcId="{88514363-F508-4FF1-A16B-D922F574FE16}" destId="{E3539902-4013-4184-B67B-72067E1875D3}" srcOrd="1" destOrd="0" presId="urn:microsoft.com/office/officeart/2018/2/layout/IconLabelList"/>
    <dgm:cxn modelId="{3AA5AA8C-3AC3-4960-A7BF-0E53A73FE08E}" type="presParOf" srcId="{88514363-F508-4FF1-A16B-D922F574FE16}" destId="{375F5AE9-8CA4-4548-B360-043A05DB05DC}" srcOrd="2" destOrd="0" presId="urn:microsoft.com/office/officeart/2018/2/layout/IconLabelList"/>
    <dgm:cxn modelId="{1521E88B-86D1-4354-950B-9B7E025BAC95}" type="presParOf" srcId="{A143DF96-340F-4F85-AEBC-8DDCC9E063C3}" destId="{2EBCE12D-551B-4EEC-988E-3F43BC690FD5}" srcOrd="5" destOrd="0" presId="urn:microsoft.com/office/officeart/2018/2/layout/IconLabelList"/>
    <dgm:cxn modelId="{7253A5F8-1DFC-47BB-B8F7-3EFCB5C20868}" type="presParOf" srcId="{A143DF96-340F-4F85-AEBC-8DDCC9E063C3}" destId="{95C059E2-E793-41C8-94E0-FA4555C64DB4}" srcOrd="6" destOrd="0" presId="urn:microsoft.com/office/officeart/2018/2/layout/IconLabelList"/>
    <dgm:cxn modelId="{4FD4E8AA-0577-47F2-8381-783502CA0409}" type="presParOf" srcId="{95C059E2-E793-41C8-94E0-FA4555C64DB4}" destId="{387E09AA-A9A8-4C12-B314-9567A3366718}" srcOrd="0" destOrd="0" presId="urn:microsoft.com/office/officeart/2018/2/layout/IconLabelList"/>
    <dgm:cxn modelId="{BE8754E9-5BBF-4872-B3C3-6F7FDAD8C9D6}" type="presParOf" srcId="{95C059E2-E793-41C8-94E0-FA4555C64DB4}" destId="{4460021E-4D37-45A3-931C-316ABAB17D06}" srcOrd="1" destOrd="0" presId="urn:microsoft.com/office/officeart/2018/2/layout/IconLabelList"/>
    <dgm:cxn modelId="{09A03E4D-D864-4339-B3F4-F262F81134A2}" type="presParOf" srcId="{95C059E2-E793-41C8-94E0-FA4555C64DB4}" destId="{CD4FE663-5FBA-4373-B1BE-41D535A4BBAC}" srcOrd="2" destOrd="0" presId="urn:microsoft.com/office/officeart/2018/2/layout/IconLabelList"/>
    <dgm:cxn modelId="{F00C5457-E8BB-40F8-8E08-2EC1F9405CA4}" type="presParOf" srcId="{A143DF96-340F-4F85-AEBC-8DDCC9E063C3}" destId="{4072FCD9-78FB-49E8-BA07-2E571C08F4B3}" srcOrd="7" destOrd="0" presId="urn:microsoft.com/office/officeart/2018/2/layout/IconLabelList"/>
    <dgm:cxn modelId="{B9A57F48-BF9C-4F4B-B26C-5F1850496893}" type="presParOf" srcId="{A143DF96-340F-4F85-AEBC-8DDCC9E063C3}" destId="{DC10B723-7875-4057-B3D2-5F96474F0FC3}" srcOrd="8" destOrd="0" presId="urn:microsoft.com/office/officeart/2018/2/layout/IconLabelList"/>
    <dgm:cxn modelId="{A86B4D4D-83BE-4146-BB41-CD49F3DB5A51}" type="presParOf" srcId="{DC10B723-7875-4057-B3D2-5F96474F0FC3}" destId="{F323847F-B59F-4973-8C94-DDFDB3F31A64}" srcOrd="0" destOrd="0" presId="urn:microsoft.com/office/officeart/2018/2/layout/IconLabelList"/>
    <dgm:cxn modelId="{4E0FCB66-1217-41E1-AC11-6C72C4720D7D}" type="presParOf" srcId="{DC10B723-7875-4057-B3D2-5F96474F0FC3}" destId="{4381521C-3874-4971-AF7E-919134FC94F7}" srcOrd="1" destOrd="0" presId="urn:microsoft.com/office/officeart/2018/2/layout/IconLabelList"/>
    <dgm:cxn modelId="{306E0644-94A0-4313-BD08-DC122F763B8A}" type="presParOf" srcId="{DC10B723-7875-4057-B3D2-5F96474F0FC3}" destId="{CCE24612-8816-4EEB-BA13-8F2D1B1F0A28}" srcOrd="2" destOrd="0" presId="urn:microsoft.com/office/officeart/2018/2/layout/IconLabelList"/>
    <dgm:cxn modelId="{C73D999D-8403-443B-9B5C-8E6212DD01E4}" type="presParOf" srcId="{A143DF96-340F-4F85-AEBC-8DDCC9E063C3}" destId="{7F3063E5-8F66-4B8D-9F52-A1117A9B4D29}" srcOrd="9" destOrd="0" presId="urn:microsoft.com/office/officeart/2018/2/layout/IconLabelList"/>
    <dgm:cxn modelId="{7EA26B56-496B-47FE-9A90-42A6AB8E1E01}" type="presParOf" srcId="{A143DF96-340F-4F85-AEBC-8DDCC9E063C3}" destId="{E97D81F4-7ED8-4C6C-B6EE-2F03EF1BE871}" srcOrd="10" destOrd="0" presId="urn:microsoft.com/office/officeart/2018/2/layout/IconLabelList"/>
    <dgm:cxn modelId="{81FA39A2-96D7-4FB1-A768-2DFCB965BE68}" type="presParOf" srcId="{E97D81F4-7ED8-4C6C-B6EE-2F03EF1BE871}" destId="{030AB115-23C6-4851-A15F-EA0A82494D87}" srcOrd="0" destOrd="0" presId="urn:microsoft.com/office/officeart/2018/2/layout/IconLabelList"/>
    <dgm:cxn modelId="{2D939BE2-CF74-4783-9A74-BA84F5430411}" type="presParOf" srcId="{E97D81F4-7ED8-4C6C-B6EE-2F03EF1BE871}" destId="{90457327-72CB-4A11-BDE3-078BC6551854}" srcOrd="1" destOrd="0" presId="urn:microsoft.com/office/officeart/2018/2/layout/IconLabelList"/>
    <dgm:cxn modelId="{19C11A03-8F71-4220-A1C6-53E40654E9F2}" type="presParOf" srcId="{E97D81F4-7ED8-4C6C-B6EE-2F03EF1BE871}" destId="{EC6DEDA5-BC57-4958-9BF3-1E1F9157F0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A15865B-220F-4056-9D4A-949B1C976C4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7C1E0F-389F-49E1-BC1D-EBE4A37A2656}">
      <dgm:prSet/>
      <dgm:spPr/>
      <dgm:t>
        <a:bodyPr/>
        <a:lstStyle/>
        <a:p>
          <a:r>
            <a:rPr lang="pl-PL"/>
            <a:t>Podejście hybrydowe w zarządzaniu projektami polega na łączeniu elementów metod klasycznych oraz zwinnych w ramach jednego środowiska projektowego.</a:t>
          </a:r>
          <a:endParaRPr lang="en-US"/>
        </a:p>
      </dgm:t>
    </dgm:pt>
    <dgm:pt modelId="{35181BF6-DDEC-4939-8968-0B793A203772}" type="parTrans" cxnId="{487905F4-1C28-4032-B0FB-41928CD2EE1A}">
      <dgm:prSet/>
      <dgm:spPr/>
      <dgm:t>
        <a:bodyPr/>
        <a:lstStyle/>
        <a:p>
          <a:endParaRPr lang="en-US"/>
        </a:p>
      </dgm:t>
    </dgm:pt>
    <dgm:pt modelId="{64C80A26-35B0-4EA1-8052-4CAA12945F70}" type="sibTrans" cxnId="{487905F4-1C28-4032-B0FB-41928CD2EE1A}">
      <dgm:prSet/>
      <dgm:spPr/>
      <dgm:t>
        <a:bodyPr/>
        <a:lstStyle/>
        <a:p>
          <a:endParaRPr lang="en-US"/>
        </a:p>
      </dgm:t>
    </dgm:pt>
    <dgm:pt modelId="{00726101-1E67-460B-B197-E9D55492C804}">
      <dgm:prSet/>
      <dgm:spPr/>
      <dgm:t>
        <a:bodyPr/>
        <a:lstStyle/>
        <a:p>
          <a:r>
            <a:rPr lang="pl-PL"/>
            <a:t>Organizacja nie traktuje metodyki jako sztywnego zbioru zasad, ale jako zestaw narzędzi, które można świadomie dopasować do charakteru projektu.</a:t>
          </a:r>
          <a:endParaRPr lang="en-US"/>
        </a:p>
      </dgm:t>
    </dgm:pt>
    <dgm:pt modelId="{32BA7F1A-6582-490C-BAAD-8223777E90EB}" type="parTrans" cxnId="{80E55FA7-3940-48A9-94C1-CE9B74DFC0C0}">
      <dgm:prSet/>
      <dgm:spPr/>
      <dgm:t>
        <a:bodyPr/>
        <a:lstStyle/>
        <a:p>
          <a:endParaRPr lang="en-US"/>
        </a:p>
      </dgm:t>
    </dgm:pt>
    <dgm:pt modelId="{2D4C2897-CB84-4204-A3DC-2CACCAE46D35}" type="sibTrans" cxnId="{80E55FA7-3940-48A9-94C1-CE9B74DFC0C0}">
      <dgm:prSet/>
      <dgm:spPr/>
      <dgm:t>
        <a:bodyPr/>
        <a:lstStyle/>
        <a:p>
          <a:endParaRPr lang="en-US"/>
        </a:p>
      </dgm:t>
    </dgm:pt>
    <dgm:pt modelId="{D1896E2B-13B1-4A16-9D3A-7555512757F5}">
      <dgm:prSet/>
      <dgm:spPr/>
      <dgm:t>
        <a:bodyPr/>
        <a:lstStyle/>
        <a:p>
          <a:r>
            <a:rPr lang="pl-PL"/>
            <a:t>W praktyce oznacza to, że planowanie strategiczne może być prowadzone w sposób tradycyjny, natomiast codzienna realizacja zadań odbywa się iteracyjnie.</a:t>
          </a:r>
          <a:endParaRPr lang="en-US"/>
        </a:p>
      </dgm:t>
    </dgm:pt>
    <dgm:pt modelId="{35A6BEE0-E99E-480A-B80C-5E600B272175}" type="parTrans" cxnId="{FBF4ABF3-399A-43C9-8D05-D138B866E75E}">
      <dgm:prSet/>
      <dgm:spPr/>
      <dgm:t>
        <a:bodyPr/>
        <a:lstStyle/>
        <a:p>
          <a:endParaRPr lang="en-US"/>
        </a:p>
      </dgm:t>
    </dgm:pt>
    <dgm:pt modelId="{41F51172-C57E-4F31-985A-977B3395EA50}" type="sibTrans" cxnId="{FBF4ABF3-399A-43C9-8D05-D138B866E75E}">
      <dgm:prSet/>
      <dgm:spPr/>
      <dgm:t>
        <a:bodyPr/>
        <a:lstStyle/>
        <a:p>
          <a:endParaRPr lang="en-US"/>
        </a:p>
      </dgm:t>
    </dgm:pt>
    <dgm:pt modelId="{5DACAC29-A576-4670-9B4B-47C1B259E51E}" type="pres">
      <dgm:prSet presAssocID="{FA15865B-220F-4056-9D4A-949B1C976C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98FAF7-025A-4254-AF62-24D5695417DF}" type="pres">
      <dgm:prSet presAssocID="{CE7C1E0F-389F-49E1-BC1D-EBE4A37A2656}" presName="hierRoot1" presStyleCnt="0"/>
      <dgm:spPr/>
    </dgm:pt>
    <dgm:pt modelId="{88DED90E-4DF4-4ED4-BD4A-4E3C0F8E3069}" type="pres">
      <dgm:prSet presAssocID="{CE7C1E0F-389F-49E1-BC1D-EBE4A37A2656}" presName="composite" presStyleCnt="0"/>
      <dgm:spPr/>
    </dgm:pt>
    <dgm:pt modelId="{9CB77BD5-25A1-427F-9779-376467F613C3}" type="pres">
      <dgm:prSet presAssocID="{CE7C1E0F-389F-49E1-BC1D-EBE4A37A2656}" presName="background" presStyleLbl="node0" presStyleIdx="0" presStyleCnt="3"/>
      <dgm:spPr/>
    </dgm:pt>
    <dgm:pt modelId="{730780B8-4B70-4981-B7F2-B3B166D4F498}" type="pres">
      <dgm:prSet presAssocID="{CE7C1E0F-389F-49E1-BC1D-EBE4A37A2656}" presName="text" presStyleLbl="fgAcc0" presStyleIdx="0" presStyleCnt="3">
        <dgm:presLayoutVars>
          <dgm:chPref val="3"/>
        </dgm:presLayoutVars>
      </dgm:prSet>
      <dgm:spPr/>
    </dgm:pt>
    <dgm:pt modelId="{8025EF85-387F-4A88-BDB4-E3369A9C07C2}" type="pres">
      <dgm:prSet presAssocID="{CE7C1E0F-389F-49E1-BC1D-EBE4A37A2656}" presName="hierChild2" presStyleCnt="0"/>
      <dgm:spPr/>
    </dgm:pt>
    <dgm:pt modelId="{28D9D810-C573-412E-9D25-237D911D5A4D}" type="pres">
      <dgm:prSet presAssocID="{00726101-1E67-460B-B197-E9D55492C804}" presName="hierRoot1" presStyleCnt="0"/>
      <dgm:spPr/>
    </dgm:pt>
    <dgm:pt modelId="{A086ED4E-774F-433D-821F-C6525B094F98}" type="pres">
      <dgm:prSet presAssocID="{00726101-1E67-460B-B197-E9D55492C804}" presName="composite" presStyleCnt="0"/>
      <dgm:spPr/>
    </dgm:pt>
    <dgm:pt modelId="{06FDC893-E4F3-4471-97AB-2732578FD787}" type="pres">
      <dgm:prSet presAssocID="{00726101-1E67-460B-B197-E9D55492C804}" presName="background" presStyleLbl="node0" presStyleIdx="1" presStyleCnt="3"/>
      <dgm:spPr/>
    </dgm:pt>
    <dgm:pt modelId="{FD8BD2BE-D4A4-4503-94BF-C309ED7E8E28}" type="pres">
      <dgm:prSet presAssocID="{00726101-1E67-460B-B197-E9D55492C804}" presName="text" presStyleLbl="fgAcc0" presStyleIdx="1" presStyleCnt="3">
        <dgm:presLayoutVars>
          <dgm:chPref val="3"/>
        </dgm:presLayoutVars>
      </dgm:prSet>
      <dgm:spPr/>
    </dgm:pt>
    <dgm:pt modelId="{373342C5-39E2-428C-878F-1B02AF117E1D}" type="pres">
      <dgm:prSet presAssocID="{00726101-1E67-460B-B197-E9D55492C804}" presName="hierChild2" presStyleCnt="0"/>
      <dgm:spPr/>
    </dgm:pt>
    <dgm:pt modelId="{AC1C8E5A-FB1E-4906-AED3-68740CF9D284}" type="pres">
      <dgm:prSet presAssocID="{D1896E2B-13B1-4A16-9D3A-7555512757F5}" presName="hierRoot1" presStyleCnt="0"/>
      <dgm:spPr/>
    </dgm:pt>
    <dgm:pt modelId="{C1B2CB93-1400-4F92-9048-450993F65A43}" type="pres">
      <dgm:prSet presAssocID="{D1896E2B-13B1-4A16-9D3A-7555512757F5}" presName="composite" presStyleCnt="0"/>
      <dgm:spPr/>
    </dgm:pt>
    <dgm:pt modelId="{DAE110C8-F8E0-4A58-9453-BAB2A3009540}" type="pres">
      <dgm:prSet presAssocID="{D1896E2B-13B1-4A16-9D3A-7555512757F5}" presName="background" presStyleLbl="node0" presStyleIdx="2" presStyleCnt="3"/>
      <dgm:spPr/>
    </dgm:pt>
    <dgm:pt modelId="{22E5FC35-5307-4BEC-A75A-24C601BB7948}" type="pres">
      <dgm:prSet presAssocID="{D1896E2B-13B1-4A16-9D3A-7555512757F5}" presName="text" presStyleLbl="fgAcc0" presStyleIdx="2" presStyleCnt="3">
        <dgm:presLayoutVars>
          <dgm:chPref val="3"/>
        </dgm:presLayoutVars>
      </dgm:prSet>
      <dgm:spPr/>
    </dgm:pt>
    <dgm:pt modelId="{28D36CB4-CD0C-4759-B3A8-0AAF1C25E85C}" type="pres">
      <dgm:prSet presAssocID="{D1896E2B-13B1-4A16-9D3A-7555512757F5}" presName="hierChild2" presStyleCnt="0"/>
      <dgm:spPr/>
    </dgm:pt>
  </dgm:ptLst>
  <dgm:cxnLst>
    <dgm:cxn modelId="{9AEE8105-4CE5-47B4-8B3A-9FD8984C3A29}" type="presOf" srcId="{D1896E2B-13B1-4A16-9D3A-7555512757F5}" destId="{22E5FC35-5307-4BEC-A75A-24C601BB7948}" srcOrd="0" destOrd="0" presId="urn:microsoft.com/office/officeart/2005/8/layout/hierarchy1"/>
    <dgm:cxn modelId="{85EB997A-123C-4E53-B010-6F33F7663D06}" type="presOf" srcId="{FA15865B-220F-4056-9D4A-949B1C976C4C}" destId="{5DACAC29-A576-4670-9B4B-47C1B259E51E}" srcOrd="0" destOrd="0" presId="urn:microsoft.com/office/officeart/2005/8/layout/hierarchy1"/>
    <dgm:cxn modelId="{A86D169B-C2F6-4AB8-9C08-A3F98A774E22}" type="presOf" srcId="{00726101-1E67-460B-B197-E9D55492C804}" destId="{FD8BD2BE-D4A4-4503-94BF-C309ED7E8E28}" srcOrd="0" destOrd="0" presId="urn:microsoft.com/office/officeart/2005/8/layout/hierarchy1"/>
    <dgm:cxn modelId="{34CFA3A2-B511-44E9-97FB-DC04439C2131}" type="presOf" srcId="{CE7C1E0F-389F-49E1-BC1D-EBE4A37A2656}" destId="{730780B8-4B70-4981-B7F2-B3B166D4F498}" srcOrd="0" destOrd="0" presId="urn:microsoft.com/office/officeart/2005/8/layout/hierarchy1"/>
    <dgm:cxn modelId="{80E55FA7-3940-48A9-94C1-CE9B74DFC0C0}" srcId="{FA15865B-220F-4056-9D4A-949B1C976C4C}" destId="{00726101-1E67-460B-B197-E9D55492C804}" srcOrd="1" destOrd="0" parTransId="{32BA7F1A-6582-490C-BAAD-8223777E90EB}" sibTransId="{2D4C2897-CB84-4204-A3DC-2CACCAE46D35}"/>
    <dgm:cxn modelId="{FBF4ABF3-399A-43C9-8D05-D138B866E75E}" srcId="{FA15865B-220F-4056-9D4A-949B1C976C4C}" destId="{D1896E2B-13B1-4A16-9D3A-7555512757F5}" srcOrd="2" destOrd="0" parTransId="{35A6BEE0-E99E-480A-B80C-5E600B272175}" sibTransId="{41F51172-C57E-4F31-985A-977B3395EA50}"/>
    <dgm:cxn modelId="{487905F4-1C28-4032-B0FB-41928CD2EE1A}" srcId="{FA15865B-220F-4056-9D4A-949B1C976C4C}" destId="{CE7C1E0F-389F-49E1-BC1D-EBE4A37A2656}" srcOrd="0" destOrd="0" parTransId="{35181BF6-DDEC-4939-8968-0B793A203772}" sibTransId="{64C80A26-35B0-4EA1-8052-4CAA12945F70}"/>
    <dgm:cxn modelId="{FFCCD31A-46DA-420F-B3AB-EFA632AB58B6}" type="presParOf" srcId="{5DACAC29-A576-4670-9B4B-47C1B259E51E}" destId="{A798FAF7-025A-4254-AF62-24D5695417DF}" srcOrd="0" destOrd="0" presId="urn:microsoft.com/office/officeart/2005/8/layout/hierarchy1"/>
    <dgm:cxn modelId="{652EA5F9-CA6F-4DDD-B412-67AA75CDC93F}" type="presParOf" srcId="{A798FAF7-025A-4254-AF62-24D5695417DF}" destId="{88DED90E-4DF4-4ED4-BD4A-4E3C0F8E3069}" srcOrd="0" destOrd="0" presId="urn:microsoft.com/office/officeart/2005/8/layout/hierarchy1"/>
    <dgm:cxn modelId="{20ABDD13-122A-4B4A-B0A6-8562F3577C66}" type="presParOf" srcId="{88DED90E-4DF4-4ED4-BD4A-4E3C0F8E3069}" destId="{9CB77BD5-25A1-427F-9779-376467F613C3}" srcOrd="0" destOrd="0" presId="urn:microsoft.com/office/officeart/2005/8/layout/hierarchy1"/>
    <dgm:cxn modelId="{C4344494-C4A3-4189-BEEE-61412B695A77}" type="presParOf" srcId="{88DED90E-4DF4-4ED4-BD4A-4E3C0F8E3069}" destId="{730780B8-4B70-4981-B7F2-B3B166D4F498}" srcOrd="1" destOrd="0" presId="urn:microsoft.com/office/officeart/2005/8/layout/hierarchy1"/>
    <dgm:cxn modelId="{1FC66043-0CCD-4911-BCA4-5844FA8CE4D3}" type="presParOf" srcId="{A798FAF7-025A-4254-AF62-24D5695417DF}" destId="{8025EF85-387F-4A88-BDB4-E3369A9C07C2}" srcOrd="1" destOrd="0" presId="urn:microsoft.com/office/officeart/2005/8/layout/hierarchy1"/>
    <dgm:cxn modelId="{72410813-0225-4622-A7C9-03EA1391070C}" type="presParOf" srcId="{5DACAC29-A576-4670-9B4B-47C1B259E51E}" destId="{28D9D810-C573-412E-9D25-237D911D5A4D}" srcOrd="1" destOrd="0" presId="urn:microsoft.com/office/officeart/2005/8/layout/hierarchy1"/>
    <dgm:cxn modelId="{0CE140AB-C0BF-4957-84AF-A4A852218725}" type="presParOf" srcId="{28D9D810-C573-412E-9D25-237D911D5A4D}" destId="{A086ED4E-774F-433D-821F-C6525B094F98}" srcOrd="0" destOrd="0" presId="urn:microsoft.com/office/officeart/2005/8/layout/hierarchy1"/>
    <dgm:cxn modelId="{46A3C261-FD9F-40A4-82E4-8B27D9BF955B}" type="presParOf" srcId="{A086ED4E-774F-433D-821F-C6525B094F98}" destId="{06FDC893-E4F3-4471-97AB-2732578FD787}" srcOrd="0" destOrd="0" presId="urn:microsoft.com/office/officeart/2005/8/layout/hierarchy1"/>
    <dgm:cxn modelId="{1DE99448-6D22-447A-848C-1EB2566E320A}" type="presParOf" srcId="{A086ED4E-774F-433D-821F-C6525B094F98}" destId="{FD8BD2BE-D4A4-4503-94BF-C309ED7E8E28}" srcOrd="1" destOrd="0" presId="urn:microsoft.com/office/officeart/2005/8/layout/hierarchy1"/>
    <dgm:cxn modelId="{53DFE40E-BD3A-4561-AA80-74DA920B8509}" type="presParOf" srcId="{28D9D810-C573-412E-9D25-237D911D5A4D}" destId="{373342C5-39E2-428C-878F-1B02AF117E1D}" srcOrd="1" destOrd="0" presId="urn:microsoft.com/office/officeart/2005/8/layout/hierarchy1"/>
    <dgm:cxn modelId="{90A4F79C-F6CD-462E-A3DF-443F212F0CDC}" type="presParOf" srcId="{5DACAC29-A576-4670-9B4B-47C1B259E51E}" destId="{AC1C8E5A-FB1E-4906-AED3-68740CF9D284}" srcOrd="2" destOrd="0" presId="urn:microsoft.com/office/officeart/2005/8/layout/hierarchy1"/>
    <dgm:cxn modelId="{2316486D-9B07-4158-93D7-6EAB008FF897}" type="presParOf" srcId="{AC1C8E5A-FB1E-4906-AED3-68740CF9D284}" destId="{C1B2CB93-1400-4F92-9048-450993F65A43}" srcOrd="0" destOrd="0" presId="urn:microsoft.com/office/officeart/2005/8/layout/hierarchy1"/>
    <dgm:cxn modelId="{0CE37F8C-34DB-4E0E-9B84-6F534DB117D4}" type="presParOf" srcId="{C1B2CB93-1400-4F92-9048-450993F65A43}" destId="{DAE110C8-F8E0-4A58-9453-BAB2A3009540}" srcOrd="0" destOrd="0" presId="urn:microsoft.com/office/officeart/2005/8/layout/hierarchy1"/>
    <dgm:cxn modelId="{7B793C34-253F-499D-8738-91EB71021D9A}" type="presParOf" srcId="{C1B2CB93-1400-4F92-9048-450993F65A43}" destId="{22E5FC35-5307-4BEC-A75A-24C601BB7948}" srcOrd="1" destOrd="0" presId="urn:microsoft.com/office/officeart/2005/8/layout/hierarchy1"/>
    <dgm:cxn modelId="{165C9A34-BA6C-4861-AE8A-796970171B83}" type="presParOf" srcId="{AC1C8E5A-FB1E-4906-AED3-68740CF9D284}" destId="{28D36CB4-CD0C-4759-B3A8-0AAF1C25E8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E209C40-BE0E-43B8-8AEF-43BF845E5B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44284A-2F82-4597-83C6-BAB881D11A03}">
      <dgm:prSet/>
      <dgm:spPr/>
      <dgm:t>
        <a:bodyPr/>
        <a:lstStyle/>
        <a:p>
          <a:r>
            <a:rPr lang="pl-PL"/>
            <a:t>Skalowanie Agile staje się trudne, gdy wiele zespołów pracuje nad jednym produktem.</a:t>
          </a:r>
          <a:br>
            <a:rPr lang="pl-PL"/>
          </a:br>
          <a:r>
            <a:rPr lang="pl-PL"/>
            <a:t>Najczęstsze problemy to brak synchronizacji, konflikty priorytetów, przeciążenie komunikacyjne oraz rozmycie odpowiedzialności między zespołami.</a:t>
          </a:r>
          <a:endParaRPr lang="en-US"/>
        </a:p>
      </dgm:t>
    </dgm:pt>
    <dgm:pt modelId="{E4AA60FD-E9BC-4073-AF25-1E08455D212C}" type="parTrans" cxnId="{967BE65C-0F07-4B85-A11A-912B371EFFAA}">
      <dgm:prSet/>
      <dgm:spPr/>
      <dgm:t>
        <a:bodyPr/>
        <a:lstStyle/>
        <a:p>
          <a:endParaRPr lang="en-US"/>
        </a:p>
      </dgm:t>
    </dgm:pt>
    <dgm:pt modelId="{F1556EA3-35E1-4FD5-A096-7EA3A2A7C2F3}" type="sibTrans" cxnId="{967BE65C-0F07-4B85-A11A-912B371EFFAA}">
      <dgm:prSet/>
      <dgm:spPr/>
      <dgm:t>
        <a:bodyPr/>
        <a:lstStyle/>
        <a:p>
          <a:endParaRPr lang="en-US"/>
        </a:p>
      </dgm:t>
    </dgm:pt>
    <dgm:pt modelId="{8005C401-5B72-4A40-BD00-AF67C4E63C97}">
      <dgm:prSet/>
      <dgm:spPr/>
      <dgm:t>
        <a:bodyPr/>
        <a:lstStyle/>
        <a:p>
          <a:r>
            <a:rPr lang="pl-PL"/>
            <a:t>Im większa organizacja, tym trudniej utrzymać prostotę, która była podstawą Agile.</a:t>
          </a:r>
          <a:endParaRPr lang="en-US"/>
        </a:p>
      </dgm:t>
    </dgm:pt>
    <dgm:pt modelId="{7B35F04C-EB92-4FAB-900F-5190039932D9}" type="parTrans" cxnId="{51C4E131-74A2-4FB5-BA7E-5105F4C25E25}">
      <dgm:prSet/>
      <dgm:spPr/>
      <dgm:t>
        <a:bodyPr/>
        <a:lstStyle/>
        <a:p>
          <a:endParaRPr lang="en-US"/>
        </a:p>
      </dgm:t>
    </dgm:pt>
    <dgm:pt modelId="{B03F4781-327E-4D72-9E33-11CA381E7C96}" type="sibTrans" cxnId="{51C4E131-74A2-4FB5-BA7E-5105F4C25E25}">
      <dgm:prSet/>
      <dgm:spPr/>
      <dgm:t>
        <a:bodyPr/>
        <a:lstStyle/>
        <a:p>
          <a:endParaRPr lang="en-US"/>
        </a:p>
      </dgm:t>
    </dgm:pt>
    <dgm:pt modelId="{CB147932-DA05-41E7-8E1E-434F8A055C0B}" type="pres">
      <dgm:prSet presAssocID="{9E209C40-BE0E-43B8-8AEF-43BF845E5BE1}" presName="linear" presStyleCnt="0">
        <dgm:presLayoutVars>
          <dgm:animLvl val="lvl"/>
          <dgm:resizeHandles val="exact"/>
        </dgm:presLayoutVars>
      </dgm:prSet>
      <dgm:spPr/>
    </dgm:pt>
    <dgm:pt modelId="{CCE6C628-298A-4971-88DF-947059CB1A66}" type="pres">
      <dgm:prSet presAssocID="{FD44284A-2F82-4597-83C6-BAB881D11A0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A94F60-04B7-4294-BAD6-C92A6F0F6F9F}" type="pres">
      <dgm:prSet presAssocID="{F1556EA3-35E1-4FD5-A096-7EA3A2A7C2F3}" presName="spacer" presStyleCnt="0"/>
      <dgm:spPr/>
    </dgm:pt>
    <dgm:pt modelId="{A9A479C5-CF3A-49A0-B110-5387FD86A2A5}" type="pres">
      <dgm:prSet presAssocID="{8005C401-5B72-4A40-BD00-AF67C4E63C9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8808803-C8E1-4D4D-BEB4-48A8339DF55B}" type="presOf" srcId="{8005C401-5B72-4A40-BD00-AF67C4E63C97}" destId="{A9A479C5-CF3A-49A0-B110-5387FD86A2A5}" srcOrd="0" destOrd="0" presId="urn:microsoft.com/office/officeart/2005/8/layout/vList2"/>
    <dgm:cxn modelId="{51C4E131-74A2-4FB5-BA7E-5105F4C25E25}" srcId="{9E209C40-BE0E-43B8-8AEF-43BF845E5BE1}" destId="{8005C401-5B72-4A40-BD00-AF67C4E63C97}" srcOrd="1" destOrd="0" parTransId="{7B35F04C-EB92-4FAB-900F-5190039932D9}" sibTransId="{B03F4781-327E-4D72-9E33-11CA381E7C96}"/>
    <dgm:cxn modelId="{54E2263A-A39C-44D5-94FF-7542B5B52DED}" type="presOf" srcId="{FD44284A-2F82-4597-83C6-BAB881D11A03}" destId="{CCE6C628-298A-4971-88DF-947059CB1A66}" srcOrd="0" destOrd="0" presId="urn:microsoft.com/office/officeart/2005/8/layout/vList2"/>
    <dgm:cxn modelId="{967BE65C-0F07-4B85-A11A-912B371EFFAA}" srcId="{9E209C40-BE0E-43B8-8AEF-43BF845E5BE1}" destId="{FD44284A-2F82-4597-83C6-BAB881D11A03}" srcOrd="0" destOrd="0" parTransId="{E4AA60FD-E9BC-4073-AF25-1E08455D212C}" sibTransId="{F1556EA3-35E1-4FD5-A096-7EA3A2A7C2F3}"/>
    <dgm:cxn modelId="{43248E77-5F94-46E9-9F2B-5B0C19A4F077}" type="presOf" srcId="{9E209C40-BE0E-43B8-8AEF-43BF845E5BE1}" destId="{CB147932-DA05-41E7-8E1E-434F8A055C0B}" srcOrd="0" destOrd="0" presId="urn:microsoft.com/office/officeart/2005/8/layout/vList2"/>
    <dgm:cxn modelId="{8E0D0D8F-2439-406B-A42E-FB66E36695B6}" type="presParOf" srcId="{CB147932-DA05-41E7-8E1E-434F8A055C0B}" destId="{CCE6C628-298A-4971-88DF-947059CB1A66}" srcOrd="0" destOrd="0" presId="urn:microsoft.com/office/officeart/2005/8/layout/vList2"/>
    <dgm:cxn modelId="{7CE37881-D8AE-4B61-89F3-63FE0135082C}" type="presParOf" srcId="{CB147932-DA05-41E7-8E1E-434F8A055C0B}" destId="{3BA94F60-04B7-4294-BAD6-C92A6F0F6F9F}" srcOrd="1" destOrd="0" presId="urn:microsoft.com/office/officeart/2005/8/layout/vList2"/>
    <dgm:cxn modelId="{F2442134-565D-4559-9E0C-257EE0B2D1B6}" type="presParOf" srcId="{CB147932-DA05-41E7-8E1E-434F8A055C0B}" destId="{A9A479C5-CF3A-49A0-B110-5387FD86A2A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148E8-AE24-4387-ACCD-9A253A149082}">
      <dsp:nvSpPr>
        <dsp:cNvPr id="0" name=""/>
        <dsp:cNvSpPr/>
      </dsp:nvSpPr>
      <dsp:spPr>
        <a:xfrm>
          <a:off x="1138979" y="870027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5DEC5-C1AB-48B3-82C1-EEF9D3A94D1A}">
      <dsp:nvSpPr>
        <dsp:cNvPr id="0" name=""/>
        <dsp:cNvSpPr/>
      </dsp:nvSpPr>
      <dsp:spPr>
        <a:xfrm>
          <a:off x="569079" y="2165809"/>
          <a:ext cx="2072362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Ludzie i interakcje są ważniejsze niż procesy i narzędzia.</a:t>
          </a:r>
          <a:endParaRPr lang="en-US" sz="1600" kern="1200" dirty="0"/>
        </a:p>
      </dsp:txBody>
      <dsp:txXfrm>
        <a:off x="569079" y="2165809"/>
        <a:ext cx="2072362" cy="1125000"/>
      </dsp:txXfrm>
    </dsp:sp>
    <dsp:sp modelId="{D33878EB-87E6-49F2-A96A-BF037AC63844}">
      <dsp:nvSpPr>
        <dsp:cNvPr id="0" name=""/>
        <dsp:cNvSpPr/>
      </dsp:nvSpPr>
      <dsp:spPr>
        <a:xfrm>
          <a:off x="3574005" y="870027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52C07-D98C-4B57-B92B-93890A8561C9}">
      <dsp:nvSpPr>
        <dsp:cNvPr id="0" name=""/>
        <dsp:cNvSpPr/>
      </dsp:nvSpPr>
      <dsp:spPr>
        <a:xfrm>
          <a:off x="3004105" y="2165809"/>
          <a:ext cx="2072362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Działające oprogramowanie jest ważniejsze niż obszerna dokumentacja.</a:t>
          </a:r>
          <a:endParaRPr lang="en-US" sz="1600" kern="1200"/>
        </a:p>
      </dsp:txBody>
      <dsp:txXfrm>
        <a:off x="3004105" y="2165809"/>
        <a:ext cx="2072362" cy="1125000"/>
      </dsp:txXfrm>
    </dsp:sp>
    <dsp:sp modelId="{0D990967-4BCB-4FC7-9D23-A8DE42904CD8}">
      <dsp:nvSpPr>
        <dsp:cNvPr id="0" name=""/>
        <dsp:cNvSpPr/>
      </dsp:nvSpPr>
      <dsp:spPr>
        <a:xfrm>
          <a:off x="6009031" y="870027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B95AE-2B47-436C-9709-2F9AD4538824}">
      <dsp:nvSpPr>
        <dsp:cNvPr id="0" name=""/>
        <dsp:cNvSpPr/>
      </dsp:nvSpPr>
      <dsp:spPr>
        <a:xfrm>
          <a:off x="5439131" y="2165809"/>
          <a:ext cx="2072362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Współpraca z klientem jest ważniejsza niż negocjowanie umów.</a:t>
          </a:r>
          <a:endParaRPr lang="en-US" sz="1600" kern="1200"/>
        </a:p>
      </dsp:txBody>
      <dsp:txXfrm>
        <a:off x="5439131" y="2165809"/>
        <a:ext cx="2072362" cy="1125000"/>
      </dsp:txXfrm>
    </dsp:sp>
    <dsp:sp modelId="{9B088F9C-F4DA-461A-943A-1502B71A51F2}">
      <dsp:nvSpPr>
        <dsp:cNvPr id="0" name=""/>
        <dsp:cNvSpPr/>
      </dsp:nvSpPr>
      <dsp:spPr>
        <a:xfrm>
          <a:off x="8444057" y="870027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DD664-5842-4CA0-BB70-6527D110AB2A}">
      <dsp:nvSpPr>
        <dsp:cNvPr id="0" name=""/>
        <dsp:cNvSpPr/>
      </dsp:nvSpPr>
      <dsp:spPr>
        <a:xfrm>
          <a:off x="7874157" y="2165809"/>
          <a:ext cx="2072362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Reagowanie na zmiany jest ważniejsze niż realizacja sztywnego planu.</a:t>
          </a:r>
          <a:endParaRPr lang="en-US" sz="1600" kern="1200"/>
        </a:p>
      </dsp:txBody>
      <dsp:txXfrm>
        <a:off x="7874157" y="2165809"/>
        <a:ext cx="2072362" cy="112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17FBA-EAC0-4006-BD2B-E6615368BCB9}">
      <dsp:nvSpPr>
        <dsp:cNvPr id="0" name=""/>
        <dsp:cNvSpPr/>
      </dsp:nvSpPr>
      <dsp:spPr>
        <a:xfrm>
          <a:off x="1283" y="41210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1565F-D623-47D2-961A-EE5B30CDD887}">
      <dsp:nvSpPr>
        <dsp:cNvPr id="0" name=""/>
        <dsp:cNvSpPr/>
      </dsp:nvSpPr>
      <dsp:spPr>
        <a:xfrm>
          <a:off x="501904" y="887689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Podejście plan-driven zakłada dokładne planowanie całego projektu przed rozpoczęciem realizacji.</a:t>
          </a:r>
          <a:br>
            <a:rPr lang="pl-PL" sz="2200" kern="1200"/>
          </a:br>
          <a:r>
            <a:rPr lang="pl-PL" sz="2200" kern="1200"/>
            <a:t>Zmiany są ograniczane, ponieważ wpływają na budżet i harmonogram.</a:t>
          </a:r>
          <a:endParaRPr lang="en-US" sz="2200" kern="1200"/>
        </a:p>
      </dsp:txBody>
      <dsp:txXfrm>
        <a:off x="585701" y="971486"/>
        <a:ext cx="4337991" cy="2693452"/>
      </dsp:txXfrm>
    </dsp:sp>
    <dsp:sp modelId="{382F0138-B6D7-44E9-8257-68D90457DC2E}">
      <dsp:nvSpPr>
        <dsp:cNvPr id="0" name=""/>
        <dsp:cNvSpPr/>
      </dsp:nvSpPr>
      <dsp:spPr>
        <a:xfrm>
          <a:off x="5508110" y="41210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730CE-74BA-4CED-A165-E8C6FB6290D9}">
      <dsp:nvSpPr>
        <dsp:cNvPr id="0" name=""/>
        <dsp:cNvSpPr/>
      </dsp:nvSpPr>
      <dsp:spPr>
        <a:xfrm>
          <a:off x="6008730" y="887689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Podejście Agile zakłada iteracyjne dostarczanie produktu.</a:t>
          </a:r>
          <a:br>
            <a:rPr lang="pl-PL" sz="2200" kern="1200"/>
          </a:br>
          <a:r>
            <a:rPr lang="pl-PL" sz="2200" kern="1200"/>
            <a:t>Zmiany są naturalnym elementem projektu i są uwzględniane w kolejnych iteracjach.</a:t>
          </a:r>
          <a:endParaRPr lang="en-US" sz="2200" kern="1200"/>
        </a:p>
      </dsp:txBody>
      <dsp:txXfrm>
        <a:off x="6092527" y="971486"/>
        <a:ext cx="4337991" cy="2693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A157A-3D1C-4B71-BA2D-F2CEA3A1809A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F4CAB-B047-429A-A128-2C55CE2D64AE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7FA40-3095-4E9C-8947-868EBC45300C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Scrum jest ramą organizacji pracy opartą na krótkich iteracjach nazywanych sprintami.</a:t>
          </a:r>
          <a:br>
            <a:rPr lang="pl-PL" sz="1700" kern="1200"/>
          </a:br>
          <a:r>
            <a:rPr lang="pl-PL" sz="1700" kern="1200"/>
            <a:t>Każdy sprint trwa zwykle od jednego do czterech tygodni.</a:t>
          </a:r>
          <a:endParaRPr lang="en-US" sz="1700" kern="1200"/>
        </a:p>
      </dsp:txBody>
      <dsp:txXfrm>
        <a:off x="1761361" y="651"/>
        <a:ext cx="4889891" cy="1524988"/>
      </dsp:txXfrm>
    </dsp:sp>
    <dsp:sp modelId="{118F3774-8B31-44A4-B062-6CA5ADC69078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D13C9-E79D-40FA-9F63-81EBAE9DA480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25CE8-F55D-47F8-A109-005A30B6CD1B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W Scrumie występują trzy podstawowe role:</a:t>
          </a:r>
          <a:r>
            <a:rPr lang="en-US" sz="1700" kern="1200"/>
            <a:t> </a:t>
          </a:r>
          <a:r>
            <a:rPr lang="pl-PL" sz="1700" kern="1200"/>
            <a:t>Product Owner, Scrum Master, Developers. </a:t>
          </a:r>
          <a:endParaRPr lang="en-US" sz="1700" kern="1200"/>
        </a:p>
      </dsp:txBody>
      <dsp:txXfrm>
        <a:off x="1761361" y="1906887"/>
        <a:ext cx="4889891" cy="1524988"/>
      </dsp:txXfrm>
    </dsp:sp>
    <dsp:sp modelId="{181BBCD6-ECD1-471D-8694-7A7EF23127A2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44D5E-927F-459A-B0ED-24BC2CC96E78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BBC8F-1F16-498E-8758-A095CEE546B9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Każdy sprint kończy się dostarczeniem działającego przyrostu produktu.</a:t>
          </a:r>
          <a:endParaRPr lang="en-US" sz="1700" kern="1200"/>
        </a:p>
      </dsp:txBody>
      <dsp:txXfrm>
        <a:off x="1761361" y="3813123"/>
        <a:ext cx="4889891" cy="15249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BBA13-3AF7-44C9-A8ED-2552D5621E72}">
      <dsp:nvSpPr>
        <dsp:cNvPr id="0" name=""/>
        <dsp:cNvSpPr/>
      </dsp:nvSpPr>
      <dsp:spPr>
        <a:xfrm>
          <a:off x="679050" y="48291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3E301-080D-4662-9342-9C62F13D66E7}">
      <dsp:nvSpPr>
        <dsp:cNvPr id="0" name=""/>
        <dsp:cNvSpPr/>
      </dsp:nvSpPr>
      <dsp:spPr>
        <a:xfrm>
          <a:off x="1081237" y="88510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390FE-8103-4832-BEA2-906A2338168E}">
      <dsp:nvSpPr>
        <dsp:cNvPr id="0" name=""/>
        <dsp:cNvSpPr/>
      </dsp:nvSpPr>
      <dsp:spPr>
        <a:xfrm>
          <a:off x="75768" y="295791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200" kern="1200"/>
            <a:t>Skalowanie Agile polega na stosowaniu zasad zwinnych nie tylko w jednym zespole, ale w całej organizacji.</a:t>
          </a:r>
          <a:endParaRPr lang="en-US" sz="1200" kern="1200"/>
        </a:p>
      </dsp:txBody>
      <dsp:txXfrm>
        <a:off x="75768" y="2957918"/>
        <a:ext cx="3093750" cy="720000"/>
      </dsp:txXfrm>
    </dsp:sp>
    <dsp:sp modelId="{F355684F-D8DD-4CD4-9FC5-81F87B2A6007}">
      <dsp:nvSpPr>
        <dsp:cNvPr id="0" name=""/>
        <dsp:cNvSpPr/>
      </dsp:nvSpPr>
      <dsp:spPr>
        <a:xfrm>
          <a:off x="4314206" y="48291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E16A5-A49C-4BE0-9DA4-E0EA420FD608}">
      <dsp:nvSpPr>
        <dsp:cNvPr id="0" name=""/>
        <dsp:cNvSpPr/>
      </dsp:nvSpPr>
      <dsp:spPr>
        <a:xfrm>
          <a:off x="4716393" y="88510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AEEE1-4823-4459-9237-207E1A4A6F96}">
      <dsp:nvSpPr>
        <dsp:cNvPr id="0" name=""/>
        <dsp:cNvSpPr/>
      </dsp:nvSpPr>
      <dsp:spPr>
        <a:xfrm>
          <a:off x="3710925" y="295791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200" kern="1200"/>
            <a:t>Najpopularniejsze frameworki skalowania to:</a:t>
          </a:r>
          <a:r>
            <a:rPr lang="en-US" sz="1200" kern="1200"/>
            <a:t> </a:t>
          </a:r>
          <a:r>
            <a:rPr lang="pl-PL" sz="1200" kern="1200"/>
            <a:t>SAFe, LeSS, Nexus, Scrum@Scale.</a:t>
          </a:r>
          <a:endParaRPr lang="en-US" sz="1200" kern="1200"/>
        </a:p>
      </dsp:txBody>
      <dsp:txXfrm>
        <a:off x="3710925" y="2957918"/>
        <a:ext cx="3093750" cy="720000"/>
      </dsp:txXfrm>
    </dsp:sp>
    <dsp:sp modelId="{D975AA48-8140-4C59-BB16-145679994EAF}">
      <dsp:nvSpPr>
        <dsp:cNvPr id="0" name=""/>
        <dsp:cNvSpPr/>
      </dsp:nvSpPr>
      <dsp:spPr>
        <a:xfrm>
          <a:off x="7949362" y="48291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D7CA9-66DC-47E5-89F8-401DBB0064F6}">
      <dsp:nvSpPr>
        <dsp:cNvPr id="0" name=""/>
        <dsp:cNvSpPr/>
      </dsp:nvSpPr>
      <dsp:spPr>
        <a:xfrm>
          <a:off x="8351550" y="88510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1E121-CB84-4E85-B364-0BBB52D10DD5}">
      <dsp:nvSpPr>
        <dsp:cNvPr id="0" name=""/>
        <dsp:cNvSpPr/>
      </dsp:nvSpPr>
      <dsp:spPr>
        <a:xfrm>
          <a:off x="7346081" y="295791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200" kern="1200"/>
            <a:t>Skalowanie jest potrzebne, gdy wiele zespołów pracuje nad jednym produktem.</a:t>
          </a:r>
          <a:endParaRPr lang="en-US" sz="1200" kern="1200"/>
        </a:p>
      </dsp:txBody>
      <dsp:txXfrm>
        <a:off x="7346081" y="2957918"/>
        <a:ext cx="3093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EC8F4-7E12-435F-9931-4442F21140AA}">
      <dsp:nvSpPr>
        <dsp:cNvPr id="0" name=""/>
        <dsp:cNvSpPr/>
      </dsp:nvSpPr>
      <dsp:spPr>
        <a:xfrm>
          <a:off x="421398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293B4-E446-4EB5-814C-D3B1F080C58B}">
      <dsp:nvSpPr>
        <dsp:cNvPr id="0" name=""/>
        <dsp:cNvSpPr/>
      </dsp:nvSpPr>
      <dsp:spPr>
        <a:xfrm>
          <a:off x="841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Dobór metodyki powinien zależeć od:</a:t>
          </a:r>
          <a:endParaRPr lang="en-US" sz="1400" kern="1200"/>
        </a:p>
      </dsp:txBody>
      <dsp:txXfrm>
        <a:off x="841" y="2243476"/>
        <a:ext cx="1529296" cy="611718"/>
      </dsp:txXfrm>
    </dsp:sp>
    <dsp:sp modelId="{FF17168A-C1A0-4664-A0A3-34589CF42751}">
      <dsp:nvSpPr>
        <dsp:cNvPr id="0" name=""/>
        <dsp:cNvSpPr/>
      </dsp:nvSpPr>
      <dsp:spPr>
        <a:xfrm>
          <a:off x="2218322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2D6E8-9D30-4B9A-9D74-9B8B8371FF3E}">
      <dsp:nvSpPr>
        <dsp:cNvPr id="0" name=""/>
        <dsp:cNvSpPr/>
      </dsp:nvSpPr>
      <dsp:spPr>
        <a:xfrm>
          <a:off x="1797765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stabilności wymagań, </a:t>
          </a:r>
          <a:endParaRPr lang="en-US" sz="1400" kern="1200"/>
        </a:p>
      </dsp:txBody>
      <dsp:txXfrm>
        <a:off x="1797765" y="2243476"/>
        <a:ext cx="1529296" cy="611718"/>
      </dsp:txXfrm>
    </dsp:sp>
    <dsp:sp modelId="{2BE2C04C-4D0C-4C42-9CA2-6FE0FA1A57F3}">
      <dsp:nvSpPr>
        <dsp:cNvPr id="0" name=""/>
        <dsp:cNvSpPr/>
      </dsp:nvSpPr>
      <dsp:spPr>
        <a:xfrm>
          <a:off x="4015246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6DEC9-EA84-45E1-A671-8E2B0DC1BCD0}">
      <dsp:nvSpPr>
        <dsp:cNvPr id="0" name=""/>
        <dsp:cNvSpPr/>
      </dsp:nvSpPr>
      <dsp:spPr>
        <a:xfrm>
          <a:off x="3594689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poziomu niepewności, </a:t>
          </a:r>
          <a:endParaRPr lang="en-US" sz="1400" kern="1200"/>
        </a:p>
      </dsp:txBody>
      <dsp:txXfrm>
        <a:off x="3594689" y="2243476"/>
        <a:ext cx="1529296" cy="611718"/>
      </dsp:txXfrm>
    </dsp:sp>
    <dsp:sp modelId="{949FD9A0-DB9A-41A6-B5A1-E73503103E2C}">
      <dsp:nvSpPr>
        <dsp:cNvPr id="0" name=""/>
        <dsp:cNvSpPr/>
      </dsp:nvSpPr>
      <dsp:spPr>
        <a:xfrm>
          <a:off x="5812170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C5805-AECB-44C5-B054-FF793EA670A0}">
      <dsp:nvSpPr>
        <dsp:cNvPr id="0" name=""/>
        <dsp:cNvSpPr/>
      </dsp:nvSpPr>
      <dsp:spPr>
        <a:xfrm>
          <a:off x="5391613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wielkości zespołu, </a:t>
          </a:r>
          <a:endParaRPr lang="en-US" sz="1400" kern="1200"/>
        </a:p>
      </dsp:txBody>
      <dsp:txXfrm>
        <a:off x="5391613" y="2243476"/>
        <a:ext cx="1529296" cy="611718"/>
      </dsp:txXfrm>
    </dsp:sp>
    <dsp:sp modelId="{8A57B153-0145-4556-A608-10B998102BCC}">
      <dsp:nvSpPr>
        <dsp:cNvPr id="0" name=""/>
        <dsp:cNvSpPr/>
      </dsp:nvSpPr>
      <dsp:spPr>
        <a:xfrm>
          <a:off x="7609093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033FC-C4C9-4694-9D0F-3CFB4972147A}">
      <dsp:nvSpPr>
        <dsp:cNvPr id="0" name=""/>
        <dsp:cNvSpPr/>
      </dsp:nvSpPr>
      <dsp:spPr>
        <a:xfrm>
          <a:off x="7188537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złożoności technologii, </a:t>
          </a:r>
          <a:endParaRPr lang="en-US" sz="1400" kern="1200"/>
        </a:p>
      </dsp:txBody>
      <dsp:txXfrm>
        <a:off x="7188537" y="2243476"/>
        <a:ext cx="1529296" cy="611718"/>
      </dsp:txXfrm>
    </dsp:sp>
    <dsp:sp modelId="{B0161491-2108-4183-A50D-07A116C95133}">
      <dsp:nvSpPr>
        <dsp:cNvPr id="0" name=""/>
        <dsp:cNvSpPr/>
      </dsp:nvSpPr>
      <dsp:spPr>
        <a:xfrm>
          <a:off x="9406017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5B633-422B-4A3D-BE1E-61F3F94A60C7}">
      <dsp:nvSpPr>
        <dsp:cNvPr id="0" name=""/>
        <dsp:cNvSpPr/>
      </dsp:nvSpPr>
      <dsp:spPr>
        <a:xfrm>
          <a:off x="8985461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kultury organizacyjnej.</a:t>
          </a:r>
          <a:endParaRPr lang="en-US" sz="1400" kern="1200"/>
        </a:p>
      </dsp:txBody>
      <dsp:txXfrm>
        <a:off x="8985461" y="2243476"/>
        <a:ext cx="1529296" cy="611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3FB31-7574-4A4F-AB33-A651D91D6E84}">
      <dsp:nvSpPr>
        <dsp:cNvPr id="0" name=""/>
        <dsp:cNvSpPr/>
      </dsp:nvSpPr>
      <dsp:spPr>
        <a:xfrm>
          <a:off x="0" y="98531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F600B-4555-4208-B2AE-A0235E2F1018}">
      <dsp:nvSpPr>
        <dsp:cNvPr id="0" name=""/>
        <dsp:cNvSpPr/>
      </dsp:nvSpPr>
      <dsp:spPr>
        <a:xfrm>
          <a:off x="328612" y="129749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Podejście hybrydowe polega na łączeniu elementów metodyk tradycyjnych i zwinnych.</a:t>
          </a:r>
          <a:endParaRPr lang="en-US" sz="1700" kern="1200"/>
        </a:p>
      </dsp:txBody>
      <dsp:txXfrm>
        <a:off x="383617" y="1352504"/>
        <a:ext cx="2847502" cy="1768010"/>
      </dsp:txXfrm>
    </dsp:sp>
    <dsp:sp modelId="{7AD2BD04-E118-45E3-BC3A-6D102106DCEE}">
      <dsp:nvSpPr>
        <dsp:cNvPr id="0" name=""/>
        <dsp:cNvSpPr/>
      </dsp:nvSpPr>
      <dsp:spPr>
        <a:xfrm>
          <a:off x="3614737" y="98531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2C61E-5BF6-478B-BAE4-3B10BC5206FA}">
      <dsp:nvSpPr>
        <dsp:cNvPr id="0" name=""/>
        <dsp:cNvSpPr/>
      </dsp:nvSpPr>
      <dsp:spPr>
        <a:xfrm>
          <a:off x="3943350" y="129749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Na przykład:</a:t>
          </a:r>
          <a:r>
            <a:rPr lang="en-US" sz="1700" kern="1200"/>
            <a:t> </a:t>
          </a:r>
          <a:r>
            <a:rPr lang="pl-PL" sz="1700" kern="1200"/>
            <a:t>planowanie strategiczne w stylu PMBOK,</a:t>
          </a:r>
          <a:r>
            <a:rPr lang="en-US" sz="1700" kern="1200"/>
            <a:t> </a:t>
          </a:r>
          <a:r>
            <a:rPr lang="pl-PL" sz="1700" kern="1200"/>
            <a:t>realizacja iteracyjna w Scrum, </a:t>
          </a:r>
          <a:r>
            <a:rPr lang="en-US" sz="1700" kern="1200"/>
            <a:t>a </a:t>
          </a:r>
          <a:r>
            <a:rPr lang="pl-PL" sz="1700" kern="1200"/>
            <a:t>kontrola ryzyka według klasycznych standardów.</a:t>
          </a:r>
          <a:endParaRPr lang="en-US" sz="1700" kern="1200"/>
        </a:p>
      </dsp:txBody>
      <dsp:txXfrm>
        <a:off x="3998355" y="1352504"/>
        <a:ext cx="2847502" cy="1768010"/>
      </dsp:txXfrm>
    </dsp:sp>
    <dsp:sp modelId="{69B12942-305F-4F85-AC18-267B52AC6E11}">
      <dsp:nvSpPr>
        <dsp:cNvPr id="0" name=""/>
        <dsp:cNvSpPr/>
      </dsp:nvSpPr>
      <dsp:spPr>
        <a:xfrm>
          <a:off x="7229475" y="98531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E9CE6-B34C-4E06-A993-4B442A42AEB1}">
      <dsp:nvSpPr>
        <dsp:cNvPr id="0" name=""/>
        <dsp:cNvSpPr/>
      </dsp:nvSpPr>
      <dsp:spPr>
        <a:xfrm>
          <a:off x="7558087" y="129749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Coraz więcej organizacji nie wybiera jednej metodyki, lecz łączy najlepsze elementy różnych podejść</a:t>
          </a:r>
          <a:endParaRPr lang="en-US" sz="1700" kern="1200"/>
        </a:p>
      </dsp:txBody>
      <dsp:txXfrm>
        <a:off x="7613092" y="1352504"/>
        <a:ext cx="2847502" cy="17680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87460-445F-41A3-B090-E31A86B6D2E1}">
      <dsp:nvSpPr>
        <dsp:cNvPr id="0" name=""/>
        <dsp:cNvSpPr/>
      </dsp:nvSpPr>
      <dsp:spPr>
        <a:xfrm>
          <a:off x="0" y="0"/>
          <a:ext cx="8097012" cy="748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PMBOK bywa krytykowany za:</a:t>
          </a:r>
          <a:endParaRPr lang="en-US" sz="2000" kern="1200"/>
        </a:p>
      </dsp:txBody>
      <dsp:txXfrm>
        <a:off x="21936" y="21936"/>
        <a:ext cx="7201208" cy="705078"/>
      </dsp:txXfrm>
    </dsp:sp>
    <dsp:sp modelId="{15D717E6-EBD7-4163-9898-79C843C1FC14}">
      <dsp:nvSpPr>
        <dsp:cNvPr id="0" name=""/>
        <dsp:cNvSpPr/>
      </dsp:nvSpPr>
      <dsp:spPr>
        <a:xfrm>
          <a:off x="604647" y="852971"/>
          <a:ext cx="8097012" cy="7489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dużą formalizację, </a:t>
          </a:r>
          <a:endParaRPr lang="en-US" sz="2000" kern="1200"/>
        </a:p>
      </dsp:txBody>
      <dsp:txXfrm>
        <a:off x="626583" y="874907"/>
        <a:ext cx="6961675" cy="705078"/>
      </dsp:txXfrm>
    </dsp:sp>
    <dsp:sp modelId="{F785B1DE-A063-43CD-A20D-6AFB00B96F33}">
      <dsp:nvSpPr>
        <dsp:cNvPr id="0" name=""/>
        <dsp:cNvSpPr/>
      </dsp:nvSpPr>
      <dsp:spPr>
        <a:xfrm>
          <a:off x="1209293" y="1705943"/>
          <a:ext cx="8097012" cy="7489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rozbudowaną dokumentację, </a:t>
          </a:r>
          <a:endParaRPr lang="en-US" sz="2000" kern="1200"/>
        </a:p>
      </dsp:txBody>
      <dsp:txXfrm>
        <a:off x="1231229" y="1727879"/>
        <a:ext cx="6961675" cy="705078"/>
      </dsp:txXfrm>
    </dsp:sp>
    <dsp:sp modelId="{F2E56A02-9F56-49F6-B398-72B34567A6EA}">
      <dsp:nvSpPr>
        <dsp:cNvPr id="0" name=""/>
        <dsp:cNvSpPr/>
      </dsp:nvSpPr>
      <dsp:spPr>
        <a:xfrm>
          <a:off x="1813940" y="2558914"/>
          <a:ext cx="8097012" cy="7489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wolniejszą reakcję na zmiany, </a:t>
          </a:r>
          <a:endParaRPr lang="en-US" sz="2000" kern="1200"/>
        </a:p>
      </dsp:txBody>
      <dsp:txXfrm>
        <a:off x="1835876" y="2580850"/>
        <a:ext cx="6961675" cy="705078"/>
      </dsp:txXfrm>
    </dsp:sp>
    <dsp:sp modelId="{52F40758-BB7A-434C-BF5C-32DF4E9D723B}">
      <dsp:nvSpPr>
        <dsp:cNvPr id="0" name=""/>
        <dsp:cNvSpPr/>
      </dsp:nvSpPr>
      <dsp:spPr>
        <a:xfrm>
          <a:off x="2418587" y="3411886"/>
          <a:ext cx="8097012" cy="74895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trudność zastosowania w dynamicznych projektach IT.</a:t>
          </a:r>
          <a:endParaRPr lang="en-US" sz="2000" kern="1200"/>
        </a:p>
      </dsp:txBody>
      <dsp:txXfrm>
        <a:off x="2440523" y="3433822"/>
        <a:ext cx="6961675" cy="705078"/>
      </dsp:txXfrm>
    </dsp:sp>
    <dsp:sp modelId="{0EA8EAEC-C583-4EC0-B302-ED743ECE0817}">
      <dsp:nvSpPr>
        <dsp:cNvPr id="0" name=""/>
        <dsp:cNvSpPr/>
      </dsp:nvSpPr>
      <dsp:spPr>
        <a:xfrm>
          <a:off x="7610194" y="547150"/>
          <a:ext cx="486817" cy="48681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719728" y="547150"/>
        <a:ext cx="267749" cy="366330"/>
      </dsp:txXfrm>
    </dsp:sp>
    <dsp:sp modelId="{E46BDD4D-0C31-44E2-81E9-BD004EC1AABA}">
      <dsp:nvSpPr>
        <dsp:cNvPr id="0" name=""/>
        <dsp:cNvSpPr/>
      </dsp:nvSpPr>
      <dsp:spPr>
        <a:xfrm>
          <a:off x="8214841" y="1400121"/>
          <a:ext cx="486817" cy="48681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324375" y="1400121"/>
        <a:ext cx="267749" cy="366330"/>
      </dsp:txXfrm>
    </dsp:sp>
    <dsp:sp modelId="{00677726-B9E2-4B12-B315-06BF510430AE}">
      <dsp:nvSpPr>
        <dsp:cNvPr id="0" name=""/>
        <dsp:cNvSpPr/>
      </dsp:nvSpPr>
      <dsp:spPr>
        <a:xfrm>
          <a:off x="8819488" y="2240610"/>
          <a:ext cx="486817" cy="48681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929022" y="2240610"/>
        <a:ext cx="267749" cy="366330"/>
      </dsp:txXfrm>
    </dsp:sp>
    <dsp:sp modelId="{D881497D-D74F-4106-B0A3-D119D773E98A}">
      <dsp:nvSpPr>
        <dsp:cNvPr id="0" name=""/>
        <dsp:cNvSpPr/>
      </dsp:nvSpPr>
      <dsp:spPr>
        <a:xfrm>
          <a:off x="9424135" y="3101903"/>
          <a:ext cx="486817" cy="48681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533669" y="3101903"/>
        <a:ext cx="267749" cy="3663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DDD08-F8D6-4CE9-8870-AB11CF0AD8F2}">
      <dsp:nvSpPr>
        <dsp:cNvPr id="0" name=""/>
        <dsp:cNvSpPr/>
      </dsp:nvSpPr>
      <dsp:spPr>
        <a:xfrm>
          <a:off x="1090175" y="530"/>
          <a:ext cx="957533" cy="9575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7FE18-FFE9-4637-8379-004350485568}">
      <dsp:nvSpPr>
        <dsp:cNvPr id="0" name=""/>
        <dsp:cNvSpPr/>
      </dsp:nvSpPr>
      <dsp:spPr>
        <a:xfrm>
          <a:off x="1294240" y="204595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E5980-676B-48D9-8DF5-B922EB757BE2}">
      <dsp:nvSpPr>
        <dsp:cNvPr id="0" name=""/>
        <dsp:cNvSpPr/>
      </dsp:nvSpPr>
      <dsp:spPr>
        <a:xfrm>
          <a:off x="784079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Stakeholders </a:t>
          </a:r>
          <a:endParaRPr lang="en-US" sz="1400" kern="1200"/>
        </a:p>
      </dsp:txBody>
      <dsp:txXfrm>
        <a:off x="784079" y="1256312"/>
        <a:ext cx="1569726" cy="627890"/>
      </dsp:txXfrm>
    </dsp:sp>
    <dsp:sp modelId="{90C255D4-FC64-4658-B973-CDAD010D3EDF}">
      <dsp:nvSpPr>
        <dsp:cNvPr id="0" name=""/>
        <dsp:cNvSpPr/>
      </dsp:nvSpPr>
      <dsp:spPr>
        <a:xfrm>
          <a:off x="2934604" y="530"/>
          <a:ext cx="957533" cy="9575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FD09E-80F1-4F5C-B46B-BE9AE0F5801E}">
      <dsp:nvSpPr>
        <dsp:cNvPr id="0" name=""/>
        <dsp:cNvSpPr/>
      </dsp:nvSpPr>
      <dsp:spPr>
        <a:xfrm>
          <a:off x="3138669" y="204595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E70A3-3B5B-450C-A379-3A736A08B5CF}">
      <dsp:nvSpPr>
        <dsp:cNvPr id="0" name=""/>
        <dsp:cNvSpPr/>
      </dsp:nvSpPr>
      <dsp:spPr>
        <a:xfrm>
          <a:off x="2628508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Team </a:t>
          </a:r>
          <a:endParaRPr lang="en-US" sz="1400" kern="1200"/>
        </a:p>
      </dsp:txBody>
      <dsp:txXfrm>
        <a:off x="2628508" y="1256312"/>
        <a:ext cx="1569726" cy="627890"/>
      </dsp:txXfrm>
    </dsp:sp>
    <dsp:sp modelId="{ED145E64-C1E6-47B0-ABF0-01775B5895B6}">
      <dsp:nvSpPr>
        <dsp:cNvPr id="0" name=""/>
        <dsp:cNvSpPr/>
      </dsp:nvSpPr>
      <dsp:spPr>
        <a:xfrm>
          <a:off x="4779033" y="530"/>
          <a:ext cx="957533" cy="9575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50648-E2C4-4CC0-BCA7-B4027CBE1631}">
      <dsp:nvSpPr>
        <dsp:cNvPr id="0" name=""/>
        <dsp:cNvSpPr/>
      </dsp:nvSpPr>
      <dsp:spPr>
        <a:xfrm>
          <a:off x="4983097" y="204595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97FC3-2D56-4C33-8DE5-BA88C69BCAC0}">
      <dsp:nvSpPr>
        <dsp:cNvPr id="0" name=""/>
        <dsp:cNvSpPr/>
      </dsp:nvSpPr>
      <dsp:spPr>
        <a:xfrm>
          <a:off x="4472936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Development Approach and Life Cycle </a:t>
          </a:r>
          <a:endParaRPr lang="en-US" sz="1400" kern="1200"/>
        </a:p>
      </dsp:txBody>
      <dsp:txXfrm>
        <a:off x="4472936" y="1256312"/>
        <a:ext cx="1569726" cy="627890"/>
      </dsp:txXfrm>
    </dsp:sp>
    <dsp:sp modelId="{558E1098-1C5C-4537-B4C0-B85A0D8F83E3}">
      <dsp:nvSpPr>
        <dsp:cNvPr id="0" name=""/>
        <dsp:cNvSpPr/>
      </dsp:nvSpPr>
      <dsp:spPr>
        <a:xfrm>
          <a:off x="6623462" y="530"/>
          <a:ext cx="957533" cy="9575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AFBD0-9CDB-4166-AE27-018BD6FC1C8F}">
      <dsp:nvSpPr>
        <dsp:cNvPr id="0" name=""/>
        <dsp:cNvSpPr/>
      </dsp:nvSpPr>
      <dsp:spPr>
        <a:xfrm>
          <a:off x="6827526" y="204595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00A28-C79E-48E7-B290-5E298F5A42FE}">
      <dsp:nvSpPr>
        <dsp:cNvPr id="0" name=""/>
        <dsp:cNvSpPr/>
      </dsp:nvSpPr>
      <dsp:spPr>
        <a:xfrm>
          <a:off x="6317365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Planning </a:t>
          </a:r>
          <a:endParaRPr lang="en-US" sz="1400" kern="1200"/>
        </a:p>
      </dsp:txBody>
      <dsp:txXfrm>
        <a:off x="6317365" y="1256312"/>
        <a:ext cx="1569726" cy="627890"/>
      </dsp:txXfrm>
    </dsp:sp>
    <dsp:sp modelId="{1030F6C8-D639-405C-AA0C-4703830FC37E}">
      <dsp:nvSpPr>
        <dsp:cNvPr id="0" name=""/>
        <dsp:cNvSpPr/>
      </dsp:nvSpPr>
      <dsp:spPr>
        <a:xfrm>
          <a:off x="8467890" y="530"/>
          <a:ext cx="957533" cy="9575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A775C-8874-49AF-A95A-421BF0232046}">
      <dsp:nvSpPr>
        <dsp:cNvPr id="0" name=""/>
        <dsp:cNvSpPr/>
      </dsp:nvSpPr>
      <dsp:spPr>
        <a:xfrm>
          <a:off x="8671955" y="204595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1A47D-A6FB-461A-A0FA-FBD852C25233}">
      <dsp:nvSpPr>
        <dsp:cNvPr id="0" name=""/>
        <dsp:cNvSpPr/>
      </dsp:nvSpPr>
      <dsp:spPr>
        <a:xfrm>
          <a:off x="8161794" y="1256312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Project Work </a:t>
          </a:r>
          <a:endParaRPr lang="en-US" sz="1400" kern="1200"/>
        </a:p>
      </dsp:txBody>
      <dsp:txXfrm>
        <a:off x="8161794" y="1256312"/>
        <a:ext cx="1569726" cy="627890"/>
      </dsp:txXfrm>
    </dsp:sp>
    <dsp:sp modelId="{00AD79E5-365A-4BDA-B7D9-8E1204BBC64A}">
      <dsp:nvSpPr>
        <dsp:cNvPr id="0" name=""/>
        <dsp:cNvSpPr/>
      </dsp:nvSpPr>
      <dsp:spPr>
        <a:xfrm>
          <a:off x="2934604" y="2276634"/>
          <a:ext cx="957533" cy="9575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626A6-E85D-497B-8FC6-516F04D2CD5F}">
      <dsp:nvSpPr>
        <dsp:cNvPr id="0" name=""/>
        <dsp:cNvSpPr/>
      </dsp:nvSpPr>
      <dsp:spPr>
        <a:xfrm>
          <a:off x="3138669" y="2480698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59BA5-8853-4C53-84E0-D1518F2215B3}">
      <dsp:nvSpPr>
        <dsp:cNvPr id="0" name=""/>
        <dsp:cNvSpPr/>
      </dsp:nvSpPr>
      <dsp:spPr>
        <a:xfrm>
          <a:off x="2628508" y="3532415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Delivery </a:t>
          </a:r>
          <a:endParaRPr lang="en-US" sz="1400" kern="1200"/>
        </a:p>
      </dsp:txBody>
      <dsp:txXfrm>
        <a:off x="2628508" y="3532415"/>
        <a:ext cx="1569726" cy="627890"/>
      </dsp:txXfrm>
    </dsp:sp>
    <dsp:sp modelId="{2039D0FB-796E-4D5D-83E0-D0E4F8525F8E}">
      <dsp:nvSpPr>
        <dsp:cNvPr id="0" name=""/>
        <dsp:cNvSpPr/>
      </dsp:nvSpPr>
      <dsp:spPr>
        <a:xfrm>
          <a:off x="4779033" y="2276634"/>
          <a:ext cx="957533" cy="9575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B2CCC-0E48-4022-AA36-8EB55E8080A1}">
      <dsp:nvSpPr>
        <dsp:cNvPr id="0" name=""/>
        <dsp:cNvSpPr/>
      </dsp:nvSpPr>
      <dsp:spPr>
        <a:xfrm>
          <a:off x="4983097" y="2480698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8C164-25F2-4B1E-8BFF-8ECBE2C34253}">
      <dsp:nvSpPr>
        <dsp:cNvPr id="0" name=""/>
        <dsp:cNvSpPr/>
      </dsp:nvSpPr>
      <dsp:spPr>
        <a:xfrm>
          <a:off x="4472936" y="3532415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Measurement </a:t>
          </a:r>
          <a:endParaRPr lang="en-US" sz="1400" kern="1200"/>
        </a:p>
      </dsp:txBody>
      <dsp:txXfrm>
        <a:off x="4472936" y="3532415"/>
        <a:ext cx="1569726" cy="627890"/>
      </dsp:txXfrm>
    </dsp:sp>
    <dsp:sp modelId="{CF263EF0-F6DA-4ED1-B21D-2EB2A5950E28}">
      <dsp:nvSpPr>
        <dsp:cNvPr id="0" name=""/>
        <dsp:cNvSpPr/>
      </dsp:nvSpPr>
      <dsp:spPr>
        <a:xfrm>
          <a:off x="6623462" y="2276634"/>
          <a:ext cx="957533" cy="9575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F6077-5FAE-4F31-A088-06DEE243AE0B}">
      <dsp:nvSpPr>
        <dsp:cNvPr id="0" name=""/>
        <dsp:cNvSpPr/>
      </dsp:nvSpPr>
      <dsp:spPr>
        <a:xfrm>
          <a:off x="6827526" y="2480698"/>
          <a:ext cx="549404" cy="5494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FDD4A-0789-49FC-8356-BBEE8C32DED3}">
      <dsp:nvSpPr>
        <dsp:cNvPr id="0" name=""/>
        <dsp:cNvSpPr/>
      </dsp:nvSpPr>
      <dsp:spPr>
        <a:xfrm>
          <a:off x="6317365" y="3532415"/>
          <a:ext cx="1569726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400" b="0" i="0" kern="1200" baseline="0"/>
            <a:t>Uncertainty </a:t>
          </a:r>
          <a:endParaRPr lang="en-US" sz="1400" kern="1200"/>
        </a:p>
      </dsp:txBody>
      <dsp:txXfrm>
        <a:off x="6317365" y="3532415"/>
        <a:ext cx="1569726" cy="6278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B1F64-D6AF-41F7-B3F0-538175A2B094}">
      <dsp:nvSpPr>
        <dsp:cNvPr id="0" name=""/>
        <dsp:cNvSpPr/>
      </dsp:nvSpPr>
      <dsp:spPr>
        <a:xfrm>
          <a:off x="421398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7356C-8229-4330-8613-68325C4DF311}">
      <dsp:nvSpPr>
        <dsp:cNvPr id="0" name=""/>
        <dsp:cNvSpPr/>
      </dsp:nvSpPr>
      <dsp:spPr>
        <a:xfrm>
          <a:off x="841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Roadmap </a:t>
          </a:r>
        </a:p>
      </dsp:txBody>
      <dsp:txXfrm>
        <a:off x="841" y="2243476"/>
        <a:ext cx="1529296" cy="611718"/>
      </dsp:txXfrm>
    </dsp:sp>
    <dsp:sp modelId="{1D05E31A-F7A7-400D-9726-0F1EB9C6F335}">
      <dsp:nvSpPr>
        <dsp:cNvPr id="0" name=""/>
        <dsp:cNvSpPr/>
      </dsp:nvSpPr>
      <dsp:spPr>
        <a:xfrm>
          <a:off x="2218322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455EE-C5DA-415F-95C1-E80DC55169FE}">
      <dsp:nvSpPr>
        <dsp:cNvPr id="0" name=""/>
        <dsp:cNvSpPr/>
      </dsp:nvSpPr>
      <dsp:spPr>
        <a:xfrm>
          <a:off x="1797765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Business Case </a:t>
          </a:r>
        </a:p>
      </dsp:txBody>
      <dsp:txXfrm>
        <a:off x="1797765" y="2243476"/>
        <a:ext cx="1529296" cy="611718"/>
      </dsp:txXfrm>
    </dsp:sp>
    <dsp:sp modelId="{298488DA-C810-43D0-B643-5C6D946D3FFF}">
      <dsp:nvSpPr>
        <dsp:cNvPr id="0" name=""/>
        <dsp:cNvSpPr/>
      </dsp:nvSpPr>
      <dsp:spPr>
        <a:xfrm>
          <a:off x="4015246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F5AE9-8CA4-4548-B360-043A05DB05DC}">
      <dsp:nvSpPr>
        <dsp:cNvPr id="0" name=""/>
        <dsp:cNvSpPr/>
      </dsp:nvSpPr>
      <dsp:spPr>
        <a:xfrm>
          <a:off x="3594689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Product Vision </a:t>
          </a:r>
        </a:p>
      </dsp:txBody>
      <dsp:txXfrm>
        <a:off x="3594689" y="2243476"/>
        <a:ext cx="1529296" cy="611718"/>
      </dsp:txXfrm>
    </dsp:sp>
    <dsp:sp modelId="{387E09AA-A9A8-4C12-B314-9567A3366718}">
      <dsp:nvSpPr>
        <dsp:cNvPr id="0" name=""/>
        <dsp:cNvSpPr/>
      </dsp:nvSpPr>
      <dsp:spPr>
        <a:xfrm>
          <a:off x="5812170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FE663-5FBA-4373-B1BE-41D535A4BBAC}">
      <dsp:nvSpPr>
        <dsp:cNvPr id="0" name=""/>
        <dsp:cNvSpPr/>
      </dsp:nvSpPr>
      <dsp:spPr>
        <a:xfrm>
          <a:off x="5391613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Benefit Management Plan </a:t>
          </a:r>
        </a:p>
      </dsp:txBody>
      <dsp:txXfrm>
        <a:off x="5391613" y="2243476"/>
        <a:ext cx="1529296" cy="611718"/>
      </dsp:txXfrm>
    </dsp:sp>
    <dsp:sp modelId="{F323847F-B59F-4973-8C94-DDFDB3F31A64}">
      <dsp:nvSpPr>
        <dsp:cNvPr id="0" name=""/>
        <dsp:cNvSpPr/>
      </dsp:nvSpPr>
      <dsp:spPr>
        <a:xfrm>
          <a:off x="7609093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24612-8816-4EEB-BA13-8F2D1B1F0A28}">
      <dsp:nvSpPr>
        <dsp:cNvPr id="0" name=""/>
        <dsp:cNvSpPr/>
      </dsp:nvSpPr>
      <dsp:spPr>
        <a:xfrm>
          <a:off x="7188537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Risk Register </a:t>
          </a:r>
        </a:p>
      </dsp:txBody>
      <dsp:txXfrm>
        <a:off x="7188537" y="2243476"/>
        <a:ext cx="1529296" cy="611718"/>
      </dsp:txXfrm>
    </dsp:sp>
    <dsp:sp modelId="{030AB115-23C6-4851-A15F-EA0A82494D87}">
      <dsp:nvSpPr>
        <dsp:cNvPr id="0" name=""/>
        <dsp:cNvSpPr/>
      </dsp:nvSpPr>
      <dsp:spPr>
        <a:xfrm>
          <a:off x="9406017" y="1305642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DEDA5-BC57-4958-9BF3-1E1F9157F02F}">
      <dsp:nvSpPr>
        <dsp:cNvPr id="0" name=""/>
        <dsp:cNvSpPr/>
      </dsp:nvSpPr>
      <dsp:spPr>
        <a:xfrm>
          <a:off x="8985461" y="2243476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Stakeholder Register</a:t>
          </a:r>
        </a:p>
      </dsp:txBody>
      <dsp:txXfrm>
        <a:off x="8985461" y="2243476"/>
        <a:ext cx="1529296" cy="6117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77BD5-25A1-427F-9779-376467F613C3}">
      <dsp:nvSpPr>
        <dsp:cNvPr id="0" name=""/>
        <dsp:cNvSpPr/>
      </dsp:nvSpPr>
      <dsp:spPr>
        <a:xfrm>
          <a:off x="0" y="98531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780B8-4B70-4981-B7F2-B3B166D4F498}">
      <dsp:nvSpPr>
        <dsp:cNvPr id="0" name=""/>
        <dsp:cNvSpPr/>
      </dsp:nvSpPr>
      <dsp:spPr>
        <a:xfrm>
          <a:off x="328612" y="129749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Podejście hybrydowe w zarządzaniu projektami polega na łączeniu elementów metod klasycznych oraz zwinnych w ramach jednego środowiska projektowego.</a:t>
          </a:r>
          <a:endParaRPr lang="en-US" sz="1600" kern="1200"/>
        </a:p>
      </dsp:txBody>
      <dsp:txXfrm>
        <a:off x="383617" y="1352504"/>
        <a:ext cx="2847502" cy="1768010"/>
      </dsp:txXfrm>
    </dsp:sp>
    <dsp:sp modelId="{06FDC893-E4F3-4471-97AB-2732578FD787}">
      <dsp:nvSpPr>
        <dsp:cNvPr id="0" name=""/>
        <dsp:cNvSpPr/>
      </dsp:nvSpPr>
      <dsp:spPr>
        <a:xfrm>
          <a:off x="3614737" y="98531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BD2BE-D4A4-4503-94BF-C309ED7E8E28}">
      <dsp:nvSpPr>
        <dsp:cNvPr id="0" name=""/>
        <dsp:cNvSpPr/>
      </dsp:nvSpPr>
      <dsp:spPr>
        <a:xfrm>
          <a:off x="3943350" y="129749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Organizacja nie traktuje metodyki jako sztywnego zbioru zasad, ale jako zestaw narzędzi, które można świadomie dopasować do charakteru projektu.</a:t>
          </a:r>
          <a:endParaRPr lang="en-US" sz="1600" kern="1200"/>
        </a:p>
      </dsp:txBody>
      <dsp:txXfrm>
        <a:off x="3998355" y="1352504"/>
        <a:ext cx="2847502" cy="1768010"/>
      </dsp:txXfrm>
    </dsp:sp>
    <dsp:sp modelId="{DAE110C8-F8E0-4A58-9453-BAB2A3009540}">
      <dsp:nvSpPr>
        <dsp:cNvPr id="0" name=""/>
        <dsp:cNvSpPr/>
      </dsp:nvSpPr>
      <dsp:spPr>
        <a:xfrm>
          <a:off x="7229475" y="98531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5FC35-5307-4BEC-A75A-24C601BB7948}">
      <dsp:nvSpPr>
        <dsp:cNvPr id="0" name=""/>
        <dsp:cNvSpPr/>
      </dsp:nvSpPr>
      <dsp:spPr>
        <a:xfrm>
          <a:off x="7558087" y="129749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W praktyce oznacza to, że planowanie strategiczne może być prowadzone w sposób tradycyjny, natomiast codzienna realizacja zadań odbywa się iteracyjnie.</a:t>
          </a:r>
          <a:endParaRPr lang="en-US" sz="1600" kern="1200"/>
        </a:p>
      </dsp:txBody>
      <dsp:txXfrm>
        <a:off x="7613092" y="1352504"/>
        <a:ext cx="2847502" cy="17680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6C628-298A-4971-88DF-947059CB1A66}">
      <dsp:nvSpPr>
        <dsp:cNvPr id="0" name=""/>
        <dsp:cNvSpPr/>
      </dsp:nvSpPr>
      <dsp:spPr>
        <a:xfrm>
          <a:off x="0" y="55958"/>
          <a:ext cx="10515600" cy="1991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Skalowanie Agile staje się trudne, gdy wiele zespołów pracuje nad jednym produktem.</a:t>
          </a:r>
          <a:br>
            <a:rPr lang="pl-PL" sz="2300" kern="1200"/>
          </a:br>
          <a:r>
            <a:rPr lang="pl-PL" sz="2300" kern="1200"/>
            <a:t>Najczęstsze problemy to brak synchronizacji, konflikty priorytetów, przeciążenie komunikacyjne oraz rozmycie odpowiedzialności między zespołami.</a:t>
          </a:r>
          <a:endParaRPr lang="en-US" sz="2300" kern="1200"/>
        </a:p>
      </dsp:txBody>
      <dsp:txXfrm>
        <a:off x="97209" y="153167"/>
        <a:ext cx="10321182" cy="1796922"/>
      </dsp:txXfrm>
    </dsp:sp>
    <dsp:sp modelId="{A9A479C5-CF3A-49A0-B110-5387FD86A2A5}">
      <dsp:nvSpPr>
        <dsp:cNvPr id="0" name=""/>
        <dsp:cNvSpPr/>
      </dsp:nvSpPr>
      <dsp:spPr>
        <a:xfrm>
          <a:off x="0" y="2113538"/>
          <a:ext cx="10515600" cy="1991340"/>
        </a:xfrm>
        <a:prstGeom prst="roundRect">
          <a:avLst/>
        </a:prstGeom>
        <a:solidFill>
          <a:schemeClr val="accent2">
            <a:hueOff val="-7089753"/>
            <a:satOff val="35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Im większa organizacja, tym trudniej utrzymać prostotę, która była podstawą Agile.</a:t>
          </a:r>
          <a:endParaRPr lang="en-US" sz="2300" kern="1200"/>
        </a:p>
      </dsp:txBody>
      <dsp:txXfrm>
        <a:off x="97209" y="2210747"/>
        <a:ext cx="10321182" cy="1796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57E9D-9FEF-4783-AD31-F0D594120755}" type="datetimeFigureOut">
              <a:rPr lang="pl-PL" smtClean="0"/>
              <a:t>17.04.2026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1F967-FFCA-4057-9C24-4B928B0A259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0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9377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Przykład firmy do </a:t>
            </a:r>
            <a:r>
              <a:rPr lang="pl-PL" dirty="0" err="1"/>
              <a:t>storytellingu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7165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PMBOK nie narzuca jednego sposobu działania</a:t>
            </a:r>
            <a:r>
              <a:rPr lang="en-US" dirty="0"/>
              <a:t>, j</a:t>
            </a:r>
            <a:r>
              <a:rPr lang="pl-PL" dirty="0" err="1"/>
              <a:t>est</a:t>
            </a:r>
            <a:r>
              <a:rPr lang="pl-PL" dirty="0"/>
              <a:t> raczej </a:t>
            </a:r>
            <a:r>
              <a:rPr lang="en-US" dirty="0"/>
              <a:t>“</a:t>
            </a:r>
            <a:r>
              <a:rPr lang="pl-PL" dirty="0"/>
              <a:t>mapą</a:t>
            </a:r>
            <a:r>
              <a:rPr lang="en-US" dirty="0"/>
              <a:t>”</a:t>
            </a:r>
            <a:r>
              <a:rPr lang="pl-PL" dirty="0"/>
              <a:t> pokazującą, jakie obszary powinny być zarządzane w projekcie, aby zwiększyć szansę jego powodzenia</a:t>
            </a:r>
            <a:r>
              <a:rPr lang="en-US" dirty="0"/>
              <a:t>/</a:t>
            </a:r>
            <a:r>
              <a:rPr lang="en-US" dirty="0" err="1"/>
              <a:t>sukcesu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https://pl.wikipedia.org/wiki/Project_Management_Body_of_Knowledge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2505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Firma </a:t>
            </a:r>
            <a:r>
              <a:rPr lang="pl-PL" dirty="0" err="1"/>
              <a:t>VisionFlow</a:t>
            </a:r>
            <a:r>
              <a:rPr lang="pl-PL" dirty="0"/>
              <a:t> początkowo realizowała projekty w sposób tradycyjny.</a:t>
            </a:r>
            <a:r>
              <a:rPr lang="en-US" dirty="0"/>
              <a:t> </a:t>
            </a:r>
            <a:r>
              <a:rPr lang="pl-PL" dirty="0"/>
              <a:t>Każdy projekt był planowany szczegółowo na początku, a kierownik projektu kontrolował harmonogram, budżet oraz zakres prac.</a:t>
            </a:r>
            <a:r>
              <a:rPr lang="en-US" dirty="0"/>
              <a:t> </a:t>
            </a:r>
            <a:r>
              <a:rPr lang="pl-PL" dirty="0"/>
              <a:t>PMBOK był wykorzystywany jako uporządkowany model prowadzenia dużych projektów dla klientów korporacyjnych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https://pl.wikipedia.org/wiki/Project_Management_Body_of_Knowledge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6797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Wartości te nie odrzucają procesów czy dokumentacji, lecz wskazują ich właściwe proporcje</a:t>
            </a:r>
            <a:endParaRPr lang="en-US" dirty="0"/>
          </a:p>
          <a:p>
            <a:r>
              <a:rPr lang="pl-PL" dirty="0"/>
              <a:t>Wraz ze wzrostem liczby klientów </a:t>
            </a:r>
            <a:r>
              <a:rPr lang="pl-PL" dirty="0" err="1"/>
              <a:t>VisionFlow</a:t>
            </a:r>
            <a:r>
              <a:rPr lang="pl-PL" dirty="0"/>
              <a:t> zauważył, że wymagania często zmieniają się w trakcie projektu.</a:t>
            </a:r>
            <a:r>
              <a:rPr lang="en-US" dirty="0"/>
              <a:t> </a:t>
            </a:r>
            <a:r>
              <a:rPr lang="pl-PL" dirty="0"/>
              <a:t>Klasyczne planowanie zaczęło powodować opóźnienia oraz konflikt między biznesem a zespołem technicznym.</a:t>
            </a:r>
            <a:r>
              <a:rPr lang="en-US" dirty="0"/>
              <a:t> </a:t>
            </a:r>
            <a:r>
              <a:rPr lang="pl-PL" dirty="0"/>
              <a:t>Firma zaczęła szukać bardziej elastycznego podejścia.</a:t>
            </a:r>
          </a:p>
          <a:p>
            <a:endParaRPr lang="en-US" dirty="0"/>
          </a:p>
          <a:p>
            <a:r>
              <a:rPr lang="pl-PL" dirty="0"/>
              <a:t>https://www.qagile.pl/blog/zespoly-agile-kto-do-nich-pasuje/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5307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Plan-</a:t>
            </a:r>
            <a:r>
              <a:rPr lang="pl-PL" dirty="0" err="1"/>
              <a:t>driven</a:t>
            </a:r>
            <a:r>
              <a:rPr lang="pl-PL" dirty="0"/>
              <a:t> sprawdza się przy stabilnych wymaganiach.</a:t>
            </a:r>
            <a:r>
              <a:rPr lang="en-US" dirty="0"/>
              <a:t> </a:t>
            </a:r>
            <a:r>
              <a:rPr lang="pl-PL" dirty="0"/>
              <a:t>Agile lepiej działa w środowisku dynamicznym.</a:t>
            </a:r>
            <a:endParaRPr lang="en-US" dirty="0"/>
          </a:p>
          <a:p>
            <a:r>
              <a:rPr lang="pl-PL" dirty="0"/>
              <a:t>Różnica nie polega na tym, że jedno podejście jest lepsze. Różnica polega na tym, że każde odpowiada na inne środowisko biznesowe.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https://www.excellisit.com/differentiating-plan-driven-development-vs-agile-development/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7159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modelu klasycznym klient otrzymuje produkt na końcu projektu.</a:t>
            </a:r>
            <a:r>
              <a:rPr lang="en-US" dirty="0"/>
              <a:t> </a:t>
            </a:r>
            <a:r>
              <a:rPr lang="pl-PL" dirty="0"/>
              <a:t>W modelu Agile klient otrzymuje kolejne wersje produktu w trakcie realizacji.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https://www.excellisit.com/differentiating-plan-driven-development-vs-agile-development/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269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VisionFlow</a:t>
            </a:r>
            <a:r>
              <a:rPr lang="pl-PL" dirty="0"/>
              <a:t> podzielił projekt na dwutygodniowe sprinty.</a:t>
            </a:r>
            <a:r>
              <a:rPr lang="en-US" dirty="0"/>
              <a:t> </a:t>
            </a:r>
            <a:r>
              <a:rPr lang="pl-PL" dirty="0"/>
              <a:t>Po każdym sprincie klient mógł zobaczyć działający fragment systemu i zgłosić nowe potrzeby.</a:t>
            </a:r>
            <a:r>
              <a:rPr lang="en-US" dirty="0"/>
              <a:t> p</a:t>
            </a:r>
            <a:r>
              <a:rPr lang="pl-PL" dirty="0" err="1"/>
              <a:t>ozwoliło</a:t>
            </a:r>
            <a:r>
              <a:rPr lang="pl-PL" dirty="0"/>
              <a:t> to ograniczyć ryzyko błędnych decyzji projektowych.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https://agile247.pl/scrum/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6838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Przepływ</a:t>
            </a:r>
            <a:r>
              <a:rPr lang="en-US" dirty="0"/>
              <a:t> </a:t>
            </a:r>
            <a:r>
              <a:rPr lang="en-US" dirty="0" err="1"/>
              <a:t>pracy</a:t>
            </a:r>
            <a:r>
              <a:rPr lang="en-US" dirty="0"/>
              <a:t> I </a:t>
            </a:r>
            <a:r>
              <a:rPr lang="en-US" dirty="0" err="1"/>
              <a:t>odpowiedzialności</a:t>
            </a:r>
            <a:r>
              <a:rPr lang="en-US" dirty="0"/>
              <a:t> w </a:t>
            </a:r>
            <a:r>
              <a:rPr lang="en-US" dirty="0" err="1"/>
              <a:t>scumie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https://agile247.pl/scrum/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5890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Wraz ze wzrostem produktu </a:t>
            </a:r>
            <a:r>
              <a:rPr lang="pl-PL" dirty="0" err="1"/>
              <a:t>VisionFlow</a:t>
            </a:r>
            <a:r>
              <a:rPr lang="pl-PL" dirty="0"/>
              <a:t> zwiększył liczbę zespołów.</a:t>
            </a:r>
            <a:r>
              <a:rPr lang="en-US" dirty="0"/>
              <a:t> </a:t>
            </a:r>
            <a:r>
              <a:rPr lang="pl-PL" dirty="0"/>
              <a:t>Pojawiła się potrzeba koordynacji wspólnej architektury, priorytetów oraz synchronizacji pracy.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https://www.atlassian.com/pl/agile/agile-at-scale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0872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SAFe</a:t>
            </a:r>
            <a:r>
              <a:rPr lang="pl-PL" dirty="0"/>
              <a:t> próbuje połączyć zwinność zespołów z potrzebą kontroli na poziomie dużej organizacji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https://agilefever.com/what-is-the-difference-between-safe-and-less/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9649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1AC6-047A-7944-E984-71B0B60E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356E67F-FE2E-8283-862D-60805C5AF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232A1F7-CFA2-C478-3D21-D62E37B34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LeSS</a:t>
            </a:r>
            <a:r>
              <a:rPr lang="pl-PL" dirty="0"/>
              <a:t> wychodzi z założenia, że skalowanie nie powinno oznaczać tworzenia nadmiernej biurokracji.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https://agilefever.com/what-is-the-difference-between-safe-and-less/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6DC8DA0-C663-4C5F-20BD-577F902B0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9648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D344-A33D-2B2A-83E1-456872E9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7E6BDC6-ECC8-3807-8E74-C3F0FDB8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E35EA90-62E2-2FC2-8E86-10D8447C4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VisionFlow</a:t>
            </a:r>
            <a:r>
              <a:rPr lang="pl-PL" dirty="0"/>
              <a:t> analizował oba podejścia.</a:t>
            </a:r>
            <a:r>
              <a:rPr lang="en-US" dirty="0"/>
              <a:t> </a:t>
            </a:r>
            <a:r>
              <a:rPr lang="pl-PL" dirty="0"/>
              <a:t>Ze względu na rosnącą liczbę klientów i wiele współpracujących zespołów firma zdecydowała się na model bliższy </a:t>
            </a:r>
            <a:r>
              <a:rPr lang="pl-PL" dirty="0" err="1"/>
              <a:t>SAFe</a:t>
            </a:r>
            <a:r>
              <a:rPr lang="pl-PL" dirty="0"/>
              <a:t>, ponieważ potrzebowała większej koordynacji strategicznej.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https://agilefever.com/what-is-the-difference-between-safe-and-less/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353A388-8E5A-B97F-7CD0-716F6402B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7883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Projekty przewidywalne częściej wykorzystują podejścia klasyczne.</a:t>
            </a:r>
            <a:r>
              <a:rPr lang="en-US" dirty="0"/>
              <a:t> </a:t>
            </a:r>
            <a:r>
              <a:rPr lang="pl-PL" dirty="0"/>
              <a:t>Projekty innowacyjne częściej wymagają Agile.</a:t>
            </a:r>
            <a:r>
              <a:rPr lang="en-US" dirty="0"/>
              <a:t> </a:t>
            </a:r>
            <a:r>
              <a:rPr lang="pl-PL" dirty="0"/>
              <a:t>Nie istnieje jedna idealna metodyka</a:t>
            </a:r>
            <a:r>
              <a:rPr lang="en-US" dirty="0"/>
              <a:t>. w</a:t>
            </a:r>
            <a:r>
              <a:rPr lang="pl-PL" dirty="0" err="1"/>
              <a:t>łaściwa</a:t>
            </a:r>
            <a:r>
              <a:rPr lang="pl-PL" dirty="0"/>
              <a:t> metodyka zależy od charakteru projektu</a:t>
            </a:r>
            <a:r>
              <a:rPr lang="en-US" dirty="0"/>
              <a:t> I </a:t>
            </a:r>
            <a:r>
              <a:rPr lang="en-US" dirty="0" err="1"/>
              <a:t>potrzeb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Przykłądowo</a:t>
            </a:r>
            <a:r>
              <a:rPr lang="en-US" dirty="0"/>
              <a:t>: </a:t>
            </a:r>
            <a:r>
              <a:rPr lang="pl-PL" dirty="0"/>
              <a:t>W projektach wdrożeniowych </a:t>
            </a:r>
            <a:r>
              <a:rPr lang="pl-PL" dirty="0" err="1"/>
              <a:t>VisionFlow</a:t>
            </a:r>
            <a:r>
              <a:rPr lang="pl-PL" dirty="0"/>
              <a:t> stosuje elementy PMBOK</a:t>
            </a:r>
            <a:r>
              <a:rPr lang="en-US" dirty="0"/>
              <a:t>, w</a:t>
            </a:r>
            <a:r>
              <a:rPr lang="pl-PL" dirty="0"/>
              <a:t> rozwoju produktu stosuje </a:t>
            </a:r>
            <a:r>
              <a:rPr lang="pl-PL" dirty="0" err="1"/>
              <a:t>Scrum</a:t>
            </a:r>
            <a:r>
              <a:rPr lang="en-US" dirty="0"/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2426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VisionFlow</a:t>
            </a:r>
            <a:r>
              <a:rPr lang="pl-PL" dirty="0"/>
              <a:t> stosuje:</a:t>
            </a:r>
          </a:p>
          <a:p>
            <a:r>
              <a:rPr lang="en-US" dirty="0"/>
              <a:t>a) </a:t>
            </a:r>
            <a:r>
              <a:rPr lang="pl-PL" dirty="0"/>
              <a:t>roczne planowanie budżetu, </a:t>
            </a:r>
          </a:p>
          <a:p>
            <a:r>
              <a:rPr lang="en-US" dirty="0"/>
              <a:t>b) </a:t>
            </a:r>
            <a:r>
              <a:rPr lang="pl-PL" dirty="0"/>
              <a:t>sprinty dwutygodniowe, </a:t>
            </a:r>
          </a:p>
          <a:p>
            <a:r>
              <a:rPr lang="en-US" dirty="0"/>
              <a:t>c) </a:t>
            </a:r>
            <a:r>
              <a:rPr lang="pl-PL" dirty="0"/>
              <a:t>kwartalne przeglądy strategiczne.</a:t>
            </a:r>
          </a:p>
          <a:p>
            <a:endParaRPr lang="en-US" dirty="0"/>
          </a:p>
          <a:p>
            <a:r>
              <a:rPr lang="pl-PL" dirty="0"/>
              <a:t>To pozwala firmie zachować elastyczność operacyjną bez utraty kontroli biznesowej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6566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PMBOK bardzo dobrze porządkuje projekt, ale czasami robi to kosztem elastyczności</a:t>
            </a:r>
            <a:endParaRPr lang="en-US" dirty="0"/>
          </a:p>
          <a:p>
            <a:endParaRPr lang="en-US" dirty="0"/>
          </a:p>
          <a:p>
            <a:r>
              <a:rPr lang="pl-PL" dirty="0"/>
              <a:t>Przy szybko zmieniających się wymaganiach klientów </a:t>
            </a:r>
            <a:r>
              <a:rPr lang="pl-PL" dirty="0" err="1"/>
              <a:t>VisionFlow</a:t>
            </a:r>
            <a:r>
              <a:rPr lang="pl-PL" dirty="0"/>
              <a:t> zauważył, że tradycyjne procesy spowalniają dostarczanie produktu.</a:t>
            </a:r>
            <a:r>
              <a:rPr lang="en-US" dirty="0"/>
              <a:t> </a:t>
            </a:r>
            <a:r>
              <a:rPr lang="pl-PL" dirty="0"/>
              <a:t>To był jeden z głównych powodów przejścia firmy w stronę Agile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https://pl.wikipedia.org/wiki/Project_Management_Body_of_Knowledge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3388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Dojrzałość organizacji oznacza nie tylko posiadanie procesów, ale umiejętność ich świadomego doskonalenia</a:t>
            </a:r>
            <a:r>
              <a:rPr lang="en-US" dirty="0"/>
              <a:t>.</a:t>
            </a:r>
          </a:p>
          <a:p>
            <a:r>
              <a:rPr lang="pl-PL" dirty="0"/>
              <a:t>Po wdrożeniu nowych praktyk </a:t>
            </a:r>
            <a:r>
              <a:rPr lang="pl-PL" dirty="0" err="1"/>
              <a:t>VisionFlow</a:t>
            </a:r>
            <a:r>
              <a:rPr lang="pl-PL" dirty="0"/>
              <a:t>:</a:t>
            </a:r>
            <a:r>
              <a:rPr lang="en-US" dirty="0"/>
              <a:t> </a:t>
            </a:r>
            <a:r>
              <a:rPr lang="pl-PL" dirty="0"/>
              <a:t>lepiej planuje projekty, szybciej reaguje na zmiany, </a:t>
            </a:r>
            <a:r>
              <a:rPr lang="en-US" dirty="0"/>
              <a:t> </a:t>
            </a:r>
            <a:r>
              <a:rPr lang="pl-PL" dirty="0"/>
              <a:t>skuteczniej koordynuje zespoły</a:t>
            </a:r>
            <a:r>
              <a:rPr lang="en-US" dirty="0"/>
              <a:t> -&gt; </a:t>
            </a:r>
            <a:r>
              <a:rPr lang="pl-PL" dirty="0"/>
              <a:t>Organizacja osiąga wyższy poziom dojrzałości projektowej.</a:t>
            </a:r>
          </a:p>
          <a:p>
            <a:endParaRPr lang="en-US" dirty="0"/>
          </a:p>
          <a:p>
            <a:r>
              <a:rPr lang="pl-PL" dirty="0"/>
              <a:t>https://mfiles.pl/pl/index.php/Poziomy_dojrza%C5%82o%C5%9Bci_organizacji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5003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Najbardziej dojrzałe organizacje nie kopiują metodyk wprost</a:t>
            </a:r>
            <a:r>
              <a:rPr lang="en-US" dirty="0"/>
              <a:t>, a </a:t>
            </a:r>
            <a:r>
              <a:rPr lang="pl-PL" dirty="0"/>
              <a:t>budują własny model działania na bazie sprawdzonych praktyk</a:t>
            </a:r>
            <a:endParaRPr lang="en-US" dirty="0"/>
          </a:p>
          <a:p>
            <a:endParaRPr lang="en-US" dirty="0"/>
          </a:p>
          <a:p>
            <a:r>
              <a:rPr lang="pl-PL" dirty="0" err="1"/>
              <a:t>VisionFlow</a:t>
            </a:r>
            <a:r>
              <a:rPr lang="pl-PL" dirty="0"/>
              <a:t> po kilku latach pracy zauważył, że standardowy </a:t>
            </a:r>
            <a:r>
              <a:rPr lang="pl-PL" dirty="0" err="1"/>
              <a:t>Scrum</a:t>
            </a:r>
            <a:r>
              <a:rPr lang="pl-PL" dirty="0"/>
              <a:t> nie odpowiada już wszystkim potrzebom firmy.</a:t>
            </a:r>
            <a:r>
              <a:rPr lang="en-US" dirty="0"/>
              <a:t> </a:t>
            </a:r>
            <a:r>
              <a:rPr lang="pl-PL" dirty="0"/>
              <a:t>Firma połączyła:</a:t>
            </a:r>
          </a:p>
          <a:p>
            <a:r>
              <a:rPr lang="en-US" dirty="0"/>
              <a:t>- </a:t>
            </a:r>
            <a:r>
              <a:rPr lang="pl-PL" dirty="0"/>
              <a:t>sprinty </a:t>
            </a:r>
            <a:r>
              <a:rPr lang="pl-PL" dirty="0" err="1"/>
              <a:t>Scrum</a:t>
            </a:r>
            <a:r>
              <a:rPr lang="pl-PL" dirty="0"/>
              <a:t>, </a:t>
            </a:r>
          </a:p>
          <a:p>
            <a:r>
              <a:rPr lang="en-US" dirty="0"/>
              <a:t>- </a:t>
            </a:r>
            <a:r>
              <a:rPr lang="pl-PL" dirty="0"/>
              <a:t>kwartalne planowanie strategiczne, </a:t>
            </a:r>
          </a:p>
          <a:p>
            <a:r>
              <a:rPr lang="en-US" dirty="0"/>
              <a:t>- </a:t>
            </a:r>
            <a:r>
              <a:rPr lang="pl-PL" dirty="0"/>
              <a:t>wskaźniki PMBOK, </a:t>
            </a:r>
          </a:p>
          <a:p>
            <a:r>
              <a:rPr lang="en-US" dirty="0"/>
              <a:t>- </a:t>
            </a:r>
            <a:r>
              <a:rPr lang="pl-PL" dirty="0"/>
              <a:t>wewnętrzne standardy jakości. </a:t>
            </a:r>
          </a:p>
          <a:p>
            <a:r>
              <a:rPr lang="pl-PL" dirty="0"/>
              <a:t>Powstała własna rama operacyjna.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240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Domeny te opisują obszary, które wspólnie wpływają na sukces projektu.</a:t>
            </a:r>
            <a:r>
              <a:rPr lang="en-US" dirty="0"/>
              <a:t> </a:t>
            </a:r>
            <a:r>
              <a:rPr lang="pl-PL" dirty="0"/>
              <a:t>PMBOK 7 odchodzi od sztywnych procesów i koncentruje się na obszarach, które realnie wpływają na wynik projektu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https://pmexperts.com/pmbok-guide-8-powrot-procesow/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7332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Model 3-5-3 pozwala zapamiętać najważniejszą strukturę </a:t>
            </a:r>
            <a:r>
              <a:rPr lang="pl-PL" dirty="0" err="1"/>
              <a:t>frameworku</a:t>
            </a:r>
            <a:r>
              <a:rPr lang="pl-PL" dirty="0"/>
              <a:t> </a:t>
            </a:r>
            <a:r>
              <a:rPr lang="pl-PL" dirty="0" err="1"/>
              <a:t>Scrum</a:t>
            </a:r>
            <a:endParaRPr lang="en-US" dirty="0"/>
          </a:p>
          <a:p>
            <a:endParaRPr lang="en-US" dirty="0"/>
          </a:p>
          <a:p>
            <a:r>
              <a:rPr lang="pl-PL" dirty="0" err="1"/>
              <a:t>VisionFlow</a:t>
            </a:r>
            <a:r>
              <a:rPr lang="pl-PL" dirty="0"/>
              <a:t> wykorzystał model 3-5-3 jako podstawę szkolenia nowych zespołów projektowych.</a:t>
            </a:r>
            <a:r>
              <a:rPr lang="en-US" dirty="0"/>
              <a:t> </a:t>
            </a:r>
            <a:r>
              <a:rPr lang="pl-PL" dirty="0"/>
              <a:t>Dzięki temu firma mogła szybko ujednolicić sposób pracy między zespołami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https://www.linkedin.com/posts/nehanjali-saxena_scrummaster-agilemindset-projectmanagement-activity-7386620295249453056-TSMT/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7874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https://www.linkedin.com/posts/nehanjali-saxena_scrummaster-agilemindset-projectmanagement-activity-7386620295249453056-TSMT/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2340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Tailoring</a:t>
            </a:r>
            <a:r>
              <a:rPr lang="pl-PL" dirty="0"/>
              <a:t>:</a:t>
            </a:r>
            <a:r>
              <a:rPr lang="en-US" dirty="0"/>
              <a:t> </a:t>
            </a:r>
            <a:r>
              <a:rPr lang="pl-PL" dirty="0"/>
              <a:t>świadome dopasowanie.</a:t>
            </a:r>
          </a:p>
          <a:p>
            <a:r>
              <a:rPr lang="pl-PL" dirty="0" err="1"/>
              <a:t>Tailoring</a:t>
            </a:r>
            <a:r>
              <a:rPr lang="pl-PL" dirty="0"/>
              <a:t> down:</a:t>
            </a:r>
            <a:r>
              <a:rPr lang="en-US" dirty="0"/>
              <a:t> </a:t>
            </a:r>
            <a:r>
              <a:rPr lang="pl-PL" dirty="0"/>
              <a:t>upraszczanie przez usuwanie elementów bez zrozumienia ich znaczenia.</a:t>
            </a:r>
          </a:p>
          <a:p>
            <a:r>
              <a:rPr lang="pl-PL" dirty="0"/>
              <a:t>To dwa różne podejścia.</a:t>
            </a:r>
            <a:r>
              <a:rPr lang="en-US" dirty="0"/>
              <a:t> </a:t>
            </a:r>
            <a:r>
              <a:rPr lang="pl-PL" dirty="0"/>
              <a:t>Wiele organizacji myli dostosowanie z redukowaniem. To często prowadzi do chaosu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2420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Artefakty strategiczne pokazują, że projekt nie istnieje samodzielnie, lecz wspiera cele biznesowe firmy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Przykład</a:t>
            </a:r>
            <a:r>
              <a:rPr lang="en-US" dirty="0"/>
              <a:t>: </a:t>
            </a:r>
            <a:r>
              <a:rPr lang="pl-PL" dirty="0" err="1"/>
              <a:t>VisionFlow</a:t>
            </a:r>
            <a:r>
              <a:rPr lang="pl-PL" dirty="0"/>
              <a:t> wykorzystuje </a:t>
            </a:r>
            <a:r>
              <a:rPr lang="pl-PL" dirty="0" err="1"/>
              <a:t>roadmapę</a:t>
            </a:r>
            <a:r>
              <a:rPr lang="pl-PL" dirty="0"/>
              <a:t> produktu do</a:t>
            </a:r>
            <a:r>
              <a:rPr lang="en-US" dirty="0"/>
              <a:t> </a:t>
            </a:r>
            <a:r>
              <a:rPr lang="pl-PL" dirty="0"/>
              <a:t>planowania rozwoju, komunikacji z klientami, synchronizacji zespołów, </a:t>
            </a:r>
            <a:r>
              <a:rPr lang="pl-PL" dirty="0" err="1"/>
              <a:t>priorytetyzacji</a:t>
            </a:r>
            <a:r>
              <a:rPr lang="pl-PL" dirty="0"/>
              <a:t> inwestycji.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https://strefapmi.pl/strefa-wiedzy/rewolucja-w-zarzadzaniu-projektami-co-nowego-niesie-za-soba-pmbok-guide-seventh-edition/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2506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Podejście hybrydowe pojawia się wtedy, gdy organizacja zauważa, że część obszarów wymaga przewidywalności, a część wymaga elastyczności. Zamiast wybierać jedno podejście, łączy oba</a:t>
            </a:r>
            <a:endParaRPr lang="en-US" dirty="0"/>
          </a:p>
          <a:p>
            <a:r>
              <a:rPr lang="pl-PL" dirty="0"/>
              <a:t>W firmie </a:t>
            </a:r>
            <a:r>
              <a:rPr lang="pl-PL" dirty="0" err="1"/>
              <a:t>VisionFlow</a:t>
            </a:r>
            <a:r>
              <a:rPr lang="pl-PL" dirty="0"/>
              <a:t> zarząd utrzymuje roczne planowanie budżetu oraz cele strategiczne, natomiast zespoły produktowe pracują w dwutygodniowych sprintach.</a:t>
            </a:r>
            <a:r>
              <a:rPr lang="en-US" dirty="0"/>
              <a:t> </a:t>
            </a:r>
            <a:r>
              <a:rPr lang="pl-PL" dirty="0"/>
              <a:t>Dzięki temu firma zachowuje kontrolę finansową, ale jednocześnie może szybko reagować na zmieniające się potrzeby klientów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https://www.impactinternational.com/pl/blog/zarzadzanie-zespolem-w-hybrydowym-modelu-pracy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8349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Agile działa bardzo dobrze w jednym zespole. Problemy pojawiają się wtedy, gdy takich zespołów jest </a:t>
            </a:r>
            <a:r>
              <a:rPr lang="en-US" dirty="0" err="1"/>
              <a:t>dużo</a:t>
            </a:r>
            <a:r>
              <a:rPr lang="en-US" dirty="0"/>
              <a:t> </a:t>
            </a:r>
            <a:r>
              <a:rPr lang="pl-PL" dirty="0"/>
              <a:t>więcej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https://www.qagile.pl/scrum/skalowanie-scrum-jak-zaczac/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64403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Scrum</a:t>
            </a:r>
            <a:r>
              <a:rPr lang="pl-PL" dirty="0"/>
              <a:t> of </a:t>
            </a:r>
            <a:r>
              <a:rPr lang="pl-PL" dirty="0" err="1"/>
              <a:t>Scrums</a:t>
            </a:r>
            <a:r>
              <a:rPr lang="pl-PL" dirty="0"/>
              <a:t> nie zastępuje pracy zespołów. Ma jedynie pomóc im współpracować na poziomie </a:t>
            </a:r>
            <a:r>
              <a:rPr lang="pl-PL" dirty="0" err="1"/>
              <a:t>organizacj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https://www.qagile.pl/scrum/czym-jest-scrum-of-scrums/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5521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Wraz ze wzrostem liczby zespołów </a:t>
            </a:r>
            <a:r>
              <a:rPr lang="pl-PL" dirty="0" err="1"/>
              <a:t>VisionFlow</a:t>
            </a:r>
            <a:r>
              <a:rPr lang="pl-PL" dirty="0"/>
              <a:t> zauważył, że część problemów nie dotyczyła już programowania, ale komunikacji między zespołami.</a:t>
            </a:r>
            <a:r>
              <a:rPr lang="en-US" dirty="0"/>
              <a:t> </a:t>
            </a:r>
            <a:r>
              <a:rPr lang="pl-PL" dirty="0"/>
              <a:t>Największym wyzwaniem stało się utrzymanie wspólnego kierunku działania.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https://www.qagile.pl/scrum/czym-jest-scrum-of-scrums/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67589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Kanban</a:t>
            </a:r>
            <a:r>
              <a:rPr lang="pl-PL" dirty="0"/>
              <a:t> koncentruje się na ciągłym przepływie pracy zamiast na sztywnych iteracjach.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https://en.wikipedia.org/wiki/Kanban_board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35228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Kanban</a:t>
            </a:r>
            <a:r>
              <a:rPr lang="pl-PL" dirty="0"/>
              <a:t> zarządza przepływem poprzez: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ograniczanie liczby zadań w toku,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identyfikowanie wąskich gardeł,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mierzenie czasu realizacji,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usprawnianie procesu dostarczania.</a:t>
            </a:r>
            <a:endParaRPr lang="en-US" dirty="0"/>
          </a:p>
          <a:p>
            <a:endParaRPr lang="en-US" dirty="0"/>
          </a:p>
          <a:p>
            <a:r>
              <a:rPr lang="pl-PL" dirty="0"/>
              <a:t>Zespół utrzymaniowy </a:t>
            </a:r>
            <a:r>
              <a:rPr lang="pl-PL" dirty="0" err="1"/>
              <a:t>VisionFlow</a:t>
            </a:r>
            <a:r>
              <a:rPr lang="pl-PL" dirty="0"/>
              <a:t> wdrożył </a:t>
            </a:r>
            <a:r>
              <a:rPr lang="pl-PL" dirty="0" err="1"/>
              <a:t>Kanban</a:t>
            </a:r>
            <a:r>
              <a:rPr lang="pl-PL" dirty="0"/>
              <a:t>, aby lepiej zarządzać zgłoszeniami klientów oraz poprawkami produkcyjnymi.</a:t>
            </a:r>
            <a:r>
              <a:rPr lang="en-US" dirty="0"/>
              <a:t> </a:t>
            </a:r>
            <a:r>
              <a:rPr lang="pl-PL" dirty="0"/>
              <a:t>Pozwoliło to ograniczyć chaos i zwiększyć przewidywalność.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https://en.wikipedia.org/wiki/Kanban_board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9007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Jeżeli jedna warstwa wykresu gwałtownie rośnie, oznacza to przeciążenie danego etapu.</a:t>
            </a:r>
            <a:br>
              <a:rPr lang="pl-PL" dirty="0"/>
            </a:br>
            <a:r>
              <a:rPr lang="pl-PL" dirty="0"/>
              <a:t>Jeżeli przepływ jest równy, oznacza to stabilny proces.</a:t>
            </a:r>
          </a:p>
          <a:p>
            <a:r>
              <a:rPr lang="pl-PL" dirty="0"/>
              <a:t>Dzięki temu organizacja może szybciej reagować.</a:t>
            </a:r>
          </a:p>
          <a:p>
            <a:endParaRPr lang="en-US" dirty="0"/>
          </a:p>
          <a:p>
            <a:r>
              <a:rPr lang="pl-PL" dirty="0" err="1"/>
              <a:t>VisionFlow</a:t>
            </a:r>
            <a:r>
              <a:rPr lang="pl-PL" dirty="0"/>
              <a:t> zaczął analizować wykresy przepływu, aby zidentyfikować miejsca, w których zadania zbyt długo czekały na testy lub wdrożenie.</a:t>
            </a:r>
            <a:r>
              <a:rPr lang="en-US" dirty="0"/>
              <a:t> </a:t>
            </a:r>
            <a:r>
              <a:rPr lang="pl-PL" dirty="0"/>
              <a:t>Dzięki temu firma poprawiła szybkość dostarczania produktu.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https://businessmap.io/kanban-resources/kanban-analytics/cumulative-flow-diagram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5556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https://businessmap.io/kanban-resources/kanban-analytics/cumulative-flow-diagram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1F967-FFCA-4057-9C24-4B928B0A259B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3880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0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7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7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0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9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7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44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0295B9-25EE-51CE-1652-FCAAF128C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495BFA6-1D97-084B-951A-C4413985B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4"/>
            <a:ext cx="5541054" cy="2213621"/>
          </a:xfrm>
        </p:spPr>
        <p:txBody>
          <a:bodyPr>
            <a:normAutofit/>
          </a:bodyPr>
          <a:lstStyle/>
          <a:p>
            <a:pPr algn="ctr"/>
            <a:r>
              <a:rPr lang="pl-PL" sz="3000"/>
              <a:t>METODYKI I RAMY W REALIZACJI PROJEKTÓW ZESPOŁOWYCH IT (PMBOK, AGILE I SKALOWANIE)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E7FBF0E-2336-8553-D55A-F4A652B5B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 err="1"/>
              <a:t>Prezentacja</a:t>
            </a:r>
            <a:r>
              <a:rPr lang="en-US" sz="2000" dirty="0"/>
              <a:t> XII</a:t>
            </a:r>
          </a:p>
          <a:p>
            <a:pPr algn="ctr">
              <a:lnSpc>
                <a:spcPct val="90000"/>
              </a:lnSpc>
            </a:pPr>
            <a:r>
              <a:rPr lang="en-US" sz="2000" dirty="0"/>
              <a:t>Filip Hałys</a:t>
            </a:r>
          </a:p>
          <a:p>
            <a:pPr algn="ctr">
              <a:lnSpc>
                <a:spcPct val="90000"/>
              </a:lnSpc>
            </a:pPr>
            <a:r>
              <a:rPr lang="en-US" sz="2000" dirty="0" err="1"/>
              <a:t>Geoinformatyka</a:t>
            </a:r>
            <a:r>
              <a:rPr lang="en-US" sz="2000" dirty="0"/>
              <a:t> V </a:t>
            </a:r>
            <a:r>
              <a:rPr lang="en-US" sz="2000" dirty="0" err="1"/>
              <a:t>rok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2391541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EDC6B9-3DEF-38CF-8DCC-E5447A31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7551" y="525992"/>
            <a:ext cx="4840010" cy="1807305"/>
          </a:xfrm>
        </p:spPr>
        <p:txBody>
          <a:bodyPr>
            <a:normAutofit/>
          </a:bodyPr>
          <a:lstStyle/>
          <a:p>
            <a:r>
              <a:rPr lang="pl-PL" b="1" dirty="0" err="1"/>
              <a:t>VisionFlow</a:t>
            </a:r>
            <a:endParaRPr lang="pl-PL" dirty="0"/>
          </a:p>
        </p:txBody>
      </p:sp>
      <p:pic>
        <p:nvPicPr>
          <p:cNvPr id="5" name="Picture 4" descr="Pusty urząd otwartego planu">
            <a:extLst>
              <a:ext uri="{FF2B5EF4-FFF2-40B4-BE49-F238E27FC236}">
                <a16:creationId xmlns:a16="http://schemas.microsoft.com/office/drawing/2014/main" id="{CCA5CDDA-B33B-61F5-EC80-268782E34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34" r="24471" b="-1"/>
          <a:stretch>
            <a:fillRect/>
          </a:stretch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31DD86-5A23-C9EA-9330-427F955A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F</a:t>
            </a:r>
            <a:r>
              <a:rPr lang="pl-PL" sz="2000" dirty="0" err="1"/>
              <a:t>irma</a:t>
            </a:r>
            <a:r>
              <a:rPr lang="pl-PL" sz="2000" dirty="0"/>
              <a:t> rozwijająca platformę do zarządzania dokumentami dla dużych przedsiębiorstw.</a:t>
            </a:r>
            <a:br>
              <a:rPr lang="pl-PL" sz="2000" dirty="0"/>
            </a:br>
            <a:r>
              <a:rPr lang="pl-PL" sz="2000" dirty="0"/>
              <a:t>Na początku firma prowadzi projekty klasycznie, później przechodzi na Agile, a wraz ze wzrostem organizacji wdraża skalowanie.</a:t>
            </a:r>
          </a:p>
        </p:txBody>
      </p:sp>
    </p:spTree>
    <p:extLst>
      <p:ext uri="{BB962C8B-B14F-4D97-AF65-F5344CB8AC3E}">
        <p14:creationId xmlns:p14="http://schemas.microsoft.com/office/powerpoint/2010/main" val="59469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EE7E07D-41FF-ECF5-8299-16815D4D5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461084" cy="5431376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PMBOK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CFB3DC-13FA-429F-E2FD-F6B9632B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P</a:t>
            </a:r>
            <a:r>
              <a:rPr lang="pl-PL" sz="2000" dirty="0" err="1"/>
              <a:t>roject</a:t>
            </a:r>
            <a:r>
              <a:rPr lang="pl-PL" sz="2000" dirty="0"/>
              <a:t> Management Body of Knowledge, jest zbiorem dobrych praktyk zarządzania projektami opracowanym przez Project Management </a:t>
            </a:r>
            <a:r>
              <a:rPr lang="pl-PL" sz="2000" dirty="0" err="1"/>
              <a:t>Institute</a:t>
            </a:r>
            <a:r>
              <a:rPr lang="pl-PL" sz="2000" dirty="0"/>
              <a:t>.</a:t>
            </a:r>
            <a:endParaRPr lang="en-US" sz="2000" dirty="0"/>
          </a:p>
          <a:p>
            <a:pPr marL="0" indent="0">
              <a:buNone/>
            </a:pPr>
            <a:br>
              <a:rPr lang="pl-PL" sz="2000" dirty="0"/>
            </a:br>
            <a:r>
              <a:rPr lang="pl-PL" sz="2000" dirty="0"/>
              <a:t>Nie jest to konkretna metodyka, lecz uporządkowany standard opisujący procesy, narzędzia oraz zasady stosowane w prowadzeniu projektów.</a:t>
            </a:r>
          </a:p>
        </p:txBody>
      </p:sp>
    </p:spTree>
    <p:extLst>
      <p:ext uri="{BB962C8B-B14F-4D97-AF65-F5344CB8AC3E}">
        <p14:creationId xmlns:p14="http://schemas.microsoft.com/office/powerpoint/2010/main" val="247328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0E4A8F5-FED1-D61B-581A-CA237432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461084" cy="5431376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PMBOK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BD2059-EAB8-2717-382F-1F5B44AB9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PMBOK pomaga organizacjom:</a:t>
            </a:r>
            <a:endParaRPr lang="en-US" sz="2000" dirty="0"/>
          </a:p>
          <a:p>
            <a:r>
              <a:rPr lang="pl-PL" sz="2000" dirty="0"/>
              <a:t>planować projekty, </a:t>
            </a:r>
            <a:endParaRPr lang="en-US" sz="2000" dirty="0"/>
          </a:p>
          <a:p>
            <a:r>
              <a:rPr lang="pl-PL" sz="2000" dirty="0"/>
              <a:t>monitorować realizację, </a:t>
            </a:r>
            <a:endParaRPr lang="en-US" sz="2000" dirty="0"/>
          </a:p>
          <a:p>
            <a:r>
              <a:rPr lang="pl-PL" sz="2000" dirty="0"/>
              <a:t>kontrolować ryzyka, </a:t>
            </a:r>
            <a:endParaRPr lang="en-US" sz="2000" dirty="0"/>
          </a:p>
          <a:p>
            <a:r>
              <a:rPr lang="pl-PL" sz="2000" dirty="0"/>
              <a:t>zarządzać interesariuszami, </a:t>
            </a:r>
            <a:endParaRPr lang="en-US" sz="2000" dirty="0"/>
          </a:p>
          <a:p>
            <a:r>
              <a:rPr lang="pl-PL" sz="2000" dirty="0"/>
              <a:t>dostarczać przewidywalne rezultaty</a:t>
            </a:r>
          </a:p>
          <a:p>
            <a:pPr marL="0" indent="0">
              <a:buNone/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42487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2FA5518-58B4-F8D5-41E4-2EE7D272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Cztery wartości Agile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07A2358B-4CCE-9601-0806-DC3E0A520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920262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7090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130CB5-469E-49E3-5C07-BE183A74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PLAN-DRIVEN VS AGILE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65136D8-6EBB-1673-4A42-606D17945B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309588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458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F4B2841-948C-E8A3-1DFB-C2237DE7D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029886"/>
            <a:ext cx="10905066" cy="479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7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414445C-4CA8-6515-978A-41749785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pl-PL" sz="3600"/>
              <a:t>SCRUM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7591EB0-7188-3D16-DADB-B652E7BBBF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28707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118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77EF14-5DED-5827-6B99-CCA2A52A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9EFC38-FD33-FA38-DF2C-65F28F0B0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86AEA71-18C4-68B9-64E3-20D4BCE3B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046" y="594917"/>
            <a:ext cx="901190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28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1F30C8C-B912-072A-8E65-C65506E6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b="1" dirty="0"/>
              <a:t>SKALOWANIE AGILE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750EA9CA-043B-2593-D232-5973D67551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7416389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049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887950-659A-6BCE-5C46-02956A4D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pl-PL" b="1" dirty="0" err="1"/>
              <a:t>SAFe</a:t>
            </a:r>
            <a:r>
              <a:rPr lang="pl-PL" b="1" dirty="0"/>
              <a:t> I </a:t>
            </a:r>
            <a:r>
              <a:rPr lang="pl-PL" b="1" dirty="0" err="1"/>
              <a:t>LeSS</a:t>
            </a:r>
            <a:br>
              <a:rPr lang="pl-PL" b="1" dirty="0"/>
            </a:br>
            <a:endParaRPr lang="pl-PL" dirty="0"/>
          </a:p>
        </p:txBody>
      </p:sp>
      <p:pic>
        <p:nvPicPr>
          <p:cNvPr id="7" name="Graphic 6" descr="Koła zębate">
            <a:extLst>
              <a:ext uri="{FF2B5EF4-FFF2-40B4-BE49-F238E27FC236}">
                <a16:creationId xmlns:a16="http://schemas.microsoft.com/office/drawing/2014/main" id="{35E93147-896F-3180-BF53-D4BF2FE8A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17" y="2782956"/>
            <a:ext cx="3449030" cy="344903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AC6D93F-80B8-E034-09C9-977EC7FBC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1900" dirty="0" err="1"/>
              <a:t>SAFe</a:t>
            </a:r>
            <a:r>
              <a:rPr lang="pl-PL" sz="1900" dirty="0"/>
              <a:t> (</a:t>
            </a:r>
            <a:r>
              <a:rPr lang="pl-PL" sz="1900" i="1" dirty="0" err="1"/>
              <a:t>Scaled</a:t>
            </a:r>
            <a:r>
              <a:rPr lang="pl-PL" sz="1900" i="1" dirty="0"/>
              <a:t> Agile Framework</a:t>
            </a:r>
            <a:r>
              <a:rPr lang="pl-PL" sz="1900" dirty="0"/>
              <a:t>) jest </a:t>
            </a:r>
            <a:r>
              <a:rPr lang="pl-PL" sz="1900" dirty="0" err="1"/>
              <a:t>frameworkiem</a:t>
            </a:r>
            <a:r>
              <a:rPr lang="pl-PL" sz="1900" dirty="0"/>
              <a:t> służącym do skalowania Agile na poziomie dużych organizacji.</a:t>
            </a:r>
            <a:br>
              <a:rPr lang="pl-PL" sz="1900" dirty="0"/>
            </a:br>
            <a:r>
              <a:rPr lang="pl-PL" sz="1900" dirty="0"/>
              <a:t>Zakłada on, że wiele zespołów pracuje równolegle nad wspólnym produktem, ale ich działania są koordynowane przez wspólne planowanie i wspólne cele biznesowe.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900" dirty="0"/>
              <a:t>Najważniejsze zasady </a:t>
            </a:r>
            <a:r>
              <a:rPr lang="pl-PL" sz="1900" dirty="0" err="1"/>
              <a:t>SAFe</a:t>
            </a:r>
            <a:r>
              <a:rPr lang="pl-PL" sz="1900" dirty="0"/>
              <a:t>: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synchronizacja sprintów między zespołami,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wspólne planowanie przyrostów,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zarządzanie portfelem projektów,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powiązanie strategii biznesowej z pracą zespołów.</a:t>
            </a:r>
          </a:p>
          <a:p>
            <a:pPr marL="0" indent="0">
              <a:lnSpc>
                <a:spcPct val="90000"/>
              </a:lnSpc>
              <a:buNone/>
            </a:pPr>
            <a:endParaRPr lang="pl-PL" sz="1900" dirty="0"/>
          </a:p>
        </p:txBody>
      </p:sp>
    </p:spTree>
    <p:extLst>
      <p:ext uri="{BB962C8B-B14F-4D97-AF65-F5344CB8AC3E}">
        <p14:creationId xmlns:p14="http://schemas.microsoft.com/office/powerpoint/2010/main" val="333275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A5FF0-39B6-E606-4E78-5E8AAB86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546110-F8C0-DED4-A58A-1F8F4D2D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ADBC302-6F21-829C-F41F-FC388FF16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7D14FD-2CFD-745A-224F-B01ECBFA2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pl-PL" b="1" dirty="0" err="1"/>
              <a:t>SAFe</a:t>
            </a:r>
            <a:r>
              <a:rPr lang="pl-PL" b="1" dirty="0"/>
              <a:t> I </a:t>
            </a:r>
            <a:r>
              <a:rPr lang="pl-PL" b="1" dirty="0" err="1"/>
              <a:t>LeSS</a:t>
            </a:r>
            <a:br>
              <a:rPr lang="pl-PL" b="1" dirty="0"/>
            </a:br>
            <a:endParaRPr lang="pl-PL" dirty="0"/>
          </a:p>
        </p:txBody>
      </p:sp>
      <p:pic>
        <p:nvPicPr>
          <p:cNvPr id="7" name="Graphic 6" descr="Koła zębate">
            <a:extLst>
              <a:ext uri="{FF2B5EF4-FFF2-40B4-BE49-F238E27FC236}">
                <a16:creationId xmlns:a16="http://schemas.microsoft.com/office/drawing/2014/main" id="{33EBC3FD-BAF4-96EC-1A93-C0E8C1169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17" y="2782956"/>
            <a:ext cx="3449030" cy="344903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AB5A93D-09D9-0D90-DA15-A72C23FA7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sz="2000" dirty="0" err="1"/>
              <a:t>LeSS</a:t>
            </a:r>
            <a:r>
              <a:rPr lang="pl-PL" sz="2000" dirty="0"/>
              <a:t> (</a:t>
            </a:r>
            <a:r>
              <a:rPr lang="pl-PL" sz="2000" i="1" dirty="0" err="1"/>
              <a:t>Large</a:t>
            </a:r>
            <a:r>
              <a:rPr lang="pl-PL" sz="2000" i="1" dirty="0"/>
              <a:t> </a:t>
            </a:r>
            <a:r>
              <a:rPr lang="pl-PL" sz="2000" i="1" dirty="0" err="1"/>
              <a:t>Scale</a:t>
            </a:r>
            <a:r>
              <a:rPr lang="pl-PL" sz="2000" i="1" dirty="0"/>
              <a:t> </a:t>
            </a:r>
            <a:r>
              <a:rPr lang="pl-PL" sz="2000" i="1" dirty="0" err="1"/>
              <a:t>Scrum</a:t>
            </a:r>
            <a:r>
              <a:rPr lang="pl-PL" sz="2000" dirty="0"/>
              <a:t>) rozszerza </a:t>
            </a:r>
            <a:r>
              <a:rPr lang="pl-PL" sz="2000" dirty="0" err="1"/>
              <a:t>Scrum</a:t>
            </a:r>
            <a:r>
              <a:rPr lang="pl-PL" sz="2000" dirty="0"/>
              <a:t> na wiele zespołów, ale zachowuje prostotę oryginalnego podejścia.</a:t>
            </a:r>
            <a:br>
              <a:rPr lang="pl-PL" sz="2000" dirty="0"/>
            </a:br>
            <a:r>
              <a:rPr lang="pl-PL" sz="2000" dirty="0"/>
              <a:t>Zakłada jeden wspólny </a:t>
            </a:r>
            <a:r>
              <a:rPr lang="pl-PL" sz="2000" dirty="0" err="1"/>
              <a:t>backlog</a:t>
            </a:r>
            <a:r>
              <a:rPr lang="pl-PL" sz="2000" dirty="0"/>
              <a:t> produktu, jednego Product </a:t>
            </a:r>
            <a:r>
              <a:rPr lang="pl-PL" sz="2000" dirty="0" err="1"/>
              <a:t>Ownera</a:t>
            </a:r>
            <a:r>
              <a:rPr lang="pl-PL" sz="2000" dirty="0"/>
              <a:t> oraz silną współpracę między zespołami.</a:t>
            </a:r>
          </a:p>
          <a:p>
            <a:pPr marL="0" indent="0">
              <a:buNone/>
            </a:pPr>
            <a:r>
              <a:rPr lang="pl-PL" sz="2000" dirty="0"/>
              <a:t>Najważniejsze zasady </a:t>
            </a:r>
            <a:r>
              <a:rPr lang="pl-PL" sz="2000" dirty="0" err="1"/>
              <a:t>LeSS</a:t>
            </a:r>
            <a:r>
              <a:rPr lang="pl-PL" sz="2000" dirty="0"/>
              <a:t>:</a:t>
            </a:r>
          </a:p>
          <a:p>
            <a:r>
              <a:rPr lang="pl-PL" sz="2000" dirty="0"/>
              <a:t>minimalna dodatkowa struktura, </a:t>
            </a:r>
          </a:p>
          <a:p>
            <a:r>
              <a:rPr lang="pl-PL" sz="2000" dirty="0"/>
              <a:t>jeden produkt i jeden cel, </a:t>
            </a:r>
          </a:p>
          <a:p>
            <a:r>
              <a:rPr lang="pl-PL" sz="2000" dirty="0"/>
              <a:t>samodzielność zespołów, </a:t>
            </a:r>
          </a:p>
          <a:p>
            <a:r>
              <a:rPr lang="pl-PL" sz="2000" dirty="0"/>
              <a:t>nacisk na prostotę organizacyjną.</a:t>
            </a:r>
          </a:p>
        </p:txBody>
      </p:sp>
    </p:spTree>
    <p:extLst>
      <p:ext uri="{BB962C8B-B14F-4D97-AF65-F5344CB8AC3E}">
        <p14:creationId xmlns:p14="http://schemas.microsoft.com/office/powerpoint/2010/main" val="111460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14675-F41A-71BB-021B-45F378D0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6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8">
            <a:extLst>
              <a:ext uri="{FF2B5EF4-FFF2-40B4-BE49-F238E27FC236}">
                <a16:creationId xmlns:a16="http://schemas.microsoft.com/office/drawing/2014/main" id="{536F6B5C-2B5F-4FEE-8263-34996D29D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0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F98685F-B04D-1A77-EC32-C04E4F79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b="1"/>
              <a:t>SAFe I LeSS</a:t>
            </a:r>
            <a:br>
              <a:rPr lang="pl-PL" b="1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23A93F-90E4-F3BA-84B5-A9416154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13625"/>
            <a:ext cx="4614759" cy="4163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 err="1"/>
              <a:t>SAFe</a:t>
            </a:r>
            <a:r>
              <a:rPr lang="pl-PL" sz="2000" dirty="0"/>
              <a:t> jest bardziej formalny i lepiej sprawdza się w dużych korporacjach.</a:t>
            </a:r>
            <a:br>
              <a:rPr lang="pl-PL" sz="2000" dirty="0"/>
            </a:br>
            <a:r>
              <a:rPr lang="pl-PL" sz="2000" dirty="0" err="1"/>
              <a:t>LeSS</a:t>
            </a:r>
            <a:r>
              <a:rPr lang="pl-PL" sz="2000" dirty="0"/>
              <a:t> jest lżejszy i lepiej pasuje do organizacji, które chcą zachować prostotę </a:t>
            </a:r>
            <a:r>
              <a:rPr lang="pl-PL" sz="2000" dirty="0" err="1"/>
              <a:t>Scrum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r>
              <a:rPr lang="pl-PL" sz="2000" dirty="0" err="1"/>
              <a:t>SAFe</a:t>
            </a:r>
            <a:r>
              <a:rPr lang="pl-PL" sz="2000" dirty="0"/>
              <a:t>:</a:t>
            </a:r>
            <a:r>
              <a:rPr lang="en-US" sz="2000" dirty="0"/>
              <a:t> </a:t>
            </a:r>
            <a:r>
              <a:rPr lang="pl-PL" sz="2000" dirty="0"/>
              <a:t>większa kontrola, więcej ról, większa struktura. </a:t>
            </a:r>
          </a:p>
          <a:p>
            <a:pPr marL="0" indent="0">
              <a:buNone/>
            </a:pPr>
            <a:r>
              <a:rPr lang="pl-PL" sz="2000" dirty="0" err="1"/>
              <a:t>LeSS</a:t>
            </a:r>
            <a:r>
              <a:rPr lang="pl-PL" sz="2000" dirty="0"/>
              <a:t>:</a:t>
            </a:r>
            <a:r>
              <a:rPr lang="en-US" sz="2000" dirty="0"/>
              <a:t> </a:t>
            </a:r>
            <a:r>
              <a:rPr lang="pl-PL" sz="2000" dirty="0"/>
              <a:t>mniej ról,</a:t>
            </a:r>
            <a:r>
              <a:rPr lang="en-US" sz="2000" dirty="0"/>
              <a:t> </a:t>
            </a:r>
            <a:r>
              <a:rPr lang="pl-PL" sz="2000" dirty="0"/>
              <a:t>prostszy model, większa autonomia zespołów.</a:t>
            </a:r>
          </a:p>
        </p:txBody>
      </p:sp>
      <p:pic>
        <p:nvPicPr>
          <p:cNvPr id="7" name="Graphic 6" descr="Koła zębate">
            <a:extLst>
              <a:ext uri="{FF2B5EF4-FFF2-40B4-BE49-F238E27FC236}">
                <a16:creationId xmlns:a16="http://schemas.microsoft.com/office/drawing/2014/main" id="{76447271-5EF4-6AC8-CB83-7BF1EC9A3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5346" y="2766817"/>
            <a:ext cx="2751667" cy="27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0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73A3BFF-BB23-B33C-869F-7057A21F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DOBÓR METODYKI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2F142A6-0FB5-B993-801C-6AB4AD2DB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415220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8638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E4006F-ADF8-2781-B454-57A3A8B6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PODEJŚCIA HYBRYDOWE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0A159C00-05ED-F4F6-0ADF-BCCE4BC55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356385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3754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1D68AC8-9AF5-68EB-C059-0DA8298E6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OGRANICZENIA PMBOK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EFB02B5-AF75-59E9-395B-B4AE1DE062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285741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6254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E20309-1FB9-4818-BAFA-9C4C0534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A16C1B-C33F-A582-DD61-AF4797E1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524250" cy="5431376"/>
          </a:xfrm>
        </p:spPr>
        <p:txBody>
          <a:bodyPr>
            <a:normAutofit/>
          </a:bodyPr>
          <a:lstStyle/>
          <a:p>
            <a:r>
              <a:rPr lang="pl-PL" sz="3700"/>
              <a:t>DOJRZAŁOŚĆ ORGANIZACJI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1927C1-A898-E55C-635D-A901D6B80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Dojrzałość organizacji projektowej można mierzyć poprzez:</a:t>
            </a:r>
          </a:p>
          <a:p>
            <a:r>
              <a:rPr lang="pl-PL" sz="2000" dirty="0"/>
              <a:t>powtarzalność procesów, </a:t>
            </a:r>
          </a:p>
          <a:p>
            <a:r>
              <a:rPr lang="pl-PL" sz="2000" dirty="0"/>
              <a:t>jakość planowania, </a:t>
            </a:r>
          </a:p>
          <a:p>
            <a:r>
              <a:rPr lang="pl-PL" sz="2000" dirty="0"/>
              <a:t>skuteczność realizacji, </a:t>
            </a:r>
          </a:p>
          <a:p>
            <a:r>
              <a:rPr lang="pl-PL" sz="2000" dirty="0"/>
              <a:t>poziom współpracy, </a:t>
            </a:r>
          </a:p>
          <a:p>
            <a:r>
              <a:rPr lang="pl-PL" sz="2000" dirty="0"/>
              <a:t>zdolność uczenia się organizacji. </a:t>
            </a:r>
          </a:p>
          <a:p>
            <a:pPr marL="0" indent="0">
              <a:buNone/>
            </a:pPr>
            <a:r>
              <a:rPr lang="pl-PL" sz="2000" dirty="0"/>
              <a:t>Jednym z popularnych modeli oceny jest CMMI.</a:t>
            </a:r>
          </a:p>
          <a:p>
            <a:pPr marL="0" indent="0">
              <a:buNone/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788513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B045B39-1B69-8CCF-16DB-052E2B18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461084" cy="5431376"/>
          </a:xfrm>
        </p:spPr>
        <p:txBody>
          <a:bodyPr>
            <a:normAutofit/>
          </a:bodyPr>
          <a:lstStyle/>
          <a:p>
            <a:r>
              <a:rPr lang="pl-PL" sz="3100">
                <a:solidFill>
                  <a:srgbClr val="FFFFFF"/>
                </a:solidFill>
              </a:rPr>
              <a:t>PROJEKTOWANIE WŁASNYCH RAM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44C7ED-2612-0F3A-FFD7-C2AA05DA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2000" dirty="0"/>
              <a:t>Projektowanie własnych ram pracy zespołowej polega na świadomym połączeniu procesów, ról i zasad komunikacji tak, aby odpowiadały rzeczywistym potrzebom organizacji.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2000" dirty="0"/>
              <a:t>W praktyce organizacja powinna określić:</a:t>
            </a:r>
          </a:p>
          <a:p>
            <a:pPr>
              <a:lnSpc>
                <a:spcPct val="90000"/>
              </a:lnSpc>
            </a:pPr>
            <a:r>
              <a:rPr lang="pl-PL" sz="2000" dirty="0"/>
              <a:t>jak planuje pracę, </a:t>
            </a:r>
          </a:p>
          <a:p>
            <a:pPr>
              <a:lnSpc>
                <a:spcPct val="90000"/>
              </a:lnSpc>
            </a:pPr>
            <a:r>
              <a:rPr lang="pl-PL" sz="2000" dirty="0"/>
              <a:t>jak podejmuje decyzje, </a:t>
            </a:r>
          </a:p>
          <a:p>
            <a:pPr>
              <a:lnSpc>
                <a:spcPct val="90000"/>
              </a:lnSpc>
            </a:pPr>
            <a:r>
              <a:rPr lang="pl-PL" sz="2000" dirty="0"/>
              <a:t>jak mierzy postęp, </a:t>
            </a:r>
          </a:p>
          <a:p>
            <a:pPr>
              <a:lnSpc>
                <a:spcPct val="90000"/>
              </a:lnSpc>
            </a:pPr>
            <a:r>
              <a:rPr lang="pl-PL" sz="2000" dirty="0"/>
              <a:t>jak reaguje na zmiany, </a:t>
            </a:r>
          </a:p>
          <a:p>
            <a:pPr>
              <a:lnSpc>
                <a:spcPct val="90000"/>
              </a:lnSpc>
            </a:pPr>
            <a:r>
              <a:rPr lang="pl-PL" sz="2000" dirty="0"/>
              <a:t>jak rozwiązuje konflikty.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2000" dirty="0"/>
              <a:t>Własna rama pracy nie oznacza tworzenia wszystkiego od początku, lecz dostosowanie istniejących praktyk.</a:t>
            </a:r>
          </a:p>
          <a:p>
            <a:pPr marL="0" indent="0">
              <a:lnSpc>
                <a:spcPct val="90000"/>
              </a:lnSpc>
              <a:buNone/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577669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840725D-40B9-24E5-1424-79784E59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8 DOMEN WYDAJNOŚCI PMBOK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D4CEAC-3368-5078-B769-778EB51B0F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95216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4779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77C648B-106D-BE3C-AEAC-36AD5797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4276116" cy="4726502"/>
          </a:xfrm>
        </p:spPr>
        <p:txBody>
          <a:bodyPr>
            <a:normAutofit/>
          </a:bodyPr>
          <a:lstStyle/>
          <a:p>
            <a:r>
              <a:rPr lang="en-US" i="1" dirty="0"/>
              <a:t>KONFIGURACJA 3-5-3 </a:t>
            </a:r>
            <a:br>
              <a:rPr lang="en-US" i="1" dirty="0"/>
            </a:br>
            <a:r>
              <a:rPr lang="en-US" i="1" dirty="0"/>
              <a:t>W SCRUM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758C39-99D0-1582-1F91-421FBB6D9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401" y="713313"/>
            <a:ext cx="4549400" cy="543137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1900" dirty="0"/>
              <a:t>3 role: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Product </a:t>
            </a:r>
            <a:r>
              <a:rPr lang="pl-PL" sz="1900" dirty="0" err="1"/>
              <a:t>Owner</a:t>
            </a:r>
            <a:r>
              <a:rPr lang="pl-PL" sz="1900" dirty="0"/>
              <a:t> </a:t>
            </a:r>
          </a:p>
          <a:p>
            <a:pPr>
              <a:lnSpc>
                <a:spcPct val="90000"/>
              </a:lnSpc>
            </a:pPr>
            <a:r>
              <a:rPr lang="pl-PL" sz="1900" dirty="0" err="1"/>
              <a:t>Scrum</a:t>
            </a:r>
            <a:r>
              <a:rPr lang="pl-PL" sz="1900" dirty="0"/>
              <a:t> Master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Developers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900" dirty="0"/>
              <a:t>5 wydarzeń: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Sprint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Sprint Planning </a:t>
            </a:r>
          </a:p>
          <a:p>
            <a:pPr>
              <a:lnSpc>
                <a:spcPct val="90000"/>
              </a:lnSpc>
            </a:pPr>
            <a:r>
              <a:rPr lang="pl-PL" sz="1900" dirty="0" err="1"/>
              <a:t>Daily</a:t>
            </a:r>
            <a:r>
              <a:rPr lang="pl-PL" sz="1900" dirty="0"/>
              <a:t> </a:t>
            </a:r>
            <a:r>
              <a:rPr lang="pl-PL" sz="1900" dirty="0" err="1"/>
              <a:t>Scrum</a:t>
            </a:r>
            <a:r>
              <a:rPr lang="pl-PL" sz="1900" dirty="0"/>
              <a:t>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Sprint </a:t>
            </a:r>
            <a:r>
              <a:rPr lang="pl-PL" sz="1900" dirty="0" err="1"/>
              <a:t>Review</a:t>
            </a:r>
            <a:r>
              <a:rPr lang="pl-PL" sz="1900" dirty="0"/>
              <a:t>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Sprint </a:t>
            </a:r>
            <a:r>
              <a:rPr lang="pl-PL" sz="1900" dirty="0" err="1"/>
              <a:t>Retrospective</a:t>
            </a:r>
            <a:r>
              <a:rPr lang="pl-PL" sz="19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1900" dirty="0"/>
              <a:t>3 artefakty: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Product </a:t>
            </a:r>
            <a:r>
              <a:rPr lang="pl-PL" sz="1900" dirty="0" err="1"/>
              <a:t>Backlog</a:t>
            </a:r>
            <a:r>
              <a:rPr lang="pl-PL" sz="1900" dirty="0"/>
              <a:t> </a:t>
            </a:r>
          </a:p>
          <a:p>
            <a:pPr>
              <a:lnSpc>
                <a:spcPct val="90000"/>
              </a:lnSpc>
            </a:pPr>
            <a:r>
              <a:rPr lang="pl-PL" sz="1900" dirty="0"/>
              <a:t>Sprint </a:t>
            </a:r>
            <a:r>
              <a:rPr lang="pl-PL" sz="1900" dirty="0" err="1"/>
              <a:t>Backlog</a:t>
            </a:r>
            <a:r>
              <a:rPr lang="pl-PL" sz="1900" dirty="0"/>
              <a:t> </a:t>
            </a:r>
          </a:p>
          <a:p>
            <a:pPr>
              <a:lnSpc>
                <a:spcPct val="90000"/>
              </a:lnSpc>
            </a:pPr>
            <a:r>
              <a:rPr lang="pl-PL" sz="1900" dirty="0" err="1"/>
              <a:t>Increment</a:t>
            </a:r>
            <a:endParaRPr lang="pl-PL" sz="1900" dirty="0"/>
          </a:p>
          <a:p>
            <a:pPr marL="0" indent="0">
              <a:lnSpc>
                <a:spcPct val="90000"/>
              </a:lnSpc>
              <a:buNone/>
            </a:pPr>
            <a:endParaRPr lang="pl-PL" sz="1900" dirty="0"/>
          </a:p>
        </p:txBody>
      </p:sp>
    </p:spTree>
    <p:extLst>
      <p:ext uri="{BB962C8B-B14F-4D97-AF65-F5344CB8AC3E}">
        <p14:creationId xmlns:p14="http://schemas.microsoft.com/office/powerpoint/2010/main" val="1606180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E8B71EF-A1BE-7340-BE3D-56352F4E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i="1" dirty="0"/>
              <a:t>KONFIGURACJA 3-5-3 </a:t>
            </a:r>
            <a:br>
              <a:rPr lang="en-US" sz="4400" i="1" dirty="0"/>
            </a:br>
            <a:r>
              <a:rPr lang="en-US" sz="4400" i="1" dirty="0"/>
              <a:t>W SCRUM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47F1212-D6E4-3424-4B11-46DA24E3B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41447" y="643467"/>
            <a:ext cx="387189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36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2EAC8BA-9748-CF5F-6C39-AD2F40D4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pl-PL" dirty="0"/>
              <a:t>TAILORING</a:t>
            </a:r>
          </a:p>
        </p:txBody>
      </p:sp>
      <p:pic>
        <p:nvPicPr>
          <p:cNvPr id="7" name="Graphic 6" descr="Spotkanie">
            <a:extLst>
              <a:ext uri="{FF2B5EF4-FFF2-40B4-BE49-F238E27FC236}">
                <a16:creationId xmlns:a16="http://schemas.microsoft.com/office/drawing/2014/main" id="{A7DA9814-BDB7-C905-9572-9357A5BA28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17" y="2782956"/>
            <a:ext cx="3449030" cy="344903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5A57C0-D7C1-74EC-A787-A2DEC1328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2200" dirty="0" err="1"/>
              <a:t>Tailoring</a:t>
            </a:r>
            <a:r>
              <a:rPr lang="pl-PL" sz="2200" dirty="0"/>
              <a:t> oznacza świadome dostosowanie metodyki do specyfiki projektu.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2200" dirty="0"/>
              <a:t>Może obejmować:</a:t>
            </a:r>
          </a:p>
          <a:p>
            <a:pPr>
              <a:lnSpc>
                <a:spcPct val="90000"/>
              </a:lnSpc>
            </a:pPr>
            <a:r>
              <a:rPr lang="pl-PL" sz="2200" dirty="0"/>
              <a:t>zmianę poziomu dokumentacji, </a:t>
            </a:r>
          </a:p>
          <a:p>
            <a:pPr>
              <a:lnSpc>
                <a:spcPct val="90000"/>
              </a:lnSpc>
            </a:pPr>
            <a:r>
              <a:rPr lang="pl-PL" sz="2200" dirty="0"/>
              <a:t>zmianę częstotliwości spotkań, </a:t>
            </a:r>
          </a:p>
          <a:p>
            <a:pPr>
              <a:lnSpc>
                <a:spcPct val="90000"/>
              </a:lnSpc>
            </a:pPr>
            <a:r>
              <a:rPr lang="pl-PL" sz="2200" dirty="0"/>
              <a:t>zmianę sposobu raportowania, </a:t>
            </a:r>
          </a:p>
          <a:p>
            <a:pPr>
              <a:lnSpc>
                <a:spcPct val="90000"/>
              </a:lnSpc>
            </a:pPr>
            <a:r>
              <a:rPr lang="pl-PL" sz="2200" dirty="0"/>
              <a:t>zmianę zakresu kontroli.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2200" dirty="0" err="1"/>
              <a:t>Tailoring</a:t>
            </a:r>
            <a:r>
              <a:rPr lang="pl-PL" sz="2200" dirty="0"/>
              <a:t> nie oznacza usuwania elementów bez analizy.</a:t>
            </a:r>
          </a:p>
          <a:p>
            <a:pPr marL="0" indent="0">
              <a:lnSpc>
                <a:spcPct val="90000"/>
              </a:lnSpc>
              <a:buNone/>
            </a:pPr>
            <a:endParaRPr lang="pl-PL" sz="2200" dirty="0"/>
          </a:p>
        </p:txBody>
      </p:sp>
    </p:spTree>
    <p:extLst>
      <p:ext uri="{BB962C8B-B14F-4D97-AF65-F5344CB8AC3E}">
        <p14:creationId xmlns:p14="http://schemas.microsoft.com/office/powerpoint/2010/main" val="2443944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B7E6647-496C-65B4-1AA3-E1A7D56B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ARTEFAKTY STRATEGICZNE PMBOK 7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71ACC32-45B9-F8E1-9F5A-E089FBF64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116813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799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08B7A7F-5BFE-6EAD-B35E-7E308FEA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/>
              <a:t>PODEJŚCIE HYBRYDOWE</a:t>
            </a:r>
            <a:endParaRPr lang="pl-PL" dirty="0"/>
          </a:p>
        </p:txBody>
      </p:sp>
      <p:graphicFrame>
        <p:nvGraphicFramePr>
          <p:cNvPr id="15" name="Symbol zastępczy zawartości 2">
            <a:extLst>
              <a:ext uri="{FF2B5EF4-FFF2-40B4-BE49-F238E27FC236}">
                <a16:creationId xmlns:a16="http://schemas.microsoft.com/office/drawing/2014/main" id="{C09F9E70-909B-3962-7F4A-CCB607465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570889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1897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9717B8E-5C63-0576-E2D5-604DBAAD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WYZWANIA W SKALOWANIU AGILE</a:t>
            </a:r>
          </a:p>
        </p:txBody>
      </p:sp>
      <p:graphicFrame>
        <p:nvGraphicFramePr>
          <p:cNvPr id="15" name="Symbol zastępczy zawartości 2">
            <a:extLst>
              <a:ext uri="{FF2B5EF4-FFF2-40B4-BE49-F238E27FC236}">
                <a16:creationId xmlns:a16="http://schemas.microsoft.com/office/drawing/2014/main" id="{6D51AFC7-5E80-440F-E707-B5708C97D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073918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2279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14592E3-A7A3-11FF-9146-AB4C9B8E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461084" cy="543137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Scrum of Scrums</a:t>
            </a:r>
            <a:endParaRPr lang="pl-PL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22E4D3-3960-6715-2C81-53B03B87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Jednym z mechanizmów skalowania jest </a:t>
            </a:r>
            <a:r>
              <a:rPr lang="pl-PL" sz="2000" dirty="0" err="1"/>
              <a:t>Scrum</a:t>
            </a:r>
            <a:r>
              <a:rPr lang="pl-PL" sz="2000" dirty="0"/>
              <a:t> of </a:t>
            </a:r>
            <a:r>
              <a:rPr lang="pl-PL" sz="2000" dirty="0" err="1"/>
              <a:t>Scrums</a:t>
            </a:r>
            <a:r>
              <a:rPr lang="pl-PL" sz="2000" dirty="0"/>
              <a:t>.</a:t>
            </a:r>
            <a:br>
              <a:rPr lang="pl-PL" sz="2000" dirty="0"/>
            </a:br>
            <a:r>
              <a:rPr lang="pl-PL" sz="2000" dirty="0"/>
              <a:t>Polega on na regularnych spotkaniach przedstawicieli zespołów, podczas których omawiane są zależności między zespołami, ryzyka oraz wspólne przeszkody.</a:t>
            </a:r>
            <a:r>
              <a:rPr lang="en-US" sz="2000" dirty="0"/>
              <a:t> </a:t>
            </a:r>
            <a:r>
              <a:rPr lang="pl-PL" sz="2000" dirty="0"/>
              <a:t>Celem jest koordynacja bez nadmiernej centralizacji.</a:t>
            </a:r>
          </a:p>
          <a:p>
            <a:pPr marL="0" indent="0">
              <a:buNone/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938001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24F52FB-B29A-D124-CFF6-1F5233D1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Scrum of Scrums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EEDCB4C-A927-FC60-6D7E-B48896346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62785" y="1194269"/>
            <a:ext cx="5585748" cy="400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6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E0B6F5-BE1C-EC99-5D81-CFD19AB9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461084" cy="5431376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KANBAN I FLOW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86F450-D836-40A4-01A2-8EA0FAF58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 err="1"/>
              <a:t>Kanban</a:t>
            </a:r>
            <a:r>
              <a:rPr lang="pl-PL" sz="2000" dirty="0"/>
              <a:t> jest metodą zarządzania przepływem pracy, której celem jest wizualizacja zadań oraz ograniczenie pracy wykonywanej jednocześnie.</a:t>
            </a:r>
            <a:br>
              <a:rPr lang="pl-PL" sz="2000" dirty="0"/>
            </a:br>
            <a:r>
              <a:rPr lang="pl-PL" sz="2000" dirty="0"/>
              <a:t>Najczęściej wykorzystuje tablicę podzieloną na etapy procesu, takie jak:</a:t>
            </a:r>
            <a:br>
              <a:rPr lang="pl-PL" sz="2000" dirty="0"/>
            </a:br>
            <a:r>
              <a:rPr lang="pl-PL" sz="2000" dirty="0"/>
              <a:t>do wykonania, w trakcie, testy, zakończone.</a:t>
            </a:r>
          </a:p>
        </p:txBody>
      </p:sp>
    </p:spTree>
    <p:extLst>
      <p:ext uri="{BB962C8B-B14F-4D97-AF65-F5344CB8AC3E}">
        <p14:creationId xmlns:p14="http://schemas.microsoft.com/office/powerpoint/2010/main" val="1261886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0D1D739-EDC4-4BE6-A073-9B157E1F9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505F40-D149-43ED-AF99-35E23BCA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DD35A4-E546-4AF3-A8B9-AC24C5C9F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3852070 w 12192000"/>
              <a:gd name="connsiteY1" fmla="*/ 0 h 6858000"/>
              <a:gd name="connsiteX2" fmla="*/ 3878367 w 12192000"/>
              <a:gd name="connsiteY2" fmla="*/ 23504 h 6858000"/>
              <a:gd name="connsiteX3" fmla="*/ 3885324 w 12192000"/>
              <a:gd name="connsiteY3" fmla="*/ 84795 h 6858000"/>
              <a:gd name="connsiteX4" fmla="*/ 3820400 w 12192000"/>
              <a:gd name="connsiteY4" fmla="*/ 131127 h 6858000"/>
              <a:gd name="connsiteX5" fmla="*/ 3631811 w 12192000"/>
              <a:gd name="connsiteY5" fmla="*/ 219929 h 6858000"/>
              <a:gd name="connsiteX6" fmla="*/ 4327428 w 12192000"/>
              <a:gd name="connsiteY6" fmla="*/ 351201 h 6858000"/>
              <a:gd name="connsiteX7" fmla="*/ 4080099 w 12192000"/>
              <a:gd name="connsiteY7" fmla="*/ 432279 h 6858000"/>
              <a:gd name="connsiteX8" fmla="*/ 3823492 w 12192000"/>
              <a:gd name="connsiteY8" fmla="*/ 490194 h 6858000"/>
              <a:gd name="connsiteX9" fmla="*/ 3545246 w 12192000"/>
              <a:gd name="connsiteY9" fmla="*/ 532664 h 6858000"/>
              <a:gd name="connsiteX10" fmla="*/ 3291732 w 12192000"/>
              <a:gd name="connsiteY10" fmla="*/ 617605 h 6858000"/>
              <a:gd name="connsiteX11" fmla="*/ 3953340 w 12192000"/>
              <a:gd name="connsiteY11" fmla="*/ 652353 h 6858000"/>
              <a:gd name="connsiteX12" fmla="*/ 3610170 w 12192000"/>
              <a:gd name="connsiteY12" fmla="*/ 729572 h 6858000"/>
              <a:gd name="connsiteX13" fmla="*/ 3328832 w 12192000"/>
              <a:gd name="connsiteY13" fmla="*/ 829957 h 6858000"/>
              <a:gd name="connsiteX14" fmla="*/ 3130966 w 12192000"/>
              <a:gd name="connsiteY14" fmla="*/ 876288 h 6858000"/>
              <a:gd name="connsiteX15" fmla="*/ 2920736 w 12192000"/>
              <a:gd name="connsiteY15" fmla="*/ 887872 h 6858000"/>
              <a:gd name="connsiteX16" fmla="*/ 2871269 w 12192000"/>
              <a:gd name="connsiteY16" fmla="*/ 961228 h 6858000"/>
              <a:gd name="connsiteX17" fmla="*/ 2936195 w 12192000"/>
              <a:gd name="connsiteY17" fmla="*/ 1038448 h 6858000"/>
              <a:gd name="connsiteX18" fmla="*/ 3035126 w 12192000"/>
              <a:gd name="connsiteY18" fmla="*/ 1046168 h 6858000"/>
              <a:gd name="connsiteX19" fmla="*/ 3625627 w 12192000"/>
              <a:gd name="connsiteY19" fmla="*/ 1065474 h 6858000"/>
              <a:gd name="connsiteX20" fmla="*/ 1733551 w 12192000"/>
              <a:gd name="connsiteY20" fmla="*/ 1235355 h 6858000"/>
              <a:gd name="connsiteX21" fmla="*/ 1990156 w 12192000"/>
              <a:gd name="connsiteY21" fmla="*/ 1339602 h 6858000"/>
              <a:gd name="connsiteX22" fmla="*/ 2076722 w 12192000"/>
              <a:gd name="connsiteY22" fmla="*/ 1625311 h 6858000"/>
              <a:gd name="connsiteX23" fmla="*/ 2392067 w 12192000"/>
              <a:gd name="connsiteY23" fmla="*/ 1787470 h 6858000"/>
              <a:gd name="connsiteX24" fmla="*/ 2596115 w 12192000"/>
              <a:gd name="connsiteY24" fmla="*/ 1845385 h 6858000"/>
              <a:gd name="connsiteX25" fmla="*/ 3062950 w 12192000"/>
              <a:gd name="connsiteY25" fmla="*/ 1930326 h 6858000"/>
              <a:gd name="connsiteX26" fmla="*/ 3130966 w 12192000"/>
              <a:gd name="connsiteY26" fmla="*/ 2069319 h 6858000"/>
              <a:gd name="connsiteX27" fmla="*/ 3189708 w 12192000"/>
              <a:gd name="connsiteY27" fmla="*/ 2223754 h 6858000"/>
              <a:gd name="connsiteX28" fmla="*/ 3313373 w 12192000"/>
              <a:gd name="connsiteY28" fmla="*/ 2324141 h 6858000"/>
              <a:gd name="connsiteX29" fmla="*/ 2351877 w 12192000"/>
              <a:gd name="connsiteY29" fmla="*/ 2308697 h 6858000"/>
              <a:gd name="connsiteX30" fmla="*/ 3437038 w 12192000"/>
              <a:gd name="connsiteY30" fmla="*/ 2633017 h 6858000"/>
              <a:gd name="connsiteX31" fmla="*/ 3341198 w 12192000"/>
              <a:gd name="connsiteY31" fmla="*/ 2760427 h 6858000"/>
              <a:gd name="connsiteX32" fmla="*/ 3934791 w 12192000"/>
              <a:gd name="connsiteY32" fmla="*/ 2934169 h 6858000"/>
              <a:gd name="connsiteX33" fmla="*/ 3616352 w 12192000"/>
              <a:gd name="connsiteY33" fmla="*/ 2953473 h 6858000"/>
              <a:gd name="connsiteX34" fmla="*/ 5468240 w 12192000"/>
              <a:gd name="connsiteY34" fmla="*/ 3679329 h 6858000"/>
              <a:gd name="connsiteX35" fmla="*/ 8111582 w 12192000"/>
              <a:gd name="connsiteY35" fmla="*/ 4204418 h 6858000"/>
              <a:gd name="connsiteX36" fmla="*/ 9144186 w 12192000"/>
              <a:gd name="connsiteY36" fmla="*/ 4304802 h 6858000"/>
              <a:gd name="connsiteX37" fmla="*/ 10319004 w 12192000"/>
              <a:gd name="connsiteY37" fmla="*/ 4273915 h 6858000"/>
              <a:gd name="connsiteX38" fmla="*/ 12053408 w 12192000"/>
              <a:gd name="connsiteY38" fmla="*/ 3907125 h 6858000"/>
              <a:gd name="connsiteX39" fmla="*/ 12192000 w 12192000"/>
              <a:gd name="connsiteY39" fmla="*/ 3841157 h 6858000"/>
              <a:gd name="connsiteX40" fmla="*/ 12192000 w 12192000"/>
              <a:gd name="connsiteY40" fmla="*/ 6858000 h 6858000"/>
              <a:gd name="connsiteX41" fmla="*/ 0 w 12192000"/>
              <a:gd name="connsiteY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852070" y="0"/>
                </a:lnTo>
                <a:lnTo>
                  <a:pt x="3878367" y="23504"/>
                </a:lnTo>
                <a:cubicBezTo>
                  <a:pt x="3887642" y="39430"/>
                  <a:pt x="3891507" y="59700"/>
                  <a:pt x="3885324" y="84795"/>
                </a:cubicBezTo>
                <a:cubicBezTo>
                  <a:pt x="3876049" y="123406"/>
                  <a:pt x="3845133" y="123406"/>
                  <a:pt x="3820400" y="131127"/>
                </a:cubicBezTo>
                <a:cubicBezTo>
                  <a:pt x="3764751" y="154292"/>
                  <a:pt x="3696735" y="138849"/>
                  <a:pt x="3631811" y="219929"/>
                </a:cubicBezTo>
                <a:cubicBezTo>
                  <a:pt x="3879141" y="262399"/>
                  <a:pt x="4117198" y="181318"/>
                  <a:pt x="4327428" y="351201"/>
                </a:cubicBezTo>
                <a:cubicBezTo>
                  <a:pt x="4250138" y="436142"/>
                  <a:pt x="4163572" y="416836"/>
                  <a:pt x="4080099" y="432279"/>
                </a:cubicBezTo>
                <a:cubicBezTo>
                  <a:pt x="3993533" y="447725"/>
                  <a:pt x="3910058" y="474751"/>
                  <a:pt x="3823492" y="490194"/>
                </a:cubicBezTo>
                <a:cubicBezTo>
                  <a:pt x="3730743" y="509498"/>
                  <a:pt x="3637993" y="513360"/>
                  <a:pt x="3545246" y="532664"/>
                </a:cubicBezTo>
                <a:cubicBezTo>
                  <a:pt x="3467954" y="548109"/>
                  <a:pt x="3384480" y="521081"/>
                  <a:pt x="3291732" y="617605"/>
                </a:cubicBezTo>
                <a:cubicBezTo>
                  <a:pt x="3520513" y="687103"/>
                  <a:pt x="3727651" y="582857"/>
                  <a:pt x="3953340" y="652353"/>
                </a:cubicBezTo>
                <a:cubicBezTo>
                  <a:pt x="3820400" y="714129"/>
                  <a:pt x="3712194" y="694824"/>
                  <a:pt x="3610170" y="729572"/>
                </a:cubicBezTo>
                <a:cubicBezTo>
                  <a:pt x="3517420" y="764322"/>
                  <a:pt x="3406122" y="725712"/>
                  <a:pt x="3328832" y="829957"/>
                </a:cubicBezTo>
                <a:cubicBezTo>
                  <a:pt x="3270090" y="911035"/>
                  <a:pt x="3208258" y="922618"/>
                  <a:pt x="3130966" y="876288"/>
                </a:cubicBezTo>
                <a:cubicBezTo>
                  <a:pt x="3062950" y="833818"/>
                  <a:pt x="2988752" y="845400"/>
                  <a:pt x="2920736" y="887872"/>
                </a:cubicBezTo>
                <a:cubicBezTo>
                  <a:pt x="2896004" y="903315"/>
                  <a:pt x="2871269" y="922618"/>
                  <a:pt x="2871269" y="961228"/>
                </a:cubicBezTo>
                <a:cubicBezTo>
                  <a:pt x="2871269" y="1015283"/>
                  <a:pt x="2902186" y="1030726"/>
                  <a:pt x="2936195" y="1038448"/>
                </a:cubicBezTo>
                <a:cubicBezTo>
                  <a:pt x="2967111" y="1046168"/>
                  <a:pt x="3004210" y="1053891"/>
                  <a:pt x="3035126" y="1046168"/>
                </a:cubicBezTo>
                <a:cubicBezTo>
                  <a:pt x="3232990" y="1003700"/>
                  <a:pt x="3427764" y="1073194"/>
                  <a:pt x="3625627" y="1065474"/>
                </a:cubicBezTo>
                <a:cubicBezTo>
                  <a:pt x="3004210" y="1231494"/>
                  <a:pt x="2376610" y="1177441"/>
                  <a:pt x="1733551" y="1235355"/>
                </a:cubicBezTo>
                <a:cubicBezTo>
                  <a:pt x="1817025" y="1351183"/>
                  <a:pt x="1925232" y="1254661"/>
                  <a:pt x="1990156" y="1339602"/>
                </a:cubicBezTo>
                <a:cubicBezTo>
                  <a:pt x="1928323" y="1517205"/>
                  <a:pt x="1953057" y="1613728"/>
                  <a:pt x="2076722" y="1625311"/>
                </a:cubicBezTo>
                <a:cubicBezTo>
                  <a:pt x="2197295" y="1636894"/>
                  <a:pt x="2327143" y="1575118"/>
                  <a:pt x="2392067" y="1787470"/>
                </a:cubicBezTo>
                <a:cubicBezTo>
                  <a:pt x="2410617" y="1853106"/>
                  <a:pt x="2525008" y="1833802"/>
                  <a:pt x="2596115" y="1845385"/>
                </a:cubicBezTo>
                <a:cubicBezTo>
                  <a:pt x="2750696" y="1872411"/>
                  <a:pt x="2914554" y="1845385"/>
                  <a:pt x="3062950" y="1930326"/>
                </a:cubicBezTo>
                <a:cubicBezTo>
                  <a:pt x="3121692" y="1961213"/>
                  <a:pt x="3161883" y="1984378"/>
                  <a:pt x="3130966" y="2069319"/>
                </a:cubicBezTo>
                <a:cubicBezTo>
                  <a:pt x="3100050" y="2158121"/>
                  <a:pt x="3140242" y="2189008"/>
                  <a:pt x="3189708" y="2223754"/>
                </a:cubicBezTo>
                <a:cubicBezTo>
                  <a:pt x="3226808" y="2250784"/>
                  <a:pt x="3282457" y="2243060"/>
                  <a:pt x="3313373" y="2324141"/>
                </a:cubicBezTo>
                <a:cubicBezTo>
                  <a:pt x="2988752" y="2312558"/>
                  <a:pt x="2673405" y="2246923"/>
                  <a:pt x="2351877" y="2308697"/>
                </a:cubicBezTo>
                <a:cubicBezTo>
                  <a:pt x="2704323" y="2463134"/>
                  <a:pt x="3090776" y="2455412"/>
                  <a:pt x="3437038" y="2633017"/>
                </a:cubicBezTo>
                <a:cubicBezTo>
                  <a:pt x="3424671" y="2694791"/>
                  <a:pt x="3344289" y="2667764"/>
                  <a:pt x="3341198" y="2760427"/>
                </a:cubicBezTo>
                <a:cubicBezTo>
                  <a:pt x="3523603" y="2856951"/>
                  <a:pt x="3743110" y="2791314"/>
                  <a:pt x="3934791" y="2934169"/>
                </a:cubicBezTo>
                <a:cubicBezTo>
                  <a:pt x="3823492" y="2999805"/>
                  <a:pt x="3721469" y="2891699"/>
                  <a:pt x="3616352" y="2953473"/>
                </a:cubicBezTo>
                <a:cubicBezTo>
                  <a:pt x="3650361" y="3046136"/>
                  <a:pt x="5189993" y="3617555"/>
                  <a:pt x="5468240" y="3679329"/>
                </a:cubicBezTo>
                <a:cubicBezTo>
                  <a:pt x="6034007" y="3806740"/>
                  <a:pt x="7663296" y="4131059"/>
                  <a:pt x="8111582" y="4204418"/>
                </a:cubicBezTo>
                <a:cubicBezTo>
                  <a:pt x="8457844" y="4258470"/>
                  <a:pt x="8801016" y="4300942"/>
                  <a:pt x="9144186" y="4304802"/>
                </a:cubicBezTo>
                <a:cubicBezTo>
                  <a:pt x="9536822" y="4308663"/>
                  <a:pt x="9926368" y="4289359"/>
                  <a:pt x="10319004" y="4273915"/>
                </a:cubicBezTo>
                <a:cubicBezTo>
                  <a:pt x="10906415" y="4250750"/>
                  <a:pt x="11484549" y="4158087"/>
                  <a:pt x="12053408" y="3907125"/>
                </a:cubicBezTo>
                <a:lnTo>
                  <a:pt x="12192000" y="3841157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9310217-1A9C-DEED-46FD-7FFC223F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63422"/>
            <a:ext cx="7268147" cy="17543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i="1"/>
              <a:t>KANBAN BOARD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AE1666D-E293-BAA5-C73F-29ED0EECB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58851" y="571811"/>
            <a:ext cx="6084398" cy="272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14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3DA80BD-2752-4578-DED2-DA619313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pl-PL" dirty="0"/>
              <a:t>CUMULATIVE FLOW DIAGRAM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7668D0-44B4-AEAA-6D01-A1A57DEB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l-PL" sz="2000" dirty="0"/>
              <a:t>Wykres skumulowanego przepływu przedstawia liczbę zadań znajdujących się na poszczególnych etapach procesu w czasie.</a:t>
            </a:r>
            <a:br>
              <a:rPr lang="pl-PL" sz="2000" dirty="0"/>
            </a:br>
            <a:r>
              <a:rPr lang="pl-PL" sz="2000" dirty="0"/>
              <a:t>Pozwala obserwować stabilność procesu oraz wykrywać przeciążenia.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l-PL" sz="2000" dirty="0"/>
              <a:t>Na wykresie można zobaczyć:</a:t>
            </a:r>
            <a:r>
              <a:rPr lang="en-US" sz="2000" dirty="0"/>
              <a:t> </a:t>
            </a:r>
            <a:r>
              <a:rPr lang="pl-PL" sz="2000" dirty="0"/>
              <a:t>tempo pracy,</a:t>
            </a:r>
            <a:r>
              <a:rPr lang="en-US" sz="2000" dirty="0"/>
              <a:t> </a:t>
            </a:r>
            <a:r>
              <a:rPr lang="pl-PL" sz="2000" dirty="0"/>
              <a:t>wąskie gardła,</a:t>
            </a:r>
            <a:r>
              <a:rPr lang="en-US" sz="2000" dirty="0"/>
              <a:t> </a:t>
            </a:r>
            <a:r>
              <a:rPr lang="pl-PL" sz="2000" dirty="0"/>
              <a:t>czas realizacji,</a:t>
            </a:r>
            <a:r>
              <a:rPr lang="en-US" sz="2000" dirty="0"/>
              <a:t> </a:t>
            </a:r>
            <a:r>
              <a:rPr lang="pl-PL" sz="2000" dirty="0"/>
              <a:t>narastanie zaległości.</a:t>
            </a:r>
          </a:p>
          <a:p>
            <a:pPr marL="0" indent="0">
              <a:lnSpc>
                <a:spcPct val="90000"/>
              </a:lnSpc>
              <a:buNone/>
            </a:pPr>
            <a:endParaRPr lang="pl-PL" sz="20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309E2A0-F104-2725-CD11-2D373F8B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785" y="2112392"/>
            <a:ext cx="5757417" cy="287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31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9DCB1AC7-6633-EDB3-081A-673A37018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90368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2274</Words>
  <Application>Microsoft Office PowerPoint</Application>
  <PresentationFormat>Panoramiczny</PresentationFormat>
  <Paragraphs>278</Paragraphs>
  <Slides>31</Slides>
  <Notes>31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35" baseType="lpstr">
      <vt:lpstr>Aptos</vt:lpstr>
      <vt:lpstr>Arial</vt:lpstr>
      <vt:lpstr>Century Gothic</vt:lpstr>
      <vt:lpstr>BrushVTI</vt:lpstr>
      <vt:lpstr>METODYKI I RAMY W REALIZACJI PROJEKTÓW ZESPOŁOWYCH IT (PMBOK, AGILE I SKALOWANIE)</vt:lpstr>
      <vt:lpstr>VisionFlow</vt:lpstr>
      <vt:lpstr>PMBOK</vt:lpstr>
      <vt:lpstr>PMBOK</vt:lpstr>
      <vt:lpstr>Cztery wartości Agile</vt:lpstr>
      <vt:lpstr>PLAN-DRIVEN VS AGILE</vt:lpstr>
      <vt:lpstr>Prezentacja programu PowerPoint</vt:lpstr>
      <vt:lpstr>SCRUM</vt:lpstr>
      <vt:lpstr>Prezentacja programu PowerPoint</vt:lpstr>
      <vt:lpstr>SKALOWANIE AGILE</vt:lpstr>
      <vt:lpstr>SAFe I LeSS </vt:lpstr>
      <vt:lpstr>SAFe I LeSS </vt:lpstr>
      <vt:lpstr>SAFe I LeSS </vt:lpstr>
      <vt:lpstr>DOBÓR METODYKI</vt:lpstr>
      <vt:lpstr>PODEJŚCIA HYBRYDOWE</vt:lpstr>
      <vt:lpstr>OGRANICZENIA PMBOK</vt:lpstr>
      <vt:lpstr>DOJRZAŁOŚĆ ORGANIZACJI</vt:lpstr>
      <vt:lpstr>PROJEKTOWANIE WŁASNYCH RAM PRACY</vt:lpstr>
      <vt:lpstr>8 DOMEN WYDAJNOŚCI PMBOK</vt:lpstr>
      <vt:lpstr>KONFIGURACJA 3-5-3  W SCRUM</vt:lpstr>
      <vt:lpstr>KONFIGURACJA 3-5-3  W SCRUM</vt:lpstr>
      <vt:lpstr>TAILORING</vt:lpstr>
      <vt:lpstr>ARTEFAKTY STRATEGICZNE PMBOK 7</vt:lpstr>
      <vt:lpstr>PODEJŚCIE HYBRYDOWE</vt:lpstr>
      <vt:lpstr>WYZWANIA W SKALOWANIU AGILE</vt:lpstr>
      <vt:lpstr>Scrum of Scrums</vt:lpstr>
      <vt:lpstr>Scrum of Scrums</vt:lpstr>
      <vt:lpstr>KANBAN I FLOW</vt:lpstr>
      <vt:lpstr>KANBAN BOARD</vt:lpstr>
      <vt:lpstr>CUMULATIVE FLOW DIAGRAM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13</cp:revision>
  <dcterms:created xsi:type="dcterms:W3CDTF">2026-04-17T16:20:43Z</dcterms:created>
  <dcterms:modified xsi:type="dcterms:W3CDTF">2026-04-17T17:50:20Z</dcterms:modified>
</cp:coreProperties>
</file>