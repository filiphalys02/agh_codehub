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0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1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32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954" autoAdjust="0"/>
  </p:normalViewPr>
  <p:slideViewPr>
    <p:cSldViewPr snapToGrid="0">
      <p:cViewPr varScale="1">
        <p:scale>
          <a:sx n="65" d="100"/>
          <a:sy n="65" d="100"/>
        </p:scale>
        <p:origin x="13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/Relationships>
</file>

<file path=ppt/diagrams/_rels/drawing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CCA571-E1E6-428C-BFFA-6D8742515E9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6E5581-FD6F-44C0-8C07-436A6250E50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l-PL" sz="1800" dirty="0" err="1"/>
            <a:t>FuelSoft</a:t>
          </a:r>
          <a:r>
            <a:rPr lang="pl-PL" sz="1800" dirty="0"/>
            <a:t> tworzy system sprzedażowy i analityczny dla stacji paliw.</a:t>
          </a:r>
          <a:endParaRPr lang="en-US" sz="1800" dirty="0"/>
        </a:p>
      </dgm:t>
    </dgm:pt>
    <dgm:pt modelId="{F987E908-9516-4A40-AF07-E84DCE8F36DD}" type="parTrans" cxnId="{0A2C037E-CDD7-4FF3-882D-BD6A2CA68459}">
      <dgm:prSet/>
      <dgm:spPr/>
      <dgm:t>
        <a:bodyPr/>
        <a:lstStyle/>
        <a:p>
          <a:endParaRPr lang="en-US"/>
        </a:p>
      </dgm:t>
    </dgm:pt>
    <dgm:pt modelId="{BC3628C6-0C02-4082-8DAA-6EF0ED18F37F}" type="sibTrans" cxnId="{0A2C037E-CDD7-4FF3-882D-BD6A2CA68459}">
      <dgm:prSet/>
      <dgm:spPr/>
      <dgm:t>
        <a:bodyPr/>
        <a:lstStyle/>
        <a:p>
          <a:endParaRPr lang="en-US"/>
        </a:p>
      </dgm:t>
    </dgm:pt>
    <dgm:pt modelId="{CFA584E4-0033-4AF7-9988-C1CE16DC7A2A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Produkt ma zwiększyć sprzedaż </a:t>
          </a:r>
          <a:r>
            <a:rPr lang="en-US" dirty="0"/>
            <a:t>sieci </a:t>
          </a:r>
          <a:r>
            <a:rPr lang="en-US" dirty="0" err="1"/>
            <a:t>stacji</a:t>
          </a:r>
          <a:r>
            <a:rPr lang="en-US" dirty="0"/>
            <a:t> </a:t>
          </a:r>
          <a:r>
            <a:rPr lang="pl-PL" dirty="0"/>
            <a:t>i usprawnić zarządzanie.</a:t>
          </a:r>
          <a:endParaRPr lang="en-US" dirty="0"/>
        </a:p>
      </dgm:t>
    </dgm:pt>
    <dgm:pt modelId="{D33967E5-58F8-42E3-8C3A-D89F38379A33}" type="parTrans" cxnId="{CAFEDCF0-FF0B-41AA-AD4F-B2A680730110}">
      <dgm:prSet/>
      <dgm:spPr/>
      <dgm:t>
        <a:bodyPr/>
        <a:lstStyle/>
        <a:p>
          <a:endParaRPr lang="en-US"/>
        </a:p>
      </dgm:t>
    </dgm:pt>
    <dgm:pt modelId="{10CEC997-9209-45E9-95EC-E2A527636ABA}" type="sibTrans" cxnId="{CAFEDCF0-FF0B-41AA-AD4F-B2A680730110}">
      <dgm:prSet/>
      <dgm:spPr/>
      <dgm:t>
        <a:bodyPr/>
        <a:lstStyle/>
        <a:p>
          <a:endParaRPr lang="en-US"/>
        </a:p>
      </dgm:t>
    </dgm:pt>
    <dgm:pt modelId="{4F4F05DE-6F58-4113-97BA-A7E5BAAA2A4D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Pojawia się </a:t>
          </a:r>
          <a:r>
            <a:rPr lang="en-US" dirty="0" err="1"/>
            <a:t>kluczowe</a:t>
          </a:r>
          <a:r>
            <a:rPr lang="en-US" dirty="0"/>
            <a:t> </a:t>
          </a:r>
          <a:r>
            <a:rPr lang="pl-PL" dirty="0"/>
            <a:t>pytanie: jak na tym zarobić?</a:t>
          </a:r>
          <a:endParaRPr lang="en-US" dirty="0"/>
        </a:p>
      </dgm:t>
    </dgm:pt>
    <dgm:pt modelId="{A329795A-9BC8-461D-B6C9-C622657BB7FD}" type="parTrans" cxnId="{CC8526A3-3BA6-46CA-8213-7FEA68200579}">
      <dgm:prSet/>
      <dgm:spPr/>
      <dgm:t>
        <a:bodyPr/>
        <a:lstStyle/>
        <a:p>
          <a:endParaRPr lang="en-US"/>
        </a:p>
      </dgm:t>
    </dgm:pt>
    <dgm:pt modelId="{B3458C45-4376-4E0C-8190-0B77FC1AE841}" type="sibTrans" cxnId="{CC8526A3-3BA6-46CA-8213-7FEA68200579}">
      <dgm:prSet/>
      <dgm:spPr/>
      <dgm:t>
        <a:bodyPr/>
        <a:lstStyle/>
        <a:p>
          <a:endParaRPr lang="en-US"/>
        </a:p>
      </dgm:t>
    </dgm:pt>
    <dgm:pt modelId="{0F539C2B-C4DE-4921-8813-F94BE826C758}" type="pres">
      <dgm:prSet presAssocID="{ECCCA571-E1E6-428C-BFFA-6D8742515E92}" presName="root" presStyleCnt="0">
        <dgm:presLayoutVars>
          <dgm:dir/>
          <dgm:resizeHandles val="exact"/>
        </dgm:presLayoutVars>
      </dgm:prSet>
      <dgm:spPr/>
    </dgm:pt>
    <dgm:pt modelId="{E8095081-D5B1-486E-BD16-EB667B518516}" type="pres">
      <dgm:prSet presAssocID="{EA6E5581-FD6F-44C0-8C07-436A6250E50A}" presName="compNode" presStyleCnt="0"/>
      <dgm:spPr/>
    </dgm:pt>
    <dgm:pt modelId="{B7472AA5-E1C5-407F-925B-F0D6C64E04AD}" type="pres">
      <dgm:prSet presAssocID="{EA6E5581-FD6F-44C0-8C07-436A6250E50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2004A33-16FD-494D-BC8F-737918BA045F}" type="pres">
      <dgm:prSet presAssocID="{EA6E5581-FD6F-44C0-8C07-436A6250E50A}" presName="spaceRect" presStyleCnt="0"/>
      <dgm:spPr/>
    </dgm:pt>
    <dgm:pt modelId="{F932DABE-D661-45C8-8157-35D4AB10FF48}" type="pres">
      <dgm:prSet presAssocID="{EA6E5581-FD6F-44C0-8C07-436A6250E50A}" presName="textRect" presStyleLbl="revTx" presStyleIdx="0" presStyleCnt="3">
        <dgm:presLayoutVars>
          <dgm:chMax val="1"/>
          <dgm:chPref val="1"/>
        </dgm:presLayoutVars>
      </dgm:prSet>
      <dgm:spPr/>
    </dgm:pt>
    <dgm:pt modelId="{437908E4-7779-45A3-A31E-87CB44D409EE}" type="pres">
      <dgm:prSet presAssocID="{BC3628C6-0C02-4082-8DAA-6EF0ED18F37F}" presName="sibTrans" presStyleCnt="0"/>
      <dgm:spPr/>
    </dgm:pt>
    <dgm:pt modelId="{3B320428-29A3-45A5-A430-AFB0D6303E3B}" type="pres">
      <dgm:prSet presAssocID="{CFA584E4-0033-4AF7-9988-C1CE16DC7A2A}" presName="compNode" presStyleCnt="0"/>
      <dgm:spPr/>
    </dgm:pt>
    <dgm:pt modelId="{4C2B15FC-477B-4E78-9E35-7FC43C2FED98}" type="pres">
      <dgm:prSet presAssocID="{CFA584E4-0033-4AF7-9988-C1CE16DC7A2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żytkownik"/>
        </a:ext>
      </dgm:extLst>
    </dgm:pt>
    <dgm:pt modelId="{4B39B758-2BB1-40D9-975B-6FEF02B14F76}" type="pres">
      <dgm:prSet presAssocID="{CFA584E4-0033-4AF7-9988-C1CE16DC7A2A}" presName="spaceRect" presStyleCnt="0"/>
      <dgm:spPr/>
    </dgm:pt>
    <dgm:pt modelId="{5A1C3971-D0E5-4F9D-A850-09D1792EDE82}" type="pres">
      <dgm:prSet presAssocID="{CFA584E4-0033-4AF7-9988-C1CE16DC7A2A}" presName="textRect" presStyleLbl="revTx" presStyleIdx="1" presStyleCnt="3">
        <dgm:presLayoutVars>
          <dgm:chMax val="1"/>
          <dgm:chPref val="1"/>
        </dgm:presLayoutVars>
      </dgm:prSet>
      <dgm:spPr/>
    </dgm:pt>
    <dgm:pt modelId="{D76867BA-227D-43CA-8E0B-467F64949703}" type="pres">
      <dgm:prSet presAssocID="{10CEC997-9209-45E9-95EC-E2A527636ABA}" presName="sibTrans" presStyleCnt="0"/>
      <dgm:spPr/>
    </dgm:pt>
    <dgm:pt modelId="{BA3689F1-CB25-492F-B149-4DA69BF22E58}" type="pres">
      <dgm:prSet presAssocID="{4F4F05DE-6F58-4113-97BA-A7E5BAAA2A4D}" presName="compNode" presStyleCnt="0"/>
      <dgm:spPr/>
    </dgm:pt>
    <dgm:pt modelId="{7D73A60B-F797-4C38-8757-6A89483D16B2}" type="pres">
      <dgm:prSet presAssocID="{4F4F05DE-6F58-4113-97BA-A7E5BAAA2A4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830BB788-F2F0-4BC1-A04B-2BFC1646F1EF}" type="pres">
      <dgm:prSet presAssocID="{4F4F05DE-6F58-4113-97BA-A7E5BAAA2A4D}" presName="spaceRect" presStyleCnt="0"/>
      <dgm:spPr/>
    </dgm:pt>
    <dgm:pt modelId="{C21D7E04-04D8-451D-A49C-27A8965DFAF6}" type="pres">
      <dgm:prSet presAssocID="{4F4F05DE-6F58-4113-97BA-A7E5BAAA2A4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7DFDF15-38A3-4481-A66F-DBA0A47D20CB}" type="presOf" srcId="{CFA584E4-0033-4AF7-9988-C1CE16DC7A2A}" destId="{5A1C3971-D0E5-4F9D-A850-09D1792EDE82}" srcOrd="0" destOrd="0" presId="urn:microsoft.com/office/officeart/2018/2/layout/IconLabelList"/>
    <dgm:cxn modelId="{3E500B57-6AB3-4F63-A642-55556DD2F069}" type="presOf" srcId="{4F4F05DE-6F58-4113-97BA-A7E5BAAA2A4D}" destId="{C21D7E04-04D8-451D-A49C-27A8965DFAF6}" srcOrd="0" destOrd="0" presId="urn:microsoft.com/office/officeart/2018/2/layout/IconLabelList"/>
    <dgm:cxn modelId="{0A2C037E-CDD7-4FF3-882D-BD6A2CA68459}" srcId="{ECCCA571-E1E6-428C-BFFA-6D8742515E92}" destId="{EA6E5581-FD6F-44C0-8C07-436A6250E50A}" srcOrd="0" destOrd="0" parTransId="{F987E908-9516-4A40-AF07-E84DCE8F36DD}" sibTransId="{BC3628C6-0C02-4082-8DAA-6EF0ED18F37F}"/>
    <dgm:cxn modelId="{29A58094-6CF7-4BC8-B6EB-F04EBD21E57D}" type="presOf" srcId="{ECCCA571-E1E6-428C-BFFA-6D8742515E92}" destId="{0F539C2B-C4DE-4921-8813-F94BE826C758}" srcOrd="0" destOrd="0" presId="urn:microsoft.com/office/officeart/2018/2/layout/IconLabelList"/>
    <dgm:cxn modelId="{CC8526A3-3BA6-46CA-8213-7FEA68200579}" srcId="{ECCCA571-E1E6-428C-BFFA-6D8742515E92}" destId="{4F4F05DE-6F58-4113-97BA-A7E5BAAA2A4D}" srcOrd="2" destOrd="0" parTransId="{A329795A-9BC8-461D-B6C9-C622657BB7FD}" sibTransId="{B3458C45-4376-4E0C-8190-0B77FC1AE841}"/>
    <dgm:cxn modelId="{CEB57FE5-67D3-4FB4-9945-E4C7FB73014E}" type="presOf" srcId="{EA6E5581-FD6F-44C0-8C07-436A6250E50A}" destId="{F932DABE-D661-45C8-8157-35D4AB10FF48}" srcOrd="0" destOrd="0" presId="urn:microsoft.com/office/officeart/2018/2/layout/IconLabelList"/>
    <dgm:cxn modelId="{CAFEDCF0-FF0B-41AA-AD4F-B2A680730110}" srcId="{ECCCA571-E1E6-428C-BFFA-6D8742515E92}" destId="{CFA584E4-0033-4AF7-9988-C1CE16DC7A2A}" srcOrd="1" destOrd="0" parTransId="{D33967E5-58F8-42E3-8C3A-D89F38379A33}" sibTransId="{10CEC997-9209-45E9-95EC-E2A527636ABA}"/>
    <dgm:cxn modelId="{6419C037-6935-4B2E-844A-192830669FE9}" type="presParOf" srcId="{0F539C2B-C4DE-4921-8813-F94BE826C758}" destId="{E8095081-D5B1-486E-BD16-EB667B518516}" srcOrd="0" destOrd="0" presId="urn:microsoft.com/office/officeart/2018/2/layout/IconLabelList"/>
    <dgm:cxn modelId="{CB8ED382-2B4B-4E1E-8A3A-10512C5C8D85}" type="presParOf" srcId="{E8095081-D5B1-486E-BD16-EB667B518516}" destId="{B7472AA5-E1C5-407F-925B-F0D6C64E04AD}" srcOrd="0" destOrd="0" presId="urn:microsoft.com/office/officeart/2018/2/layout/IconLabelList"/>
    <dgm:cxn modelId="{57B6B16F-38BE-4D17-A2D6-5D197E559EF2}" type="presParOf" srcId="{E8095081-D5B1-486E-BD16-EB667B518516}" destId="{A2004A33-16FD-494D-BC8F-737918BA045F}" srcOrd="1" destOrd="0" presId="urn:microsoft.com/office/officeart/2018/2/layout/IconLabelList"/>
    <dgm:cxn modelId="{31D76E67-E85E-42BF-ABC2-07D10BFC66B1}" type="presParOf" srcId="{E8095081-D5B1-486E-BD16-EB667B518516}" destId="{F932DABE-D661-45C8-8157-35D4AB10FF48}" srcOrd="2" destOrd="0" presId="urn:microsoft.com/office/officeart/2018/2/layout/IconLabelList"/>
    <dgm:cxn modelId="{9A13024F-5522-4560-860A-81E67D7D610C}" type="presParOf" srcId="{0F539C2B-C4DE-4921-8813-F94BE826C758}" destId="{437908E4-7779-45A3-A31E-87CB44D409EE}" srcOrd="1" destOrd="0" presId="urn:microsoft.com/office/officeart/2018/2/layout/IconLabelList"/>
    <dgm:cxn modelId="{CBFF0E04-ACC7-44D8-9D99-D61EB5197A3E}" type="presParOf" srcId="{0F539C2B-C4DE-4921-8813-F94BE826C758}" destId="{3B320428-29A3-45A5-A430-AFB0D6303E3B}" srcOrd="2" destOrd="0" presId="urn:microsoft.com/office/officeart/2018/2/layout/IconLabelList"/>
    <dgm:cxn modelId="{782F4E85-3969-4ABD-81ED-42F78AFC69A1}" type="presParOf" srcId="{3B320428-29A3-45A5-A430-AFB0D6303E3B}" destId="{4C2B15FC-477B-4E78-9E35-7FC43C2FED98}" srcOrd="0" destOrd="0" presId="urn:microsoft.com/office/officeart/2018/2/layout/IconLabelList"/>
    <dgm:cxn modelId="{7EA66F94-587D-4817-BA0E-AD36A467FED9}" type="presParOf" srcId="{3B320428-29A3-45A5-A430-AFB0D6303E3B}" destId="{4B39B758-2BB1-40D9-975B-6FEF02B14F76}" srcOrd="1" destOrd="0" presId="urn:microsoft.com/office/officeart/2018/2/layout/IconLabelList"/>
    <dgm:cxn modelId="{4170D7D4-31A6-4CF9-991A-F32C6ABD66C4}" type="presParOf" srcId="{3B320428-29A3-45A5-A430-AFB0D6303E3B}" destId="{5A1C3971-D0E5-4F9D-A850-09D1792EDE82}" srcOrd="2" destOrd="0" presId="urn:microsoft.com/office/officeart/2018/2/layout/IconLabelList"/>
    <dgm:cxn modelId="{B5EEFEC4-11D0-4E7D-956C-EA18946B7303}" type="presParOf" srcId="{0F539C2B-C4DE-4921-8813-F94BE826C758}" destId="{D76867BA-227D-43CA-8E0B-467F64949703}" srcOrd="3" destOrd="0" presId="urn:microsoft.com/office/officeart/2018/2/layout/IconLabelList"/>
    <dgm:cxn modelId="{ECC63523-0ECA-4967-8F29-7CD8D1D51D26}" type="presParOf" srcId="{0F539C2B-C4DE-4921-8813-F94BE826C758}" destId="{BA3689F1-CB25-492F-B149-4DA69BF22E58}" srcOrd="4" destOrd="0" presId="urn:microsoft.com/office/officeart/2018/2/layout/IconLabelList"/>
    <dgm:cxn modelId="{7ED4674C-A912-4FA3-8B16-A1FF7CEE3594}" type="presParOf" srcId="{BA3689F1-CB25-492F-B149-4DA69BF22E58}" destId="{7D73A60B-F797-4C38-8757-6A89483D16B2}" srcOrd="0" destOrd="0" presId="urn:microsoft.com/office/officeart/2018/2/layout/IconLabelList"/>
    <dgm:cxn modelId="{786A67B5-DE96-4683-83E8-E9108F8286D6}" type="presParOf" srcId="{BA3689F1-CB25-492F-B149-4DA69BF22E58}" destId="{830BB788-F2F0-4BC1-A04B-2BFC1646F1EF}" srcOrd="1" destOrd="0" presId="urn:microsoft.com/office/officeart/2018/2/layout/IconLabelList"/>
    <dgm:cxn modelId="{A56EE396-D2DE-496E-838B-A3C5BF57695D}" type="presParOf" srcId="{BA3689F1-CB25-492F-B149-4DA69BF22E58}" destId="{C21D7E04-04D8-451D-A49C-27A8965DFAF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9931AB-F7B5-4088-AB3E-C0B87A2B6D1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A9008A-2918-4127-A757-4B855B034ADD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Model biznesowy opisuje sposób, w jaki organizacja tworzy, dostarcza i przechwytuje wartość.</a:t>
          </a:r>
          <a:br>
            <a:rPr lang="pl-PL"/>
          </a:br>
          <a:r>
            <a:rPr lang="pl-PL"/>
            <a:t>Określa, kto jest klientem, co mu oferujemy oraz jak na tym zarabiamy.</a:t>
          </a:r>
          <a:endParaRPr lang="en-US"/>
        </a:p>
      </dgm:t>
    </dgm:pt>
    <dgm:pt modelId="{AB105DD5-3AF9-4333-8879-8E3DD568B170}" type="parTrans" cxnId="{CCF1F0D4-87FB-4A95-9960-D8A43690B769}">
      <dgm:prSet/>
      <dgm:spPr/>
      <dgm:t>
        <a:bodyPr/>
        <a:lstStyle/>
        <a:p>
          <a:endParaRPr lang="en-US"/>
        </a:p>
      </dgm:t>
    </dgm:pt>
    <dgm:pt modelId="{F389BE86-93B6-48EB-88C2-76FE64DD3943}" type="sibTrans" cxnId="{CCF1F0D4-87FB-4A95-9960-D8A43690B769}">
      <dgm:prSet/>
      <dgm:spPr/>
      <dgm:t>
        <a:bodyPr/>
        <a:lstStyle/>
        <a:p>
          <a:endParaRPr lang="en-US"/>
        </a:p>
      </dgm:t>
    </dgm:pt>
    <dgm:pt modelId="{CDCC1902-488C-4B24-94FB-1F76018071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 skrócie: </a:t>
          </a:r>
          <a:r>
            <a:rPr lang="pl-PL"/>
            <a:t>Model biznesowy odpowiada na trzy kluczowe pytania: dla kogo, co</a:t>
          </a:r>
          <a:r>
            <a:rPr lang="en-US"/>
            <a:t> i </a:t>
          </a:r>
          <a:r>
            <a:rPr lang="pl-PL"/>
            <a:t>za ile</a:t>
          </a:r>
          <a:endParaRPr lang="en-US"/>
        </a:p>
      </dgm:t>
    </dgm:pt>
    <dgm:pt modelId="{71363F92-2F44-4020-8787-5CDB19E2F70D}" type="parTrans" cxnId="{ED95E773-654A-49C4-BF80-95989DE63997}">
      <dgm:prSet/>
      <dgm:spPr/>
      <dgm:t>
        <a:bodyPr/>
        <a:lstStyle/>
        <a:p>
          <a:endParaRPr lang="en-US"/>
        </a:p>
      </dgm:t>
    </dgm:pt>
    <dgm:pt modelId="{CC69298F-20AC-4F61-A02F-3EC596C0B38B}" type="sibTrans" cxnId="{ED95E773-654A-49C4-BF80-95989DE63997}">
      <dgm:prSet/>
      <dgm:spPr/>
      <dgm:t>
        <a:bodyPr/>
        <a:lstStyle/>
        <a:p>
          <a:endParaRPr lang="en-US"/>
        </a:p>
      </dgm:t>
    </dgm:pt>
    <dgm:pt modelId="{8F4BE4E5-5C41-43BE-BCAC-2B905E2C22FA}" type="pres">
      <dgm:prSet presAssocID="{BF9931AB-F7B5-4088-AB3E-C0B87A2B6D1B}" presName="root" presStyleCnt="0">
        <dgm:presLayoutVars>
          <dgm:dir/>
          <dgm:resizeHandles val="exact"/>
        </dgm:presLayoutVars>
      </dgm:prSet>
      <dgm:spPr/>
    </dgm:pt>
    <dgm:pt modelId="{42A864DA-04A3-404B-A172-18A2DE754DA7}" type="pres">
      <dgm:prSet presAssocID="{1FA9008A-2918-4127-A757-4B855B034ADD}" presName="compNode" presStyleCnt="0"/>
      <dgm:spPr/>
    </dgm:pt>
    <dgm:pt modelId="{84769AE8-3C8B-4D24-A51F-9BE0BD30D477}" type="pres">
      <dgm:prSet presAssocID="{1FA9008A-2918-4127-A757-4B855B034AD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21B826CB-BD3B-42E9-965C-ECEFE2F0E5FF}" type="pres">
      <dgm:prSet presAssocID="{1FA9008A-2918-4127-A757-4B855B034ADD}" presName="spaceRect" presStyleCnt="0"/>
      <dgm:spPr/>
    </dgm:pt>
    <dgm:pt modelId="{BCFB1898-81E7-4682-B18F-2F4F7AAA44C9}" type="pres">
      <dgm:prSet presAssocID="{1FA9008A-2918-4127-A757-4B855B034ADD}" presName="textRect" presStyleLbl="revTx" presStyleIdx="0" presStyleCnt="2">
        <dgm:presLayoutVars>
          <dgm:chMax val="1"/>
          <dgm:chPref val="1"/>
        </dgm:presLayoutVars>
      </dgm:prSet>
      <dgm:spPr/>
    </dgm:pt>
    <dgm:pt modelId="{D1469EC6-3752-44C4-B870-6D2D474BCF05}" type="pres">
      <dgm:prSet presAssocID="{F389BE86-93B6-48EB-88C2-76FE64DD3943}" presName="sibTrans" presStyleCnt="0"/>
      <dgm:spPr/>
    </dgm:pt>
    <dgm:pt modelId="{7FF3E4E6-28C6-4BBA-89CA-085DF456F556}" type="pres">
      <dgm:prSet presAssocID="{CDCC1902-488C-4B24-94FB-1F7601807110}" presName="compNode" presStyleCnt="0"/>
      <dgm:spPr/>
    </dgm:pt>
    <dgm:pt modelId="{DA8F0FA1-2EFE-4C82-8959-1828EA69A6FB}" type="pres">
      <dgm:prSet presAssocID="{CDCC1902-488C-4B24-94FB-1F760180711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tania"/>
        </a:ext>
      </dgm:extLst>
    </dgm:pt>
    <dgm:pt modelId="{885D5854-4182-4AE8-B0C7-0540D055FA79}" type="pres">
      <dgm:prSet presAssocID="{CDCC1902-488C-4B24-94FB-1F7601807110}" presName="spaceRect" presStyleCnt="0"/>
      <dgm:spPr/>
    </dgm:pt>
    <dgm:pt modelId="{8A150657-7A51-4C4A-A6BD-21F0DAB4F0D2}" type="pres">
      <dgm:prSet presAssocID="{CDCC1902-488C-4B24-94FB-1F760180711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57B713F-F4B1-47A7-99C9-F6696D0D61FE}" type="presOf" srcId="{CDCC1902-488C-4B24-94FB-1F7601807110}" destId="{8A150657-7A51-4C4A-A6BD-21F0DAB4F0D2}" srcOrd="0" destOrd="0" presId="urn:microsoft.com/office/officeart/2018/2/layout/IconLabelList"/>
    <dgm:cxn modelId="{3BE3B561-233D-4BC7-A98A-B3329F9114F9}" type="presOf" srcId="{BF9931AB-F7B5-4088-AB3E-C0B87A2B6D1B}" destId="{8F4BE4E5-5C41-43BE-BCAC-2B905E2C22FA}" srcOrd="0" destOrd="0" presId="urn:microsoft.com/office/officeart/2018/2/layout/IconLabelList"/>
    <dgm:cxn modelId="{ED95E773-654A-49C4-BF80-95989DE63997}" srcId="{BF9931AB-F7B5-4088-AB3E-C0B87A2B6D1B}" destId="{CDCC1902-488C-4B24-94FB-1F7601807110}" srcOrd="1" destOrd="0" parTransId="{71363F92-2F44-4020-8787-5CDB19E2F70D}" sibTransId="{CC69298F-20AC-4F61-A02F-3EC596C0B38B}"/>
    <dgm:cxn modelId="{CCF1F0D4-87FB-4A95-9960-D8A43690B769}" srcId="{BF9931AB-F7B5-4088-AB3E-C0B87A2B6D1B}" destId="{1FA9008A-2918-4127-A757-4B855B034ADD}" srcOrd="0" destOrd="0" parTransId="{AB105DD5-3AF9-4333-8879-8E3DD568B170}" sibTransId="{F389BE86-93B6-48EB-88C2-76FE64DD3943}"/>
    <dgm:cxn modelId="{03A562F7-B4ED-40FE-A2C1-002D1063117F}" type="presOf" srcId="{1FA9008A-2918-4127-A757-4B855B034ADD}" destId="{BCFB1898-81E7-4682-B18F-2F4F7AAA44C9}" srcOrd="0" destOrd="0" presId="urn:microsoft.com/office/officeart/2018/2/layout/IconLabelList"/>
    <dgm:cxn modelId="{E3914CFD-F8E4-4F25-AB97-6843C7D37FC2}" type="presParOf" srcId="{8F4BE4E5-5C41-43BE-BCAC-2B905E2C22FA}" destId="{42A864DA-04A3-404B-A172-18A2DE754DA7}" srcOrd="0" destOrd="0" presId="urn:microsoft.com/office/officeart/2018/2/layout/IconLabelList"/>
    <dgm:cxn modelId="{9D1CAD46-D166-4CA1-A75B-9DA955E98B49}" type="presParOf" srcId="{42A864DA-04A3-404B-A172-18A2DE754DA7}" destId="{84769AE8-3C8B-4D24-A51F-9BE0BD30D477}" srcOrd="0" destOrd="0" presId="urn:microsoft.com/office/officeart/2018/2/layout/IconLabelList"/>
    <dgm:cxn modelId="{1DB90FBA-D307-4CAC-80D9-CB5CF1307FED}" type="presParOf" srcId="{42A864DA-04A3-404B-A172-18A2DE754DA7}" destId="{21B826CB-BD3B-42E9-965C-ECEFE2F0E5FF}" srcOrd="1" destOrd="0" presId="urn:microsoft.com/office/officeart/2018/2/layout/IconLabelList"/>
    <dgm:cxn modelId="{EFF1CD98-AE66-44BA-BD20-7014B623AB18}" type="presParOf" srcId="{42A864DA-04A3-404B-A172-18A2DE754DA7}" destId="{BCFB1898-81E7-4682-B18F-2F4F7AAA44C9}" srcOrd="2" destOrd="0" presId="urn:microsoft.com/office/officeart/2018/2/layout/IconLabelList"/>
    <dgm:cxn modelId="{58A4A62C-F6D9-46B3-ADAA-C2F35AFC4D7D}" type="presParOf" srcId="{8F4BE4E5-5C41-43BE-BCAC-2B905E2C22FA}" destId="{D1469EC6-3752-44C4-B870-6D2D474BCF05}" srcOrd="1" destOrd="0" presId="urn:microsoft.com/office/officeart/2018/2/layout/IconLabelList"/>
    <dgm:cxn modelId="{92D8424A-E0C4-4985-8304-A415DA588734}" type="presParOf" srcId="{8F4BE4E5-5C41-43BE-BCAC-2B905E2C22FA}" destId="{7FF3E4E6-28C6-4BBA-89CA-085DF456F556}" srcOrd="2" destOrd="0" presId="urn:microsoft.com/office/officeart/2018/2/layout/IconLabelList"/>
    <dgm:cxn modelId="{41FE30A5-36FC-447A-864E-DCD19AEAFE2D}" type="presParOf" srcId="{7FF3E4E6-28C6-4BBA-89CA-085DF456F556}" destId="{DA8F0FA1-2EFE-4C82-8959-1828EA69A6FB}" srcOrd="0" destOrd="0" presId="urn:microsoft.com/office/officeart/2018/2/layout/IconLabelList"/>
    <dgm:cxn modelId="{E2F0B2F7-73D1-4527-9BD4-D6AD04C32ED8}" type="presParOf" srcId="{7FF3E4E6-28C6-4BBA-89CA-085DF456F556}" destId="{885D5854-4182-4AE8-B0C7-0540D055FA79}" srcOrd="1" destOrd="0" presId="urn:microsoft.com/office/officeart/2018/2/layout/IconLabelList"/>
    <dgm:cxn modelId="{95C248FE-1D04-45DB-8448-2B2671B3FF95}" type="presParOf" srcId="{7FF3E4E6-28C6-4BBA-89CA-085DF456F556}" destId="{8A150657-7A51-4C4A-A6BD-21F0DAB4F0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81CC85-B0F8-43AD-9223-5712B0404661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BFEC478-5B55-4202-914D-861B1B5FEA76}">
      <dgm:prSet/>
      <dgm:spPr/>
      <dgm:t>
        <a:bodyPr/>
        <a:lstStyle/>
        <a:p>
          <a:r>
            <a:rPr lang="pl-PL" b="1" dirty="0"/>
            <a:t>Business Model </a:t>
          </a:r>
          <a:r>
            <a:rPr lang="pl-PL" b="1" dirty="0" err="1"/>
            <a:t>Canvas</a:t>
          </a:r>
          <a:r>
            <a:rPr lang="pl-PL" b="1" dirty="0"/>
            <a:t> składa się z </a:t>
          </a:r>
          <a:r>
            <a:rPr lang="en-US" b="1" dirty="0" err="1"/>
            <a:t>dziewięciu</a:t>
          </a:r>
          <a:r>
            <a:rPr lang="pl-PL" b="1" dirty="0"/>
            <a:t> elementów</a:t>
          </a:r>
          <a:r>
            <a:rPr lang="en-US" b="1" dirty="0"/>
            <a:t>:</a:t>
          </a:r>
        </a:p>
      </dgm:t>
    </dgm:pt>
    <dgm:pt modelId="{6909250B-BCFD-4406-9B6E-1F8509B13565}" type="parTrans" cxnId="{7FCBA2FC-0EAF-4AC2-997B-868B53D31897}">
      <dgm:prSet/>
      <dgm:spPr/>
      <dgm:t>
        <a:bodyPr/>
        <a:lstStyle/>
        <a:p>
          <a:endParaRPr lang="en-US"/>
        </a:p>
      </dgm:t>
    </dgm:pt>
    <dgm:pt modelId="{5F67B09A-8E8A-4BD8-A9C4-0488465899D7}" type="sibTrans" cxnId="{7FCBA2FC-0EAF-4AC2-997B-868B53D31897}">
      <dgm:prSet/>
      <dgm:spPr/>
      <dgm:t>
        <a:bodyPr/>
        <a:lstStyle/>
        <a:p>
          <a:endParaRPr lang="en-US"/>
        </a:p>
      </dgm:t>
    </dgm:pt>
    <dgm:pt modelId="{BBE7BF83-F15B-45BF-B712-B3C41844B3A5}">
      <dgm:prSet/>
      <dgm:spPr/>
      <dgm:t>
        <a:bodyPr/>
        <a:lstStyle/>
        <a:p>
          <a:r>
            <a:rPr lang="pl-PL"/>
            <a:t>Segmentacja rynku</a:t>
          </a:r>
          <a:endParaRPr lang="en-US"/>
        </a:p>
      </dgm:t>
    </dgm:pt>
    <dgm:pt modelId="{4DE8EDE4-7492-488E-9B2C-7E8BC65790C7}" type="parTrans" cxnId="{E4B44DC0-8B82-442F-AA6F-89DB2907EB79}">
      <dgm:prSet/>
      <dgm:spPr/>
      <dgm:t>
        <a:bodyPr/>
        <a:lstStyle/>
        <a:p>
          <a:endParaRPr lang="en-US"/>
        </a:p>
      </dgm:t>
    </dgm:pt>
    <dgm:pt modelId="{B5B3FFC9-A828-422B-BA87-645A51BC7B13}" type="sibTrans" cxnId="{E4B44DC0-8B82-442F-AA6F-89DB2907EB79}">
      <dgm:prSet/>
      <dgm:spPr/>
      <dgm:t>
        <a:bodyPr/>
        <a:lstStyle/>
        <a:p>
          <a:endParaRPr lang="en-US"/>
        </a:p>
      </dgm:t>
    </dgm:pt>
    <dgm:pt modelId="{157F0AA7-58B3-4D97-8507-4047EAE41263}">
      <dgm:prSet/>
      <dgm:spPr/>
      <dgm:t>
        <a:bodyPr/>
        <a:lstStyle/>
        <a:p>
          <a:r>
            <a:rPr lang="pl-PL"/>
            <a:t>Propozycja wartości</a:t>
          </a:r>
          <a:endParaRPr lang="en-US"/>
        </a:p>
      </dgm:t>
    </dgm:pt>
    <dgm:pt modelId="{062EC6DA-A324-4212-A092-E788AF54BB4D}" type="parTrans" cxnId="{CE826756-593F-47E6-BB5F-75E2EEBF2990}">
      <dgm:prSet/>
      <dgm:spPr/>
      <dgm:t>
        <a:bodyPr/>
        <a:lstStyle/>
        <a:p>
          <a:endParaRPr lang="en-US"/>
        </a:p>
      </dgm:t>
    </dgm:pt>
    <dgm:pt modelId="{673AB88A-0E71-4B71-9C51-22996AFCDBD3}" type="sibTrans" cxnId="{CE826756-593F-47E6-BB5F-75E2EEBF2990}">
      <dgm:prSet/>
      <dgm:spPr/>
      <dgm:t>
        <a:bodyPr/>
        <a:lstStyle/>
        <a:p>
          <a:endParaRPr lang="en-US"/>
        </a:p>
      </dgm:t>
    </dgm:pt>
    <dgm:pt modelId="{0F8ED2FB-D247-4604-992E-65D29CA60985}">
      <dgm:prSet/>
      <dgm:spPr/>
      <dgm:t>
        <a:bodyPr/>
        <a:lstStyle/>
        <a:p>
          <a:r>
            <a:rPr lang="pl-PL"/>
            <a:t>Kanały dystrybucji</a:t>
          </a:r>
          <a:endParaRPr lang="en-US"/>
        </a:p>
      </dgm:t>
    </dgm:pt>
    <dgm:pt modelId="{0B559F32-3730-4F23-9345-55033628E0A9}" type="parTrans" cxnId="{C5A12068-B7E9-4BD0-87BD-AADAA1A99B82}">
      <dgm:prSet/>
      <dgm:spPr/>
      <dgm:t>
        <a:bodyPr/>
        <a:lstStyle/>
        <a:p>
          <a:endParaRPr lang="en-US"/>
        </a:p>
      </dgm:t>
    </dgm:pt>
    <dgm:pt modelId="{83A812C0-7106-4510-87DD-6E1859079506}" type="sibTrans" cxnId="{C5A12068-B7E9-4BD0-87BD-AADAA1A99B82}">
      <dgm:prSet/>
      <dgm:spPr/>
      <dgm:t>
        <a:bodyPr/>
        <a:lstStyle/>
        <a:p>
          <a:endParaRPr lang="en-US"/>
        </a:p>
      </dgm:t>
    </dgm:pt>
    <dgm:pt modelId="{8458909A-3847-46A7-8890-F07F3375AF34}">
      <dgm:prSet/>
      <dgm:spPr/>
      <dgm:t>
        <a:bodyPr/>
        <a:lstStyle/>
        <a:p>
          <a:r>
            <a:rPr lang="pl-PL"/>
            <a:t>Relacje z klientem</a:t>
          </a:r>
          <a:endParaRPr lang="en-US"/>
        </a:p>
      </dgm:t>
    </dgm:pt>
    <dgm:pt modelId="{C18C38B0-2922-4CC0-9474-4AEA0EA2059C}" type="parTrans" cxnId="{986304C5-9391-4103-87B6-629619E49168}">
      <dgm:prSet/>
      <dgm:spPr/>
      <dgm:t>
        <a:bodyPr/>
        <a:lstStyle/>
        <a:p>
          <a:endParaRPr lang="en-US"/>
        </a:p>
      </dgm:t>
    </dgm:pt>
    <dgm:pt modelId="{A9349EBE-09FF-4742-BA96-E61393E68BB6}" type="sibTrans" cxnId="{986304C5-9391-4103-87B6-629619E49168}">
      <dgm:prSet/>
      <dgm:spPr/>
      <dgm:t>
        <a:bodyPr/>
        <a:lstStyle/>
        <a:p>
          <a:endParaRPr lang="en-US"/>
        </a:p>
      </dgm:t>
    </dgm:pt>
    <dgm:pt modelId="{42EA847B-F9B2-42E5-BCC6-C00C057F336E}">
      <dgm:prSet/>
      <dgm:spPr/>
      <dgm:t>
        <a:bodyPr/>
        <a:lstStyle/>
        <a:p>
          <a:r>
            <a:rPr lang="pl-PL"/>
            <a:t>Struktura przychodów</a:t>
          </a:r>
          <a:endParaRPr lang="en-US"/>
        </a:p>
      </dgm:t>
    </dgm:pt>
    <dgm:pt modelId="{A34E2ECC-BFE2-4216-8CD3-47C7B071632F}" type="parTrans" cxnId="{6D276D72-7DD3-4FC7-8E54-72C659B7A68B}">
      <dgm:prSet/>
      <dgm:spPr/>
      <dgm:t>
        <a:bodyPr/>
        <a:lstStyle/>
        <a:p>
          <a:endParaRPr lang="en-US"/>
        </a:p>
      </dgm:t>
    </dgm:pt>
    <dgm:pt modelId="{3195CB33-2CC3-4970-B84C-26AC92FFFAE4}" type="sibTrans" cxnId="{6D276D72-7DD3-4FC7-8E54-72C659B7A68B}">
      <dgm:prSet/>
      <dgm:spPr/>
      <dgm:t>
        <a:bodyPr/>
        <a:lstStyle/>
        <a:p>
          <a:endParaRPr lang="en-US"/>
        </a:p>
      </dgm:t>
    </dgm:pt>
    <dgm:pt modelId="{2E51A36B-802D-4549-88A9-1749B1B8AD6C}">
      <dgm:prSet/>
      <dgm:spPr/>
      <dgm:t>
        <a:bodyPr/>
        <a:lstStyle/>
        <a:p>
          <a:r>
            <a:rPr lang="pl-PL"/>
            <a:t>Kluczowe zasoby</a:t>
          </a:r>
          <a:endParaRPr lang="en-US"/>
        </a:p>
      </dgm:t>
    </dgm:pt>
    <dgm:pt modelId="{D9F4E1B1-5FFA-4B92-9A27-9C3A39ADAE48}" type="parTrans" cxnId="{5D0F2B1D-B984-4391-B437-EF2997922A9B}">
      <dgm:prSet/>
      <dgm:spPr/>
      <dgm:t>
        <a:bodyPr/>
        <a:lstStyle/>
        <a:p>
          <a:endParaRPr lang="en-US"/>
        </a:p>
      </dgm:t>
    </dgm:pt>
    <dgm:pt modelId="{2C808FE6-2B8C-425F-AD08-E66D0C9CE2BE}" type="sibTrans" cxnId="{5D0F2B1D-B984-4391-B437-EF2997922A9B}">
      <dgm:prSet/>
      <dgm:spPr/>
      <dgm:t>
        <a:bodyPr/>
        <a:lstStyle/>
        <a:p>
          <a:endParaRPr lang="en-US"/>
        </a:p>
      </dgm:t>
    </dgm:pt>
    <dgm:pt modelId="{310F72A4-A4B2-46BA-A542-29E7BC1174D5}">
      <dgm:prSet/>
      <dgm:spPr/>
      <dgm:t>
        <a:bodyPr/>
        <a:lstStyle/>
        <a:p>
          <a:r>
            <a:rPr lang="pl-PL"/>
            <a:t>Kluczowe czynności</a:t>
          </a:r>
          <a:endParaRPr lang="en-US"/>
        </a:p>
      </dgm:t>
    </dgm:pt>
    <dgm:pt modelId="{C91A8249-099D-46B8-8F00-60BEDB29B5E9}" type="parTrans" cxnId="{AF40F467-724C-45A6-8727-6F2E25AC1469}">
      <dgm:prSet/>
      <dgm:spPr/>
      <dgm:t>
        <a:bodyPr/>
        <a:lstStyle/>
        <a:p>
          <a:endParaRPr lang="en-US"/>
        </a:p>
      </dgm:t>
    </dgm:pt>
    <dgm:pt modelId="{549F3D8D-A054-48BA-8E0F-6546CC36431A}" type="sibTrans" cxnId="{AF40F467-724C-45A6-8727-6F2E25AC1469}">
      <dgm:prSet/>
      <dgm:spPr/>
      <dgm:t>
        <a:bodyPr/>
        <a:lstStyle/>
        <a:p>
          <a:endParaRPr lang="en-US"/>
        </a:p>
      </dgm:t>
    </dgm:pt>
    <dgm:pt modelId="{367F5DEC-CF7C-4681-BF46-87B21DA9E8C2}">
      <dgm:prSet/>
      <dgm:spPr/>
      <dgm:t>
        <a:bodyPr/>
        <a:lstStyle/>
        <a:p>
          <a:r>
            <a:rPr lang="pl-PL"/>
            <a:t>Kluczowi partnerzy</a:t>
          </a:r>
          <a:endParaRPr lang="en-US"/>
        </a:p>
      </dgm:t>
    </dgm:pt>
    <dgm:pt modelId="{A6A3B49A-3B3D-4FF1-8C67-F2561FD9B4C0}" type="parTrans" cxnId="{AB188B1E-81C3-448A-9887-30926ACD3CD4}">
      <dgm:prSet/>
      <dgm:spPr/>
      <dgm:t>
        <a:bodyPr/>
        <a:lstStyle/>
        <a:p>
          <a:endParaRPr lang="en-US"/>
        </a:p>
      </dgm:t>
    </dgm:pt>
    <dgm:pt modelId="{55646737-FFB5-4359-A7BF-D594B63C9C1D}" type="sibTrans" cxnId="{AB188B1E-81C3-448A-9887-30926ACD3CD4}">
      <dgm:prSet/>
      <dgm:spPr/>
      <dgm:t>
        <a:bodyPr/>
        <a:lstStyle/>
        <a:p>
          <a:endParaRPr lang="en-US"/>
        </a:p>
      </dgm:t>
    </dgm:pt>
    <dgm:pt modelId="{B185F193-7884-48AA-AC1D-75FC3E769419}">
      <dgm:prSet/>
      <dgm:spPr/>
      <dgm:t>
        <a:bodyPr/>
        <a:lstStyle/>
        <a:p>
          <a:r>
            <a:rPr lang="pl-PL"/>
            <a:t>Struktura kosztów</a:t>
          </a:r>
          <a:endParaRPr lang="en-US"/>
        </a:p>
      </dgm:t>
    </dgm:pt>
    <dgm:pt modelId="{DDBB3E6D-AC33-43C9-B8BB-A12D5D2F70AC}" type="parTrans" cxnId="{9AA89A04-C30D-4EF6-8770-E36BE182075A}">
      <dgm:prSet/>
      <dgm:spPr/>
      <dgm:t>
        <a:bodyPr/>
        <a:lstStyle/>
        <a:p>
          <a:endParaRPr lang="en-US"/>
        </a:p>
      </dgm:t>
    </dgm:pt>
    <dgm:pt modelId="{166F092D-9337-47EC-827C-28661AA8FFCD}" type="sibTrans" cxnId="{9AA89A04-C30D-4EF6-8770-E36BE182075A}">
      <dgm:prSet/>
      <dgm:spPr/>
      <dgm:t>
        <a:bodyPr/>
        <a:lstStyle/>
        <a:p>
          <a:endParaRPr lang="en-US"/>
        </a:p>
      </dgm:t>
    </dgm:pt>
    <dgm:pt modelId="{9E0D4CFF-B544-4F55-97FE-AA29E6443ACF}" type="pres">
      <dgm:prSet presAssocID="{DF81CC85-B0F8-43AD-9223-5712B0404661}" presName="Name0" presStyleCnt="0">
        <dgm:presLayoutVars>
          <dgm:dir/>
          <dgm:resizeHandles val="exact"/>
        </dgm:presLayoutVars>
      </dgm:prSet>
      <dgm:spPr/>
    </dgm:pt>
    <dgm:pt modelId="{0ECD988F-4D63-43F0-8ECE-325706251F23}" type="pres">
      <dgm:prSet presAssocID="{DF81CC85-B0F8-43AD-9223-5712B0404661}" presName="cycle" presStyleCnt="0"/>
      <dgm:spPr/>
    </dgm:pt>
    <dgm:pt modelId="{B9061673-55E3-436A-A1E4-C47DF256E388}" type="pres">
      <dgm:prSet presAssocID="{8BFEC478-5B55-4202-914D-861B1B5FEA76}" presName="nodeFirstNode" presStyleLbl="node1" presStyleIdx="0" presStyleCnt="10">
        <dgm:presLayoutVars>
          <dgm:bulletEnabled val="1"/>
        </dgm:presLayoutVars>
      </dgm:prSet>
      <dgm:spPr/>
    </dgm:pt>
    <dgm:pt modelId="{C935005E-2B5C-445A-9108-6705A83C06FA}" type="pres">
      <dgm:prSet presAssocID="{5F67B09A-8E8A-4BD8-A9C4-0488465899D7}" presName="sibTransFirstNode" presStyleLbl="bgShp" presStyleIdx="0" presStyleCnt="1"/>
      <dgm:spPr/>
    </dgm:pt>
    <dgm:pt modelId="{0A8F2D00-3F17-4F70-9DF5-6C0F579A7FC7}" type="pres">
      <dgm:prSet presAssocID="{BBE7BF83-F15B-45BF-B712-B3C41844B3A5}" presName="nodeFollowingNodes" presStyleLbl="node1" presStyleIdx="1" presStyleCnt="10">
        <dgm:presLayoutVars>
          <dgm:bulletEnabled val="1"/>
        </dgm:presLayoutVars>
      </dgm:prSet>
      <dgm:spPr/>
    </dgm:pt>
    <dgm:pt modelId="{4BEE9A90-9C5F-4719-951D-4B5B41064043}" type="pres">
      <dgm:prSet presAssocID="{157F0AA7-58B3-4D97-8507-4047EAE41263}" presName="nodeFollowingNodes" presStyleLbl="node1" presStyleIdx="2" presStyleCnt="10">
        <dgm:presLayoutVars>
          <dgm:bulletEnabled val="1"/>
        </dgm:presLayoutVars>
      </dgm:prSet>
      <dgm:spPr/>
    </dgm:pt>
    <dgm:pt modelId="{561B29AF-E55F-4C1E-91F7-EEC2AD989B2F}" type="pres">
      <dgm:prSet presAssocID="{0F8ED2FB-D247-4604-992E-65D29CA60985}" presName="nodeFollowingNodes" presStyleLbl="node1" presStyleIdx="3" presStyleCnt="10">
        <dgm:presLayoutVars>
          <dgm:bulletEnabled val="1"/>
        </dgm:presLayoutVars>
      </dgm:prSet>
      <dgm:spPr/>
    </dgm:pt>
    <dgm:pt modelId="{A5159D39-D394-4A2A-9031-6295F307EF74}" type="pres">
      <dgm:prSet presAssocID="{8458909A-3847-46A7-8890-F07F3375AF34}" presName="nodeFollowingNodes" presStyleLbl="node1" presStyleIdx="4" presStyleCnt="10">
        <dgm:presLayoutVars>
          <dgm:bulletEnabled val="1"/>
        </dgm:presLayoutVars>
      </dgm:prSet>
      <dgm:spPr/>
    </dgm:pt>
    <dgm:pt modelId="{BAFC2570-2463-440C-87F9-D7E65D88135F}" type="pres">
      <dgm:prSet presAssocID="{42EA847B-F9B2-42E5-BCC6-C00C057F336E}" presName="nodeFollowingNodes" presStyleLbl="node1" presStyleIdx="5" presStyleCnt="10">
        <dgm:presLayoutVars>
          <dgm:bulletEnabled val="1"/>
        </dgm:presLayoutVars>
      </dgm:prSet>
      <dgm:spPr/>
    </dgm:pt>
    <dgm:pt modelId="{2EB72F47-E125-4984-9EE7-7F6E3F553EB3}" type="pres">
      <dgm:prSet presAssocID="{2E51A36B-802D-4549-88A9-1749B1B8AD6C}" presName="nodeFollowingNodes" presStyleLbl="node1" presStyleIdx="6" presStyleCnt="10">
        <dgm:presLayoutVars>
          <dgm:bulletEnabled val="1"/>
        </dgm:presLayoutVars>
      </dgm:prSet>
      <dgm:spPr/>
    </dgm:pt>
    <dgm:pt modelId="{6A6432B2-477D-4884-95CD-EA603A404A5B}" type="pres">
      <dgm:prSet presAssocID="{310F72A4-A4B2-46BA-A542-29E7BC1174D5}" presName="nodeFollowingNodes" presStyleLbl="node1" presStyleIdx="7" presStyleCnt="10">
        <dgm:presLayoutVars>
          <dgm:bulletEnabled val="1"/>
        </dgm:presLayoutVars>
      </dgm:prSet>
      <dgm:spPr/>
    </dgm:pt>
    <dgm:pt modelId="{59F32C07-F0D1-4F31-96EC-76C253929873}" type="pres">
      <dgm:prSet presAssocID="{367F5DEC-CF7C-4681-BF46-87B21DA9E8C2}" presName="nodeFollowingNodes" presStyleLbl="node1" presStyleIdx="8" presStyleCnt="10">
        <dgm:presLayoutVars>
          <dgm:bulletEnabled val="1"/>
        </dgm:presLayoutVars>
      </dgm:prSet>
      <dgm:spPr/>
    </dgm:pt>
    <dgm:pt modelId="{A8B465F4-4F43-4E76-8093-1617044A4FA4}" type="pres">
      <dgm:prSet presAssocID="{B185F193-7884-48AA-AC1D-75FC3E769419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B6816A01-D44D-4FBE-AA0F-6B31C36019BC}" type="presOf" srcId="{310F72A4-A4B2-46BA-A542-29E7BC1174D5}" destId="{6A6432B2-477D-4884-95CD-EA603A404A5B}" srcOrd="0" destOrd="0" presId="urn:microsoft.com/office/officeart/2005/8/layout/cycle3"/>
    <dgm:cxn modelId="{9AA89A04-C30D-4EF6-8770-E36BE182075A}" srcId="{DF81CC85-B0F8-43AD-9223-5712B0404661}" destId="{B185F193-7884-48AA-AC1D-75FC3E769419}" srcOrd="9" destOrd="0" parTransId="{DDBB3E6D-AC33-43C9-B8BB-A12D5D2F70AC}" sibTransId="{166F092D-9337-47EC-827C-28661AA8FFCD}"/>
    <dgm:cxn modelId="{029E0708-CF11-42D4-A13F-5849A2A577B6}" type="presOf" srcId="{0F8ED2FB-D247-4604-992E-65D29CA60985}" destId="{561B29AF-E55F-4C1E-91F7-EEC2AD989B2F}" srcOrd="0" destOrd="0" presId="urn:microsoft.com/office/officeart/2005/8/layout/cycle3"/>
    <dgm:cxn modelId="{5AA6BD0D-5960-4E4D-8BFB-DC7EAE8F5EE4}" type="presOf" srcId="{367F5DEC-CF7C-4681-BF46-87B21DA9E8C2}" destId="{59F32C07-F0D1-4F31-96EC-76C253929873}" srcOrd="0" destOrd="0" presId="urn:microsoft.com/office/officeart/2005/8/layout/cycle3"/>
    <dgm:cxn modelId="{5D0F2B1D-B984-4391-B437-EF2997922A9B}" srcId="{DF81CC85-B0F8-43AD-9223-5712B0404661}" destId="{2E51A36B-802D-4549-88A9-1749B1B8AD6C}" srcOrd="6" destOrd="0" parTransId="{D9F4E1B1-5FFA-4B92-9A27-9C3A39ADAE48}" sibTransId="{2C808FE6-2B8C-425F-AD08-E66D0C9CE2BE}"/>
    <dgm:cxn modelId="{AB188B1E-81C3-448A-9887-30926ACD3CD4}" srcId="{DF81CC85-B0F8-43AD-9223-5712B0404661}" destId="{367F5DEC-CF7C-4681-BF46-87B21DA9E8C2}" srcOrd="8" destOrd="0" parTransId="{A6A3B49A-3B3D-4FF1-8C67-F2561FD9B4C0}" sibTransId="{55646737-FFB5-4359-A7BF-D594B63C9C1D}"/>
    <dgm:cxn modelId="{452BAB62-603E-4A3B-8B07-915C6E2ADF71}" type="presOf" srcId="{2E51A36B-802D-4549-88A9-1749B1B8AD6C}" destId="{2EB72F47-E125-4984-9EE7-7F6E3F553EB3}" srcOrd="0" destOrd="0" presId="urn:microsoft.com/office/officeart/2005/8/layout/cycle3"/>
    <dgm:cxn modelId="{AF40F467-724C-45A6-8727-6F2E25AC1469}" srcId="{DF81CC85-B0F8-43AD-9223-5712B0404661}" destId="{310F72A4-A4B2-46BA-A542-29E7BC1174D5}" srcOrd="7" destOrd="0" parTransId="{C91A8249-099D-46B8-8F00-60BEDB29B5E9}" sibTransId="{549F3D8D-A054-48BA-8E0F-6546CC36431A}"/>
    <dgm:cxn modelId="{C5A12068-B7E9-4BD0-87BD-AADAA1A99B82}" srcId="{DF81CC85-B0F8-43AD-9223-5712B0404661}" destId="{0F8ED2FB-D247-4604-992E-65D29CA60985}" srcOrd="3" destOrd="0" parTransId="{0B559F32-3730-4F23-9345-55033628E0A9}" sibTransId="{83A812C0-7106-4510-87DD-6E1859079506}"/>
    <dgm:cxn modelId="{9014A26E-66FB-4B1D-ABA9-A56B03D05EFA}" type="presOf" srcId="{157F0AA7-58B3-4D97-8507-4047EAE41263}" destId="{4BEE9A90-9C5F-4719-951D-4B5B41064043}" srcOrd="0" destOrd="0" presId="urn:microsoft.com/office/officeart/2005/8/layout/cycle3"/>
    <dgm:cxn modelId="{DAC44072-4579-4CA1-9898-19AF18DA1C18}" type="presOf" srcId="{8458909A-3847-46A7-8890-F07F3375AF34}" destId="{A5159D39-D394-4A2A-9031-6295F307EF74}" srcOrd="0" destOrd="0" presId="urn:microsoft.com/office/officeart/2005/8/layout/cycle3"/>
    <dgm:cxn modelId="{6D276D72-7DD3-4FC7-8E54-72C659B7A68B}" srcId="{DF81CC85-B0F8-43AD-9223-5712B0404661}" destId="{42EA847B-F9B2-42E5-BCC6-C00C057F336E}" srcOrd="5" destOrd="0" parTransId="{A34E2ECC-BFE2-4216-8CD3-47C7B071632F}" sibTransId="{3195CB33-2CC3-4970-B84C-26AC92FFFAE4}"/>
    <dgm:cxn modelId="{CE826756-593F-47E6-BB5F-75E2EEBF2990}" srcId="{DF81CC85-B0F8-43AD-9223-5712B0404661}" destId="{157F0AA7-58B3-4D97-8507-4047EAE41263}" srcOrd="2" destOrd="0" parTransId="{062EC6DA-A324-4212-A092-E788AF54BB4D}" sibTransId="{673AB88A-0E71-4B71-9C51-22996AFCDBD3}"/>
    <dgm:cxn modelId="{96CC6F92-4E4F-4986-A19F-342DEF59DEBE}" type="presOf" srcId="{42EA847B-F9B2-42E5-BCC6-C00C057F336E}" destId="{BAFC2570-2463-440C-87F9-D7E65D88135F}" srcOrd="0" destOrd="0" presId="urn:microsoft.com/office/officeart/2005/8/layout/cycle3"/>
    <dgm:cxn modelId="{32F8B5BF-25AF-40E7-B0BA-0537519F8744}" type="presOf" srcId="{BBE7BF83-F15B-45BF-B712-B3C41844B3A5}" destId="{0A8F2D00-3F17-4F70-9DF5-6C0F579A7FC7}" srcOrd="0" destOrd="0" presId="urn:microsoft.com/office/officeart/2005/8/layout/cycle3"/>
    <dgm:cxn modelId="{E4B44DC0-8B82-442F-AA6F-89DB2907EB79}" srcId="{DF81CC85-B0F8-43AD-9223-5712B0404661}" destId="{BBE7BF83-F15B-45BF-B712-B3C41844B3A5}" srcOrd="1" destOrd="0" parTransId="{4DE8EDE4-7492-488E-9B2C-7E8BC65790C7}" sibTransId="{B5B3FFC9-A828-422B-BA87-645A51BC7B13}"/>
    <dgm:cxn modelId="{986304C5-9391-4103-87B6-629619E49168}" srcId="{DF81CC85-B0F8-43AD-9223-5712B0404661}" destId="{8458909A-3847-46A7-8890-F07F3375AF34}" srcOrd="4" destOrd="0" parTransId="{C18C38B0-2922-4CC0-9474-4AEA0EA2059C}" sibTransId="{A9349EBE-09FF-4742-BA96-E61393E68BB6}"/>
    <dgm:cxn modelId="{677B39CB-FEF0-40D4-857F-C42C5911D1FC}" type="presOf" srcId="{8BFEC478-5B55-4202-914D-861B1B5FEA76}" destId="{B9061673-55E3-436A-A1E4-C47DF256E388}" srcOrd="0" destOrd="0" presId="urn:microsoft.com/office/officeart/2005/8/layout/cycle3"/>
    <dgm:cxn modelId="{A6729DD0-0972-4018-91B0-03BE48E0CAC8}" type="presOf" srcId="{DF81CC85-B0F8-43AD-9223-5712B0404661}" destId="{9E0D4CFF-B544-4F55-97FE-AA29E6443ACF}" srcOrd="0" destOrd="0" presId="urn:microsoft.com/office/officeart/2005/8/layout/cycle3"/>
    <dgm:cxn modelId="{344DE6E3-B505-457E-B1D5-E381A953F5B8}" type="presOf" srcId="{B185F193-7884-48AA-AC1D-75FC3E769419}" destId="{A8B465F4-4F43-4E76-8093-1617044A4FA4}" srcOrd="0" destOrd="0" presId="urn:microsoft.com/office/officeart/2005/8/layout/cycle3"/>
    <dgm:cxn modelId="{0FD277F6-8A63-4B64-82D0-827A64064F14}" type="presOf" srcId="{5F67B09A-8E8A-4BD8-A9C4-0488465899D7}" destId="{C935005E-2B5C-445A-9108-6705A83C06FA}" srcOrd="0" destOrd="0" presId="urn:microsoft.com/office/officeart/2005/8/layout/cycle3"/>
    <dgm:cxn modelId="{7FCBA2FC-0EAF-4AC2-997B-868B53D31897}" srcId="{DF81CC85-B0F8-43AD-9223-5712B0404661}" destId="{8BFEC478-5B55-4202-914D-861B1B5FEA76}" srcOrd="0" destOrd="0" parTransId="{6909250B-BCFD-4406-9B6E-1F8509B13565}" sibTransId="{5F67B09A-8E8A-4BD8-A9C4-0488465899D7}"/>
    <dgm:cxn modelId="{51D3D87A-AD7F-4373-819B-63EAC77422A1}" type="presParOf" srcId="{9E0D4CFF-B544-4F55-97FE-AA29E6443ACF}" destId="{0ECD988F-4D63-43F0-8ECE-325706251F23}" srcOrd="0" destOrd="0" presId="urn:microsoft.com/office/officeart/2005/8/layout/cycle3"/>
    <dgm:cxn modelId="{3C96BA98-B3C4-4552-BC5B-44A5F5B4816A}" type="presParOf" srcId="{0ECD988F-4D63-43F0-8ECE-325706251F23}" destId="{B9061673-55E3-436A-A1E4-C47DF256E388}" srcOrd="0" destOrd="0" presId="urn:microsoft.com/office/officeart/2005/8/layout/cycle3"/>
    <dgm:cxn modelId="{FC395214-46BB-4813-B4A0-C713BEA7B91F}" type="presParOf" srcId="{0ECD988F-4D63-43F0-8ECE-325706251F23}" destId="{C935005E-2B5C-445A-9108-6705A83C06FA}" srcOrd="1" destOrd="0" presId="urn:microsoft.com/office/officeart/2005/8/layout/cycle3"/>
    <dgm:cxn modelId="{92333DD6-E15D-49A5-9327-551E36CFA8FB}" type="presParOf" srcId="{0ECD988F-4D63-43F0-8ECE-325706251F23}" destId="{0A8F2D00-3F17-4F70-9DF5-6C0F579A7FC7}" srcOrd="2" destOrd="0" presId="urn:microsoft.com/office/officeart/2005/8/layout/cycle3"/>
    <dgm:cxn modelId="{C41B2BA8-31B9-4BA7-B7D1-6F265EA7EA76}" type="presParOf" srcId="{0ECD988F-4D63-43F0-8ECE-325706251F23}" destId="{4BEE9A90-9C5F-4719-951D-4B5B41064043}" srcOrd="3" destOrd="0" presId="urn:microsoft.com/office/officeart/2005/8/layout/cycle3"/>
    <dgm:cxn modelId="{60596803-5013-49B8-BE5A-CE6D90A92FC8}" type="presParOf" srcId="{0ECD988F-4D63-43F0-8ECE-325706251F23}" destId="{561B29AF-E55F-4C1E-91F7-EEC2AD989B2F}" srcOrd="4" destOrd="0" presId="urn:microsoft.com/office/officeart/2005/8/layout/cycle3"/>
    <dgm:cxn modelId="{598D802A-13E3-4B37-A2EE-F57A54E393EB}" type="presParOf" srcId="{0ECD988F-4D63-43F0-8ECE-325706251F23}" destId="{A5159D39-D394-4A2A-9031-6295F307EF74}" srcOrd="5" destOrd="0" presId="urn:microsoft.com/office/officeart/2005/8/layout/cycle3"/>
    <dgm:cxn modelId="{DA7B996F-A139-4F72-9DF1-569C03A355FC}" type="presParOf" srcId="{0ECD988F-4D63-43F0-8ECE-325706251F23}" destId="{BAFC2570-2463-440C-87F9-D7E65D88135F}" srcOrd="6" destOrd="0" presId="urn:microsoft.com/office/officeart/2005/8/layout/cycle3"/>
    <dgm:cxn modelId="{747A69F7-9DAE-49BA-A607-70F04B026AD7}" type="presParOf" srcId="{0ECD988F-4D63-43F0-8ECE-325706251F23}" destId="{2EB72F47-E125-4984-9EE7-7F6E3F553EB3}" srcOrd="7" destOrd="0" presId="urn:microsoft.com/office/officeart/2005/8/layout/cycle3"/>
    <dgm:cxn modelId="{8FE02808-0B1F-4D96-A183-31C1CD62A5E3}" type="presParOf" srcId="{0ECD988F-4D63-43F0-8ECE-325706251F23}" destId="{6A6432B2-477D-4884-95CD-EA603A404A5B}" srcOrd="8" destOrd="0" presId="urn:microsoft.com/office/officeart/2005/8/layout/cycle3"/>
    <dgm:cxn modelId="{D3C5FB9B-1395-43FA-AB18-490E3B098C85}" type="presParOf" srcId="{0ECD988F-4D63-43F0-8ECE-325706251F23}" destId="{59F32C07-F0D1-4F31-96EC-76C253929873}" srcOrd="9" destOrd="0" presId="urn:microsoft.com/office/officeart/2005/8/layout/cycle3"/>
    <dgm:cxn modelId="{0706E693-1ECB-4BE2-8776-2C1069D02C45}" type="presParOf" srcId="{0ECD988F-4D63-43F0-8ECE-325706251F23}" destId="{A8B465F4-4F43-4E76-8093-1617044A4FA4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7259C3-7450-4FD7-BD9D-ADBA64293C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7C6EA8-2696-47A9-8BB1-EDE691B76991}">
      <dgm:prSet/>
      <dgm:spPr/>
      <dgm:t>
        <a:bodyPr/>
        <a:lstStyle/>
        <a:p>
          <a:r>
            <a:rPr lang="pl-PL"/>
            <a:t>Klient to podmiot, który ma problem i jest gotowy zapłacić za jego rozwiązanie.</a:t>
          </a:r>
          <a:endParaRPr lang="en-US"/>
        </a:p>
      </dgm:t>
    </dgm:pt>
    <dgm:pt modelId="{074531D9-2BD4-43C8-B3F1-B68E61202D5E}" type="parTrans" cxnId="{D7CD6F2D-DD28-4A7A-82D8-42028E334A70}">
      <dgm:prSet/>
      <dgm:spPr/>
      <dgm:t>
        <a:bodyPr/>
        <a:lstStyle/>
        <a:p>
          <a:endParaRPr lang="en-US"/>
        </a:p>
      </dgm:t>
    </dgm:pt>
    <dgm:pt modelId="{32F7F0B9-4574-4B67-8458-B1A6E14BA082}" type="sibTrans" cxnId="{D7CD6F2D-DD28-4A7A-82D8-42028E334A70}">
      <dgm:prSet/>
      <dgm:spPr/>
      <dgm:t>
        <a:bodyPr/>
        <a:lstStyle/>
        <a:p>
          <a:endParaRPr lang="en-US"/>
        </a:p>
      </dgm:t>
    </dgm:pt>
    <dgm:pt modelId="{3D35BCDB-11F7-4EB1-9085-4F9D238F11CA}">
      <dgm:prSet/>
      <dgm:spPr/>
      <dgm:t>
        <a:bodyPr/>
        <a:lstStyle/>
        <a:p>
          <a:r>
            <a:rPr lang="pl-PL"/>
            <a:t>Ważne jest precyzyjne określenie segmentu klientów.</a:t>
          </a:r>
          <a:endParaRPr lang="en-US"/>
        </a:p>
      </dgm:t>
    </dgm:pt>
    <dgm:pt modelId="{F13CF45C-0833-4DE1-93F5-63A4C2934AFE}" type="parTrans" cxnId="{E39C3CFE-7DD8-4904-8240-D694CC32E155}">
      <dgm:prSet/>
      <dgm:spPr/>
      <dgm:t>
        <a:bodyPr/>
        <a:lstStyle/>
        <a:p>
          <a:endParaRPr lang="en-US"/>
        </a:p>
      </dgm:t>
    </dgm:pt>
    <dgm:pt modelId="{C97DDF85-C1C2-4730-B40F-58FB64840C3C}" type="sibTrans" cxnId="{E39C3CFE-7DD8-4904-8240-D694CC32E155}">
      <dgm:prSet/>
      <dgm:spPr/>
      <dgm:t>
        <a:bodyPr/>
        <a:lstStyle/>
        <a:p>
          <a:endParaRPr lang="en-US"/>
        </a:p>
      </dgm:t>
    </dgm:pt>
    <dgm:pt modelId="{DDF45B69-0CC8-4ABC-86EE-5D4EE3687E83}">
      <dgm:prSet/>
      <dgm:spPr/>
      <dgm:t>
        <a:bodyPr/>
        <a:lstStyle/>
        <a:p>
          <a:r>
            <a:rPr lang="pl-PL"/>
            <a:t>Nie każdy użytkownik jest klientem. Klient to ten, kto płaci.</a:t>
          </a:r>
          <a:endParaRPr lang="en-US"/>
        </a:p>
      </dgm:t>
    </dgm:pt>
    <dgm:pt modelId="{A6E39054-5AC6-48A6-A110-AE8F74B3282A}" type="parTrans" cxnId="{6E67FF94-0B04-4315-9F3E-69F2B9D0FA6C}">
      <dgm:prSet/>
      <dgm:spPr/>
      <dgm:t>
        <a:bodyPr/>
        <a:lstStyle/>
        <a:p>
          <a:endParaRPr lang="en-US"/>
        </a:p>
      </dgm:t>
    </dgm:pt>
    <dgm:pt modelId="{1F4D0F92-9242-4227-A798-6D94543A2A63}" type="sibTrans" cxnId="{6E67FF94-0B04-4315-9F3E-69F2B9D0FA6C}">
      <dgm:prSet/>
      <dgm:spPr/>
      <dgm:t>
        <a:bodyPr/>
        <a:lstStyle/>
        <a:p>
          <a:endParaRPr lang="en-US"/>
        </a:p>
      </dgm:t>
    </dgm:pt>
    <dgm:pt modelId="{AD1C81AC-B7CB-4DD5-91BB-DC10B02ABB2F}" type="pres">
      <dgm:prSet presAssocID="{7A7259C3-7450-4FD7-BD9D-ADBA64293CB6}" presName="root" presStyleCnt="0">
        <dgm:presLayoutVars>
          <dgm:dir/>
          <dgm:resizeHandles val="exact"/>
        </dgm:presLayoutVars>
      </dgm:prSet>
      <dgm:spPr/>
    </dgm:pt>
    <dgm:pt modelId="{A6E64BAA-FEDB-48A5-BBB1-F17138EFB6C9}" type="pres">
      <dgm:prSet presAssocID="{847C6EA8-2696-47A9-8BB1-EDE691B76991}" presName="compNode" presStyleCnt="0"/>
      <dgm:spPr/>
    </dgm:pt>
    <dgm:pt modelId="{2571BA48-BC78-4DF1-92FE-7A7E16388CCB}" type="pres">
      <dgm:prSet presAssocID="{847C6EA8-2696-47A9-8BB1-EDE691B76991}" presName="bgRect" presStyleLbl="bgShp" presStyleIdx="0" presStyleCnt="3"/>
      <dgm:spPr/>
    </dgm:pt>
    <dgm:pt modelId="{40C0E408-4762-4633-B6CB-F5B5B94C7ECE}" type="pres">
      <dgm:prSet presAssocID="{847C6EA8-2696-47A9-8BB1-EDE691B7699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stancja drażniąca"/>
        </a:ext>
      </dgm:extLst>
    </dgm:pt>
    <dgm:pt modelId="{92F0356C-7E31-4C79-8C35-2FCC6E466A31}" type="pres">
      <dgm:prSet presAssocID="{847C6EA8-2696-47A9-8BB1-EDE691B76991}" presName="spaceRect" presStyleCnt="0"/>
      <dgm:spPr/>
    </dgm:pt>
    <dgm:pt modelId="{52D5F759-D266-42F5-9D49-CDDF4791AF79}" type="pres">
      <dgm:prSet presAssocID="{847C6EA8-2696-47A9-8BB1-EDE691B76991}" presName="parTx" presStyleLbl="revTx" presStyleIdx="0" presStyleCnt="3">
        <dgm:presLayoutVars>
          <dgm:chMax val="0"/>
          <dgm:chPref val="0"/>
        </dgm:presLayoutVars>
      </dgm:prSet>
      <dgm:spPr/>
    </dgm:pt>
    <dgm:pt modelId="{46E0DB82-6969-4446-99E0-CAB185C305C4}" type="pres">
      <dgm:prSet presAssocID="{32F7F0B9-4574-4B67-8458-B1A6E14BA082}" presName="sibTrans" presStyleCnt="0"/>
      <dgm:spPr/>
    </dgm:pt>
    <dgm:pt modelId="{ED70DDAB-3FD7-4686-8A49-617E72A5AB8B}" type="pres">
      <dgm:prSet presAssocID="{3D35BCDB-11F7-4EB1-9085-4F9D238F11CA}" presName="compNode" presStyleCnt="0"/>
      <dgm:spPr/>
    </dgm:pt>
    <dgm:pt modelId="{07EBFA22-31BF-4935-8375-CA739F79EAE3}" type="pres">
      <dgm:prSet presAssocID="{3D35BCDB-11F7-4EB1-9085-4F9D238F11CA}" presName="bgRect" presStyleLbl="bgShp" presStyleIdx="1" presStyleCnt="3"/>
      <dgm:spPr/>
    </dgm:pt>
    <dgm:pt modelId="{AEEE69F1-5325-46A7-A1B6-FC6F7FA1D39A}" type="pres">
      <dgm:prSet presAssocID="{3D35BCDB-11F7-4EB1-9085-4F9D238F11C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zał w dziesiątkę"/>
        </a:ext>
      </dgm:extLst>
    </dgm:pt>
    <dgm:pt modelId="{1F1F4DB1-E1F0-4E37-8644-E83BE2C45D59}" type="pres">
      <dgm:prSet presAssocID="{3D35BCDB-11F7-4EB1-9085-4F9D238F11CA}" presName="spaceRect" presStyleCnt="0"/>
      <dgm:spPr/>
    </dgm:pt>
    <dgm:pt modelId="{E17BC9AF-7CFF-40BD-876D-CE3F44DCC925}" type="pres">
      <dgm:prSet presAssocID="{3D35BCDB-11F7-4EB1-9085-4F9D238F11CA}" presName="parTx" presStyleLbl="revTx" presStyleIdx="1" presStyleCnt="3">
        <dgm:presLayoutVars>
          <dgm:chMax val="0"/>
          <dgm:chPref val="0"/>
        </dgm:presLayoutVars>
      </dgm:prSet>
      <dgm:spPr/>
    </dgm:pt>
    <dgm:pt modelId="{1EAAB1A5-99EA-4EAF-9D4B-EFD5EC313DC4}" type="pres">
      <dgm:prSet presAssocID="{C97DDF85-C1C2-4730-B40F-58FB64840C3C}" presName="sibTrans" presStyleCnt="0"/>
      <dgm:spPr/>
    </dgm:pt>
    <dgm:pt modelId="{864A6186-6302-48A8-866A-A1F9B401C6CB}" type="pres">
      <dgm:prSet presAssocID="{DDF45B69-0CC8-4ABC-86EE-5D4EE3687E83}" presName="compNode" presStyleCnt="0"/>
      <dgm:spPr/>
    </dgm:pt>
    <dgm:pt modelId="{8BF51A08-DDFC-4B32-A644-B393D816E4DD}" type="pres">
      <dgm:prSet presAssocID="{DDF45B69-0CC8-4ABC-86EE-5D4EE3687E83}" presName="bgRect" presStyleLbl="bgShp" presStyleIdx="2" presStyleCnt="3"/>
      <dgm:spPr/>
    </dgm:pt>
    <dgm:pt modelId="{B6028EAD-A8D6-4CCB-B577-746F4F312B5E}" type="pres">
      <dgm:prSet presAssocID="{DDF45B69-0CC8-4ABC-86EE-5D4EE3687E8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C6461D4B-AB71-4742-9ED1-B9DFE012D4CA}" type="pres">
      <dgm:prSet presAssocID="{DDF45B69-0CC8-4ABC-86EE-5D4EE3687E83}" presName="spaceRect" presStyleCnt="0"/>
      <dgm:spPr/>
    </dgm:pt>
    <dgm:pt modelId="{0D47390D-FBA8-4084-8627-6E6ACD3F89B3}" type="pres">
      <dgm:prSet presAssocID="{DDF45B69-0CC8-4ABC-86EE-5D4EE3687E8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93D011C-7620-44EC-AA06-29C9AD07EC2D}" type="presOf" srcId="{847C6EA8-2696-47A9-8BB1-EDE691B76991}" destId="{52D5F759-D266-42F5-9D49-CDDF4791AF79}" srcOrd="0" destOrd="0" presId="urn:microsoft.com/office/officeart/2018/2/layout/IconVerticalSolidList"/>
    <dgm:cxn modelId="{D7CD6F2D-DD28-4A7A-82D8-42028E334A70}" srcId="{7A7259C3-7450-4FD7-BD9D-ADBA64293CB6}" destId="{847C6EA8-2696-47A9-8BB1-EDE691B76991}" srcOrd="0" destOrd="0" parTransId="{074531D9-2BD4-43C8-B3F1-B68E61202D5E}" sibTransId="{32F7F0B9-4574-4B67-8458-B1A6E14BA082}"/>
    <dgm:cxn modelId="{6BBC7F51-BE38-4DB5-BAE7-6CC418214245}" type="presOf" srcId="{7A7259C3-7450-4FD7-BD9D-ADBA64293CB6}" destId="{AD1C81AC-B7CB-4DD5-91BB-DC10B02ABB2F}" srcOrd="0" destOrd="0" presId="urn:microsoft.com/office/officeart/2018/2/layout/IconVerticalSolidList"/>
    <dgm:cxn modelId="{6E67FF94-0B04-4315-9F3E-69F2B9D0FA6C}" srcId="{7A7259C3-7450-4FD7-BD9D-ADBA64293CB6}" destId="{DDF45B69-0CC8-4ABC-86EE-5D4EE3687E83}" srcOrd="2" destOrd="0" parTransId="{A6E39054-5AC6-48A6-A110-AE8F74B3282A}" sibTransId="{1F4D0F92-9242-4227-A798-6D94543A2A63}"/>
    <dgm:cxn modelId="{BF7337A8-D0DB-46DA-A0E5-A49019F66C93}" type="presOf" srcId="{DDF45B69-0CC8-4ABC-86EE-5D4EE3687E83}" destId="{0D47390D-FBA8-4084-8627-6E6ACD3F89B3}" srcOrd="0" destOrd="0" presId="urn:microsoft.com/office/officeart/2018/2/layout/IconVerticalSolidList"/>
    <dgm:cxn modelId="{E1318BE9-5893-43C7-89A6-DC61C87807EC}" type="presOf" srcId="{3D35BCDB-11F7-4EB1-9085-4F9D238F11CA}" destId="{E17BC9AF-7CFF-40BD-876D-CE3F44DCC925}" srcOrd="0" destOrd="0" presId="urn:microsoft.com/office/officeart/2018/2/layout/IconVerticalSolidList"/>
    <dgm:cxn modelId="{E39C3CFE-7DD8-4904-8240-D694CC32E155}" srcId="{7A7259C3-7450-4FD7-BD9D-ADBA64293CB6}" destId="{3D35BCDB-11F7-4EB1-9085-4F9D238F11CA}" srcOrd="1" destOrd="0" parTransId="{F13CF45C-0833-4DE1-93F5-63A4C2934AFE}" sibTransId="{C97DDF85-C1C2-4730-B40F-58FB64840C3C}"/>
    <dgm:cxn modelId="{362CCD8D-7038-44A8-8A3D-8494A2CD04C7}" type="presParOf" srcId="{AD1C81AC-B7CB-4DD5-91BB-DC10B02ABB2F}" destId="{A6E64BAA-FEDB-48A5-BBB1-F17138EFB6C9}" srcOrd="0" destOrd="0" presId="urn:microsoft.com/office/officeart/2018/2/layout/IconVerticalSolidList"/>
    <dgm:cxn modelId="{676DA8B3-2D0F-4A19-90C9-F7865AD03462}" type="presParOf" srcId="{A6E64BAA-FEDB-48A5-BBB1-F17138EFB6C9}" destId="{2571BA48-BC78-4DF1-92FE-7A7E16388CCB}" srcOrd="0" destOrd="0" presId="urn:microsoft.com/office/officeart/2018/2/layout/IconVerticalSolidList"/>
    <dgm:cxn modelId="{9DCDC5A6-7978-40D3-A713-326B05B46259}" type="presParOf" srcId="{A6E64BAA-FEDB-48A5-BBB1-F17138EFB6C9}" destId="{40C0E408-4762-4633-B6CB-F5B5B94C7ECE}" srcOrd="1" destOrd="0" presId="urn:microsoft.com/office/officeart/2018/2/layout/IconVerticalSolidList"/>
    <dgm:cxn modelId="{19B4FD64-EE69-43C3-89F5-624AD8A90306}" type="presParOf" srcId="{A6E64BAA-FEDB-48A5-BBB1-F17138EFB6C9}" destId="{92F0356C-7E31-4C79-8C35-2FCC6E466A31}" srcOrd="2" destOrd="0" presId="urn:microsoft.com/office/officeart/2018/2/layout/IconVerticalSolidList"/>
    <dgm:cxn modelId="{5E120786-DB7E-47B6-A845-D487471BC780}" type="presParOf" srcId="{A6E64BAA-FEDB-48A5-BBB1-F17138EFB6C9}" destId="{52D5F759-D266-42F5-9D49-CDDF4791AF79}" srcOrd="3" destOrd="0" presId="urn:microsoft.com/office/officeart/2018/2/layout/IconVerticalSolidList"/>
    <dgm:cxn modelId="{CC8BF0B8-DC31-4DB1-93D3-C19B6AAB86C5}" type="presParOf" srcId="{AD1C81AC-B7CB-4DD5-91BB-DC10B02ABB2F}" destId="{46E0DB82-6969-4446-99E0-CAB185C305C4}" srcOrd="1" destOrd="0" presId="urn:microsoft.com/office/officeart/2018/2/layout/IconVerticalSolidList"/>
    <dgm:cxn modelId="{D5EE8ECB-46CB-4AA1-9A36-D1E94603A81D}" type="presParOf" srcId="{AD1C81AC-B7CB-4DD5-91BB-DC10B02ABB2F}" destId="{ED70DDAB-3FD7-4686-8A49-617E72A5AB8B}" srcOrd="2" destOrd="0" presId="urn:microsoft.com/office/officeart/2018/2/layout/IconVerticalSolidList"/>
    <dgm:cxn modelId="{5FE9C24E-2EB2-49E2-B15D-EDEB89163DC1}" type="presParOf" srcId="{ED70DDAB-3FD7-4686-8A49-617E72A5AB8B}" destId="{07EBFA22-31BF-4935-8375-CA739F79EAE3}" srcOrd="0" destOrd="0" presId="urn:microsoft.com/office/officeart/2018/2/layout/IconVerticalSolidList"/>
    <dgm:cxn modelId="{8AA4DE38-A253-4C13-91CA-2352A7984DB2}" type="presParOf" srcId="{ED70DDAB-3FD7-4686-8A49-617E72A5AB8B}" destId="{AEEE69F1-5325-46A7-A1B6-FC6F7FA1D39A}" srcOrd="1" destOrd="0" presId="urn:microsoft.com/office/officeart/2018/2/layout/IconVerticalSolidList"/>
    <dgm:cxn modelId="{54B72E35-3CF6-4397-B002-9A75E944DC26}" type="presParOf" srcId="{ED70DDAB-3FD7-4686-8A49-617E72A5AB8B}" destId="{1F1F4DB1-E1F0-4E37-8644-E83BE2C45D59}" srcOrd="2" destOrd="0" presId="urn:microsoft.com/office/officeart/2018/2/layout/IconVerticalSolidList"/>
    <dgm:cxn modelId="{23770DAC-03A6-48DA-A79B-DA2B802CA448}" type="presParOf" srcId="{ED70DDAB-3FD7-4686-8A49-617E72A5AB8B}" destId="{E17BC9AF-7CFF-40BD-876D-CE3F44DCC925}" srcOrd="3" destOrd="0" presId="urn:microsoft.com/office/officeart/2018/2/layout/IconVerticalSolidList"/>
    <dgm:cxn modelId="{6C79F551-D6ED-4421-8F49-39D8645AD5CD}" type="presParOf" srcId="{AD1C81AC-B7CB-4DD5-91BB-DC10B02ABB2F}" destId="{1EAAB1A5-99EA-4EAF-9D4B-EFD5EC313DC4}" srcOrd="3" destOrd="0" presId="urn:microsoft.com/office/officeart/2018/2/layout/IconVerticalSolidList"/>
    <dgm:cxn modelId="{D4DEBBF1-3756-4818-AFCE-56CAE8B24739}" type="presParOf" srcId="{AD1C81AC-B7CB-4DD5-91BB-DC10B02ABB2F}" destId="{864A6186-6302-48A8-866A-A1F9B401C6CB}" srcOrd="4" destOrd="0" presId="urn:microsoft.com/office/officeart/2018/2/layout/IconVerticalSolidList"/>
    <dgm:cxn modelId="{589C96B5-6329-4986-A960-E38064F60AF9}" type="presParOf" srcId="{864A6186-6302-48A8-866A-A1F9B401C6CB}" destId="{8BF51A08-DDFC-4B32-A644-B393D816E4DD}" srcOrd="0" destOrd="0" presId="urn:microsoft.com/office/officeart/2018/2/layout/IconVerticalSolidList"/>
    <dgm:cxn modelId="{C29A0539-6768-4BFB-AFC0-D2E6BD48D010}" type="presParOf" srcId="{864A6186-6302-48A8-866A-A1F9B401C6CB}" destId="{B6028EAD-A8D6-4CCB-B577-746F4F312B5E}" srcOrd="1" destOrd="0" presId="urn:microsoft.com/office/officeart/2018/2/layout/IconVerticalSolidList"/>
    <dgm:cxn modelId="{D34452D8-265D-49FB-B24A-4B6359202216}" type="presParOf" srcId="{864A6186-6302-48A8-866A-A1F9B401C6CB}" destId="{C6461D4B-AB71-4742-9ED1-B9DFE012D4CA}" srcOrd="2" destOrd="0" presId="urn:microsoft.com/office/officeart/2018/2/layout/IconVerticalSolidList"/>
    <dgm:cxn modelId="{87A0FD77-A668-4F7C-A0D0-55BDE1A05A47}" type="presParOf" srcId="{864A6186-6302-48A8-866A-A1F9B401C6CB}" destId="{0D47390D-FBA8-4084-8627-6E6ACD3F89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D28A42-83D5-4D8D-8CEF-F52B593B01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D929C8-CC6F-4602-840A-C5C5C8B49CAE}">
      <dgm:prSet/>
      <dgm:spPr/>
      <dgm:t>
        <a:bodyPr/>
        <a:lstStyle/>
        <a:p>
          <a:r>
            <a:rPr lang="pl-PL"/>
            <a:t>Propozycja wartości to odpowiedź na pytanie, dlaczego klient ma wybrać nasz produkt.</a:t>
          </a:r>
          <a:endParaRPr lang="en-US"/>
        </a:p>
      </dgm:t>
    </dgm:pt>
    <dgm:pt modelId="{E55C4C19-1FA5-4947-A78F-566054D01F40}" type="parTrans" cxnId="{FA4EA022-7710-4AE2-8662-672AD489C565}">
      <dgm:prSet/>
      <dgm:spPr/>
      <dgm:t>
        <a:bodyPr/>
        <a:lstStyle/>
        <a:p>
          <a:endParaRPr lang="en-US"/>
        </a:p>
      </dgm:t>
    </dgm:pt>
    <dgm:pt modelId="{5660993D-71FD-43CB-B0C3-7EDEEE22736C}" type="sibTrans" cxnId="{FA4EA022-7710-4AE2-8662-672AD489C565}">
      <dgm:prSet/>
      <dgm:spPr/>
      <dgm:t>
        <a:bodyPr/>
        <a:lstStyle/>
        <a:p>
          <a:endParaRPr lang="en-US"/>
        </a:p>
      </dgm:t>
    </dgm:pt>
    <dgm:pt modelId="{69D152E3-3E36-40BE-960C-1F0E45CF4B38}">
      <dgm:prSet/>
      <dgm:spPr/>
      <dgm:t>
        <a:bodyPr/>
        <a:lstStyle/>
        <a:p>
          <a:r>
            <a:rPr lang="pl-PL"/>
            <a:t>Powinna rozwiązywać konkretny problem lub dostarczać mierzalną korzyść.</a:t>
          </a:r>
          <a:endParaRPr lang="en-US"/>
        </a:p>
      </dgm:t>
    </dgm:pt>
    <dgm:pt modelId="{376505B4-1EC1-4C07-A2BC-951615EE22CF}" type="parTrans" cxnId="{78F20228-7006-4E46-A1BA-6DE31A15D876}">
      <dgm:prSet/>
      <dgm:spPr/>
      <dgm:t>
        <a:bodyPr/>
        <a:lstStyle/>
        <a:p>
          <a:endParaRPr lang="en-US"/>
        </a:p>
      </dgm:t>
    </dgm:pt>
    <dgm:pt modelId="{408DC18C-C8DC-4CA2-9BF3-6CEE85CB0A39}" type="sibTrans" cxnId="{78F20228-7006-4E46-A1BA-6DE31A15D876}">
      <dgm:prSet/>
      <dgm:spPr/>
      <dgm:t>
        <a:bodyPr/>
        <a:lstStyle/>
        <a:p>
          <a:endParaRPr lang="en-US"/>
        </a:p>
      </dgm:t>
    </dgm:pt>
    <dgm:pt modelId="{A249DF9E-0EEB-4F96-8C15-F099A562180D}" type="pres">
      <dgm:prSet presAssocID="{15D28A42-83D5-4D8D-8CEF-F52B593B0154}" presName="root" presStyleCnt="0">
        <dgm:presLayoutVars>
          <dgm:dir/>
          <dgm:resizeHandles val="exact"/>
        </dgm:presLayoutVars>
      </dgm:prSet>
      <dgm:spPr/>
    </dgm:pt>
    <dgm:pt modelId="{1B45838B-64CA-4096-B9BC-970B51B5738F}" type="pres">
      <dgm:prSet presAssocID="{1DD929C8-CC6F-4602-840A-C5C5C8B49CAE}" presName="compNode" presStyleCnt="0"/>
      <dgm:spPr/>
    </dgm:pt>
    <dgm:pt modelId="{5FF49AD5-D11E-4F54-860E-57DB6A3272C2}" type="pres">
      <dgm:prSet presAssocID="{1DD929C8-CC6F-4602-840A-C5C5C8B49CAE}" presName="bgRect" presStyleLbl="bgShp" presStyleIdx="0" presStyleCnt="2"/>
      <dgm:spPr/>
    </dgm:pt>
    <dgm:pt modelId="{747BF0BB-1D47-438A-95D4-CB60D6E23FFD}" type="pres">
      <dgm:prSet presAssocID="{1DD929C8-CC6F-4602-840A-C5C5C8B49CA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tania"/>
        </a:ext>
      </dgm:extLst>
    </dgm:pt>
    <dgm:pt modelId="{523AC773-6434-4D21-AEAA-1153FE57722B}" type="pres">
      <dgm:prSet presAssocID="{1DD929C8-CC6F-4602-840A-C5C5C8B49CAE}" presName="spaceRect" presStyleCnt="0"/>
      <dgm:spPr/>
    </dgm:pt>
    <dgm:pt modelId="{3693A655-03EA-4B80-AC0E-1308D1A258C5}" type="pres">
      <dgm:prSet presAssocID="{1DD929C8-CC6F-4602-840A-C5C5C8B49CAE}" presName="parTx" presStyleLbl="revTx" presStyleIdx="0" presStyleCnt="2">
        <dgm:presLayoutVars>
          <dgm:chMax val="0"/>
          <dgm:chPref val="0"/>
        </dgm:presLayoutVars>
      </dgm:prSet>
      <dgm:spPr/>
    </dgm:pt>
    <dgm:pt modelId="{B1C6BE5D-1F36-40B8-891C-01975DB8E03E}" type="pres">
      <dgm:prSet presAssocID="{5660993D-71FD-43CB-B0C3-7EDEEE22736C}" presName="sibTrans" presStyleCnt="0"/>
      <dgm:spPr/>
    </dgm:pt>
    <dgm:pt modelId="{0E3B4988-EED0-4057-9BD4-A695A69B1A61}" type="pres">
      <dgm:prSet presAssocID="{69D152E3-3E36-40BE-960C-1F0E45CF4B38}" presName="compNode" presStyleCnt="0"/>
      <dgm:spPr/>
    </dgm:pt>
    <dgm:pt modelId="{6489020A-8266-44C9-A99C-BCA1459FC294}" type="pres">
      <dgm:prSet presAssocID="{69D152E3-3E36-40BE-960C-1F0E45CF4B38}" presName="bgRect" presStyleLbl="bgShp" presStyleIdx="1" presStyleCnt="2"/>
      <dgm:spPr/>
    </dgm:pt>
    <dgm:pt modelId="{EFA8702F-5BC9-4458-8BBD-6AEBD910354D}" type="pres">
      <dgm:prSet presAssocID="{69D152E3-3E36-40BE-960C-1F0E45CF4B3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15F02490-2E9F-4062-89D4-7FBC3AB2E53C}" type="pres">
      <dgm:prSet presAssocID="{69D152E3-3E36-40BE-960C-1F0E45CF4B38}" presName="spaceRect" presStyleCnt="0"/>
      <dgm:spPr/>
    </dgm:pt>
    <dgm:pt modelId="{1C7F3C4B-7939-49FD-BBEE-1B283B751350}" type="pres">
      <dgm:prSet presAssocID="{69D152E3-3E36-40BE-960C-1F0E45CF4B3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A4EA022-7710-4AE2-8662-672AD489C565}" srcId="{15D28A42-83D5-4D8D-8CEF-F52B593B0154}" destId="{1DD929C8-CC6F-4602-840A-C5C5C8B49CAE}" srcOrd="0" destOrd="0" parTransId="{E55C4C19-1FA5-4947-A78F-566054D01F40}" sibTransId="{5660993D-71FD-43CB-B0C3-7EDEEE22736C}"/>
    <dgm:cxn modelId="{78F20228-7006-4E46-A1BA-6DE31A15D876}" srcId="{15D28A42-83D5-4D8D-8CEF-F52B593B0154}" destId="{69D152E3-3E36-40BE-960C-1F0E45CF4B38}" srcOrd="1" destOrd="0" parTransId="{376505B4-1EC1-4C07-A2BC-951615EE22CF}" sibTransId="{408DC18C-C8DC-4CA2-9BF3-6CEE85CB0A39}"/>
    <dgm:cxn modelId="{297536A1-58F5-4DB7-AF7B-A58708F705BB}" type="presOf" srcId="{69D152E3-3E36-40BE-960C-1F0E45CF4B38}" destId="{1C7F3C4B-7939-49FD-BBEE-1B283B751350}" srcOrd="0" destOrd="0" presId="urn:microsoft.com/office/officeart/2018/2/layout/IconVerticalSolidList"/>
    <dgm:cxn modelId="{D0FA92BA-66B8-4706-A402-AEFB6DBE6B0F}" type="presOf" srcId="{15D28A42-83D5-4D8D-8CEF-F52B593B0154}" destId="{A249DF9E-0EEB-4F96-8C15-F099A562180D}" srcOrd="0" destOrd="0" presId="urn:microsoft.com/office/officeart/2018/2/layout/IconVerticalSolidList"/>
    <dgm:cxn modelId="{A1A1CADB-60E8-4A35-87BC-E79E671AAF57}" type="presOf" srcId="{1DD929C8-CC6F-4602-840A-C5C5C8B49CAE}" destId="{3693A655-03EA-4B80-AC0E-1308D1A258C5}" srcOrd="0" destOrd="0" presId="urn:microsoft.com/office/officeart/2018/2/layout/IconVerticalSolidList"/>
    <dgm:cxn modelId="{A63270C4-84E5-4D48-826C-F7BFD4E0BB83}" type="presParOf" srcId="{A249DF9E-0EEB-4F96-8C15-F099A562180D}" destId="{1B45838B-64CA-4096-B9BC-970B51B5738F}" srcOrd="0" destOrd="0" presId="urn:microsoft.com/office/officeart/2018/2/layout/IconVerticalSolidList"/>
    <dgm:cxn modelId="{FC8A6773-9D31-4492-AC5B-6590EDB70773}" type="presParOf" srcId="{1B45838B-64CA-4096-B9BC-970B51B5738F}" destId="{5FF49AD5-D11E-4F54-860E-57DB6A3272C2}" srcOrd="0" destOrd="0" presId="urn:microsoft.com/office/officeart/2018/2/layout/IconVerticalSolidList"/>
    <dgm:cxn modelId="{3A85A59E-B4C3-4D0D-B912-EFA38E850C5E}" type="presParOf" srcId="{1B45838B-64CA-4096-B9BC-970B51B5738F}" destId="{747BF0BB-1D47-438A-95D4-CB60D6E23FFD}" srcOrd="1" destOrd="0" presId="urn:microsoft.com/office/officeart/2018/2/layout/IconVerticalSolidList"/>
    <dgm:cxn modelId="{33062F7B-7262-436E-9365-0F52B20FB1B0}" type="presParOf" srcId="{1B45838B-64CA-4096-B9BC-970B51B5738F}" destId="{523AC773-6434-4D21-AEAA-1153FE57722B}" srcOrd="2" destOrd="0" presId="urn:microsoft.com/office/officeart/2018/2/layout/IconVerticalSolidList"/>
    <dgm:cxn modelId="{BD2B2A58-E872-47C4-9928-41D07DC77E2E}" type="presParOf" srcId="{1B45838B-64CA-4096-B9BC-970B51B5738F}" destId="{3693A655-03EA-4B80-AC0E-1308D1A258C5}" srcOrd="3" destOrd="0" presId="urn:microsoft.com/office/officeart/2018/2/layout/IconVerticalSolidList"/>
    <dgm:cxn modelId="{22A7A8BF-5E3C-4C1B-8DC3-19C463C8CD01}" type="presParOf" srcId="{A249DF9E-0EEB-4F96-8C15-F099A562180D}" destId="{B1C6BE5D-1F36-40B8-891C-01975DB8E03E}" srcOrd="1" destOrd="0" presId="urn:microsoft.com/office/officeart/2018/2/layout/IconVerticalSolidList"/>
    <dgm:cxn modelId="{E5900FB6-71FC-4CC9-988A-12CF5A27669D}" type="presParOf" srcId="{A249DF9E-0EEB-4F96-8C15-F099A562180D}" destId="{0E3B4988-EED0-4057-9BD4-A695A69B1A61}" srcOrd="2" destOrd="0" presId="urn:microsoft.com/office/officeart/2018/2/layout/IconVerticalSolidList"/>
    <dgm:cxn modelId="{D76CD17D-8188-4414-8564-CEBF8DA6A7F7}" type="presParOf" srcId="{0E3B4988-EED0-4057-9BD4-A695A69B1A61}" destId="{6489020A-8266-44C9-A99C-BCA1459FC294}" srcOrd="0" destOrd="0" presId="urn:microsoft.com/office/officeart/2018/2/layout/IconVerticalSolidList"/>
    <dgm:cxn modelId="{236DDA83-FDE0-42AB-827C-1080E6B1CA4E}" type="presParOf" srcId="{0E3B4988-EED0-4057-9BD4-A695A69B1A61}" destId="{EFA8702F-5BC9-4458-8BBD-6AEBD910354D}" srcOrd="1" destOrd="0" presId="urn:microsoft.com/office/officeart/2018/2/layout/IconVerticalSolidList"/>
    <dgm:cxn modelId="{8CDC7467-3770-4B08-8718-53EE299E444E}" type="presParOf" srcId="{0E3B4988-EED0-4057-9BD4-A695A69B1A61}" destId="{15F02490-2E9F-4062-89D4-7FBC3AB2E53C}" srcOrd="2" destOrd="0" presId="urn:microsoft.com/office/officeart/2018/2/layout/IconVerticalSolidList"/>
    <dgm:cxn modelId="{E5BF3838-625B-4ABC-AAB3-E70EDBB04F24}" type="presParOf" srcId="{0E3B4988-EED0-4057-9BD4-A695A69B1A61}" destId="{1C7F3C4B-7939-49FD-BBEE-1B283B7513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6F7008-F19D-403A-A585-C9328F32447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9AC8FB-0DE8-41BB-A14A-3656BE721DCB}">
      <dgm:prSet/>
      <dgm:spPr/>
      <dgm:t>
        <a:bodyPr/>
        <a:lstStyle/>
        <a:p>
          <a:r>
            <a:rPr lang="pl-PL"/>
            <a:t>Strumienie przychodów określają, w jaki sposób firma zarabia pieniądze.</a:t>
          </a:r>
          <a:endParaRPr lang="en-US"/>
        </a:p>
      </dgm:t>
    </dgm:pt>
    <dgm:pt modelId="{56CD550B-D7F9-4235-98C0-DCB8443FFE96}" type="parTrans" cxnId="{786EC6CC-C4DD-4B64-8356-110ECB175395}">
      <dgm:prSet/>
      <dgm:spPr/>
      <dgm:t>
        <a:bodyPr/>
        <a:lstStyle/>
        <a:p>
          <a:endParaRPr lang="en-US"/>
        </a:p>
      </dgm:t>
    </dgm:pt>
    <dgm:pt modelId="{DDD26770-B545-4352-AE17-C679D5BCBC15}" type="sibTrans" cxnId="{786EC6CC-C4DD-4B64-8356-110ECB175395}">
      <dgm:prSet/>
      <dgm:spPr/>
      <dgm:t>
        <a:bodyPr/>
        <a:lstStyle/>
        <a:p>
          <a:endParaRPr lang="en-US"/>
        </a:p>
      </dgm:t>
    </dgm:pt>
    <dgm:pt modelId="{6DC4914D-1723-4379-A972-C46C0DAF2EAE}">
      <dgm:prSet/>
      <dgm:spPr/>
      <dgm:t>
        <a:bodyPr/>
        <a:lstStyle/>
        <a:p>
          <a:r>
            <a:rPr lang="pl-PL"/>
            <a:t>Mogą obejmować sprzedaż licencji, abonament, opłaty transakcyjne lub model freemium.</a:t>
          </a:r>
          <a:endParaRPr lang="en-US"/>
        </a:p>
      </dgm:t>
    </dgm:pt>
    <dgm:pt modelId="{E839D13B-4A42-493C-A21D-CD83E42303A1}" type="parTrans" cxnId="{8F74FB26-4307-4D47-8030-A4BE74027B50}">
      <dgm:prSet/>
      <dgm:spPr/>
      <dgm:t>
        <a:bodyPr/>
        <a:lstStyle/>
        <a:p>
          <a:endParaRPr lang="en-US"/>
        </a:p>
      </dgm:t>
    </dgm:pt>
    <dgm:pt modelId="{6A2470CA-3117-4170-9E95-F6D297575128}" type="sibTrans" cxnId="{8F74FB26-4307-4D47-8030-A4BE74027B50}">
      <dgm:prSet/>
      <dgm:spPr/>
      <dgm:t>
        <a:bodyPr/>
        <a:lstStyle/>
        <a:p>
          <a:endParaRPr lang="en-US"/>
        </a:p>
      </dgm:t>
    </dgm:pt>
    <dgm:pt modelId="{B428BAF7-BEE5-4AFE-840F-594C7D54F1A8}" type="pres">
      <dgm:prSet presAssocID="{796F7008-F19D-403A-A585-C9328F32447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30152F-7B19-46B1-835E-933485B072F3}" type="pres">
      <dgm:prSet presAssocID="{609AC8FB-0DE8-41BB-A14A-3656BE721DCB}" presName="hierRoot1" presStyleCnt="0"/>
      <dgm:spPr/>
    </dgm:pt>
    <dgm:pt modelId="{6884DBB4-6579-4A67-B185-A1C0AF1DDF5C}" type="pres">
      <dgm:prSet presAssocID="{609AC8FB-0DE8-41BB-A14A-3656BE721DCB}" presName="composite" presStyleCnt="0"/>
      <dgm:spPr/>
    </dgm:pt>
    <dgm:pt modelId="{2DDCE137-07A1-4E2B-A9E2-0FC1AF619894}" type="pres">
      <dgm:prSet presAssocID="{609AC8FB-0DE8-41BB-A14A-3656BE721DCB}" presName="background" presStyleLbl="node0" presStyleIdx="0" presStyleCnt="2"/>
      <dgm:spPr/>
    </dgm:pt>
    <dgm:pt modelId="{491A6AB8-EC8F-41EB-B003-4D8D2EC4BB50}" type="pres">
      <dgm:prSet presAssocID="{609AC8FB-0DE8-41BB-A14A-3656BE721DCB}" presName="text" presStyleLbl="fgAcc0" presStyleIdx="0" presStyleCnt="2">
        <dgm:presLayoutVars>
          <dgm:chPref val="3"/>
        </dgm:presLayoutVars>
      </dgm:prSet>
      <dgm:spPr/>
    </dgm:pt>
    <dgm:pt modelId="{E6D2B452-FF63-4314-9DB3-4D621ECFF6BC}" type="pres">
      <dgm:prSet presAssocID="{609AC8FB-0DE8-41BB-A14A-3656BE721DCB}" presName="hierChild2" presStyleCnt="0"/>
      <dgm:spPr/>
    </dgm:pt>
    <dgm:pt modelId="{13D813CA-F73F-445E-BB64-6349C5A56CE3}" type="pres">
      <dgm:prSet presAssocID="{6DC4914D-1723-4379-A972-C46C0DAF2EAE}" presName="hierRoot1" presStyleCnt="0"/>
      <dgm:spPr/>
    </dgm:pt>
    <dgm:pt modelId="{480487B1-5040-4863-8E0C-E884F5FEEAD2}" type="pres">
      <dgm:prSet presAssocID="{6DC4914D-1723-4379-A972-C46C0DAF2EAE}" presName="composite" presStyleCnt="0"/>
      <dgm:spPr/>
    </dgm:pt>
    <dgm:pt modelId="{C5C57A4C-D0F2-44B4-A4F3-AB436CA618CA}" type="pres">
      <dgm:prSet presAssocID="{6DC4914D-1723-4379-A972-C46C0DAF2EAE}" presName="background" presStyleLbl="node0" presStyleIdx="1" presStyleCnt="2"/>
      <dgm:spPr/>
    </dgm:pt>
    <dgm:pt modelId="{9D5EDE8E-0A1E-4EF8-8216-35ECEF787965}" type="pres">
      <dgm:prSet presAssocID="{6DC4914D-1723-4379-A972-C46C0DAF2EAE}" presName="text" presStyleLbl="fgAcc0" presStyleIdx="1" presStyleCnt="2">
        <dgm:presLayoutVars>
          <dgm:chPref val="3"/>
        </dgm:presLayoutVars>
      </dgm:prSet>
      <dgm:spPr/>
    </dgm:pt>
    <dgm:pt modelId="{0B9255AE-B04D-4EF9-9733-E75D0B916723}" type="pres">
      <dgm:prSet presAssocID="{6DC4914D-1723-4379-A972-C46C0DAF2EAE}" presName="hierChild2" presStyleCnt="0"/>
      <dgm:spPr/>
    </dgm:pt>
  </dgm:ptLst>
  <dgm:cxnLst>
    <dgm:cxn modelId="{8F74FB26-4307-4D47-8030-A4BE74027B50}" srcId="{796F7008-F19D-403A-A585-C9328F32447C}" destId="{6DC4914D-1723-4379-A972-C46C0DAF2EAE}" srcOrd="1" destOrd="0" parTransId="{E839D13B-4A42-493C-A21D-CD83E42303A1}" sibTransId="{6A2470CA-3117-4170-9E95-F6D297575128}"/>
    <dgm:cxn modelId="{5FEBB33B-67FC-4F38-B23B-6D45A77FA2E5}" type="presOf" srcId="{609AC8FB-0DE8-41BB-A14A-3656BE721DCB}" destId="{491A6AB8-EC8F-41EB-B003-4D8D2EC4BB50}" srcOrd="0" destOrd="0" presId="urn:microsoft.com/office/officeart/2005/8/layout/hierarchy1"/>
    <dgm:cxn modelId="{EA027173-83F4-40AA-BC68-7ACBFC22671A}" type="presOf" srcId="{796F7008-F19D-403A-A585-C9328F32447C}" destId="{B428BAF7-BEE5-4AFE-840F-594C7D54F1A8}" srcOrd="0" destOrd="0" presId="urn:microsoft.com/office/officeart/2005/8/layout/hierarchy1"/>
    <dgm:cxn modelId="{1883C378-9104-42CA-8DB3-3268747BD1CC}" type="presOf" srcId="{6DC4914D-1723-4379-A972-C46C0DAF2EAE}" destId="{9D5EDE8E-0A1E-4EF8-8216-35ECEF787965}" srcOrd="0" destOrd="0" presId="urn:microsoft.com/office/officeart/2005/8/layout/hierarchy1"/>
    <dgm:cxn modelId="{786EC6CC-C4DD-4B64-8356-110ECB175395}" srcId="{796F7008-F19D-403A-A585-C9328F32447C}" destId="{609AC8FB-0DE8-41BB-A14A-3656BE721DCB}" srcOrd="0" destOrd="0" parTransId="{56CD550B-D7F9-4235-98C0-DCB8443FFE96}" sibTransId="{DDD26770-B545-4352-AE17-C679D5BCBC15}"/>
    <dgm:cxn modelId="{6355C98A-C10E-4675-8DF8-BB2858A4AA04}" type="presParOf" srcId="{B428BAF7-BEE5-4AFE-840F-594C7D54F1A8}" destId="{4630152F-7B19-46B1-835E-933485B072F3}" srcOrd="0" destOrd="0" presId="urn:microsoft.com/office/officeart/2005/8/layout/hierarchy1"/>
    <dgm:cxn modelId="{0F6F047B-D528-42C5-B4BA-16F4D73FB57D}" type="presParOf" srcId="{4630152F-7B19-46B1-835E-933485B072F3}" destId="{6884DBB4-6579-4A67-B185-A1C0AF1DDF5C}" srcOrd="0" destOrd="0" presId="urn:microsoft.com/office/officeart/2005/8/layout/hierarchy1"/>
    <dgm:cxn modelId="{E52FCDCB-185B-4546-86D7-19C3B059A460}" type="presParOf" srcId="{6884DBB4-6579-4A67-B185-A1C0AF1DDF5C}" destId="{2DDCE137-07A1-4E2B-A9E2-0FC1AF619894}" srcOrd="0" destOrd="0" presId="urn:microsoft.com/office/officeart/2005/8/layout/hierarchy1"/>
    <dgm:cxn modelId="{29EA40A3-ADFC-4C64-9FD7-542073BEB8B8}" type="presParOf" srcId="{6884DBB4-6579-4A67-B185-A1C0AF1DDF5C}" destId="{491A6AB8-EC8F-41EB-B003-4D8D2EC4BB50}" srcOrd="1" destOrd="0" presId="urn:microsoft.com/office/officeart/2005/8/layout/hierarchy1"/>
    <dgm:cxn modelId="{98AAD4BA-B1BA-4FF8-B96B-3E1ECBB3598F}" type="presParOf" srcId="{4630152F-7B19-46B1-835E-933485B072F3}" destId="{E6D2B452-FF63-4314-9DB3-4D621ECFF6BC}" srcOrd="1" destOrd="0" presId="urn:microsoft.com/office/officeart/2005/8/layout/hierarchy1"/>
    <dgm:cxn modelId="{ED265695-B8FA-4CBC-9134-871D7467160F}" type="presParOf" srcId="{B428BAF7-BEE5-4AFE-840F-594C7D54F1A8}" destId="{13D813CA-F73F-445E-BB64-6349C5A56CE3}" srcOrd="1" destOrd="0" presId="urn:microsoft.com/office/officeart/2005/8/layout/hierarchy1"/>
    <dgm:cxn modelId="{0DADFE54-02C7-4F9D-822F-38D8770EDC97}" type="presParOf" srcId="{13D813CA-F73F-445E-BB64-6349C5A56CE3}" destId="{480487B1-5040-4863-8E0C-E884F5FEEAD2}" srcOrd="0" destOrd="0" presId="urn:microsoft.com/office/officeart/2005/8/layout/hierarchy1"/>
    <dgm:cxn modelId="{2E4093B2-D47C-4274-B2EC-DD3134E6C468}" type="presParOf" srcId="{480487B1-5040-4863-8E0C-E884F5FEEAD2}" destId="{C5C57A4C-D0F2-44B4-A4F3-AB436CA618CA}" srcOrd="0" destOrd="0" presId="urn:microsoft.com/office/officeart/2005/8/layout/hierarchy1"/>
    <dgm:cxn modelId="{97A18A0D-AD6C-45F2-8A14-DCBCD0D0B690}" type="presParOf" srcId="{480487B1-5040-4863-8E0C-E884F5FEEAD2}" destId="{9D5EDE8E-0A1E-4EF8-8216-35ECEF787965}" srcOrd="1" destOrd="0" presId="urn:microsoft.com/office/officeart/2005/8/layout/hierarchy1"/>
    <dgm:cxn modelId="{9415249F-6767-47B5-AFA3-F21BA1D88C35}" type="presParOf" srcId="{13D813CA-F73F-445E-BB64-6349C5A56CE3}" destId="{0B9255AE-B04D-4EF9-9733-E75D0B91672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279B1B0-DA55-403B-AFAC-5B926A420F2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D7873D-BFC1-40D6-B9CB-3AED05F0B32B}">
      <dgm:prSet/>
      <dgm:spPr/>
      <dgm:t>
        <a:bodyPr/>
        <a:lstStyle/>
        <a:p>
          <a:r>
            <a:rPr lang="pl-PL"/>
            <a:t>Struktura kosztów obejmuje wszystkie wydatki związane z tworzeniem i utrzymaniem produktu.</a:t>
          </a:r>
          <a:endParaRPr lang="en-US"/>
        </a:p>
      </dgm:t>
    </dgm:pt>
    <dgm:pt modelId="{63F35ED7-77E9-40B9-8F34-290013820503}" type="parTrans" cxnId="{F9D2DE20-5287-4313-B8E8-5BBBF8F14291}">
      <dgm:prSet/>
      <dgm:spPr/>
      <dgm:t>
        <a:bodyPr/>
        <a:lstStyle/>
        <a:p>
          <a:endParaRPr lang="en-US"/>
        </a:p>
      </dgm:t>
    </dgm:pt>
    <dgm:pt modelId="{74CCCC12-7842-43F6-9150-2C2B6670B218}" type="sibTrans" cxnId="{F9D2DE20-5287-4313-B8E8-5BBBF8F1429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91A23ED-62A9-46DA-A321-9AB59F430C72}">
      <dgm:prSet/>
      <dgm:spPr/>
      <dgm:t>
        <a:bodyPr/>
        <a:lstStyle/>
        <a:p>
          <a:r>
            <a:rPr lang="pl-PL"/>
            <a:t>Najczęściej są to koszty rozwoju, infrastruktury, wsparcia oraz marketingu.</a:t>
          </a:r>
          <a:endParaRPr lang="en-US"/>
        </a:p>
      </dgm:t>
    </dgm:pt>
    <dgm:pt modelId="{800CB798-1903-4266-97A3-CD84686A6A4B}" type="parTrans" cxnId="{22B733BC-607E-42A5-BC9C-365E8CBC1804}">
      <dgm:prSet/>
      <dgm:spPr/>
      <dgm:t>
        <a:bodyPr/>
        <a:lstStyle/>
        <a:p>
          <a:endParaRPr lang="en-US"/>
        </a:p>
      </dgm:t>
    </dgm:pt>
    <dgm:pt modelId="{42FB74F4-F0DB-4C31-B3C3-6464900BB945}" type="sibTrans" cxnId="{22B733BC-607E-42A5-BC9C-365E8CBC180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8868F6B-362E-41E9-8E88-3891BB1ED144}">
      <dgm:prSet/>
      <dgm:spPr/>
      <dgm:t>
        <a:bodyPr/>
        <a:lstStyle/>
        <a:p>
          <a:r>
            <a:rPr lang="pl-PL"/>
            <a:t>Każdy model biznesowy musi być zrównoważony </a:t>
          </a:r>
          <a:r>
            <a:rPr lang="en-US"/>
            <a:t>(</a:t>
          </a:r>
          <a:r>
            <a:rPr lang="pl-PL"/>
            <a:t>przychody muszą przewyższać koszty</a:t>
          </a:r>
          <a:r>
            <a:rPr lang="en-US"/>
            <a:t>)</a:t>
          </a:r>
        </a:p>
      </dgm:t>
    </dgm:pt>
    <dgm:pt modelId="{AED50B44-4C88-4F0E-B3A0-B4D612A3132D}" type="parTrans" cxnId="{8513AD1A-E45E-45CD-8957-F2D4D0CEFB5C}">
      <dgm:prSet/>
      <dgm:spPr/>
      <dgm:t>
        <a:bodyPr/>
        <a:lstStyle/>
        <a:p>
          <a:endParaRPr lang="en-US"/>
        </a:p>
      </dgm:t>
    </dgm:pt>
    <dgm:pt modelId="{E8D31283-8AE1-48CD-B97D-0B9EFAD3F8AB}" type="sibTrans" cxnId="{8513AD1A-E45E-45CD-8957-F2D4D0CEFB5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65DC2D3-CC43-46A1-9915-D209DCE684F9}" type="pres">
      <dgm:prSet presAssocID="{F279B1B0-DA55-403B-AFAC-5B926A420F2C}" presName="Name0" presStyleCnt="0">
        <dgm:presLayoutVars>
          <dgm:animLvl val="lvl"/>
          <dgm:resizeHandles val="exact"/>
        </dgm:presLayoutVars>
      </dgm:prSet>
      <dgm:spPr/>
    </dgm:pt>
    <dgm:pt modelId="{64F01FFC-4563-488B-BD86-D64A286F5FBF}" type="pres">
      <dgm:prSet presAssocID="{5AD7873D-BFC1-40D6-B9CB-3AED05F0B32B}" presName="compositeNode" presStyleCnt="0">
        <dgm:presLayoutVars>
          <dgm:bulletEnabled val="1"/>
        </dgm:presLayoutVars>
      </dgm:prSet>
      <dgm:spPr/>
    </dgm:pt>
    <dgm:pt modelId="{9490C20D-DF5F-455F-A8E7-11CC8176D99D}" type="pres">
      <dgm:prSet presAssocID="{5AD7873D-BFC1-40D6-B9CB-3AED05F0B32B}" presName="bgRect" presStyleLbl="bgAccFollowNode1" presStyleIdx="0" presStyleCnt="3"/>
      <dgm:spPr/>
    </dgm:pt>
    <dgm:pt modelId="{3B2625F4-4863-4B09-9DF2-949B9A1DBAE1}" type="pres">
      <dgm:prSet presAssocID="{74CCCC12-7842-43F6-9150-2C2B6670B21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A031A57-447F-4F8B-B966-C3EE8AEACEB6}" type="pres">
      <dgm:prSet presAssocID="{5AD7873D-BFC1-40D6-B9CB-3AED05F0B32B}" presName="bottomLine" presStyleLbl="alignNode1" presStyleIdx="1" presStyleCnt="6">
        <dgm:presLayoutVars/>
      </dgm:prSet>
      <dgm:spPr/>
    </dgm:pt>
    <dgm:pt modelId="{5BDE49E5-1A1A-4294-89A3-E4E8007CB0F7}" type="pres">
      <dgm:prSet presAssocID="{5AD7873D-BFC1-40D6-B9CB-3AED05F0B32B}" presName="nodeText" presStyleLbl="bgAccFollowNode1" presStyleIdx="0" presStyleCnt="3">
        <dgm:presLayoutVars>
          <dgm:bulletEnabled val="1"/>
        </dgm:presLayoutVars>
      </dgm:prSet>
      <dgm:spPr/>
    </dgm:pt>
    <dgm:pt modelId="{AF168D70-EE49-48CA-BB7D-AFE90C88DB4D}" type="pres">
      <dgm:prSet presAssocID="{74CCCC12-7842-43F6-9150-2C2B6670B218}" presName="sibTrans" presStyleCnt="0"/>
      <dgm:spPr/>
    </dgm:pt>
    <dgm:pt modelId="{1FDB1DC9-32C7-4DDB-8FC7-B0727F8BFFC2}" type="pres">
      <dgm:prSet presAssocID="{891A23ED-62A9-46DA-A321-9AB59F430C72}" presName="compositeNode" presStyleCnt="0">
        <dgm:presLayoutVars>
          <dgm:bulletEnabled val="1"/>
        </dgm:presLayoutVars>
      </dgm:prSet>
      <dgm:spPr/>
    </dgm:pt>
    <dgm:pt modelId="{17B55E66-6206-4259-8E75-42E325282E10}" type="pres">
      <dgm:prSet presAssocID="{891A23ED-62A9-46DA-A321-9AB59F430C72}" presName="bgRect" presStyleLbl="bgAccFollowNode1" presStyleIdx="1" presStyleCnt="3"/>
      <dgm:spPr/>
    </dgm:pt>
    <dgm:pt modelId="{84B9A1E4-A1F7-4FCA-B4F1-FF6862138904}" type="pres">
      <dgm:prSet presAssocID="{42FB74F4-F0DB-4C31-B3C3-6464900BB945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58230E5-FD52-4AE7-B1A3-A209CDF56139}" type="pres">
      <dgm:prSet presAssocID="{891A23ED-62A9-46DA-A321-9AB59F430C72}" presName="bottomLine" presStyleLbl="alignNode1" presStyleIdx="3" presStyleCnt="6">
        <dgm:presLayoutVars/>
      </dgm:prSet>
      <dgm:spPr/>
    </dgm:pt>
    <dgm:pt modelId="{E978AD50-8E70-49BF-A2EF-22C83B2D7EAD}" type="pres">
      <dgm:prSet presAssocID="{891A23ED-62A9-46DA-A321-9AB59F430C72}" presName="nodeText" presStyleLbl="bgAccFollowNode1" presStyleIdx="1" presStyleCnt="3">
        <dgm:presLayoutVars>
          <dgm:bulletEnabled val="1"/>
        </dgm:presLayoutVars>
      </dgm:prSet>
      <dgm:spPr/>
    </dgm:pt>
    <dgm:pt modelId="{7E44EB47-8184-4B21-B6F1-B84FF2470FA7}" type="pres">
      <dgm:prSet presAssocID="{42FB74F4-F0DB-4C31-B3C3-6464900BB945}" presName="sibTrans" presStyleCnt="0"/>
      <dgm:spPr/>
    </dgm:pt>
    <dgm:pt modelId="{0719D175-1FD0-4582-8B7F-432250135C80}" type="pres">
      <dgm:prSet presAssocID="{D8868F6B-362E-41E9-8E88-3891BB1ED144}" presName="compositeNode" presStyleCnt="0">
        <dgm:presLayoutVars>
          <dgm:bulletEnabled val="1"/>
        </dgm:presLayoutVars>
      </dgm:prSet>
      <dgm:spPr/>
    </dgm:pt>
    <dgm:pt modelId="{DB58E744-4F01-45CC-884E-7BF55D564BD8}" type="pres">
      <dgm:prSet presAssocID="{D8868F6B-362E-41E9-8E88-3891BB1ED144}" presName="bgRect" presStyleLbl="bgAccFollowNode1" presStyleIdx="2" presStyleCnt="3"/>
      <dgm:spPr/>
    </dgm:pt>
    <dgm:pt modelId="{0037BF19-A5F8-4C20-8193-428B85129EA8}" type="pres">
      <dgm:prSet presAssocID="{E8D31283-8AE1-48CD-B97D-0B9EFAD3F8AB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3A1117D1-9FFB-451C-A725-A928B050748D}" type="pres">
      <dgm:prSet presAssocID="{D8868F6B-362E-41E9-8E88-3891BB1ED144}" presName="bottomLine" presStyleLbl="alignNode1" presStyleIdx="5" presStyleCnt="6">
        <dgm:presLayoutVars/>
      </dgm:prSet>
      <dgm:spPr/>
    </dgm:pt>
    <dgm:pt modelId="{784D5F64-482D-4022-BF8A-2E3DC21ADCB7}" type="pres">
      <dgm:prSet presAssocID="{D8868F6B-362E-41E9-8E88-3891BB1ED14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DE5F810A-0E31-4E2A-AD5B-8262BD43ACB9}" type="presOf" srcId="{D8868F6B-362E-41E9-8E88-3891BB1ED144}" destId="{784D5F64-482D-4022-BF8A-2E3DC21ADCB7}" srcOrd="1" destOrd="0" presId="urn:microsoft.com/office/officeart/2016/7/layout/BasicLinearProcessNumbered"/>
    <dgm:cxn modelId="{8513AD1A-E45E-45CD-8957-F2D4D0CEFB5C}" srcId="{F279B1B0-DA55-403B-AFAC-5B926A420F2C}" destId="{D8868F6B-362E-41E9-8E88-3891BB1ED144}" srcOrd="2" destOrd="0" parTransId="{AED50B44-4C88-4F0E-B3A0-B4D612A3132D}" sibTransId="{E8D31283-8AE1-48CD-B97D-0B9EFAD3F8AB}"/>
    <dgm:cxn modelId="{FF55C21C-8E22-4F52-B83F-CD7F705DB214}" type="presOf" srcId="{F279B1B0-DA55-403B-AFAC-5B926A420F2C}" destId="{065DC2D3-CC43-46A1-9915-D209DCE684F9}" srcOrd="0" destOrd="0" presId="urn:microsoft.com/office/officeart/2016/7/layout/BasicLinearProcessNumbered"/>
    <dgm:cxn modelId="{F9D2DE20-5287-4313-B8E8-5BBBF8F14291}" srcId="{F279B1B0-DA55-403B-AFAC-5B926A420F2C}" destId="{5AD7873D-BFC1-40D6-B9CB-3AED05F0B32B}" srcOrd="0" destOrd="0" parTransId="{63F35ED7-77E9-40B9-8F34-290013820503}" sibTransId="{74CCCC12-7842-43F6-9150-2C2B6670B218}"/>
    <dgm:cxn modelId="{B5481E3B-A717-42A2-A99E-66E268598F4F}" type="presOf" srcId="{D8868F6B-362E-41E9-8E88-3891BB1ED144}" destId="{DB58E744-4F01-45CC-884E-7BF55D564BD8}" srcOrd="0" destOrd="0" presId="urn:microsoft.com/office/officeart/2016/7/layout/BasicLinearProcessNumbered"/>
    <dgm:cxn modelId="{752C953C-D429-4B0D-A7A2-1352453EAC3C}" type="presOf" srcId="{42FB74F4-F0DB-4C31-B3C3-6464900BB945}" destId="{84B9A1E4-A1F7-4FCA-B4F1-FF6862138904}" srcOrd="0" destOrd="0" presId="urn:microsoft.com/office/officeart/2016/7/layout/BasicLinearProcessNumbered"/>
    <dgm:cxn modelId="{0CEB4D81-7D1D-4004-AE02-9F28A0EF116F}" type="presOf" srcId="{5AD7873D-BFC1-40D6-B9CB-3AED05F0B32B}" destId="{5BDE49E5-1A1A-4294-89A3-E4E8007CB0F7}" srcOrd="1" destOrd="0" presId="urn:microsoft.com/office/officeart/2016/7/layout/BasicLinearProcessNumbered"/>
    <dgm:cxn modelId="{B54685AA-876D-4BBE-A2BB-FDA7973DFFD7}" type="presOf" srcId="{74CCCC12-7842-43F6-9150-2C2B6670B218}" destId="{3B2625F4-4863-4B09-9DF2-949B9A1DBAE1}" srcOrd="0" destOrd="0" presId="urn:microsoft.com/office/officeart/2016/7/layout/BasicLinearProcessNumbered"/>
    <dgm:cxn modelId="{FF49CDB1-7FE7-4E5E-B696-EFDEBE6578C3}" type="presOf" srcId="{E8D31283-8AE1-48CD-B97D-0B9EFAD3F8AB}" destId="{0037BF19-A5F8-4C20-8193-428B85129EA8}" srcOrd="0" destOrd="0" presId="urn:microsoft.com/office/officeart/2016/7/layout/BasicLinearProcessNumbered"/>
    <dgm:cxn modelId="{22B733BC-607E-42A5-BC9C-365E8CBC1804}" srcId="{F279B1B0-DA55-403B-AFAC-5B926A420F2C}" destId="{891A23ED-62A9-46DA-A321-9AB59F430C72}" srcOrd="1" destOrd="0" parTransId="{800CB798-1903-4266-97A3-CD84686A6A4B}" sibTransId="{42FB74F4-F0DB-4C31-B3C3-6464900BB945}"/>
    <dgm:cxn modelId="{11D104F9-27D8-4AB3-A6D2-C839B739EC75}" type="presOf" srcId="{891A23ED-62A9-46DA-A321-9AB59F430C72}" destId="{E978AD50-8E70-49BF-A2EF-22C83B2D7EAD}" srcOrd="1" destOrd="0" presId="urn:microsoft.com/office/officeart/2016/7/layout/BasicLinearProcessNumbered"/>
    <dgm:cxn modelId="{9F0D5AF9-2CDE-4F06-B0C9-3ED9DC26A9D9}" type="presOf" srcId="{5AD7873D-BFC1-40D6-B9CB-3AED05F0B32B}" destId="{9490C20D-DF5F-455F-A8E7-11CC8176D99D}" srcOrd="0" destOrd="0" presId="urn:microsoft.com/office/officeart/2016/7/layout/BasicLinearProcessNumbered"/>
    <dgm:cxn modelId="{0E3A84FF-7B5F-4058-A20E-579754F3409C}" type="presOf" srcId="{891A23ED-62A9-46DA-A321-9AB59F430C72}" destId="{17B55E66-6206-4259-8E75-42E325282E10}" srcOrd="0" destOrd="0" presId="urn:microsoft.com/office/officeart/2016/7/layout/BasicLinearProcessNumbered"/>
    <dgm:cxn modelId="{AE61A486-3A0C-4A3C-87A8-80636A198FBB}" type="presParOf" srcId="{065DC2D3-CC43-46A1-9915-D209DCE684F9}" destId="{64F01FFC-4563-488B-BD86-D64A286F5FBF}" srcOrd="0" destOrd="0" presId="urn:microsoft.com/office/officeart/2016/7/layout/BasicLinearProcessNumbered"/>
    <dgm:cxn modelId="{CD76DB0F-C74A-4113-8F84-74F7D2B14E03}" type="presParOf" srcId="{64F01FFC-4563-488B-BD86-D64A286F5FBF}" destId="{9490C20D-DF5F-455F-A8E7-11CC8176D99D}" srcOrd="0" destOrd="0" presId="urn:microsoft.com/office/officeart/2016/7/layout/BasicLinearProcessNumbered"/>
    <dgm:cxn modelId="{5529B15B-DBD0-48F1-B7FC-731C9235D7EB}" type="presParOf" srcId="{64F01FFC-4563-488B-BD86-D64A286F5FBF}" destId="{3B2625F4-4863-4B09-9DF2-949B9A1DBAE1}" srcOrd="1" destOrd="0" presId="urn:microsoft.com/office/officeart/2016/7/layout/BasicLinearProcessNumbered"/>
    <dgm:cxn modelId="{1138C4C5-27C8-4138-9ABB-08B265F99058}" type="presParOf" srcId="{64F01FFC-4563-488B-BD86-D64A286F5FBF}" destId="{BA031A57-447F-4F8B-B966-C3EE8AEACEB6}" srcOrd="2" destOrd="0" presId="urn:microsoft.com/office/officeart/2016/7/layout/BasicLinearProcessNumbered"/>
    <dgm:cxn modelId="{73DF5ACB-8811-4A3B-AAB8-93FF9470C8DD}" type="presParOf" srcId="{64F01FFC-4563-488B-BD86-D64A286F5FBF}" destId="{5BDE49E5-1A1A-4294-89A3-E4E8007CB0F7}" srcOrd="3" destOrd="0" presId="urn:microsoft.com/office/officeart/2016/7/layout/BasicLinearProcessNumbered"/>
    <dgm:cxn modelId="{2E7FA5D3-3DDC-4734-8314-922C2A33B31E}" type="presParOf" srcId="{065DC2D3-CC43-46A1-9915-D209DCE684F9}" destId="{AF168D70-EE49-48CA-BB7D-AFE90C88DB4D}" srcOrd="1" destOrd="0" presId="urn:microsoft.com/office/officeart/2016/7/layout/BasicLinearProcessNumbered"/>
    <dgm:cxn modelId="{73097975-83BD-48C9-A078-37F627F4EF90}" type="presParOf" srcId="{065DC2D3-CC43-46A1-9915-D209DCE684F9}" destId="{1FDB1DC9-32C7-4DDB-8FC7-B0727F8BFFC2}" srcOrd="2" destOrd="0" presId="urn:microsoft.com/office/officeart/2016/7/layout/BasicLinearProcessNumbered"/>
    <dgm:cxn modelId="{4B9C235B-F03E-4C1E-9093-A58904E57640}" type="presParOf" srcId="{1FDB1DC9-32C7-4DDB-8FC7-B0727F8BFFC2}" destId="{17B55E66-6206-4259-8E75-42E325282E10}" srcOrd="0" destOrd="0" presId="urn:microsoft.com/office/officeart/2016/7/layout/BasicLinearProcessNumbered"/>
    <dgm:cxn modelId="{EFE8BE62-35BB-4B25-BCB8-19BD50D60E46}" type="presParOf" srcId="{1FDB1DC9-32C7-4DDB-8FC7-B0727F8BFFC2}" destId="{84B9A1E4-A1F7-4FCA-B4F1-FF6862138904}" srcOrd="1" destOrd="0" presId="urn:microsoft.com/office/officeart/2016/7/layout/BasicLinearProcessNumbered"/>
    <dgm:cxn modelId="{9C1D8C2F-7098-4BC7-963A-05C9A6111729}" type="presParOf" srcId="{1FDB1DC9-32C7-4DDB-8FC7-B0727F8BFFC2}" destId="{858230E5-FD52-4AE7-B1A3-A209CDF56139}" srcOrd="2" destOrd="0" presId="urn:microsoft.com/office/officeart/2016/7/layout/BasicLinearProcessNumbered"/>
    <dgm:cxn modelId="{0B0F732F-93A3-4132-AD14-028F5BEB406C}" type="presParOf" srcId="{1FDB1DC9-32C7-4DDB-8FC7-B0727F8BFFC2}" destId="{E978AD50-8E70-49BF-A2EF-22C83B2D7EAD}" srcOrd="3" destOrd="0" presId="urn:microsoft.com/office/officeart/2016/7/layout/BasicLinearProcessNumbered"/>
    <dgm:cxn modelId="{50D37D63-E337-4C79-AD09-305316EA9669}" type="presParOf" srcId="{065DC2D3-CC43-46A1-9915-D209DCE684F9}" destId="{7E44EB47-8184-4B21-B6F1-B84FF2470FA7}" srcOrd="3" destOrd="0" presId="urn:microsoft.com/office/officeart/2016/7/layout/BasicLinearProcessNumbered"/>
    <dgm:cxn modelId="{2D158E08-5FC3-4069-8A0B-75D623BDA3EF}" type="presParOf" srcId="{065DC2D3-CC43-46A1-9915-D209DCE684F9}" destId="{0719D175-1FD0-4582-8B7F-432250135C80}" srcOrd="4" destOrd="0" presId="urn:microsoft.com/office/officeart/2016/7/layout/BasicLinearProcessNumbered"/>
    <dgm:cxn modelId="{17C83055-EAF9-468B-92A5-BAD089216C88}" type="presParOf" srcId="{0719D175-1FD0-4582-8B7F-432250135C80}" destId="{DB58E744-4F01-45CC-884E-7BF55D564BD8}" srcOrd="0" destOrd="0" presId="urn:microsoft.com/office/officeart/2016/7/layout/BasicLinearProcessNumbered"/>
    <dgm:cxn modelId="{05C82F5C-307C-4537-9873-F8A3586EB251}" type="presParOf" srcId="{0719D175-1FD0-4582-8B7F-432250135C80}" destId="{0037BF19-A5F8-4C20-8193-428B85129EA8}" srcOrd="1" destOrd="0" presId="urn:microsoft.com/office/officeart/2016/7/layout/BasicLinearProcessNumbered"/>
    <dgm:cxn modelId="{7A9A8958-8271-4170-AE27-BF573905A531}" type="presParOf" srcId="{0719D175-1FD0-4582-8B7F-432250135C80}" destId="{3A1117D1-9FFB-451C-A725-A928B050748D}" srcOrd="2" destOrd="0" presId="urn:microsoft.com/office/officeart/2016/7/layout/BasicLinearProcessNumbered"/>
    <dgm:cxn modelId="{4C7EF666-D429-4B4B-B952-048F90DF083A}" type="presParOf" srcId="{0719D175-1FD0-4582-8B7F-432250135C80}" destId="{784D5F64-482D-4022-BF8A-2E3DC21ADCB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689B20A-A195-4754-A25A-B258CDE571F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59623D6-B48E-4320-87F1-842B54AC91D1}">
      <dgm:prSet/>
      <dgm:spPr/>
      <dgm:t>
        <a:bodyPr/>
        <a:lstStyle/>
        <a:p>
          <a:r>
            <a:rPr lang="pl-PL"/>
            <a:t>Hipotezy biznesowe to założenia dotyczące klientów, wartości, przychodów i rynku.</a:t>
          </a:r>
          <a:endParaRPr lang="en-US"/>
        </a:p>
      </dgm:t>
    </dgm:pt>
    <dgm:pt modelId="{28C87D7F-7797-4C45-8608-19D173452D9F}" type="parTrans" cxnId="{53C530FC-460E-4BED-8A31-F1FE59ADCA77}">
      <dgm:prSet/>
      <dgm:spPr/>
      <dgm:t>
        <a:bodyPr/>
        <a:lstStyle/>
        <a:p>
          <a:endParaRPr lang="en-US"/>
        </a:p>
      </dgm:t>
    </dgm:pt>
    <dgm:pt modelId="{F8D561E0-3556-44FB-B92F-10426A60929E}" type="sibTrans" cxnId="{53C530FC-460E-4BED-8A31-F1FE59ADCA77}">
      <dgm:prSet/>
      <dgm:spPr/>
      <dgm:t>
        <a:bodyPr/>
        <a:lstStyle/>
        <a:p>
          <a:endParaRPr lang="en-US"/>
        </a:p>
      </dgm:t>
    </dgm:pt>
    <dgm:pt modelId="{08CBAF82-C822-4331-A590-D5B09EC704E5}">
      <dgm:prSet/>
      <dgm:spPr/>
      <dgm:t>
        <a:bodyPr/>
        <a:lstStyle/>
        <a:p>
          <a:r>
            <a:rPr lang="pl-PL"/>
            <a:t>Mogą być prawdziwe lub fałszywe i wymagają weryfikacji.</a:t>
          </a:r>
          <a:endParaRPr lang="en-US"/>
        </a:p>
      </dgm:t>
    </dgm:pt>
    <dgm:pt modelId="{977AF4ED-A8B0-44C5-98A0-EB94C0BAD237}" type="parTrans" cxnId="{0E1C0B7A-2ADF-4783-AB16-0108B33A69E7}">
      <dgm:prSet/>
      <dgm:spPr/>
      <dgm:t>
        <a:bodyPr/>
        <a:lstStyle/>
        <a:p>
          <a:endParaRPr lang="en-US"/>
        </a:p>
      </dgm:t>
    </dgm:pt>
    <dgm:pt modelId="{7811233F-0232-470E-9480-7CA7BD562BEB}" type="sibTrans" cxnId="{0E1C0B7A-2ADF-4783-AB16-0108B33A69E7}">
      <dgm:prSet/>
      <dgm:spPr/>
      <dgm:t>
        <a:bodyPr/>
        <a:lstStyle/>
        <a:p>
          <a:endParaRPr lang="en-US"/>
        </a:p>
      </dgm:t>
    </dgm:pt>
    <dgm:pt modelId="{36F18E74-DCEE-4BE6-A634-2138D1B15B21}">
      <dgm:prSet/>
      <dgm:spPr/>
      <dgm:t>
        <a:bodyPr/>
        <a:lstStyle/>
        <a:p>
          <a:r>
            <a:rPr lang="en-US"/>
            <a:t>P</a:t>
          </a:r>
          <a:r>
            <a:rPr lang="pl-PL"/>
            <a:t>rzykład: stacje paliw są gotowe płacić abonament za analizę danych sprzedażowych</a:t>
          </a:r>
          <a:r>
            <a:rPr lang="en-US"/>
            <a:t> –</a:t>
          </a:r>
          <a:r>
            <a:rPr lang="pl-PL"/>
            <a:t> to hipoteza, nie fakt</a:t>
          </a:r>
          <a:endParaRPr lang="en-US"/>
        </a:p>
      </dgm:t>
    </dgm:pt>
    <dgm:pt modelId="{475AB88E-4CD2-41DB-BC9A-A532E8419F08}" type="parTrans" cxnId="{3184A39E-1C38-43A9-B61E-7DFE37C55308}">
      <dgm:prSet/>
      <dgm:spPr/>
      <dgm:t>
        <a:bodyPr/>
        <a:lstStyle/>
        <a:p>
          <a:endParaRPr lang="en-US"/>
        </a:p>
      </dgm:t>
    </dgm:pt>
    <dgm:pt modelId="{3557AA0D-0996-4C5D-97EC-C9B69876FB39}" type="sibTrans" cxnId="{3184A39E-1C38-43A9-B61E-7DFE37C55308}">
      <dgm:prSet/>
      <dgm:spPr/>
      <dgm:t>
        <a:bodyPr/>
        <a:lstStyle/>
        <a:p>
          <a:endParaRPr lang="en-US"/>
        </a:p>
      </dgm:t>
    </dgm:pt>
    <dgm:pt modelId="{ED20A64C-4B7E-42E6-821E-D21DF6E130FD}" type="pres">
      <dgm:prSet presAssocID="{7689B20A-A195-4754-A25A-B258CDE571F4}" presName="outerComposite" presStyleCnt="0">
        <dgm:presLayoutVars>
          <dgm:chMax val="5"/>
          <dgm:dir/>
          <dgm:resizeHandles val="exact"/>
        </dgm:presLayoutVars>
      </dgm:prSet>
      <dgm:spPr/>
    </dgm:pt>
    <dgm:pt modelId="{10E990B1-B1F8-4996-BFA4-B70A9A1B471C}" type="pres">
      <dgm:prSet presAssocID="{7689B20A-A195-4754-A25A-B258CDE571F4}" presName="dummyMaxCanvas" presStyleCnt="0">
        <dgm:presLayoutVars/>
      </dgm:prSet>
      <dgm:spPr/>
    </dgm:pt>
    <dgm:pt modelId="{EF614FC4-67A9-429C-BB08-0E952A363B05}" type="pres">
      <dgm:prSet presAssocID="{7689B20A-A195-4754-A25A-B258CDE571F4}" presName="ThreeNodes_1" presStyleLbl="node1" presStyleIdx="0" presStyleCnt="3">
        <dgm:presLayoutVars>
          <dgm:bulletEnabled val="1"/>
        </dgm:presLayoutVars>
      </dgm:prSet>
      <dgm:spPr/>
    </dgm:pt>
    <dgm:pt modelId="{EFAA3DAB-A140-407A-91B4-7BCE83EEE921}" type="pres">
      <dgm:prSet presAssocID="{7689B20A-A195-4754-A25A-B258CDE571F4}" presName="ThreeNodes_2" presStyleLbl="node1" presStyleIdx="1" presStyleCnt="3">
        <dgm:presLayoutVars>
          <dgm:bulletEnabled val="1"/>
        </dgm:presLayoutVars>
      </dgm:prSet>
      <dgm:spPr/>
    </dgm:pt>
    <dgm:pt modelId="{6312731B-5EB9-4BF1-95F3-03348279D34E}" type="pres">
      <dgm:prSet presAssocID="{7689B20A-A195-4754-A25A-B258CDE571F4}" presName="ThreeNodes_3" presStyleLbl="node1" presStyleIdx="2" presStyleCnt="3">
        <dgm:presLayoutVars>
          <dgm:bulletEnabled val="1"/>
        </dgm:presLayoutVars>
      </dgm:prSet>
      <dgm:spPr/>
    </dgm:pt>
    <dgm:pt modelId="{68554407-06C8-4C1F-A0F4-D7D269CBE088}" type="pres">
      <dgm:prSet presAssocID="{7689B20A-A195-4754-A25A-B258CDE571F4}" presName="ThreeConn_1-2" presStyleLbl="fgAccFollowNode1" presStyleIdx="0" presStyleCnt="2">
        <dgm:presLayoutVars>
          <dgm:bulletEnabled val="1"/>
        </dgm:presLayoutVars>
      </dgm:prSet>
      <dgm:spPr/>
    </dgm:pt>
    <dgm:pt modelId="{256D221A-7B34-421E-83C7-C078019F99E2}" type="pres">
      <dgm:prSet presAssocID="{7689B20A-A195-4754-A25A-B258CDE571F4}" presName="ThreeConn_2-3" presStyleLbl="fgAccFollowNode1" presStyleIdx="1" presStyleCnt="2">
        <dgm:presLayoutVars>
          <dgm:bulletEnabled val="1"/>
        </dgm:presLayoutVars>
      </dgm:prSet>
      <dgm:spPr/>
    </dgm:pt>
    <dgm:pt modelId="{1FA96F9A-8208-46BA-B381-9960C5949C72}" type="pres">
      <dgm:prSet presAssocID="{7689B20A-A195-4754-A25A-B258CDE571F4}" presName="ThreeNodes_1_text" presStyleLbl="node1" presStyleIdx="2" presStyleCnt="3">
        <dgm:presLayoutVars>
          <dgm:bulletEnabled val="1"/>
        </dgm:presLayoutVars>
      </dgm:prSet>
      <dgm:spPr/>
    </dgm:pt>
    <dgm:pt modelId="{DB60E8C5-123F-47E0-9ED0-FFB89394A333}" type="pres">
      <dgm:prSet presAssocID="{7689B20A-A195-4754-A25A-B258CDE571F4}" presName="ThreeNodes_2_text" presStyleLbl="node1" presStyleIdx="2" presStyleCnt="3">
        <dgm:presLayoutVars>
          <dgm:bulletEnabled val="1"/>
        </dgm:presLayoutVars>
      </dgm:prSet>
      <dgm:spPr/>
    </dgm:pt>
    <dgm:pt modelId="{1A5241FB-8BFD-4700-B490-93C81E5D6C55}" type="pres">
      <dgm:prSet presAssocID="{7689B20A-A195-4754-A25A-B258CDE571F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955DA31-ECED-4E79-8CDD-D81EFE59F67C}" type="presOf" srcId="{08CBAF82-C822-4331-A590-D5B09EC704E5}" destId="{EFAA3DAB-A140-407A-91B4-7BCE83EEE921}" srcOrd="0" destOrd="0" presId="urn:microsoft.com/office/officeart/2005/8/layout/vProcess5"/>
    <dgm:cxn modelId="{0FF24F33-46A9-4F4A-8D77-478AD3490041}" type="presOf" srcId="{F8D561E0-3556-44FB-B92F-10426A60929E}" destId="{68554407-06C8-4C1F-A0F4-D7D269CBE088}" srcOrd="0" destOrd="0" presId="urn:microsoft.com/office/officeart/2005/8/layout/vProcess5"/>
    <dgm:cxn modelId="{C7CFDD3D-FFDD-403E-96F3-B7152D6E0617}" type="presOf" srcId="{36F18E74-DCEE-4BE6-A634-2138D1B15B21}" destId="{1A5241FB-8BFD-4700-B490-93C81E5D6C55}" srcOrd="1" destOrd="0" presId="urn:microsoft.com/office/officeart/2005/8/layout/vProcess5"/>
    <dgm:cxn modelId="{E9D9CF5B-CED6-4053-AE13-5BCED5B822EA}" type="presOf" srcId="{36F18E74-DCEE-4BE6-A634-2138D1B15B21}" destId="{6312731B-5EB9-4BF1-95F3-03348279D34E}" srcOrd="0" destOrd="0" presId="urn:microsoft.com/office/officeart/2005/8/layout/vProcess5"/>
    <dgm:cxn modelId="{C719815E-E73D-4986-BF46-2A443C4FDF86}" type="presOf" srcId="{E59623D6-B48E-4320-87F1-842B54AC91D1}" destId="{1FA96F9A-8208-46BA-B381-9960C5949C72}" srcOrd="1" destOrd="0" presId="urn:microsoft.com/office/officeart/2005/8/layout/vProcess5"/>
    <dgm:cxn modelId="{7FD73D6D-CCAC-45DE-9B4F-E37699466FDC}" type="presOf" srcId="{E59623D6-B48E-4320-87F1-842B54AC91D1}" destId="{EF614FC4-67A9-429C-BB08-0E952A363B05}" srcOrd="0" destOrd="0" presId="urn:microsoft.com/office/officeart/2005/8/layout/vProcess5"/>
    <dgm:cxn modelId="{0E1C0B7A-2ADF-4783-AB16-0108B33A69E7}" srcId="{7689B20A-A195-4754-A25A-B258CDE571F4}" destId="{08CBAF82-C822-4331-A590-D5B09EC704E5}" srcOrd="1" destOrd="0" parTransId="{977AF4ED-A8B0-44C5-98A0-EB94C0BAD237}" sibTransId="{7811233F-0232-470E-9480-7CA7BD562BEB}"/>
    <dgm:cxn modelId="{8223BD81-B704-4CB3-ACD2-C4B095243AC1}" type="presOf" srcId="{08CBAF82-C822-4331-A590-D5B09EC704E5}" destId="{DB60E8C5-123F-47E0-9ED0-FFB89394A333}" srcOrd="1" destOrd="0" presId="urn:microsoft.com/office/officeart/2005/8/layout/vProcess5"/>
    <dgm:cxn modelId="{9412FF85-9711-4248-81E4-0048854D208F}" type="presOf" srcId="{7811233F-0232-470E-9480-7CA7BD562BEB}" destId="{256D221A-7B34-421E-83C7-C078019F99E2}" srcOrd="0" destOrd="0" presId="urn:microsoft.com/office/officeart/2005/8/layout/vProcess5"/>
    <dgm:cxn modelId="{3184A39E-1C38-43A9-B61E-7DFE37C55308}" srcId="{7689B20A-A195-4754-A25A-B258CDE571F4}" destId="{36F18E74-DCEE-4BE6-A634-2138D1B15B21}" srcOrd="2" destOrd="0" parTransId="{475AB88E-4CD2-41DB-BC9A-A532E8419F08}" sibTransId="{3557AA0D-0996-4C5D-97EC-C9B69876FB39}"/>
    <dgm:cxn modelId="{85D0E9D4-413D-4639-B651-8F15AB16E111}" type="presOf" srcId="{7689B20A-A195-4754-A25A-B258CDE571F4}" destId="{ED20A64C-4B7E-42E6-821E-D21DF6E130FD}" srcOrd="0" destOrd="0" presId="urn:microsoft.com/office/officeart/2005/8/layout/vProcess5"/>
    <dgm:cxn modelId="{53C530FC-460E-4BED-8A31-F1FE59ADCA77}" srcId="{7689B20A-A195-4754-A25A-B258CDE571F4}" destId="{E59623D6-B48E-4320-87F1-842B54AC91D1}" srcOrd="0" destOrd="0" parTransId="{28C87D7F-7797-4C45-8608-19D173452D9F}" sibTransId="{F8D561E0-3556-44FB-B92F-10426A60929E}"/>
    <dgm:cxn modelId="{F00A6680-2654-401E-A166-2B59B22D04C9}" type="presParOf" srcId="{ED20A64C-4B7E-42E6-821E-D21DF6E130FD}" destId="{10E990B1-B1F8-4996-BFA4-B70A9A1B471C}" srcOrd="0" destOrd="0" presId="urn:microsoft.com/office/officeart/2005/8/layout/vProcess5"/>
    <dgm:cxn modelId="{877E2C63-D0A7-42C7-93A5-06506081C6B2}" type="presParOf" srcId="{ED20A64C-4B7E-42E6-821E-D21DF6E130FD}" destId="{EF614FC4-67A9-429C-BB08-0E952A363B05}" srcOrd="1" destOrd="0" presId="urn:microsoft.com/office/officeart/2005/8/layout/vProcess5"/>
    <dgm:cxn modelId="{B291896A-4372-47B4-83D3-1573D06FFB42}" type="presParOf" srcId="{ED20A64C-4B7E-42E6-821E-D21DF6E130FD}" destId="{EFAA3DAB-A140-407A-91B4-7BCE83EEE921}" srcOrd="2" destOrd="0" presId="urn:microsoft.com/office/officeart/2005/8/layout/vProcess5"/>
    <dgm:cxn modelId="{10D522A6-66ED-409B-BCE7-71FD130CB695}" type="presParOf" srcId="{ED20A64C-4B7E-42E6-821E-D21DF6E130FD}" destId="{6312731B-5EB9-4BF1-95F3-03348279D34E}" srcOrd="3" destOrd="0" presId="urn:microsoft.com/office/officeart/2005/8/layout/vProcess5"/>
    <dgm:cxn modelId="{19378862-7B6F-45EB-A4E7-713FD3BF44C0}" type="presParOf" srcId="{ED20A64C-4B7E-42E6-821E-D21DF6E130FD}" destId="{68554407-06C8-4C1F-A0F4-D7D269CBE088}" srcOrd="4" destOrd="0" presId="urn:microsoft.com/office/officeart/2005/8/layout/vProcess5"/>
    <dgm:cxn modelId="{F936E8EA-722D-450B-B3D9-0C4899E6F3EA}" type="presParOf" srcId="{ED20A64C-4B7E-42E6-821E-D21DF6E130FD}" destId="{256D221A-7B34-421E-83C7-C078019F99E2}" srcOrd="5" destOrd="0" presId="urn:microsoft.com/office/officeart/2005/8/layout/vProcess5"/>
    <dgm:cxn modelId="{D1379FD4-6554-43D3-8777-0ADF44DE84DC}" type="presParOf" srcId="{ED20A64C-4B7E-42E6-821E-D21DF6E130FD}" destId="{1FA96F9A-8208-46BA-B381-9960C5949C72}" srcOrd="6" destOrd="0" presId="urn:microsoft.com/office/officeart/2005/8/layout/vProcess5"/>
    <dgm:cxn modelId="{84C23ADF-EBF6-408C-9277-030DBF94A673}" type="presParOf" srcId="{ED20A64C-4B7E-42E6-821E-D21DF6E130FD}" destId="{DB60E8C5-123F-47E0-9ED0-FFB89394A333}" srcOrd="7" destOrd="0" presId="urn:microsoft.com/office/officeart/2005/8/layout/vProcess5"/>
    <dgm:cxn modelId="{04FD3DC1-DFC2-493F-82BE-F68449B17450}" type="presParOf" srcId="{ED20A64C-4B7E-42E6-821E-D21DF6E130FD}" destId="{1A5241FB-8BFD-4700-B490-93C81E5D6C5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2C5A585-EE1C-4A10-A5D3-83B46EFE291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FEA77C-0B1E-4AEF-90CE-56A6794321DA}">
      <dgm:prSet/>
      <dgm:spPr/>
      <dgm:t>
        <a:bodyPr/>
        <a:lstStyle/>
        <a:p>
          <a:r>
            <a:rPr lang="pl-PL"/>
            <a:t>Skalowanie oznacza możliwość zwiększania przychodów bez proporcjonalnego wzrostu kosztów.</a:t>
          </a:r>
          <a:endParaRPr lang="en-US"/>
        </a:p>
      </dgm:t>
    </dgm:pt>
    <dgm:pt modelId="{FE90BA14-41B9-4349-9910-152E7684C3BA}" type="parTrans" cxnId="{B43757BE-44F8-4E67-B377-0EDDCA9907D2}">
      <dgm:prSet/>
      <dgm:spPr/>
      <dgm:t>
        <a:bodyPr/>
        <a:lstStyle/>
        <a:p>
          <a:endParaRPr lang="en-US"/>
        </a:p>
      </dgm:t>
    </dgm:pt>
    <dgm:pt modelId="{B38236CC-6C3F-4E34-95F2-D21DE8D8B25C}" type="sibTrans" cxnId="{B43757BE-44F8-4E67-B377-0EDDCA9907D2}">
      <dgm:prSet/>
      <dgm:spPr/>
      <dgm:t>
        <a:bodyPr/>
        <a:lstStyle/>
        <a:p>
          <a:endParaRPr lang="en-US"/>
        </a:p>
      </dgm:t>
    </dgm:pt>
    <dgm:pt modelId="{4E6C5A37-0137-4F06-92A0-545ABCF0DA61}">
      <dgm:prSet/>
      <dgm:spPr/>
      <dgm:t>
        <a:bodyPr/>
        <a:lstStyle/>
        <a:p>
          <a:r>
            <a:rPr lang="pl-PL"/>
            <a:t>Model powinien rosnąć efektywnie.</a:t>
          </a:r>
          <a:endParaRPr lang="en-US"/>
        </a:p>
      </dgm:t>
    </dgm:pt>
    <dgm:pt modelId="{3532A856-EDDA-44B2-AAFE-6F8C3EBA8FAD}" type="parTrans" cxnId="{0AFDC673-A12C-4929-A79F-EEC0E038F373}">
      <dgm:prSet/>
      <dgm:spPr/>
      <dgm:t>
        <a:bodyPr/>
        <a:lstStyle/>
        <a:p>
          <a:endParaRPr lang="en-US"/>
        </a:p>
      </dgm:t>
    </dgm:pt>
    <dgm:pt modelId="{E53FA3B8-A03A-4B33-88AC-9065927F83DA}" type="sibTrans" cxnId="{0AFDC673-A12C-4929-A79F-EEC0E038F373}">
      <dgm:prSet/>
      <dgm:spPr/>
      <dgm:t>
        <a:bodyPr/>
        <a:lstStyle/>
        <a:p>
          <a:endParaRPr lang="en-US"/>
        </a:p>
      </dgm:t>
    </dgm:pt>
    <dgm:pt modelId="{0FB51859-BAEF-4476-B92C-D88758815BDE}" type="pres">
      <dgm:prSet presAssocID="{72C5A585-EE1C-4A10-A5D3-83B46EFE2914}" presName="linear" presStyleCnt="0">
        <dgm:presLayoutVars>
          <dgm:animLvl val="lvl"/>
          <dgm:resizeHandles val="exact"/>
        </dgm:presLayoutVars>
      </dgm:prSet>
      <dgm:spPr/>
    </dgm:pt>
    <dgm:pt modelId="{EAAFDDCE-E21D-4F61-9D82-1223F37739EC}" type="pres">
      <dgm:prSet presAssocID="{6BFEA77C-0B1E-4AEF-90CE-56A6794321D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146D66C-DB63-4DAC-B5BA-8501F6E369D3}" type="pres">
      <dgm:prSet presAssocID="{B38236CC-6C3F-4E34-95F2-D21DE8D8B25C}" presName="spacer" presStyleCnt="0"/>
      <dgm:spPr/>
    </dgm:pt>
    <dgm:pt modelId="{6131E948-C630-43F6-B811-CF2BFF6610CE}" type="pres">
      <dgm:prSet presAssocID="{4E6C5A37-0137-4F06-92A0-545ABCF0DA6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712717-4E0B-4CD4-A9B2-1FCD0491C55D}" type="presOf" srcId="{4E6C5A37-0137-4F06-92A0-545ABCF0DA61}" destId="{6131E948-C630-43F6-B811-CF2BFF6610CE}" srcOrd="0" destOrd="0" presId="urn:microsoft.com/office/officeart/2005/8/layout/vList2"/>
    <dgm:cxn modelId="{18B34B34-1E3E-4E79-A462-A38AA4222BFE}" type="presOf" srcId="{6BFEA77C-0B1E-4AEF-90CE-56A6794321DA}" destId="{EAAFDDCE-E21D-4F61-9D82-1223F37739EC}" srcOrd="0" destOrd="0" presId="urn:microsoft.com/office/officeart/2005/8/layout/vList2"/>
    <dgm:cxn modelId="{C97FD664-24F7-4520-98ED-0F84140E9A05}" type="presOf" srcId="{72C5A585-EE1C-4A10-A5D3-83B46EFE2914}" destId="{0FB51859-BAEF-4476-B92C-D88758815BDE}" srcOrd="0" destOrd="0" presId="urn:microsoft.com/office/officeart/2005/8/layout/vList2"/>
    <dgm:cxn modelId="{0AFDC673-A12C-4929-A79F-EEC0E038F373}" srcId="{72C5A585-EE1C-4A10-A5D3-83B46EFE2914}" destId="{4E6C5A37-0137-4F06-92A0-545ABCF0DA61}" srcOrd="1" destOrd="0" parTransId="{3532A856-EDDA-44B2-AAFE-6F8C3EBA8FAD}" sibTransId="{E53FA3B8-A03A-4B33-88AC-9065927F83DA}"/>
    <dgm:cxn modelId="{B43757BE-44F8-4E67-B377-0EDDCA9907D2}" srcId="{72C5A585-EE1C-4A10-A5D3-83B46EFE2914}" destId="{6BFEA77C-0B1E-4AEF-90CE-56A6794321DA}" srcOrd="0" destOrd="0" parTransId="{FE90BA14-41B9-4349-9910-152E7684C3BA}" sibTransId="{B38236CC-6C3F-4E34-95F2-D21DE8D8B25C}"/>
    <dgm:cxn modelId="{DE069CFA-29FF-4440-9EEC-0F1AF52C67CC}" type="presParOf" srcId="{0FB51859-BAEF-4476-B92C-D88758815BDE}" destId="{EAAFDDCE-E21D-4F61-9D82-1223F37739EC}" srcOrd="0" destOrd="0" presId="urn:microsoft.com/office/officeart/2005/8/layout/vList2"/>
    <dgm:cxn modelId="{CCE970FD-D61C-4302-93C5-D179A49E0279}" type="presParOf" srcId="{0FB51859-BAEF-4476-B92C-D88758815BDE}" destId="{F146D66C-DB63-4DAC-B5BA-8501F6E369D3}" srcOrd="1" destOrd="0" presId="urn:microsoft.com/office/officeart/2005/8/layout/vList2"/>
    <dgm:cxn modelId="{D3E9E9E6-6EFE-4CD0-900D-F1FB226C569B}" type="presParOf" srcId="{0FB51859-BAEF-4476-B92C-D88758815BDE}" destId="{6131E948-C630-43F6-B811-CF2BFF6610C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5A9D93C-EA5B-43C5-BCBF-0E1F6EA9D9A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1E9546-3255-47C3-AB20-135F0D2A8E95}">
      <dgm:prSet/>
      <dgm:spPr/>
      <dgm:t>
        <a:bodyPr/>
        <a:lstStyle/>
        <a:p>
          <a:r>
            <a:rPr lang="pl-PL"/>
            <a:t>Model platformowy łączy różnych użytkowników (np. dostawców i klientów).</a:t>
          </a:r>
          <a:r>
            <a:rPr lang="en-US"/>
            <a:t> </a:t>
          </a:r>
          <a:r>
            <a:rPr lang="pl-PL"/>
            <a:t>Wartość rośnie wraz z liczbą użytkowników (efekt sieciowy).</a:t>
          </a:r>
          <a:endParaRPr lang="en-US"/>
        </a:p>
      </dgm:t>
    </dgm:pt>
    <dgm:pt modelId="{E6D34654-16E8-4574-AF6B-4CB17BEEF6BA}" type="parTrans" cxnId="{523CBD18-5BE9-4449-866A-156249EE52DC}">
      <dgm:prSet/>
      <dgm:spPr/>
      <dgm:t>
        <a:bodyPr/>
        <a:lstStyle/>
        <a:p>
          <a:endParaRPr lang="en-US"/>
        </a:p>
      </dgm:t>
    </dgm:pt>
    <dgm:pt modelId="{8411F5F1-9DAB-46BC-8A55-0F9C5A1C1FF4}" type="sibTrans" cxnId="{523CBD18-5BE9-4449-866A-156249EE52DC}">
      <dgm:prSet/>
      <dgm:spPr/>
      <dgm:t>
        <a:bodyPr/>
        <a:lstStyle/>
        <a:p>
          <a:endParaRPr lang="en-US"/>
        </a:p>
      </dgm:t>
    </dgm:pt>
    <dgm:pt modelId="{48733B85-BF7A-48E9-9F6A-B3ABD3084EA6}">
      <dgm:prSet/>
      <dgm:spPr/>
      <dgm:t>
        <a:bodyPr/>
        <a:lstStyle/>
        <a:p>
          <a:r>
            <a:rPr lang="en-US"/>
            <a:t>Ryzyka: </a:t>
          </a:r>
          <a:r>
            <a:rPr lang="pl-PL"/>
            <a:t>uzależnienie od efektu sieciowego</a:t>
          </a:r>
          <a:r>
            <a:rPr lang="en-US"/>
            <a:t>, </a:t>
          </a:r>
          <a:r>
            <a:rPr lang="pl-PL"/>
            <a:t>trudność w osiągnięciu masy krytycznej</a:t>
          </a:r>
          <a:r>
            <a:rPr lang="en-US"/>
            <a:t>, </a:t>
          </a:r>
          <a:r>
            <a:rPr lang="pl-PL"/>
            <a:t>silna konkurencja</a:t>
          </a:r>
          <a:r>
            <a:rPr lang="en-US"/>
            <a:t>, </a:t>
          </a:r>
          <a:r>
            <a:rPr lang="pl-PL"/>
            <a:t>wysokie koszty startowe</a:t>
          </a:r>
          <a:endParaRPr lang="en-US"/>
        </a:p>
      </dgm:t>
    </dgm:pt>
    <dgm:pt modelId="{23911005-0704-410E-83F7-F3B22202C3BE}" type="parTrans" cxnId="{AC253764-A6F6-457D-B263-8113534B7BDB}">
      <dgm:prSet/>
      <dgm:spPr/>
      <dgm:t>
        <a:bodyPr/>
        <a:lstStyle/>
        <a:p>
          <a:endParaRPr lang="en-US"/>
        </a:p>
      </dgm:t>
    </dgm:pt>
    <dgm:pt modelId="{3C417A57-D543-48EE-B6FA-E63DBCCC4201}" type="sibTrans" cxnId="{AC253764-A6F6-457D-B263-8113534B7BDB}">
      <dgm:prSet/>
      <dgm:spPr/>
      <dgm:t>
        <a:bodyPr/>
        <a:lstStyle/>
        <a:p>
          <a:endParaRPr lang="en-US"/>
        </a:p>
      </dgm:t>
    </dgm:pt>
    <dgm:pt modelId="{62D3FA23-668F-417C-BB4E-97F3A4D9D1D3}" type="pres">
      <dgm:prSet presAssocID="{75A9D93C-EA5B-43C5-BCBF-0E1F6EA9D9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A8C8A3-E46E-4521-8F96-A07B288889D2}" type="pres">
      <dgm:prSet presAssocID="{4C1E9546-3255-47C3-AB20-135F0D2A8E95}" presName="hierRoot1" presStyleCnt="0"/>
      <dgm:spPr/>
    </dgm:pt>
    <dgm:pt modelId="{C4D3F4AF-877B-4D39-9374-BD859FE8F2BB}" type="pres">
      <dgm:prSet presAssocID="{4C1E9546-3255-47C3-AB20-135F0D2A8E95}" presName="composite" presStyleCnt="0"/>
      <dgm:spPr/>
    </dgm:pt>
    <dgm:pt modelId="{A1E6620C-C387-446F-857A-1728AA41CF25}" type="pres">
      <dgm:prSet presAssocID="{4C1E9546-3255-47C3-AB20-135F0D2A8E95}" presName="background" presStyleLbl="node0" presStyleIdx="0" presStyleCnt="2"/>
      <dgm:spPr/>
    </dgm:pt>
    <dgm:pt modelId="{D2004B32-C73E-44D5-BCA6-62F758C0904A}" type="pres">
      <dgm:prSet presAssocID="{4C1E9546-3255-47C3-AB20-135F0D2A8E95}" presName="text" presStyleLbl="fgAcc0" presStyleIdx="0" presStyleCnt="2">
        <dgm:presLayoutVars>
          <dgm:chPref val="3"/>
        </dgm:presLayoutVars>
      </dgm:prSet>
      <dgm:spPr/>
    </dgm:pt>
    <dgm:pt modelId="{1F2C1E47-7722-4F67-B753-839FD060EC3A}" type="pres">
      <dgm:prSet presAssocID="{4C1E9546-3255-47C3-AB20-135F0D2A8E95}" presName="hierChild2" presStyleCnt="0"/>
      <dgm:spPr/>
    </dgm:pt>
    <dgm:pt modelId="{E292D64B-B2BA-4FFF-B8F2-C41099F08F94}" type="pres">
      <dgm:prSet presAssocID="{48733B85-BF7A-48E9-9F6A-B3ABD3084EA6}" presName="hierRoot1" presStyleCnt="0"/>
      <dgm:spPr/>
    </dgm:pt>
    <dgm:pt modelId="{FCB9AACE-8D0A-47D0-BDD4-AEB5E95DC1B4}" type="pres">
      <dgm:prSet presAssocID="{48733B85-BF7A-48E9-9F6A-B3ABD3084EA6}" presName="composite" presStyleCnt="0"/>
      <dgm:spPr/>
    </dgm:pt>
    <dgm:pt modelId="{26A7C273-9292-4A5B-AE53-52A346086672}" type="pres">
      <dgm:prSet presAssocID="{48733B85-BF7A-48E9-9F6A-B3ABD3084EA6}" presName="background" presStyleLbl="node0" presStyleIdx="1" presStyleCnt="2"/>
      <dgm:spPr/>
    </dgm:pt>
    <dgm:pt modelId="{E6DE0DF0-7B96-48BB-94EF-B59D93B76398}" type="pres">
      <dgm:prSet presAssocID="{48733B85-BF7A-48E9-9F6A-B3ABD3084EA6}" presName="text" presStyleLbl="fgAcc0" presStyleIdx="1" presStyleCnt="2">
        <dgm:presLayoutVars>
          <dgm:chPref val="3"/>
        </dgm:presLayoutVars>
      </dgm:prSet>
      <dgm:spPr/>
    </dgm:pt>
    <dgm:pt modelId="{08D5E4F3-5126-4AF6-9E7C-1F030B87C8E6}" type="pres">
      <dgm:prSet presAssocID="{48733B85-BF7A-48E9-9F6A-B3ABD3084EA6}" presName="hierChild2" presStyleCnt="0"/>
      <dgm:spPr/>
    </dgm:pt>
  </dgm:ptLst>
  <dgm:cxnLst>
    <dgm:cxn modelId="{523CBD18-5BE9-4449-866A-156249EE52DC}" srcId="{75A9D93C-EA5B-43C5-BCBF-0E1F6EA9D9A9}" destId="{4C1E9546-3255-47C3-AB20-135F0D2A8E95}" srcOrd="0" destOrd="0" parTransId="{E6D34654-16E8-4574-AF6B-4CB17BEEF6BA}" sibTransId="{8411F5F1-9DAB-46BC-8A55-0F9C5A1C1FF4}"/>
    <dgm:cxn modelId="{AC253764-A6F6-457D-B263-8113534B7BDB}" srcId="{75A9D93C-EA5B-43C5-BCBF-0E1F6EA9D9A9}" destId="{48733B85-BF7A-48E9-9F6A-B3ABD3084EA6}" srcOrd="1" destOrd="0" parTransId="{23911005-0704-410E-83F7-F3B22202C3BE}" sibTransId="{3C417A57-D543-48EE-B6FA-E63DBCCC4201}"/>
    <dgm:cxn modelId="{6FA51A4B-7D86-4891-9B53-4C2E19D7E245}" type="presOf" srcId="{4C1E9546-3255-47C3-AB20-135F0D2A8E95}" destId="{D2004B32-C73E-44D5-BCA6-62F758C0904A}" srcOrd="0" destOrd="0" presId="urn:microsoft.com/office/officeart/2005/8/layout/hierarchy1"/>
    <dgm:cxn modelId="{F0BC574B-4CA3-4A95-A1E3-9E52A403E1A2}" type="presOf" srcId="{48733B85-BF7A-48E9-9F6A-B3ABD3084EA6}" destId="{E6DE0DF0-7B96-48BB-94EF-B59D93B76398}" srcOrd="0" destOrd="0" presId="urn:microsoft.com/office/officeart/2005/8/layout/hierarchy1"/>
    <dgm:cxn modelId="{2A9B59CF-D509-4C6A-89EB-C542803F7432}" type="presOf" srcId="{75A9D93C-EA5B-43C5-BCBF-0E1F6EA9D9A9}" destId="{62D3FA23-668F-417C-BB4E-97F3A4D9D1D3}" srcOrd="0" destOrd="0" presId="urn:microsoft.com/office/officeart/2005/8/layout/hierarchy1"/>
    <dgm:cxn modelId="{C42E2C62-F322-4BB1-80BA-9AC020081003}" type="presParOf" srcId="{62D3FA23-668F-417C-BB4E-97F3A4D9D1D3}" destId="{8EA8C8A3-E46E-4521-8F96-A07B288889D2}" srcOrd="0" destOrd="0" presId="urn:microsoft.com/office/officeart/2005/8/layout/hierarchy1"/>
    <dgm:cxn modelId="{A4A37967-33B2-4056-B559-775B4253472F}" type="presParOf" srcId="{8EA8C8A3-E46E-4521-8F96-A07B288889D2}" destId="{C4D3F4AF-877B-4D39-9374-BD859FE8F2BB}" srcOrd="0" destOrd="0" presId="urn:microsoft.com/office/officeart/2005/8/layout/hierarchy1"/>
    <dgm:cxn modelId="{EF139574-8830-4C19-AD58-877F6DAF3997}" type="presParOf" srcId="{C4D3F4AF-877B-4D39-9374-BD859FE8F2BB}" destId="{A1E6620C-C387-446F-857A-1728AA41CF25}" srcOrd="0" destOrd="0" presId="urn:microsoft.com/office/officeart/2005/8/layout/hierarchy1"/>
    <dgm:cxn modelId="{D2D4C633-39AC-457E-918A-584301281B4C}" type="presParOf" srcId="{C4D3F4AF-877B-4D39-9374-BD859FE8F2BB}" destId="{D2004B32-C73E-44D5-BCA6-62F758C0904A}" srcOrd="1" destOrd="0" presId="urn:microsoft.com/office/officeart/2005/8/layout/hierarchy1"/>
    <dgm:cxn modelId="{5D5B8FE9-FDD3-455F-ACE5-946400B14DB3}" type="presParOf" srcId="{8EA8C8A3-E46E-4521-8F96-A07B288889D2}" destId="{1F2C1E47-7722-4F67-B753-839FD060EC3A}" srcOrd="1" destOrd="0" presId="urn:microsoft.com/office/officeart/2005/8/layout/hierarchy1"/>
    <dgm:cxn modelId="{39135DBF-4B72-4269-918E-E8C6D18901F9}" type="presParOf" srcId="{62D3FA23-668F-417C-BB4E-97F3A4D9D1D3}" destId="{E292D64B-B2BA-4FFF-B8F2-C41099F08F94}" srcOrd="1" destOrd="0" presId="urn:microsoft.com/office/officeart/2005/8/layout/hierarchy1"/>
    <dgm:cxn modelId="{73C55E26-EC1C-40DB-BEEA-0C99606380B1}" type="presParOf" srcId="{E292D64B-B2BA-4FFF-B8F2-C41099F08F94}" destId="{FCB9AACE-8D0A-47D0-BDD4-AEB5E95DC1B4}" srcOrd="0" destOrd="0" presId="urn:microsoft.com/office/officeart/2005/8/layout/hierarchy1"/>
    <dgm:cxn modelId="{7CFC6A5D-AF39-4F85-9B54-5A7D64F13CDC}" type="presParOf" srcId="{FCB9AACE-8D0A-47D0-BDD4-AEB5E95DC1B4}" destId="{26A7C273-9292-4A5B-AE53-52A346086672}" srcOrd="0" destOrd="0" presId="urn:microsoft.com/office/officeart/2005/8/layout/hierarchy1"/>
    <dgm:cxn modelId="{65A1F9F9-3A40-4E16-B8BE-7B95716A5DC4}" type="presParOf" srcId="{FCB9AACE-8D0A-47D0-BDD4-AEB5E95DC1B4}" destId="{E6DE0DF0-7B96-48BB-94EF-B59D93B76398}" srcOrd="1" destOrd="0" presId="urn:microsoft.com/office/officeart/2005/8/layout/hierarchy1"/>
    <dgm:cxn modelId="{B6303134-8F44-4AA6-A349-3A0C39FFCEBB}" type="presParOf" srcId="{E292D64B-B2BA-4FFF-B8F2-C41099F08F94}" destId="{08D5E4F3-5126-4AF6-9E7C-1F030B87C8E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F7E71C8-837F-43D1-8233-9AFD5EC9F3C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55FD57-3AF0-48DF-8AAF-6A2479AC1CB9}">
      <dgm:prSet/>
      <dgm:spPr/>
      <dgm:t>
        <a:bodyPr/>
        <a:lstStyle/>
        <a:p>
          <a:r>
            <a:rPr lang="pl-PL"/>
            <a:t>Model biznesowy nie jest stały.</a:t>
          </a:r>
          <a:r>
            <a:rPr lang="en-US"/>
            <a:t> </a:t>
          </a:r>
          <a:r>
            <a:rPr lang="pl-PL"/>
            <a:t>Zmienia się wraz z:</a:t>
          </a:r>
          <a:endParaRPr lang="en-US"/>
        </a:p>
      </dgm:t>
    </dgm:pt>
    <dgm:pt modelId="{FB7863D9-455E-406F-B95E-1D74D9DBF0EA}" type="parTrans" cxnId="{2A4D5980-DF02-45D1-A413-461741BCA3A1}">
      <dgm:prSet/>
      <dgm:spPr/>
      <dgm:t>
        <a:bodyPr/>
        <a:lstStyle/>
        <a:p>
          <a:endParaRPr lang="en-US"/>
        </a:p>
      </dgm:t>
    </dgm:pt>
    <dgm:pt modelId="{8A3B51B2-86DA-4D13-B680-13CD8FC19EE9}" type="sibTrans" cxnId="{2A4D5980-DF02-45D1-A413-461741BCA3A1}">
      <dgm:prSet/>
      <dgm:spPr/>
      <dgm:t>
        <a:bodyPr/>
        <a:lstStyle/>
        <a:p>
          <a:endParaRPr lang="en-US"/>
        </a:p>
      </dgm:t>
    </dgm:pt>
    <dgm:pt modelId="{D8707A7B-A4A3-4A07-830F-23CEE6327A50}">
      <dgm:prSet/>
      <dgm:spPr/>
      <dgm:t>
        <a:bodyPr/>
        <a:lstStyle/>
        <a:p>
          <a:r>
            <a:rPr lang="en-US" dirty="0"/>
            <a:t>	- </a:t>
          </a:r>
          <a:r>
            <a:rPr lang="pl-PL" dirty="0"/>
            <a:t>rynkiem </a:t>
          </a:r>
          <a:endParaRPr lang="en-US" dirty="0"/>
        </a:p>
      </dgm:t>
    </dgm:pt>
    <dgm:pt modelId="{BDDA5A27-7FED-4A76-BCDF-2E943E106984}" type="parTrans" cxnId="{9ACEB096-EB81-4F47-9658-709DCDFF8410}">
      <dgm:prSet/>
      <dgm:spPr/>
      <dgm:t>
        <a:bodyPr/>
        <a:lstStyle/>
        <a:p>
          <a:endParaRPr lang="en-US"/>
        </a:p>
      </dgm:t>
    </dgm:pt>
    <dgm:pt modelId="{41F16B5A-1C8E-465B-A444-BC7ADAD087B1}" type="sibTrans" cxnId="{9ACEB096-EB81-4F47-9658-709DCDFF8410}">
      <dgm:prSet/>
      <dgm:spPr/>
      <dgm:t>
        <a:bodyPr/>
        <a:lstStyle/>
        <a:p>
          <a:endParaRPr lang="en-US"/>
        </a:p>
      </dgm:t>
    </dgm:pt>
    <dgm:pt modelId="{AAD75174-1E71-4815-A91C-6F3C6B0CDFEB}">
      <dgm:prSet/>
      <dgm:spPr/>
      <dgm:t>
        <a:bodyPr/>
        <a:lstStyle/>
        <a:p>
          <a:r>
            <a:rPr lang="en-US" dirty="0"/>
            <a:t>	- </a:t>
          </a:r>
          <a:r>
            <a:rPr lang="pl-PL" dirty="0"/>
            <a:t>technologią </a:t>
          </a:r>
          <a:endParaRPr lang="en-US" dirty="0"/>
        </a:p>
      </dgm:t>
    </dgm:pt>
    <dgm:pt modelId="{94D36D3E-AF1D-4CA9-9056-4D42638516B8}" type="parTrans" cxnId="{B337A5ED-3DBB-40E4-8160-20B8990CEDD5}">
      <dgm:prSet/>
      <dgm:spPr/>
      <dgm:t>
        <a:bodyPr/>
        <a:lstStyle/>
        <a:p>
          <a:endParaRPr lang="en-US"/>
        </a:p>
      </dgm:t>
    </dgm:pt>
    <dgm:pt modelId="{0905B6AB-598E-40DA-951B-7B69A772C111}" type="sibTrans" cxnId="{B337A5ED-3DBB-40E4-8160-20B8990CEDD5}">
      <dgm:prSet/>
      <dgm:spPr/>
      <dgm:t>
        <a:bodyPr/>
        <a:lstStyle/>
        <a:p>
          <a:endParaRPr lang="en-US"/>
        </a:p>
      </dgm:t>
    </dgm:pt>
    <dgm:pt modelId="{99DA4FAE-BD03-421D-A369-E07232BDAD3A}">
      <dgm:prSet/>
      <dgm:spPr/>
      <dgm:t>
        <a:bodyPr/>
        <a:lstStyle/>
        <a:p>
          <a:r>
            <a:rPr lang="en-US" dirty="0"/>
            <a:t>	- </a:t>
          </a:r>
          <a:r>
            <a:rPr lang="pl-PL" dirty="0"/>
            <a:t>klientami </a:t>
          </a:r>
          <a:endParaRPr lang="en-US" dirty="0"/>
        </a:p>
      </dgm:t>
    </dgm:pt>
    <dgm:pt modelId="{4A616E04-CB94-42AB-AD20-44094642E299}" type="parTrans" cxnId="{C2C7B445-FFFA-42EA-AD9C-1B07166C03BB}">
      <dgm:prSet/>
      <dgm:spPr/>
      <dgm:t>
        <a:bodyPr/>
        <a:lstStyle/>
        <a:p>
          <a:endParaRPr lang="en-US"/>
        </a:p>
      </dgm:t>
    </dgm:pt>
    <dgm:pt modelId="{3C52C61C-AC1A-4D4B-A20E-3B8AD52BFDD7}" type="sibTrans" cxnId="{C2C7B445-FFFA-42EA-AD9C-1B07166C03BB}">
      <dgm:prSet/>
      <dgm:spPr/>
      <dgm:t>
        <a:bodyPr/>
        <a:lstStyle/>
        <a:p>
          <a:endParaRPr lang="en-US"/>
        </a:p>
      </dgm:t>
    </dgm:pt>
    <dgm:pt modelId="{96CC9219-38BA-40D5-965C-AD16017220B9}">
      <dgm:prSet/>
      <dgm:spPr/>
      <dgm:t>
        <a:bodyPr/>
        <a:lstStyle/>
        <a:p>
          <a:r>
            <a:rPr lang="en-US" dirty="0"/>
            <a:t>	- </a:t>
          </a:r>
          <a:r>
            <a:rPr lang="pl-PL" dirty="0"/>
            <a:t>konkurencją</a:t>
          </a:r>
          <a:endParaRPr lang="en-US" dirty="0"/>
        </a:p>
      </dgm:t>
    </dgm:pt>
    <dgm:pt modelId="{B5D53ED7-F1B8-40E3-A3F5-45D849D8BE47}" type="parTrans" cxnId="{3B87AD2B-CE60-43A5-9718-59B796E5DC5E}">
      <dgm:prSet/>
      <dgm:spPr/>
      <dgm:t>
        <a:bodyPr/>
        <a:lstStyle/>
        <a:p>
          <a:endParaRPr lang="en-US"/>
        </a:p>
      </dgm:t>
    </dgm:pt>
    <dgm:pt modelId="{227F1A03-F3AD-4968-8FD9-12724AE16CC2}" type="sibTrans" cxnId="{3B87AD2B-CE60-43A5-9718-59B796E5DC5E}">
      <dgm:prSet/>
      <dgm:spPr/>
      <dgm:t>
        <a:bodyPr/>
        <a:lstStyle/>
        <a:p>
          <a:endParaRPr lang="en-US"/>
        </a:p>
      </dgm:t>
    </dgm:pt>
    <dgm:pt modelId="{D0664B9E-5849-48B1-B150-D2F67E503160}" type="pres">
      <dgm:prSet presAssocID="{DF7E71C8-837F-43D1-8233-9AFD5EC9F3CF}" presName="linear" presStyleCnt="0">
        <dgm:presLayoutVars>
          <dgm:animLvl val="lvl"/>
          <dgm:resizeHandles val="exact"/>
        </dgm:presLayoutVars>
      </dgm:prSet>
      <dgm:spPr/>
    </dgm:pt>
    <dgm:pt modelId="{414E3C6E-A022-4672-86A4-68C8879056DC}" type="pres">
      <dgm:prSet presAssocID="{7D55FD57-3AF0-48DF-8AAF-6A2479AC1CB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373FC14-0C53-465E-993A-CC6100A79057}" type="pres">
      <dgm:prSet presAssocID="{8A3B51B2-86DA-4D13-B680-13CD8FC19EE9}" presName="spacer" presStyleCnt="0"/>
      <dgm:spPr/>
    </dgm:pt>
    <dgm:pt modelId="{569A688D-D9D1-4C45-8DDD-285FB6AB97A1}" type="pres">
      <dgm:prSet presAssocID="{D8707A7B-A4A3-4A07-830F-23CEE6327A5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532DEBD-0033-4A3B-B689-4181F5015D2E}" type="pres">
      <dgm:prSet presAssocID="{41F16B5A-1C8E-465B-A444-BC7ADAD087B1}" presName="spacer" presStyleCnt="0"/>
      <dgm:spPr/>
    </dgm:pt>
    <dgm:pt modelId="{1A7430EE-D0C6-4BD0-B2FB-0E9EB9FB0A45}" type="pres">
      <dgm:prSet presAssocID="{AAD75174-1E71-4815-A91C-6F3C6B0CDFE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F5B67C2-7E37-4037-987D-7164B541FB42}" type="pres">
      <dgm:prSet presAssocID="{0905B6AB-598E-40DA-951B-7B69A772C111}" presName="spacer" presStyleCnt="0"/>
      <dgm:spPr/>
    </dgm:pt>
    <dgm:pt modelId="{010EF8BB-8C74-4A1B-BCF1-E2B2B4BD2800}" type="pres">
      <dgm:prSet presAssocID="{99DA4FAE-BD03-421D-A369-E07232BDAD3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7921F26-CC7D-41CD-8663-FDBF89605E54}" type="pres">
      <dgm:prSet presAssocID="{3C52C61C-AC1A-4D4B-A20E-3B8AD52BFDD7}" presName="spacer" presStyleCnt="0"/>
      <dgm:spPr/>
    </dgm:pt>
    <dgm:pt modelId="{171F1EA4-A7AA-416C-BD6B-81BDA6296471}" type="pres">
      <dgm:prSet presAssocID="{96CC9219-38BA-40D5-965C-AD16017220B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295E807-83F7-4332-82C1-45EDE492C604}" type="presOf" srcId="{DF7E71C8-837F-43D1-8233-9AFD5EC9F3CF}" destId="{D0664B9E-5849-48B1-B150-D2F67E503160}" srcOrd="0" destOrd="0" presId="urn:microsoft.com/office/officeart/2005/8/layout/vList2"/>
    <dgm:cxn modelId="{B88E7D16-649A-4275-AFFC-DE4FCB3E24B6}" type="presOf" srcId="{7D55FD57-3AF0-48DF-8AAF-6A2479AC1CB9}" destId="{414E3C6E-A022-4672-86A4-68C8879056DC}" srcOrd="0" destOrd="0" presId="urn:microsoft.com/office/officeart/2005/8/layout/vList2"/>
    <dgm:cxn modelId="{95250A26-D8C7-4FD5-91DF-B402A62B5F75}" type="presOf" srcId="{D8707A7B-A4A3-4A07-830F-23CEE6327A50}" destId="{569A688D-D9D1-4C45-8DDD-285FB6AB97A1}" srcOrd="0" destOrd="0" presId="urn:microsoft.com/office/officeart/2005/8/layout/vList2"/>
    <dgm:cxn modelId="{3B87AD2B-CE60-43A5-9718-59B796E5DC5E}" srcId="{DF7E71C8-837F-43D1-8233-9AFD5EC9F3CF}" destId="{96CC9219-38BA-40D5-965C-AD16017220B9}" srcOrd="4" destOrd="0" parTransId="{B5D53ED7-F1B8-40E3-A3F5-45D849D8BE47}" sibTransId="{227F1A03-F3AD-4968-8FD9-12724AE16CC2}"/>
    <dgm:cxn modelId="{C2C7B445-FFFA-42EA-AD9C-1B07166C03BB}" srcId="{DF7E71C8-837F-43D1-8233-9AFD5EC9F3CF}" destId="{99DA4FAE-BD03-421D-A369-E07232BDAD3A}" srcOrd="3" destOrd="0" parTransId="{4A616E04-CB94-42AB-AD20-44094642E299}" sibTransId="{3C52C61C-AC1A-4D4B-A20E-3B8AD52BFDD7}"/>
    <dgm:cxn modelId="{2A4D5980-DF02-45D1-A413-461741BCA3A1}" srcId="{DF7E71C8-837F-43D1-8233-9AFD5EC9F3CF}" destId="{7D55FD57-3AF0-48DF-8AAF-6A2479AC1CB9}" srcOrd="0" destOrd="0" parTransId="{FB7863D9-455E-406F-B95E-1D74D9DBF0EA}" sibTransId="{8A3B51B2-86DA-4D13-B680-13CD8FC19EE9}"/>
    <dgm:cxn modelId="{9ACEB096-EB81-4F47-9658-709DCDFF8410}" srcId="{DF7E71C8-837F-43D1-8233-9AFD5EC9F3CF}" destId="{D8707A7B-A4A3-4A07-830F-23CEE6327A50}" srcOrd="1" destOrd="0" parTransId="{BDDA5A27-7FED-4A76-BCDF-2E943E106984}" sibTransId="{41F16B5A-1C8E-465B-A444-BC7ADAD087B1}"/>
    <dgm:cxn modelId="{E9F858AE-F83A-42A9-ADCF-3D781C91ACB6}" type="presOf" srcId="{96CC9219-38BA-40D5-965C-AD16017220B9}" destId="{171F1EA4-A7AA-416C-BD6B-81BDA6296471}" srcOrd="0" destOrd="0" presId="urn:microsoft.com/office/officeart/2005/8/layout/vList2"/>
    <dgm:cxn modelId="{8FD7DACB-FA6F-4F9D-9103-FCBBF5F1CBE2}" type="presOf" srcId="{AAD75174-1E71-4815-A91C-6F3C6B0CDFEB}" destId="{1A7430EE-D0C6-4BD0-B2FB-0E9EB9FB0A45}" srcOrd="0" destOrd="0" presId="urn:microsoft.com/office/officeart/2005/8/layout/vList2"/>
    <dgm:cxn modelId="{B337A5ED-3DBB-40E4-8160-20B8990CEDD5}" srcId="{DF7E71C8-837F-43D1-8233-9AFD5EC9F3CF}" destId="{AAD75174-1E71-4815-A91C-6F3C6B0CDFEB}" srcOrd="2" destOrd="0" parTransId="{94D36D3E-AF1D-4CA9-9056-4D42638516B8}" sibTransId="{0905B6AB-598E-40DA-951B-7B69A772C111}"/>
    <dgm:cxn modelId="{C3A47EFC-8DCE-44AF-B35D-9231C3006E97}" type="presOf" srcId="{99DA4FAE-BD03-421D-A369-E07232BDAD3A}" destId="{010EF8BB-8C74-4A1B-BCF1-E2B2B4BD2800}" srcOrd="0" destOrd="0" presId="urn:microsoft.com/office/officeart/2005/8/layout/vList2"/>
    <dgm:cxn modelId="{EE57F367-6AE1-47DB-955B-9CF088966A4D}" type="presParOf" srcId="{D0664B9E-5849-48B1-B150-D2F67E503160}" destId="{414E3C6E-A022-4672-86A4-68C8879056DC}" srcOrd="0" destOrd="0" presId="urn:microsoft.com/office/officeart/2005/8/layout/vList2"/>
    <dgm:cxn modelId="{0571799A-4133-432E-9594-FFA5BFFE009E}" type="presParOf" srcId="{D0664B9E-5849-48B1-B150-D2F67E503160}" destId="{F373FC14-0C53-465E-993A-CC6100A79057}" srcOrd="1" destOrd="0" presId="urn:microsoft.com/office/officeart/2005/8/layout/vList2"/>
    <dgm:cxn modelId="{CD7276B9-DBC4-42AC-A878-05BF78791F57}" type="presParOf" srcId="{D0664B9E-5849-48B1-B150-D2F67E503160}" destId="{569A688D-D9D1-4C45-8DDD-285FB6AB97A1}" srcOrd="2" destOrd="0" presId="urn:microsoft.com/office/officeart/2005/8/layout/vList2"/>
    <dgm:cxn modelId="{E7D08594-4CB9-493F-8FB1-9C335E29A184}" type="presParOf" srcId="{D0664B9E-5849-48B1-B150-D2F67E503160}" destId="{5532DEBD-0033-4A3B-B689-4181F5015D2E}" srcOrd="3" destOrd="0" presId="urn:microsoft.com/office/officeart/2005/8/layout/vList2"/>
    <dgm:cxn modelId="{39BD2156-2BC0-4721-B628-545138F7944E}" type="presParOf" srcId="{D0664B9E-5849-48B1-B150-D2F67E503160}" destId="{1A7430EE-D0C6-4BD0-B2FB-0E9EB9FB0A45}" srcOrd="4" destOrd="0" presId="urn:microsoft.com/office/officeart/2005/8/layout/vList2"/>
    <dgm:cxn modelId="{00FB4660-C2D0-4C35-86CF-3898461CD815}" type="presParOf" srcId="{D0664B9E-5849-48B1-B150-D2F67E503160}" destId="{7F5B67C2-7E37-4037-987D-7164B541FB42}" srcOrd="5" destOrd="0" presId="urn:microsoft.com/office/officeart/2005/8/layout/vList2"/>
    <dgm:cxn modelId="{B7543BAF-2A32-40BC-9BA8-AEA414F9DCC2}" type="presParOf" srcId="{D0664B9E-5849-48B1-B150-D2F67E503160}" destId="{010EF8BB-8C74-4A1B-BCF1-E2B2B4BD2800}" srcOrd="6" destOrd="0" presId="urn:microsoft.com/office/officeart/2005/8/layout/vList2"/>
    <dgm:cxn modelId="{AA82BBBF-DD37-4E43-9457-846F49821883}" type="presParOf" srcId="{D0664B9E-5849-48B1-B150-D2F67E503160}" destId="{A7921F26-CC7D-41CD-8663-FDBF89605E54}" srcOrd="7" destOrd="0" presId="urn:microsoft.com/office/officeart/2005/8/layout/vList2"/>
    <dgm:cxn modelId="{2EBF5F8F-ADA0-4DE2-9A20-5FA412A10439}" type="presParOf" srcId="{D0664B9E-5849-48B1-B150-D2F67E503160}" destId="{171F1EA4-A7AA-416C-BD6B-81BDA629647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9E55288-8B2E-49DD-B9EB-2F292F39A7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8D5565-9111-4E86-B13B-8057CF7374B6}">
      <dgm:prSet/>
      <dgm:spPr/>
      <dgm:t>
        <a:bodyPr/>
        <a:lstStyle/>
        <a:p>
          <a:r>
            <a:rPr lang="pl-PL"/>
            <a:t>MVP (Minimum Viable Product) to najprostsza wersja produktu, która pozwala przetestować kluczową wartość biznesową przy minimalnym nakładzie pracy.</a:t>
          </a:r>
          <a:endParaRPr lang="en-US"/>
        </a:p>
      </dgm:t>
    </dgm:pt>
    <dgm:pt modelId="{F2970E5C-8A8B-4C55-A5AD-A68854B6D47C}" type="parTrans" cxnId="{20FCA867-CB36-4442-A19E-5EF7A75F5F24}">
      <dgm:prSet/>
      <dgm:spPr/>
      <dgm:t>
        <a:bodyPr/>
        <a:lstStyle/>
        <a:p>
          <a:endParaRPr lang="en-US"/>
        </a:p>
      </dgm:t>
    </dgm:pt>
    <dgm:pt modelId="{74814768-7E95-4E28-AC08-08448A45B3CF}" type="sibTrans" cxnId="{20FCA867-CB36-4442-A19E-5EF7A75F5F24}">
      <dgm:prSet/>
      <dgm:spPr/>
      <dgm:t>
        <a:bodyPr/>
        <a:lstStyle/>
        <a:p>
          <a:endParaRPr lang="en-US"/>
        </a:p>
      </dgm:t>
    </dgm:pt>
    <dgm:pt modelId="{AEF2D366-1AA8-4F73-A340-6964843D79C3}">
      <dgm:prSet/>
      <dgm:spPr/>
      <dgm:t>
        <a:bodyPr/>
        <a:lstStyle/>
        <a:p>
          <a:r>
            <a:rPr lang="pl-PL"/>
            <a:t>Nie jest to produkt pełny, tylko eksperyment rynkowy.</a:t>
          </a:r>
          <a:endParaRPr lang="en-US"/>
        </a:p>
      </dgm:t>
    </dgm:pt>
    <dgm:pt modelId="{395EEF12-4106-44FD-AACD-6EA4A0354B92}" type="parTrans" cxnId="{29268C28-195A-4577-8339-D26ECAF33487}">
      <dgm:prSet/>
      <dgm:spPr/>
      <dgm:t>
        <a:bodyPr/>
        <a:lstStyle/>
        <a:p>
          <a:endParaRPr lang="en-US"/>
        </a:p>
      </dgm:t>
    </dgm:pt>
    <dgm:pt modelId="{E68D997B-157B-4DBE-B0D7-ADE3EFC7CFF8}" type="sibTrans" cxnId="{29268C28-195A-4577-8339-D26ECAF33487}">
      <dgm:prSet/>
      <dgm:spPr/>
      <dgm:t>
        <a:bodyPr/>
        <a:lstStyle/>
        <a:p>
          <a:endParaRPr lang="en-US"/>
        </a:p>
      </dgm:t>
    </dgm:pt>
    <dgm:pt modelId="{3D62B977-486A-4FB6-962C-6AC38B0EB34C}">
      <dgm:prSet/>
      <dgm:spPr/>
      <dgm:t>
        <a:bodyPr/>
        <a:lstStyle/>
        <a:p>
          <a:r>
            <a:rPr lang="pl-PL"/>
            <a:t>MVP nie ma być idealne. Ma odpowiedzieć na jedno pytanie: czy klient w ogóle chce tego produktu?</a:t>
          </a:r>
          <a:endParaRPr lang="en-US"/>
        </a:p>
      </dgm:t>
    </dgm:pt>
    <dgm:pt modelId="{CF4892A1-9E31-492D-B9AC-036890B9D53B}" type="parTrans" cxnId="{AFBCC4B0-C8D8-4E05-B908-182EA96E95E1}">
      <dgm:prSet/>
      <dgm:spPr/>
      <dgm:t>
        <a:bodyPr/>
        <a:lstStyle/>
        <a:p>
          <a:endParaRPr lang="en-US"/>
        </a:p>
      </dgm:t>
    </dgm:pt>
    <dgm:pt modelId="{E9291313-A7E1-4453-9546-856565759AAE}" type="sibTrans" cxnId="{AFBCC4B0-C8D8-4E05-B908-182EA96E95E1}">
      <dgm:prSet/>
      <dgm:spPr/>
      <dgm:t>
        <a:bodyPr/>
        <a:lstStyle/>
        <a:p>
          <a:endParaRPr lang="en-US"/>
        </a:p>
      </dgm:t>
    </dgm:pt>
    <dgm:pt modelId="{AE197083-29D4-45A9-8E77-1CB4E502F3F2}" type="pres">
      <dgm:prSet presAssocID="{09E55288-8B2E-49DD-B9EB-2F292F39A76E}" presName="root" presStyleCnt="0">
        <dgm:presLayoutVars>
          <dgm:dir/>
          <dgm:resizeHandles val="exact"/>
        </dgm:presLayoutVars>
      </dgm:prSet>
      <dgm:spPr/>
    </dgm:pt>
    <dgm:pt modelId="{5877C346-82B7-40B9-8F01-9E13273CB6F6}" type="pres">
      <dgm:prSet presAssocID="{AC8D5565-9111-4E86-B13B-8057CF7374B6}" presName="compNode" presStyleCnt="0"/>
      <dgm:spPr/>
    </dgm:pt>
    <dgm:pt modelId="{F93537F2-556D-4949-B1B8-7FF23E04C5AC}" type="pres">
      <dgm:prSet presAssocID="{AC8D5565-9111-4E86-B13B-8057CF7374B6}" presName="bgRect" presStyleLbl="bgShp" presStyleIdx="0" presStyleCnt="3"/>
      <dgm:spPr/>
    </dgm:pt>
    <dgm:pt modelId="{6D0AA653-3AB4-4F10-99E6-A9D68B65E4C2}" type="pres">
      <dgm:prSet presAssocID="{AC8D5565-9111-4E86-B13B-8057CF7374B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gloo"/>
        </a:ext>
      </dgm:extLst>
    </dgm:pt>
    <dgm:pt modelId="{CAC76A76-0FF8-4439-90B2-2D569F509AB1}" type="pres">
      <dgm:prSet presAssocID="{AC8D5565-9111-4E86-B13B-8057CF7374B6}" presName="spaceRect" presStyleCnt="0"/>
      <dgm:spPr/>
    </dgm:pt>
    <dgm:pt modelId="{084D0FB7-D083-49D7-82BE-BE92D68AF288}" type="pres">
      <dgm:prSet presAssocID="{AC8D5565-9111-4E86-B13B-8057CF7374B6}" presName="parTx" presStyleLbl="revTx" presStyleIdx="0" presStyleCnt="3">
        <dgm:presLayoutVars>
          <dgm:chMax val="0"/>
          <dgm:chPref val="0"/>
        </dgm:presLayoutVars>
      </dgm:prSet>
      <dgm:spPr/>
    </dgm:pt>
    <dgm:pt modelId="{D8AC5034-40FD-4887-897F-ECFB91D5B70E}" type="pres">
      <dgm:prSet presAssocID="{74814768-7E95-4E28-AC08-08448A45B3CF}" presName="sibTrans" presStyleCnt="0"/>
      <dgm:spPr/>
    </dgm:pt>
    <dgm:pt modelId="{69A58400-DCBE-4AB7-ADC9-B08B8456C6C4}" type="pres">
      <dgm:prSet presAssocID="{AEF2D366-1AA8-4F73-A340-6964843D79C3}" presName="compNode" presStyleCnt="0"/>
      <dgm:spPr/>
    </dgm:pt>
    <dgm:pt modelId="{DEC431E4-1AF2-4329-88DB-3458916FD4AA}" type="pres">
      <dgm:prSet presAssocID="{AEF2D366-1AA8-4F73-A340-6964843D79C3}" presName="bgRect" presStyleLbl="bgShp" presStyleIdx="1" presStyleCnt="3"/>
      <dgm:spPr/>
    </dgm:pt>
    <dgm:pt modelId="{41088750-AD97-4932-B0D7-40AE58A76B31}" type="pres">
      <dgm:prSet presAssocID="{AEF2D366-1AA8-4F73-A340-6964843D79C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10D7C1CB-E344-46E0-8D5E-7C1F637A8B7E}" type="pres">
      <dgm:prSet presAssocID="{AEF2D366-1AA8-4F73-A340-6964843D79C3}" presName="spaceRect" presStyleCnt="0"/>
      <dgm:spPr/>
    </dgm:pt>
    <dgm:pt modelId="{C26AE146-A306-4CFE-91D3-6A14233A7ACA}" type="pres">
      <dgm:prSet presAssocID="{AEF2D366-1AA8-4F73-A340-6964843D79C3}" presName="parTx" presStyleLbl="revTx" presStyleIdx="1" presStyleCnt="3">
        <dgm:presLayoutVars>
          <dgm:chMax val="0"/>
          <dgm:chPref val="0"/>
        </dgm:presLayoutVars>
      </dgm:prSet>
      <dgm:spPr/>
    </dgm:pt>
    <dgm:pt modelId="{6680DBC1-4B32-4582-B110-81F24E2493DD}" type="pres">
      <dgm:prSet presAssocID="{E68D997B-157B-4DBE-B0D7-ADE3EFC7CFF8}" presName="sibTrans" presStyleCnt="0"/>
      <dgm:spPr/>
    </dgm:pt>
    <dgm:pt modelId="{088D695C-F556-4CD6-B636-7511F7FC6B92}" type="pres">
      <dgm:prSet presAssocID="{3D62B977-486A-4FB6-962C-6AC38B0EB34C}" presName="compNode" presStyleCnt="0"/>
      <dgm:spPr/>
    </dgm:pt>
    <dgm:pt modelId="{169BBA3E-69A0-42F4-867C-16EF71BFAB02}" type="pres">
      <dgm:prSet presAssocID="{3D62B977-486A-4FB6-962C-6AC38B0EB34C}" presName="bgRect" presStyleLbl="bgShp" presStyleIdx="2" presStyleCnt="3"/>
      <dgm:spPr/>
    </dgm:pt>
    <dgm:pt modelId="{1FF958A3-0F45-4DBF-803E-1DB2595F6E36}" type="pres">
      <dgm:prSet presAssocID="{3D62B977-486A-4FB6-962C-6AC38B0EB34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tania"/>
        </a:ext>
      </dgm:extLst>
    </dgm:pt>
    <dgm:pt modelId="{3A8E8F39-802E-4571-ACBD-DB5CD89DEE13}" type="pres">
      <dgm:prSet presAssocID="{3D62B977-486A-4FB6-962C-6AC38B0EB34C}" presName="spaceRect" presStyleCnt="0"/>
      <dgm:spPr/>
    </dgm:pt>
    <dgm:pt modelId="{CC7D3B2C-8FDB-42DC-BC8B-DF4076DC9AC6}" type="pres">
      <dgm:prSet presAssocID="{3D62B977-486A-4FB6-962C-6AC38B0EB34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9268C28-195A-4577-8339-D26ECAF33487}" srcId="{09E55288-8B2E-49DD-B9EB-2F292F39A76E}" destId="{AEF2D366-1AA8-4F73-A340-6964843D79C3}" srcOrd="1" destOrd="0" parTransId="{395EEF12-4106-44FD-AACD-6EA4A0354B92}" sibTransId="{E68D997B-157B-4DBE-B0D7-ADE3EFC7CFF8}"/>
    <dgm:cxn modelId="{463A1844-3EB0-49E8-8D7A-4E5743A9DF53}" type="presOf" srcId="{3D62B977-486A-4FB6-962C-6AC38B0EB34C}" destId="{CC7D3B2C-8FDB-42DC-BC8B-DF4076DC9AC6}" srcOrd="0" destOrd="0" presId="urn:microsoft.com/office/officeart/2018/2/layout/IconVerticalSolidList"/>
    <dgm:cxn modelId="{20FCA867-CB36-4442-A19E-5EF7A75F5F24}" srcId="{09E55288-8B2E-49DD-B9EB-2F292F39A76E}" destId="{AC8D5565-9111-4E86-B13B-8057CF7374B6}" srcOrd="0" destOrd="0" parTransId="{F2970E5C-8A8B-4C55-A5AD-A68854B6D47C}" sibTransId="{74814768-7E95-4E28-AC08-08448A45B3CF}"/>
    <dgm:cxn modelId="{DB3668A6-0CB1-43F5-8598-8534E7B37B1D}" type="presOf" srcId="{AEF2D366-1AA8-4F73-A340-6964843D79C3}" destId="{C26AE146-A306-4CFE-91D3-6A14233A7ACA}" srcOrd="0" destOrd="0" presId="urn:microsoft.com/office/officeart/2018/2/layout/IconVerticalSolidList"/>
    <dgm:cxn modelId="{AFBCC4B0-C8D8-4E05-B908-182EA96E95E1}" srcId="{09E55288-8B2E-49DD-B9EB-2F292F39A76E}" destId="{3D62B977-486A-4FB6-962C-6AC38B0EB34C}" srcOrd="2" destOrd="0" parTransId="{CF4892A1-9E31-492D-B9AC-036890B9D53B}" sibTransId="{E9291313-A7E1-4453-9546-856565759AAE}"/>
    <dgm:cxn modelId="{DECD37B9-2542-4D1D-B8C5-69ED5806E923}" type="presOf" srcId="{AC8D5565-9111-4E86-B13B-8057CF7374B6}" destId="{084D0FB7-D083-49D7-82BE-BE92D68AF288}" srcOrd="0" destOrd="0" presId="urn:microsoft.com/office/officeart/2018/2/layout/IconVerticalSolidList"/>
    <dgm:cxn modelId="{2BD815FC-056E-4AE0-9685-1F3747CF7F42}" type="presOf" srcId="{09E55288-8B2E-49DD-B9EB-2F292F39A76E}" destId="{AE197083-29D4-45A9-8E77-1CB4E502F3F2}" srcOrd="0" destOrd="0" presId="urn:microsoft.com/office/officeart/2018/2/layout/IconVerticalSolidList"/>
    <dgm:cxn modelId="{465446DF-5E1A-47F3-85FE-1203DE44A6A4}" type="presParOf" srcId="{AE197083-29D4-45A9-8E77-1CB4E502F3F2}" destId="{5877C346-82B7-40B9-8F01-9E13273CB6F6}" srcOrd="0" destOrd="0" presId="urn:microsoft.com/office/officeart/2018/2/layout/IconVerticalSolidList"/>
    <dgm:cxn modelId="{D1BD6035-C13C-4266-A20C-C9B12C7660DE}" type="presParOf" srcId="{5877C346-82B7-40B9-8F01-9E13273CB6F6}" destId="{F93537F2-556D-4949-B1B8-7FF23E04C5AC}" srcOrd="0" destOrd="0" presId="urn:microsoft.com/office/officeart/2018/2/layout/IconVerticalSolidList"/>
    <dgm:cxn modelId="{15E27795-8ABF-4A36-80FF-9A7751D6239D}" type="presParOf" srcId="{5877C346-82B7-40B9-8F01-9E13273CB6F6}" destId="{6D0AA653-3AB4-4F10-99E6-A9D68B65E4C2}" srcOrd="1" destOrd="0" presId="urn:microsoft.com/office/officeart/2018/2/layout/IconVerticalSolidList"/>
    <dgm:cxn modelId="{2D8BA0CE-5A68-44C1-8D77-68ABB87F49E1}" type="presParOf" srcId="{5877C346-82B7-40B9-8F01-9E13273CB6F6}" destId="{CAC76A76-0FF8-4439-90B2-2D569F509AB1}" srcOrd="2" destOrd="0" presId="urn:microsoft.com/office/officeart/2018/2/layout/IconVerticalSolidList"/>
    <dgm:cxn modelId="{B98C2355-C8B1-41B8-83E1-C4A46173BF92}" type="presParOf" srcId="{5877C346-82B7-40B9-8F01-9E13273CB6F6}" destId="{084D0FB7-D083-49D7-82BE-BE92D68AF288}" srcOrd="3" destOrd="0" presId="urn:microsoft.com/office/officeart/2018/2/layout/IconVerticalSolidList"/>
    <dgm:cxn modelId="{D9FB0B43-5A2F-4CF6-98BF-4512BD5A8A7E}" type="presParOf" srcId="{AE197083-29D4-45A9-8E77-1CB4E502F3F2}" destId="{D8AC5034-40FD-4887-897F-ECFB91D5B70E}" srcOrd="1" destOrd="0" presId="urn:microsoft.com/office/officeart/2018/2/layout/IconVerticalSolidList"/>
    <dgm:cxn modelId="{6E932758-B152-4F6B-9FAD-132BE891C3DC}" type="presParOf" srcId="{AE197083-29D4-45A9-8E77-1CB4E502F3F2}" destId="{69A58400-DCBE-4AB7-ADC9-B08B8456C6C4}" srcOrd="2" destOrd="0" presId="urn:microsoft.com/office/officeart/2018/2/layout/IconVerticalSolidList"/>
    <dgm:cxn modelId="{C93C8287-D325-4519-B123-347A24022F3E}" type="presParOf" srcId="{69A58400-DCBE-4AB7-ADC9-B08B8456C6C4}" destId="{DEC431E4-1AF2-4329-88DB-3458916FD4AA}" srcOrd="0" destOrd="0" presId="urn:microsoft.com/office/officeart/2018/2/layout/IconVerticalSolidList"/>
    <dgm:cxn modelId="{41D581A6-E3FA-41F0-B513-1CBEF251C2A6}" type="presParOf" srcId="{69A58400-DCBE-4AB7-ADC9-B08B8456C6C4}" destId="{41088750-AD97-4932-B0D7-40AE58A76B31}" srcOrd="1" destOrd="0" presId="urn:microsoft.com/office/officeart/2018/2/layout/IconVerticalSolidList"/>
    <dgm:cxn modelId="{812E37E7-7CDF-4820-B8E3-ABDA70CA8CF6}" type="presParOf" srcId="{69A58400-DCBE-4AB7-ADC9-B08B8456C6C4}" destId="{10D7C1CB-E344-46E0-8D5E-7C1F637A8B7E}" srcOrd="2" destOrd="0" presId="urn:microsoft.com/office/officeart/2018/2/layout/IconVerticalSolidList"/>
    <dgm:cxn modelId="{2DAD15C2-C810-4FAC-81A7-F344C6B782BE}" type="presParOf" srcId="{69A58400-DCBE-4AB7-ADC9-B08B8456C6C4}" destId="{C26AE146-A306-4CFE-91D3-6A14233A7ACA}" srcOrd="3" destOrd="0" presId="urn:microsoft.com/office/officeart/2018/2/layout/IconVerticalSolidList"/>
    <dgm:cxn modelId="{7075809A-6544-46A0-8304-20D262D95A28}" type="presParOf" srcId="{AE197083-29D4-45A9-8E77-1CB4E502F3F2}" destId="{6680DBC1-4B32-4582-B110-81F24E2493DD}" srcOrd="3" destOrd="0" presId="urn:microsoft.com/office/officeart/2018/2/layout/IconVerticalSolidList"/>
    <dgm:cxn modelId="{65B1A0E0-FABD-490B-987C-43C9877D5BB3}" type="presParOf" srcId="{AE197083-29D4-45A9-8E77-1CB4E502F3F2}" destId="{088D695C-F556-4CD6-B636-7511F7FC6B92}" srcOrd="4" destOrd="0" presId="urn:microsoft.com/office/officeart/2018/2/layout/IconVerticalSolidList"/>
    <dgm:cxn modelId="{4DF52986-2C94-46BC-8AFE-D2BC1A8E63F0}" type="presParOf" srcId="{088D695C-F556-4CD6-B636-7511F7FC6B92}" destId="{169BBA3E-69A0-42F4-867C-16EF71BFAB02}" srcOrd="0" destOrd="0" presId="urn:microsoft.com/office/officeart/2018/2/layout/IconVerticalSolidList"/>
    <dgm:cxn modelId="{E8E11F5D-3D9C-4A75-A4FE-A979687C7ED3}" type="presParOf" srcId="{088D695C-F556-4CD6-B636-7511F7FC6B92}" destId="{1FF958A3-0F45-4DBF-803E-1DB2595F6E36}" srcOrd="1" destOrd="0" presId="urn:microsoft.com/office/officeart/2018/2/layout/IconVerticalSolidList"/>
    <dgm:cxn modelId="{FB40C7E5-55FD-423F-9395-FBD82FFD694A}" type="presParOf" srcId="{088D695C-F556-4CD6-B636-7511F7FC6B92}" destId="{3A8E8F39-802E-4571-ACBD-DB5CD89DEE13}" srcOrd="2" destOrd="0" presId="urn:microsoft.com/office/officeart/2018/2/layout/IconVerticalSolidList"/>
    <dgm:cxn modelId="{B8737EFD-0CAF-46C3-A7BB-FECE6E29EC9B}" type="presParOf" srcId="{088D695C-F556-4CD6-B636-7511F7FC6B92}" destId="{CC7D3B2C-8FDB-42DC-BC8B-DF4076DC9A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93D9FD0-E43E-4A50-AE9E-F2FCF917D3A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6DF8E0-90B0-4353-8990-F34279306264}">
      <dgm:prSet/>
      <dgm:spPr/>
      <dgm:t>
        <a:bodyPr/>
        <a:lstStyle/>
        <a:p>
          <a:r>
            <a:rPr lang="pl-PL"/>
            <a:t>MMP (Minimum Marketable Product) to najmniejszy produkt, który można skutecznie sprzedawać na rynku.</a:t>
          </a:r>
          <a:endParaRPr lang="en-US"/>
        </a:p>
      </dgm:t>
    </dgm:pt>
    <dgm:pt modelId="{4148130A-DF10-4AC4-9AD9-76D4378764E6}" type="parTrans" cxnId="{146EC523-2794-44F1-B755-836846B719E2}">
      <dgm:prSet/>
      <dgm:spPr/>
      <dgm:t>
        <a:bodyPr/>
        <a:lstStyle/>
        <a:p>
          <a:endParaRPr lang="en-US"/>
        </a:p>
      </dgm:t>
    </dgm:pt>
    <dgm:pt modelId="{C0D6D35B-F6F5-4AD3-97D4-7AA9CC9B7502}" type="sibTrans" cxnId="{146EC523-2794-44F1-B755-836846B719E2}">
      <dgm:prSet/>
      <dgm:spPr/>
      <dgm:t>
        <a:bodyPr/>
        <a:lstStyle/>
        <a:p>
          <a:endParaRPr lang="en-US"/>
        </a:p>
      </dgm:t>
    </dgm:pt>
    <dgm:pt modelId="{32E9D031-3D25-4555-A1CA-F222647C3A59}">
      <dgm:prSet/>
      <dgm:spPr/>
      <dgm:t>
        <a:bodyPr/>
        <a:lstStyle/>
        <a:p>
          <a:r>
            <a:rPr lang="pl-PL"/>
            <a:t>MMF (Minimum Marketable Feature) to najmniejsza funkcja, która sama w sobie dostarcza wartość użytkownikowi.</a:t>
          </a:r>
          <a:endParaRPr lang="en-US"/>
        </a:p>
      </dgm:t>
    </dgm:pt>
    <dgm:pt modelId="{47B61035-1F10-45E0-816D-1A7737D1D65B}" type="parTrans" cxnId="{49654D8A-0E5E-432A-A36D-A55798A59B19}">
      <dgm:prSet/>
      <dgm:spPr/>
      <dgm:t>
        <a:bodyPr/>
        <a:lstStyle/>
        <a:p>
          <a:endParaRPr lang="en-US"/>
        </a:p>
      </dgm:t>
    </dgm:pt>
    <dgm:pt modelId="{30BE8DA4-260A-4846-ACC9-7DA57D7C50CF}" type="sibTrans" cxnId="{49654D8A-0E5E-432A-A36D-A55798A59B19}">
      <dgm:prSet/>
      <dgm:spPr/>
      <dgm:t>
        <a:bodyPr/>
        <a:lstStyle/>
        <a:p>
          <a:endParaRPr lang="en-US"/>
        </a:p>
      </dgm:t>
    </dgm:pt>
    <dgm:pt modelId="{ACFBC162-55EA-4157-A9B9-ACF54B08CD4B}" type="pres">
      <dgm:prSet presAssocID="{D93D9FD0-E43E-4A50-AE9E-F2FCF917D3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6C2D0B-EE41-417A-9BEA-5802CC63F603}" type="pres">
      <dgm:prSet presAssocID="{976DF8E0-90B0-4353-8990-F34279306264}" presName="hierRoot1" presStyleCnt="0"/>
      <dgm:spPr/>
    </dgm:pt>
    <dgm:pt modelId="{2DA1B59F-B376-4286-AEF5-4AFACB790FED}" type="pres">
      <dgm:prSet presAssocID="{976DF8E0-90B0-4353-8990-F34279306264}" presName="composite" presStyleCnt="0"/>
      <dgm:spPr/>
    </dgm:pt>
    <dgm:pt modelId="{0C4C0347-04FE-4712-8149-F274414DBA29}" type="pres">
      <dgm:prSet presAssocID="{976DF8E0-90B0-4353-8990-F34279306264}" presName="background" presStyleLbl="node0" presStyleIdx="0" presStyleCnt="2"/>
      <dgm:spPr/>
    </dgm:pt>
    <dgm:pt modelId="{0C3FF678-11EC-4E1F-AE70-33DADE3E2D6A}" type="pres">
      <dgm:prSet presAssocID="{976DF8E0-90B0-4353-8990-F34279306264}" presName="text" presStyleLbl="fgAcc0" presStyleIdx="0" presStyleCnt="2">
        <dgm:presLayoutVars>
          <dgm:chPref val="3"/>
        </dgm:presLayoutVars>
      </dgm:prSet>
      <dgm:spPr/>
    </dgm:pt>
    <dgm:pt modelId="{39318DE9-30A7-475E-AB13-FB527AEA7CCF}" type="pres">
      <dgm:prSet presAssocID="{976DF8E0-90B0-4353-8990-F34279306264}" presName="hierChild2" presStyleCnt="0"/>
      <dgm:spPr/>
    </dgm:pt>
    <dgm:pt modelId="{EC88CE9A-D9F4-4C75-8C64-2F8ABE773BE5}" type="pres">
      <dgm:prSet presAssocID="{32E9D031-3D25-4555-A1CA-F222647C3A59}" presName="hierRoot1" presStyleCnt="0"/>
      <dgm:spPr/>
    </dgm:pt>
    <dgm:pt modelId="{1044C0AD-2163-4D1D-9E4A-65F6832A595F}" type="pres">
      <dgm:prSet presAssocID="{32E9D031-3D25-4555-A1CA-F222647C3A59}" presName="composite" presStyleCnt="0"/>
      <dgm:spPr/>
    </dgm:pt>
    <dgm:pt modelId="{D39A3C7B-E29D-44AE-A341-9B6AEEC8196E}" type="pres">
      <dgm:prSet presAssocID="{32E9D031-3D25-4555-A1CA-F222647C3A59}" presName="background" presStyleLbl="node0" presStyleIdx="1" presStyleCnt="2"/>
      <dgm:spPr/>
    </dgm:pt>
    <dgm:pt modelId="{DA4322EF-D0F1-4CE5-918F-DB8C81187CA3}" type="pres">
      <dgm:prSet presAssocID="{32E9D031-3D25-4555-A1CA-F222647C3A59}" presName="text" presStyleLbl="fgAcc0" presStyleIdx="1" presStyleCnt="2">
        <dgm:presLayoutVars>
          <dgm:chPref val="3"/>
        </dgm:presLayoutVars>
      </dgm:prSet>
      <dgm:spPr/>
    </dgm:pt>
    <dgm:pt modelId="{3C44F085-17F1-44A7-B9EE-1191544AA4EF}" type="pres">
      <dgm:prSet presAssocID="{32E9D031-3D25-4555-A1CA-F222647C3A59}" presName="hierChild2" presStyleCnt="0"/>
      <dgm:spPr/>
    </dgm:pt>
  </dgm:ptLst>
  <dgm:cxnLst>
    <dgm:cxn modelId="{146EC523-2794-44F1-B755-836846B719E2}" srcId="{D93D9FD0-E43E-4A50-AE9E-F2FCF917D3A1}" destId="{976DF8E0-90B0-4353-8990-F34279306264}" srcOrd="0" destOrd="0" parTransId="{4148130A-DF10-4AC4-9AD9-76D4378764E6}" sibTransId="{C0D6D35B-F6F5-4AD3-97D4-7AA9CC9B7502}"/>
    <dgm:cxn modelId="{F3EE9671-E4E3-4D54-ABE5-F2BC7F2C66C5}" type="presOf" srcId="{976DF8E0-90B0-4353-8990-F34279306264}" destId="{0C3FF678-11EC-4E1F-AE70-33DADE3E2D6A}" srcOrd="0" destOrd="0" presId="urn:microsoft.com/office/officeart/2005/8/layout/hierarchy1"/>
    <dgm:cxn modelId="{49654D8A-0E5E-432A-A36D-A55798A59B19}" srcId="{D93D9FD0-E43E-4A50-AE9E-F2FCF917D3A1}" destId="{32E9D031-3D25-4555-A1CA-F222647C3A59}" srcOrd="1" destOrd="0" parTransId="{47B61035-1F10-45E0-816D-1A7737D1D65B}" sibTransId="{30BE8DA4-260A-4846-ACC9-7DA57D7C50CF}"/>
    <dgm:cxn modelId="{3ED2659F-EFAB-474E-BE05-AEEAC1F00BAF}" type="presOf" srcId="{32E9D031-3D25-4555-A1CA-F222647C3A59}" destId="{DA4322EF-D0F1-4CE5-918F-DB8C81187CA3}" srcOrd="0" destOrd="0" presId="urn:microsoft.com/office/officeart/2005/8/layout/hierarchy1"/>
    <dgm:cxn modelId="{C9B71ABC-24E1-42C1-8C6F-E2315B3779B7}" type="presOf" srcId="{D93D9FD0-E43E-4A50-AE9E-F2FCF917D3A1}" destId="{ACFBC162-55EA-4157-A9B9-ACF54B08CD4B}" srcOrd="0" destOrd="0" presId="urn:microsoft.com/office/officeart/2005/8/layout/hierarchy1"/>
    <dgm:cxn modelId="{B3FF8D54-1B12-492B-A64B-A881312CBE81}" type="presParOf" srcId="{ACFBC162-55EA-4157-A9B9-ACF54B08CD4B}" destId="{946C2D0B-EE41-417A-9BEA-5802CC63F603}" srcOrd="0" destOrd="0" presId="urn:microsoft.com/office/officeart/2005/8/layout/hierarchy1"/>
    <dgm:cxn modelId="{1B236462-B7BC-42FF-9851-CFE0FC17BC65}" type="presParOf" srcId="{946C2D0B-EE41-417A-9BEA-5802CC63F603}" destId="{2DA1B59F-B376-4286-AEF5-4AFACB790FED}" srcOrd="0" destOrd="0" presId="urn:microsoft.com/office/officeart/2005/8/layout/hierarchy1"/>
    <dgm:cxn modelId="{DD2BC030-2DE6-4325-8E73-32C25A3B91AC}" type="presParOf" srcId="{2DA1B59F-B376-4286-AEF5-4AFACB790FED}" destId="{0C4C0347-04FE-4712-8149-F274414DBA29}" srcOrd="0" destOrd="0" presId="urn:microsoft.com/office/officeart/2005/8/layout/hierarchy1"/>
    <dgm:cxn modelId="{EDB9B958-CC54-4692-AB28-A81DF8FCA5FF}" type="presParOf" srcId="{2DA1B59F-B376-4286-AEF5-4AFACB790FED}" destId="{0C3FF678-11EC-4E1F-AE70-33DADE3E2D6A}" srcOrd="1" destOrd="0" presId="urn:microsoft.com/office/officeart/2005/8/layout/hierarchy1"/>
    <dgm:cxn modelId="{7E03A64A-C30F-4344-842D-B3EE7AB82D94}" type="presParOf" srcId="{946C2D0B-EE41-417A-9BEA-5802CC63F603}" destId="{39318DE9-30A7-475E-AB13-FB527AEA7CCF}" srcOrd="1" destOrd="0" presId="urn:microsoft.com/office/officeart/2005/8/layout/hierarchy1"/>
    <dgm:cxn modelId="{EB9E0DBE-3E6A-48CA-99E8-EE831FD232D5}" type="presParOf" srcId="{ACFBC162-55EA-4157-A9B9-ACF54B08CD4B}" destId="{EC88CE9A-D9F4-4C75-8C64-2F8ABE773BE5}" srcOrd="1" destOrd="0" presId="urn:microsoft.com/office/officeart/2005/8/layout/hierarchy1"/>
    <dgm:cxn modelId="{62B11703-9560-4750-9813-D1EF86A35415}" type="presParOf" srcId="{EC88CE9A-D9F4-4C75-8C64-2F8ABE773BE5}" destId="{1044C0AD-2163-4D1D-9E4A-65F6832A595F}" srcOrd="0" destOrd="0" presId="urn:microsoft.com/office/officeart/2005/8/layout/hierarchy1"/>
    <dgm:cxn modelId="{34BAF13B-C484-4CB5-ACC6-B2CA2A8579A6}" type="presParOf" srcId="{1044C0AD-2163-4D1D-9E4A-65F6832A595F}" destId="{D39A3C7B-E29D-44AE-A341-9B6AEEC8196E}" srcOrd="0" destOrd="0" presId="urn:microsoft.com/office/officeart/2005/8/layout/hierarchy1"/>
    <dgm:cxn modelId="{E62AE177-DDAD-4E7C-BDFA-D3AE999959AB}" type="presParOf" srcId="{1044C0AD-2163-4D1D-9E4A-65F6832A595F}" destId="{DA4322EF-D0F1-4CE5-918F-DB8C81187CA3}" srcOrd="1" destOrd="0" presId="urn:microsoft.com/office/officeart/2005/8/layout/hierarchy1"/>
    <dgm:cxn modelId="{10D08225-11C3-4F63-9238-28631C164C08}" type="presParOf" srcId="{EC88CE9A-D9F4-4C75-8C64-2F8ABE773BE5}" destId="{3C44F085-17F1-44A7-B9EE-1191544AA4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1A7E2CA-988C-4C9B-93F5-E9D01423502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6D06A2F-8DDB-4CC6-9DE7-A4742E6F605E}">
      <dgm:prSet/>
      <dgm:spPr/>
      <dgm:t>
        <a:bodyPr/>
        <a:lstStyle/>
        <a:p>
          <a:pPr>
            <a:defRPr cap="all"/>
          </a:pPr>
          <a:r>
            <a:rPr lang="pl-PL"/>
            <a:t>Model biznesowy łączy korzyści finansowe i niefinansowe.</a:t>
          </a:r>
          <a:endParaRPr lang="en-US"/>
        </a:p>
      </dgm:t>
    </dgm:pt>
    <dgm:pt modelId="{FCF37218-0E14-4004-8F38-D46842364CA7}" type="parTrans" cxnId="{CB234DE8-8F8C-4EBD-BC05-85882876A2E8}">
      <dgm:prSet/>
      <dgm:spPr/>
      <dgm:t>
        <a:bodyPr/>
        <a:lstStyle/>
        <a:p>
          <a:endParaRPr lang="en-US"/>
        </a:p>
      </dgm:t>
    </dgm:pt>
    <dgm:pt modelId="{D2D7819A-3381-48C3-8FDB-44A92220E3A5}" type="sibTrans" cxnId="{CB234DE8-8F8C-4EBD-BC05-85882876A2E8}">
      <dgm:prSet/>
      <dgm:spPr/>
      <dgm:t>
        <a:bodyPr/>
        <a:lstStyle/>
        <a:p>
          <a:endParaRPr lang="en-US"/>
        </a:p>
      </dgm:t>
    </dgm:pt>
    <dgm:pt modelId="{F9CACF33-8546-4723-831C-3E6AEAC74219}">
      <dgm:prSet/>
      <dgm:spPr/>
      <dgm:t>
        <a:bodyPr/>
        <a:lstStyle/>
        <a:p>
          <a:pPr>
            <a:defRPr cap="all"/>
          </a:pPr>
          <a:r>
            <a:rPr lang="pl-PL"/>
            <a:t>Korzyści finansowe to przychody, zyski i redukcja kosztów.</a:t>
          </a:r>
          <a:endParaRPr lang="en-US"/>
        </a:p>
      </dgm:t>
    </dgm:pt>
    <dgm:pt modelId="{B6E05673-B5E8-408D-BD24-E50E44EE4FA9}" type="parTrans" cxnId="{E28A03B8-2F71-4E39-9BB2-3CE3C588839E}">
      <dgm:prSet/>
      <dgm:spPr/>
      <dgm:t>
        <a:bodyPr/>
        <a:lstStyle/>
        <a:p>
          <a:endParaRPr lang="en-US"/>
        </a:p>
      </dgm:t>
    </dgm:pt>
    <dgm:pt modelId="{FF8E4BBD-D17C-4A91-867B-26F0860C3B33}" type="sibTrans" cxnId="{E28A03B8-2F71-4E39-9BB2-3CE3C588839E}">
      <dgm:prSet/>
      <dgm:spPr/>
      <dgm:t>
        <a:bodyPr/>
        <a:lstStyle/>
        <a:p>
          <a:endParaRPr lang="en-US"/>
        </a:p>
      </dgm:t>
    </dgm:pt>
    <dgm:pt modelId="{2C01ED88-7FA9-4230-8FEF-C165AD90200E}">
      <dgm:prSet/>
      <dgm:spPr/>
      <dgm:t>
        <a:bodyPr/>
        <a:lstStyle/>
        <a:p>
          <a:pPr>
            <a:defRPr cap="all"/>
          </a:pPr>
          <a:r>
            <a:rPr lang="pl-PL"/>
            <a:t>Korzyści niefinansowe to satysfakcja klienta, lojalność, przewaga konkurencyjna oraz wartość marki.</a:t>
          </a:r>
          <a:endParaRPr lang="en-US"/>
        </a:p>
      </dgm:t>
    </dgm:pt>
    <dgm:pt modelId="{0CA124A0-D14A-471C-B27D-A474263FF22F}" type="parTrans" cxnId="{FA95FDE7-A319-4C6C-AAD7-496992625A64}">
      <dgm:prSet/>
      <dgm:spPr/>
      <dgm:t>
        <a:bodyPr/>
        <a:lstStyle/>
        <a:p>
          <a:endParaRPr lang="en-US"/>
        </a:p>
      </dgm:t>
    </dgm:pt>
    <dgm:pt modelId="{98E1F841-D008-4D26-BE03-1D72E3338139}" type="sibTrans" cxnId="{FA95FDE7-A319-4C6C-AAD7-496992625A64}">
      <dgm:prSet/>
      <dgm:spPr/>
      <dgm:t>
        <a:bodyPr/>
        <a:lstStyle/>
        <a:p>
          <a:endParaRPr lang="en-US"/>
        </a:p>
      </dgm:t>
    </dgm:pt>
    <dgm:pt modelId="{77DDDD69-66E7-4B30-BCBF-813EE359EB81}" type="pres">
      <dgm:prSet presAssocID="{C1A7E2CA-988C-4C9B-93F5-E9D01423502D}" presName="root" presStyleCnt="0">
        <dgm:presLayoutVars>
          <dgm:dir/>
          <dgm:resizeHandles val="exact"/>
        </dgm:presLayoutVars>
      </dgm:prSet>
      <dgm:spPr/>
    </dgm:pt>
    <dgm:pt modelId="{9567A212-0DC7-412E-91BD-9B74512CB75C}" type="pres">
      <dgm:prSet presAssocID="{76D06A2F-8DDB-4CC6-9DE7-A4742E6F605E}" presName="compNode" presStyleCnt="0"/>
      <dgm:spPr/>
    </dgm:pt>
    <dgm:pt modelId="{A2D98B52-0AB3-47C4-BA00-308F551A89A0}" type="pres">
      <dgm:prSet presAssocID="{76D06A2F-8DDB-4CC6-9DE7-A4742E6F605E}" presName="iconBgRect" presStyleLbl="bgShp" presStyleIdx="0" presStyleCnt="3"/>
      <dgm:spPr/>
    </dgm:pt>
    <dgm:pt modelId="{76A184D5-74E9-4A88-BADD-7F6E44A8A5D1}" type="pres">
      <dgm:prSet presAssocID="{76D06A2F-8DDB-4CC6-9DE7-A4742E6F605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8C50DEBB-93AB-43B3-A0D8-728545FBF404}" type="pres">
      <dgm:prSet presAssocID="{76D06A2F-8DDB-4CC6-9DE7-A4742E6F605E}" presName="spaceRect" presStyleCnt="0"/>
      <dgm:spPr/>
    </dgm:pt>
    <dgm:pt modelId="{0671BE1A-5F26-4416-91FC-62D15DCE8B3C}" type="pres">
      <dgm:prSet presAssocID="{76D06A2F-8DDB-4CC6-9DE7-A4742E6F605E}" presName="textRect" presStyleLbl="revTx" presStyleIdx="0" presStyleCnt="3">
        <dgm:presLayoutVars>
          <dgm:chMax val="1"/>
          <dgm:chPref val="1"/>
        </dgm:presLayoutVars>
      </dgm:prSet>
      <dgm:spPr/>
    </dgm:pt>
    <dgm:pt modelId="{8D5A8809-75FC-4CBC-952F-B3FE37FE221C}" type="pres">
      <dgm:prSet presAssocID="{D2D7819A-3381-48C3-8FDB-44A92220E3A5}" presName="sibTrans" presStyleCnt="0"/>
      <dgm:spPr/>
    </dgm:pt>
    <dgm:pt modelId="{CF8751C2-C91E-4253-9309-BF70CFE4EE39}" type="pres">
      <dgm:prSet presAssocID="{F9CACF33-8546-4723-831C-3E6AEAC74219}" presName="compNode" presStyleCnt="0"/>
      <dgm:spPr/>
    </dgm:pt>
    <dgm:pt modelId="{9F93AB7A-996D-4F45-BE4E-1DB74F7DB5F7}" type="pres">
      <dgm:prSet presAssocID="{F9CACF33-8546-4723-831C-3E6AEAC74219}" presName="iconBgRect" presStyleLbl="bgShp" presStyleIdx="1" presStyleCnt="3"/>
      <dgm:spPr/>
    </dgm:pt>
    <dgm:pt modelId="{EB0928F3-1E56-428B-9E85-E80312D02866}" type="pres">
      <dgm:prSet presAssocID="{F9CACF33-8546-4723-831C-3E6AEAC7421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ty"/>
        </a:ext>
      </dgm:extLst>
    </dgm:pt>
    <dgm:pt modelId="{B86785F6-F9C4-4931-97F3-A9AB8FC935D6}" type="pres">
      <dgm:prSet presAssocID="{F9CACF33-8546-4723-831C-3E6AEAC74219}" presName="spaceRect" presStyleCnt="0"/>
      <dgm:spPr/>
    </dgm:pt>
    <dgm:pt modelId="{3B644111-EEB0-42A4-8B23-B4F6BF5504FC}" type="pres">
      <dgm:prSet presAssocID="{F9CACF33-8546-4723-831C-3E6AEAC74219}" presName="textRect" presStyleLbl="revTx" presStyleIdx="1" presStyleCnt="3">
        <dgm:presLayoutVars>
          <dgm:chMax val="1"/>
          <dgm:chPref val="1"/>
        </dgm:presLayoutVars>
      </dgm:prSet>
      <dgm:spPr/>
    </dgm:pt>
    <dgm:pt modelId="{5CFDFE64-D4D8-4326-BC05-A7933E781FF6}" type="pres">
      <dgm:prSet presAssocID="{FF8E4BBD-D17C-4A91-867B-26F0860C3B33}" presName="sibTrans" presStyleCnt="0"/>
      <dgm:spPr/>
    </dgm:pt>
    <dgm:pt modelId="{CFE50B07-112B-4AEE-9CA2-4B7AF5304590}" type="pres">
      <dgm:prSet presAssocID="{2C01ED88-7FA9-4230-8FEF-C165AD90200E}" presName="compNode" presStyleCnt="0"/>
      <dgm:spPr/>
    </dgm:pt>
    <dgm:pt modelId="{62AB38C2-3268-4688-B8E2-60F32FAED3AF}" type="pres">
      <dgm:prSet presAssocID="{2C01ED88-7FA9-4230-8FEF-C165AD90200E}" presName="iconBgRect" presStyleLbl="bgShp" presStyleIdx="2" presStyleCnt="3"/>
      <dgm:spPr/>
    </dgm:pt>
    <dgm:pt modelId="{FF948599-4806-4DE8-A0AD-508775EDBDDC}" type="pres">
      <dgm:prSet presAssocID="{2C01ED88-7FA9-4230-8FEF-C165AD90200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mb"/>
        </a:ext>
      </dgm:extLst>
    </dgm:pt>
    <dgm:pt modelId="{9EAEF97E-B811-4134-B680-5284880A5E3F}" type="pres">
      <dgm:prSet presAssocID="{2C01ED88-7FA9-4230-8FEF-C165AD90200E}" presName="spaceRect" presStyleCnt="0"/>
      <dgm:spPr/>
    </dgm:pt>
    <dgm:pt modelId="{A9BE7C45-3F7B-4831-9C0F-6ED96543DCE9}" type="pres">
      <dgm:prSet presAssocID="{2C01ED88-7FA9-4230-8FEF-C165AD9020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95A2D1C-F622-45A7-85DC-AC9E65C604C9}" type="presOf" srcId="{76D06A2F-8DDB-4CC6-9DE7-A4742E6F605E}" destId="{0671BE1A-5F26-4416-91FC-62D15DCE8B3C}" srcOrd="0" destOrd="0" presId="urn:microsoft.com/office/officeart/2018/5/layout/IconCircleLabelList"/>
    <dgm:cxn modelId="{E28A03B8-2F71-4E39-9BB2-3CE3C588839E}" srcId="{C1A7E2CA-988C-4C9B-93F5-E9D01423502D}" destId="{F9CACF33-8546-4723-831C-3E6AEAC74219}" srcOrd="1" destOrd="0" parTransId="{B6E05673-B5E8-408D-BD24-E50E44EE4FA9}" sibTransId="{FF8E4BBD-D17C-4A91-867B-26F0860C3B33}"/>
    <dgm:cxn modelId="{A6FE3DD8-6E7B-4EE2-A7D9-7F26CC984B22}" type="presOf" srcId="{F9CACF33-8546-4723-831C-3E6AEAC74219}" destId="{3B644111-EEB0-42A4-8B23-B4F6BF5504FC}" srcOrd="0" destOrd="0" presId="urn:microsoft.com/office/officeart/2018/5/layout/IconCircleLabelList"/>
    <dgm:cxn modelId="{31152CE0-B8C7-45F7-9636-5B3E29A98C39}" type="presOf" srcId="{2C01ED88-7FA9-4230-8FEF-C165AD90200E}" destId="{A9BE7C45-3F7B-4831-9C0F-6ED96543DCE9}" srcOrd="0" destOrd="0" presId="urn:microsoft.com/office/officeart/2018/5/layout/IconCircleLabelList"/>
    <dgm:cxn modelId="{18AC08E4-D232-48A8-9822-16C5DE55FE47}" type="presOf" srcId="{C1A7E2CA-988C-4C9B-93F5-E9D01423502D}" destId="{77DDDD69-66E7-4B30-BCBF-813EE359EB81}" srcOrd="0" destOrd="0" presId="urn:microsoft.com/office/officeart/2018/5/layout/IconCircleLabelList"/>
    <dgm:cxn modelId="{FA95FDE7-A319-4C6C-AAD7-496992625A64}" srcId="{C1A7E2CA-988C-4C9B-93F5-E9D01423502D}" destId="{2C01ED88-7FA9-4230-8FEF-C165AD90200E}" srcOrd="2" destOrd="0" parTransId="{0CA124A0-D14A-471C-B27D-A474263FF22F}" sibTransId="{98E1F841-D008-4D26-BE03-1D72E3338139}"/>
    <dgm:cxn modelId="{CB234DE8-8F8C-4EBD-BC05-85882876A2E8}" srcId="{C1A7E2CA-988C-4C9B-93F5-E9D01423502D}" destId="{76D06A2F-8DDB-4CC6-9DE7-A4742E6F605E}" srcOrd="0" destOrd="0" parTransId="{FCF37218-0E14-4004-8F38-D46842364CA7}" sibTransId="{D2D7819A-3381-48C3-8FDB-44A92220E3A5}"/>
    <dgm:cxn modelId="{F51A1DEF-EAFE-4B11-9B45-3D10A4515E6F}" type="presParOf" srcId="{77DDDD69-66E7-4B30-BCBF-813EE359EB81}" destId="{9567A212-0DC7-412E-91BD-9B74512CB75C}" srcOrd="0" destOrd="0" presId="urn:microsoft.com/office/officeart/2018/5/layout/IconCircleLabelList"/>
    <dgm:cxn modelId="{E027E1F0-7C53-4C98-89FF-B072BC162D80}" type="presParOf" srcId="{9567A212-0DC7-412E-91BD-9B74512CB75C}" destId="{A2D98B52-0AB3-47C4-BA00-308F551A89A0}" srcOrd="0" destOrd="0" presId="urn:microsoft.com/office/officeart/2018/5/layout/IconCircleLabelList"/>
    <dgm:cxn modelId="{5BB97CA0-913A-464C-A2CC-EFD24672CA3D}" type="presParOf" srcId="{9567A212-0DC7-412E-91BD-9B74512CB75C}" destId="{76A184D5-74E9-4A88-BADD-7F6E44A8A5D1}" srcOrd="1" destOrd="0" presId="urn:microsoft.com/office/officeart/2018/5/layout/IconCircleLabelList"/>
    <dgm:cxn modelId="{85F7D044-A57B-49BD-B1FF-AB527BC4D765}" type="presParOf" srcId="{9567A212-0DC7-412E-91BD-9B74512CB75C}" destId="{8C50DEBB-93AB-43B3-A0D8-728545FBF404}" srcOrd="2" destOrd="0" presId="urn:microsoft.com/office/officeart/2018/5/layout/IconCircleLabelList"/>
    <dgm:cxn modelId="{5C50AE55-8F73-4EBC-9E47-E962226F5460}" type="presParOf" srcId="{9567A212-0DC7-412E-91BD-9B74512CB75C}" destId="{0671BE1A-5F26-4416-91FC-62D15DCE8B3C}" srcOrd="3" destOrd="0" presId="urn:microsoft.com/office/officeart/2018/5/layout/IconCircleLabelList"/>
    <dgm:cxn modelId="{6769DFF2-4464-4029-B96B-5D726B5FCA5E}" type="presParOf" srcId="{77DDDD69-66E7-4B30-BCBF-813EE359EB81}" destId="{8D5A8809-75FC-4CBC-952F-B3FE37FE221C}" srcOrd="1" destOrd="0" presId="urn:microsoft.com/office/officeart/2018/5/layout/IconCircleLabelList"/>
    <dgm:cxn modelId="{0BEE5C0C-F61C-4FAA-BAB5-4A0EB1244C4E}" type="presParOf" srcId="{77DDDD69-66E7-4B30-BCBF-813EE359EB81}" destId="{CF8751C2-C91E-4253-9309-BF70CFE4EE39}" srcOrd="2" destOrd="0" presId="urn:microsoft.com/office/officeart/2018/5/layout/IconCircleLabelList"/>
    <dgm:cxn modelId="{E3FFD81C-6312-4E68-A8C9-349A36F5EF35}" type="presParOf" srcId="{CF8751C2-C91E-4253-9309-BF70CFE4EE39}" destId="{9F93AB7A-996D-4F45-BE4E-1DB74F7DB5F7}" srcOrd="0" destOrd="0" presId="urn:microsoft.com/office/officeart/2018/5/layout/IconCircleLabelList"/>
    <dgm:cxn modelId="{54FF4E6B-5707-4701-A1E8-D30705578F7A}" type="presParOf" srcId="{CF8751C2-C91E-4253-9309-BF70CFE4EE39}" destId="{EB0928F3-1E56-428B-9E85-E80312D02866}" srcOrd="1" destOrd="0" presId="urn:microsoft.com/office/officeart/2018/5/layout/IconCircleLabelList"/>
    <dgm:cxn modelId="{E2518781-0DF3-41FF-82ED-E6D9F6C1DFDE}" type="presParOf" srcId="{CF8751C2-C91E-4253-9309-BF70CFE4EE39}" destId="{B86785F6-F9C4-4931-97F3-A9AB8FC935D6}" srcOrd="2" destOrd="0" presId="urn:microsoft.com/office/officeart/2018/5/layout/IconCircleLabelList"/>
    <dgm:cxn modelId="{DB8BC944-890C-4C52-87E2-D63052CB6A31}" type="presParOf" srcId="{CF8751C2-C91E-4253-9309-BF70CFE4EE39}" destId="{3B644111-EEB0-42A4-8B23-B4F6BF5504FC}" srcOrd="3" destOrd="0" presId="urn:microsoft.com/office/officeart/2018/5/layout/IconCircleLabelList"/>
    <dgm:cxn modelId="{88D9CF5F-31D6-4073-A322-7C23CD2EBDCD}" type="presParOf" srcId="{77DDDD69-66E7-4B30-BCBF-813EE359EB81}" destId="{5CFDFE64-D4D8-4326-BC05-A7933E781FF6}" srcOrd="3" destOrd="0" presId="urn:microsoft.com/office/officeart/2018/5/layout/IconCircleLabelList"/>
    <dgm:cxn modelId="{2D40A216-28E4-4D80-B628-A4FCA26AF79D}" type="presParOf" srcId="{77DDDD69-66E7-4B30-BCBF-813EE359EB81}" destId="{CFE50B07-112B-4AEE-9CA2-4B7AF5304590}" srcOrd="4" destOrd="0" presId="urn:microsoft.com/office/officeart/2018/5/layout/IconCircleLabelList"/>
    <dgm:cxn modelId="{A75F73D3-B90E-4A85-9AE1-853A86A308EB}" type="presParOf" srcId="{CFE50B07-112B-4AEE-9CA2-4B7AF5304590}" destId="{62AB38C2-3268-4688-B8E2-60F32FAED3AF}" srcOrd="0" destOrd="0" presId="urn:microsoft.com/office/officeart/2018/5/layout/IconCircleLabelList"/>
    <dgm:cxn modelId="{88E258F2-1426-4F8D-A373-D33C0D790922}" type="presParOf" srcId="{CFE50B07-112B-4AEE-9CA2-4B7AF5304590}" destId="{FF948599-4806-4DE8-A0AD-508775EDBDDC}" srcOrd="1" destOrd="0" presId="urn:microsoft.com/office/officeart/2018/5/layout/IconCircleLabelList"/>
    <dgm:cxn modelId="{47CD2ACA-04F0-4B41-9281-0893C5EA303E}" type="presParOf" srcId="{CFE50B07-112B-4AEE-9CA2-4B7AF5304590}" destId="{9EAEF97E-B811-4134-B680-5284880A5E3F}" srcOrd="2" destOrd="0" presId="urn:microsoft.com/office/officeart/2018/5/layout/IconCircleLabelList"/>
    <dgm:cxn modelId="{B7E00ABB-6D96-46A8-8F63-9D30DF91CB1E}" type="presParOf" srcId="{CFE50B07-112B-4AEE-9CA2-4B7AF5304590}" destId="{A9BE7C45-3F7B-4831-9C0F-6ED96543DCE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9175BAB-C562-4A0B-A028-47CD49425EC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126C30-C2E3-4966-9524-927056D50ACB}">
      <dgm:prSet/>
      <dgm:spPr/>
      <dgm:t>
        <a:bodyPr/>
        <a:lstStyle/>
        <a:p>
          <a:r>
            <a:rPr lang="pl-PL"/>
            <a:t>Time to Market oznacza czas potrzebny na wprowadzenie produktu na rynek.</a:t>
          </a:r>
          <a:endParaRPr lang="en-US"/>
        </a:p>
      </dgm:t>
    </dgm:pt>
    <dgm:pt modelId="{84FCEC9A-6CC2-4FE3-99BA-08126B73B9AB}" type="parTrans" cxnId="{FF0552AE-7F81-4C84-AB44-6A16F0C5394B}">
      <dgm:prSet/>
      <dgm:spPr/>
      <dgm:t>
        <a:bodyPr/>
        <a:lstStyle/>
        <a:p>
          <a:endParaRPr lang="en-US"/>
        </a:p>
      </dgm:t>
    </dgm:pt>
    <dgm:pt modelId="{D5BCD146-17EB-4D29-82ED-45A63ED5DA81}" type="sibTrans" cxnId="{FF0552AE-7F81-4C84-AB44-6A16F0C5394B}">
      <dgm:prSet/>
      <dgm:spPr/>
      <dgm:t>
        <a:bodyPr/>
        <a:lstStyle/>
        <a:p>
          <a:endParaRPr lang="en-US"/>
        </a:p>
      </dgm:t>
    </dgm:pt>
    <dgm:pt modelId="{E6AA20D9-1AD1-4226-B895-FE5F6AE3DE26}">
      <dgm:prSet/>
      <dgm:spPr/>
      <dgm:t>
        <a:bodyPr/>
        <a:lstStyle/>
        <a:p>
          <a:r>
            <a:rPr lang="pl-PL"/>
            <a:t>Im krótszy czas, tym większa szansa na zdobycie przewagi konkurencyjnej.</a:t>
          </a:r>
          <a:endParaRPr lang="en-US"/>
        </a:p>
      </dgm:t>
    </dgm:pt>
    <dgm:pt modelId="{CDD9E694-D585-4B12-B9EF-256028BBE8AA}" type="parTrans" cxnId="{59FA3C19-4F14-4DE2-A782-348AC89A1D57}">
      <dgm:prSet/>
      <dgm:spPr/>
      <dgm:t>
        <a:bodyPr/>
        <a:lstStyle/>
        <a:p>
          <a:endParaRPr lang="en-US"/>
        </a:p>
      </dgm:t>
    </dgm:pt>
    <dgm:pt modelId="{5F18BB84-DD4D-4106-B732-A7E6B2D605B9}" type="sibTrans" cxnId="{59FA3C19-4F14-4DE2-A782-348AC89A1D57}">
      <dgm:prSet/>
      <dgm:spPr/>
      <dgm:t>
        <a:bodyPr/>
        <a:lstStyle/>
        <a:p>
          <a:endParaRPr lang="en-US"/>
        </a:p>
      </dgm:t>
    </dgm:pt>
    <dgm:pt modelId="{2831C4CA-97CE-437F-855A-983F22E65ECA}">
      <dgm:prSet/>
      <dgm:spPr/>
      <dgm:t>
        <a:bodyPr/>
        <a:lstStyle/>
        <a:p>
          <a:r>
            <a:rPr lang="pl-PL"/>
            <a:t>Na rynku IT często wygrywa nie ten, kto ma najlepszy produkt, ale ten, kto pierwszy dostarczy działające rozwiązanie</a:t>
          </a:r>
          <a:endParaRPr lang="en-US"/>
        </a:p>
      </dgm:t>
    </dgm:pt>
    <dgm:pt modelId="{178710E4-AF50-4AAB-A223-5F8831A2F205}" type="parTrans" cxnId="{5EABA487-8BA1-419A-8335-A1F67052F92D}">
      <dgm:prSet/>
      <dgm:spPr/>
      <dgm:t>
        <a:bodyPr/>
        <a:lstStyle/>
        <a:p>
          <a:endParaRPr lang="en-US"/>
        </a:p>
      </dgm:t>
    </dgm:pt>
    <dgm:pt modelId="{BDB79C2C-CF9C-40E9-A110-0B40FFBEB8AB}" type="sibTrans" cxnId="{5EABA487-8BA1-419A-8335-A1F67052F92D}">
      <dgm:prSet/>
      <dgm:spPr/>
      <dgm:t>
        <a:bodyPr/>
        <a:lstStyle/>
        <a:p>
          <a:endParaRPr lang="en-US"/>
        </a:p>
      </dgm:t>
    </dgm:pt>
    <dgm:pt modelId="{8B463477-079C-4630-A129-3704EA8364B7}" type="pres">
      <dgm:prSet presAssocID="{19175BAB-C562-4A0B-A028-47CD49425E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9F429D-AF71-49A0-80A0-0EEFB532258D}" type="pres">
      <dgm:prSet presAssocID="{4F126C30-C2E3-4966-9524-927056D50ACB}" presName="hierRoot1" presStyleCnt="0"/>
      <dgm:spPr/>
    </dgm:pt>
    <dgm:pt modelId="{5121D065-42C7-4EA1-9840-FD919A4593AB}" type="pres">
      <dgm:prSet presAssocID="{4F126C30-C2E3-4966-9524-927056D50ACB}" presName="composite" presStyleCnt="0"/>
      <dgm:spPr/>
    </dgm:pt>
    <dgm:pt modelId="{65701AE1-8B26-4870-9C6D-F0C349F7E078}" type="pres">
      <dgm:prSet presAssocID="{4F126C30-C2E3-4966-9524-927056D50ACB}" presName="background" presStyleLbl="node0" presStyleIdx="0" presStyleCnt="3"/>
      <dgm:spPr/>
    </dgm:pt>
    <dgm:pt modelId="{B4510A30-D7C1-432E-BD56-EE525E004AB1}" type="pres">
      <dgm:prSet presAssocID="{4F126C30-C2E3-4966-9524-927056D50ACB}" presName="text" presStyleLbl="fgAcc0" presStyleIdx="0" presStyleCnt="3">
        <dgm:presLayoutVars>
          <dgm:chPref val="3"/>
        </dgm:presLayoutVars>
      </dgm:prSet>
      <dgm:spPr/>
    </dgm:pt>
    <dgm:pt modelId="{DB525D4B-30C6-49B2-82CE-074B3EA35FAF}" type="pres">
      <dgm:prSet presAssocID="{4F126C30-C2E3-4966-9524-927056D50ACB}" presName="hierChild2" presStyleCnt="0"/>
      <dgm:spPr/>
    </dgm:pt>
    <dgm:pt modelId="{7F7C029F-6CE0-41F8-BC4F-A2CFBDB87D6C}" type="pres">
      <dgm:prSet presAssocID="{E6AA20D9-1AD1-4226-B895-FE5F6AE3DE26}" presName="hierRoot1" presStyleCnt="0"/>
      <dgm:spPr/>
    </dgm:pt>
    <dgm:pt modelId="{11C00362-84D5-49E1-8AB6-14B7E0311938}" type="pres">
      <dgm:prSet presAssocID="{E6AA20D9-1AD1-4226-B895-FE5F6AE3DE26}" presName="composite" presStyleCnt="0"/>
      <dgm:spPr/>
    </dgm:pt>
    <dgm:pt modelId="{F29B24F0-1F37-4B7E-9328-099BD1C65DDD}" type="pres">
      <dgm:prSet presAssocID="{E6AA20D9-1AD1-4226-B895-FE5F6AE3DE26}" presName="background" presStyleLbl="node0" presStyleIdx="1" presStyleCnt="3"/>
      <dgm:spPr/>
    </dgm:pt>
    <dgm:pt modelId="{E6505960-08C4-4BF6-80AA-CF70E64A1B0F}" type="pres">
      <dgm:prSet presAssocID="{E6AA20D9-1AD1-4226-B895-FE5F6AE3DE26}" presName="text" presStyleLbl="fgAcc0" presStyleIdx="1" presStyleCnt="3">
        <dgm:presLayoutVars>
          <dgm:chPref val="3"/>
        </dgm:presLayoutVars>
      </dgm:prSet>
      <dgm:spPr/>
    </dgm:pt>
    <dgm:pt modelId="{A0886617-8FC3-45F3-BED8-4E20DD159738}" type="pres">
      <dgm:prSet presAssocID="{E6AA20D9-1AD1-4226-B895-FE5F6AE3DE26}" presName="hierChild2" presStyleCnt="0"/>
      <dgm:spPr/>
    </dgm:pt>
    <dgm:pt modelId="{2C4DB5DD-E6C5-4466-B3E4-209BF0D8B815}" type="pres">
      <dgm:prSet presAssocID="{2831C4CA-97CE-437F-855A-983F22E65ECA}" presName="hierRoot1" presStyleCnt="0"/>
      <dgm:spPr/>
    </dgm:pt>
    <dgm:pt modelId="{03537DD9-6021-499F-B092-B8D89FE25530}" type="pres">
      <dgm:prSet presAssocID="{2831C4CA-97CE-437F-855A-983F22E65ECA}" presName="composite" presStyleCnt="0"/>
      <dgm:spPr/>
    </dgm:pt>
    <dgm:pt modelId="{93DE024B-0F02-4A51-BDC9-C9A796BEA066}" type="pres">
      <dgm:prSet presAssocID="{2831C4CA-97CE-437F-855A-983F22E65ECA}" presName="background" presStyleLbl="node0" presStyleIdx="2" presStyleCnt="3"/>
      <dgm:spPr/>
    </dgm:pt>
    <dgm:pt modelId="{0538641D-02FD-4509-81A4-519DDAE1C4BF}" type="pres">
      <dgm:prSet presAssocID="{2831C4CA-97CE-437F-855A-983F22E65ECA}" presName="text" presStyleLbl="fgAcc0" presStyleIdx="2" presStyleCnt="3">
        <dgm:presLayoutVars>
          <dgm:chPref val="3"/>
        </dgm:presLayoutVars>
      </dgm:prSet>
      <dgm:spPr/>
    </dgm:pt>
    <dgm:pt modelId="{DBA3147F-9602-4D52-8C59-D3C4FC87CFAF}" type="pres">
      <dgm:prSet presAssocID="{2831C4CA-97CE-437F-855A-983F22E65ECA}" presName="hierChild2" presStyleCnt="0"/>
      <dgm:spPr/>
    </dgm:pt>
  </dgm:ptLst>
  <dgm:cxnLst>
    <dgm:cxn modelId="{59FA3C19-4F14-4DE2-A782-348AC89A1D57}" srcId="{19175BAB-C562-4A0B-A028-47CD49425EC1}" destId="{E6AA20D9-1AD1-4226-B895-FE5F6AE3DE26}" srcOrd="1" destOrd="0" parTransId="{CDD9E694-D585-4B12-B9EF-256028BBE8AA}" sibTransId="{5F18BB84-DD4D-4106-B732-A7E6B2D605B9}"/>
    <dgm:cxn modelId="{9824642A-3E69-4442-BF10-AEBB99858DBE}" type="presOf" srcId="{19175BAB-C562-4A0B-A028-47CD49425EC1}" destId="{8B463477-079C-4630-A129-3704EA8364B7}" srcOrd="0" destOrd="0" presId="urn:microsoft.com/office/officeart/2005/8/layout/hierarchy1"/>
    <dgm:cxn modelId="{9A348D82-CFCD-412A-8262-C92EC275866B}" type="presOf" srcId="{E6AA20D9-1AD1-4226-B895-FE5F6AE3DE26}" destId="{E6505960-08C4-4BF6-80AA-CF70E64A1B0F}" srcOrd="0" destOrd="0" presId="urn:microsoft.com/office/officeart/2005/8/layout/hierarchy1"/>
    <dgm:cxn modelId="{5EABA487-8BA1-419A-8335-A1F67052F92D}" srcId="{19175BAB-C562-4A0B-A028-47CD49425EC1}" destId="{2831C4CA-97CE-437F-855A-983F22E65ECA}" srcOrd="2" destOrd="0" parTransId="{178710E4-AF50-4AAB-A223-5F8831A2F205}" sibTransId="{BDB79C2C-CF9C-40E9-A110-0B40FFBEB8AB}"/>
    <dgm:cxn modelId="{64B642AC-F799-4EED-A8CA-E08903A04C79}" type="presOf" srcId="{4F126C30-C2E3-4966-9524-927056D50ACB}" destId="{B4510A30-D7C1-432E-BD56-EE525E004AB1}" srcOrd="0" destOrd="0" presId="urn:microsoft.com/office/officeart/2005/8/layout/hierarchy1"/>
    <dgm:cxn modelId="{2BFF64AD-4D6A-40FF-87B0-C4F96A32ECEC}" type="presOf" srcId="{2831C4CA-97CE-437F-855A-983F22E65ECA}" destId="{0538641D-02FD-4509-81A4-519DDAE1C4BF}" srcOrd="0" destOrd="0" presId="urn:microsoft.com/office/officeart/2005/8/layout/hierarchy1"/>
    <dgm:cxn modelId="{FF0552AE-7F81-4C84-AB44-6A16F0C5394B}" srcId="{19175BAB-C562-4A0B-A028-47CD49425EC1}" destId="{4F126C30-C2E3-4966-9524-927056D50ACB}" srcOrd="0" destOrd="0" parTransId="{84FCEC9A-6CC2-4FE3-99BA-08126B73B9AB}" sibTransId="{D5BCD146-17EB-4D29-82ED-45A63ED5DA81}"/>
    <dgm:cxn modelId="{1C730A86-0408-406E-B53E-018710259F8A}" type="presParOf" srcId="{8B463477-079C-4630-A129-3704EA8364B7}" destId="{D69F429D-AF71-49A0-80A0-0EEFB532258D}" srcOrd="0" destOrd="0" presId="urn:microsoft.com/office/officeart/2005/8/layout/hierarchy1"/>
    <dgm:cxn modelId="{0B3D5444-DF22-41F0-9378-329FB6C064A5}" type="presParOf" srcId="{D69F429D-AF71-49A0-80A0-0EEFB532258D}" destId="{5121D065-42C7-4EA1-9840-FD919A4593AB}" srcOrd="0" destOrd="0" presId="urn:microsoft.com/office/officeart/2005/8/layout/hierarchy1"/>
    <dgm:cxn modelId="{AA1F1970-31FA-4714-9B5D-3887AF91643D}" type="presParOf" srcId="{5121D065-42C7-4EA1-9840-FD919A4593AB}" destId="{65701AE1-8B26-4870-9C6D-F0C349F7E078}" srcOrd="0" destOrd="0" presId="urn:microsoft.com/office/officeart/2005/8/layout/hierarchy1"/>
    <dgm:cxn modelId="{0D6C5183-1F63-40BB-AA3C-A7335F437085}" type="presParOf" srcId="{5121D065-42C7-4EA1-9840-FD919A4593AB}" destId="{B4510A30-D7C1-432E-BD56-EE525E004AB1}" srcOrd="1" destOrd="0" presId="urn:microsoft.com/office/officeart/2005/8/layout/hierarchy1"/>
    <dgm:cxn modelId="{CF9DA9B7-5676-4DEC-841D-B5BC458A807F}" type="presParOf" srcId="{D69F429D-AF71-49A0-80A0-0EEFB532258D}" destId="{DB525D4B-30C6-49B2-82CE-074B3EA35FAF}" srcOrd="1" destOrd="0" presId="urn:microsoft.com/office/officeart/2005/8/layout/hierarchy1"/>
    <dgm:cxn modelId="{2815B811-DB57-4493-8AD7-C281968DF07D}" type="presParOf" srcId="{8B463477-079C-4630-A129-3704EA8364B7}" destId="{7F7C029F-6CE0-41F8-BC4F-A2CFBDB87D6C}" srcOrd="1" destOrd="0" presId="urn:microsoft.com/office/officeart/2005/8/layout/hierarchy1"/>
    <dgm:cxn modelId="{C6A425E0-0D2A-4257-A577-90A9D4E6946E}" type="presParOf" srcId="{7F7C029F-6CE0-41F8-BC4F-A2CFBDB87D6C}" destId="{11C00362-84D5-49E1-8AB6-14B7E0311938}" srcOrd="0" destOrd="0" presId="urn:microsoft.com/office/officeart/2005/8/layout/hierarchy1"/>
    <dgm:cxn modelId="{BC3A40AE-4574-44F0-B6C8-198F8AD6C670}" type="presParOf" srcId="{11C00362-84D5-49E1-8AB6-14B7E0311938}" destId="{F29B24F0-1F37-4B7E-9328-099BD1C65DDD}" srcOrd="0" destOrd="0" presId="urn:microsoft.com/office/officeart/2005/8/layout/hierarchy1"/>
    <dgm:cxn modelId="{EC09F1C1-4331-4F8E-B17D-BF9517DEC6E4}" type="presParOf" srcId="{11C00362-84D5-49E1-8AB6-14B7E0311938}" destId="{E6505960-08C4-4BF6-80AA-CF70E64A1B0F}" srcOrd="1" destOrd="0" presId="urn:microsoft.com/office/officeart/2005/8/layout/hierarchy1"/>
    <dgm:cxn modelId="{75208593-F444-42AE-9E07-532CC71014CA}" type="presParOf" srcId="{7F7C029F-6CE0-41F8-BC4F-A2CFBDB87D6C}" destId="{A0886617-8FC3-45F3-BED8-4E20DD159738}" srcOrd="1" destOrd="0" presId="urn:microsoft.com/office/officeart/2005/8/layout/hierarchy1"/>
    <dgm:cxn modelId="{93D5886D-B78B-4892-8A08-D6C07AA8156B}" type="presParOf" srcId="{8B463477-079C-4630-A129-3704EA8364B7}" destId="{2C4DB5DD-E6C5-4466-B3E4-209BF0D8B815}" srcOrd="2" destOrd="0" presId="urn:microsoft.com/office/officeart/2005/8/layout/hierarchy1"/>
    <dgm:cxn modelId="{B6BC8BEB-690A-4DA3-AD1C-1043134EADC8}" type="presParOf" srcId="{2C4DB5DD-E6C5-4466-B3E4-209BF0D8B815}" destId="{03537DD9-6021-499F-B092-B8D89FE25530}" srcOrd="0" destOrd="0" presId="urn:microsoft.com/office/officeart/2005/8/layout/hierarchy1"/>
    <dgm:cxn modelId="{5133DA01-0651-4816-A0A1-801D921490EC}" type="presParOf" srcId="{03537DD9-6021-499F-B092-B8D89FE25530}" destId="{93DE024B-0F02-4A51-BDC9-C9A796BEA066}" srcOrd="0" destOrd="0" presId="urn:microsoft.com/office/officeart/2005/8/layout/hierarchy1"/>
    <dgm:cxn modelId="{C0FCB26C-F884-47A3-B882-857022B4AF06}" type="presParOf" srcId="{03537DD9-6021-499F-B092-B8D89FE25530}" destId="{0538641D-02FD-4509-81A4-519DDAE1C4BF}" srcOrd="1" destOrd="0" presId="urn:microsoft.com/office/officeart/2005/8/layout/hierarchy1"/>
    <dgm:cxn modelId="{46DA433C-791F-451E-836A-71ACB8012DBE}" type="presParOf" srcId="{2C4DB5DD-E6C5-4466-B3E4-209BF0D8B815}" destId="{DBA3147F-9602-4D52-8C59-D3C4FC87CF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EB8035D-55D9-4D41-86EF-1AD39FCE86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F3F242C-77EC-48C3-836F-88D98F0157FD}">
      <dgm:prSet/>
      <dgm:spPr/>
      <dgm:t>
        <a:bodyPr/>
        <a:lstStyle/>
        <a:p>
          <a:r>
            <a:rPr lang="pl-PL"/>
            <a:t>Value Assessment polega na sprawdzeniu, czy dana funkcjonalność rzeczywiście przynosi wartość biznesową.</a:t>
          </a:r>
          <a:endParaRPr lang="en-US"/>
        </a:p>
      </dgm:t>
    </dgm:pt>
    <dgm:pt modelId="{D7FA9588-877C-4DFB-8298-ED98FC52E724}" type="parTrans" cxnId="{A1FF40F7-B2C1-4E4D-A41B-E26A67147005}">
      <dgm:prSet/>
      <dgm:spPr/>
      <dgm:t>
        <a:bodyPr/>
        <a:lstStyle/>
        <a:p>
          <a:endParaRPr lang="en-US"/>
        </a:p>
      </dgm:t>
    </dgm:pt>
    <dgm:pt modelId="{CE42CB69-AD60-4DF4-B934-A1ADAFC1D60F}" type="sibTrans" cxnId="{A1FF40F7-B2C1-4E4D-A41B-E26A67147005}">
      <dgm:prSet/>
      <dgm:spPr/>
      <dgm:t>
        <a:bodyPr/>
        <a:lstStyle/>
        <a:p>
          <a:endParaRPr lang="en-US"/>
        </a:p>
      </dgm:t>
    </dgm:pt>
    <dgm:pt modelId="{BD1A67ED-25F5-4B55-8E3F-97F94D5F73B9}">
      <dgm:prSet/>
      <dgm:spPr/>
      <dgm:t>
        <a:bodyPr/>
        <a:lstStyle/>
        <a:p>
          <a:r>
            <a:rPr lang="pl-PL"/>
            <a:t>Ocena opiera się na danych, zachowaniach użytkowników oraz wpływie na cele biznesowe.</a:t>
          </a:r>
          <a:endParaRPr lang="en-US"/>
        </a:p>
      </dgm:t>
    </dgm:pt>
    <dgm:pt modelId="{4966C79F-FBDE-43BA-AEFA-D37F85430DFE}" type="parTrans" cxnId="{D08CC9D5-5485-4764-942E-7FB5C8CCD7C4}">
      <dgm:prSet/>
      <dgm:spPr/>
      <dgm:t>
        <a:bodyPr/>
        <a:lstStyle/>
        <a:p>
          <a:endParaRPr lang="en-US"/>
        </a:p>
      </dgm:t>
    </dgm:pt>
    <dgm:pt modelId="{877F7F9B-8788-4D0E-A283-AFFD439F1E1B}" type="sibTrans" cxnId="{D08CC9D5-5485-4764-942E-7FB5C8CCD7C4}">
      <dgm:prSet/>
      <dgm:spPr/>
      <dgm:t>
        <a:bodyPr/>
        <a:lstStyle/>
        <a:p>
          <a:endParaRPr lang="en-US"/>
        </a:p>
      </dgm:t>
    </dgm:pt>
    <dgm:pt modelId="{44BA2136-9EE9-4062-B8F4-F8FBEC727935}" type="pres">
      <dgm:prSet presAssocID="{DEB8035D-55D9-4D41-86EF-1AD39FCE86CD}" presName="root" presStyleCnt="0">
        <dgm:presLayoutVars>
          <dgm:dir/>
          <dgm:resizeHandles val="exact"/>
        </dgm:presLayoutVars>
      </dgm:prSet>
      <dgm:spPr/>
    </dgm:pt>
    <dgm:pt modelId="{3D0D99C1-3098-46E0-9B8F-5C2E33284840}" type="pres">
      <dgm:prSet presAssocID="{3F3F242C-77EC-48C3-836F-88D98F0157FD}" presName="compNode" presStyleCnt="0"/>
      <dgm:spPr/>
    </dgm:pt>
    <dgm:pt modelId="{8B34D5EB-096E-44C8-B6E9-9F41B82DF26F}" type="pres">
      <dgm:prSet presAssocID="{3F3F242C-77EC-48C3-836F-88D98F0157FD}" presName="bgRect" presStyleLbl="bgShp" presStyleIdx="0" presStyleCnt="2"/>
      <dgm:spPr/>
    </dgm:pt>
    <dgm:pt modelId="{962492BB-E681-4597-AD2C-9E9934D20DD0}" type="pres">
      <dgm:prSet presAssocID="{3F3F242C-77EC-48C3-836F-88D98F0157F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ukowiec"/>
        </a:ext>
      </dgm:extLst>
    </dgm:pt>
    <dgm:pt modelId="{E2716191-6C87-49E4-B236-9EEB2BD7C40C}" type="pres">
      <dgm:prSet presAssocID="{3F3F242C-77EC-48C3-836F-88D98F0157FD}" presName="spaceRect" presStyleCnt="0"/>
      <dgm:spPr/>
    </dgm:pt>
    <dgm:pt modelId="{DA46499B-8352-4A9D-BDA3-DBB75F8020E3}" type="pres">
      <dgm:prSet presAssocID="{3F3F242C-77EC-48C3-836F-88D98F0157FD}" presName="parTx" presStyleLbl="revTx" presStyleIdx="0" presStyleCnt="2">
        <dgm:presLayoutVars>
          <dgm:chMax val="0"/>
          <dgm:chPref val="0"/>
        </dgm:presLayoutVars>
      </dgm:prSet>
      <dgm:spPr/>
    </dgm:pt>
    <dgm:pt modelId="{0F4D4125-7319-4005-8E61-F5D0A9EE0902}" type="pres">
      <dgm:prSet presAssocID="{CE42CB69-AD60-4DF4-B934-A1ADAFC1D60F}" presName="sibTrans" presStyleCnt="0"/>
      <dgm:spPr/>
    </dgm:pt>
    <dgm:pt modelId="{FC79289E-DE8C-4C04-9557-3F2AA87B293F}" type="pres">
      <dgm:prSet presAssocID="{BD1A67ED-25F5-4B55-8E3F-97F94D5F73B9}" presName="compNode" presStyleCnt="0"/>
      <dgm:spPr/>
    </dgm:pt>
    <dgm:pt modelId="{305A46D5-C83C-4E65-8E69-A614AEF6A2BD}" type="pres">
      <dgm:prSet presAssocID="{BD1A67ED-25F5-4B55-8E3F-97F94D5F73B9}" presName="bgRect" presStyleLbl="bgShp" presStyleIdx="1" presStyleCnt="2"/>
      <dgm:spPr/>
    </dgm:pt>
    <dgm:pt modelId="{4DC4CB38-863B-4A87-A9EA-0CEC7D50A66A}" type="pres">
      <dgm:prSet presAssocID="{BD1A67ED-25F5-4B55-8E3F-97F94D5F73B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wiazda"/>
        </a:ext>
      </dgm:extLst>
    </dgm:pt>
    <dgm:pt modelId="{6C7DD6E5-4099-43CD-9AFC-FAA0DDDD8A70}" type="pres">
      <dgm:prSet presAssocID="{BD1A67ED-25F5-4B55-8E3F-97F94D5F73B9}" presName="spaceRect" presStyleCnt="0"/>
      <dgm:spPr/>
    </dgm:pt>
    <dgm:pt modelId="{30F82ECC-E5E8-4457-837C-2BE6F0B800F4}" type="pres">
      <dgm:prSet presAssocID="{BD1A67ED-25F5-4B55-8E3F-97F94D5F73B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85AFB64-7763-4778-A34E-990AB7BB058E}" type="presOf" srcId="{3F3F242C-77EC-48C3-836F-88D98F0157FD}" destId="{DA46499B-8352-4A9D-BDA3-DBB75F8020E3}" srcOrd="0" destOrd="0" presId="urn:microsoft.com/office/officeart/2018/2/layout/IconVerticalSolidList"/>
    <dgm:cxn modelId="{98B0EAC5-1F5B-4912-ACF5-DBF7A8CBB479}" type="presOf" srcId="{BD1A67ED-25F5-4B55-8E3F-97F94D5F73B9}" destId="{30F82ECC-E5E8-4457-837C-2BE6F0B800F4}" srcOrd="0" destOrd="0" presId="urn:microsoft.com/office/officeart/2018/2/layout/IconVerticalSolidList"/>
    <dgm:cxn modelId="{D08CC9D5-5485-4764-942E-7FB5C8CCD7C4}" srcId="{DEB8035D-55D9-4D41-86EF-1AD39FCE86CD}" destId="{BD1A67ED-25F5-4B55-8E3F-97F94D5F73B9}" srcOrd="1" destOrd="0" parTransId="{4966C79F-FBDE-43BA-AEFA-D37F85430DFE}" sibTransId="{877F7F9B-8788-4D0E-A283-AFFD439F1E1B}"/>
    <dgm:cxn modelId="{B2A96BD6-62AB-47B1-8604-3718EC530421}" type="presOf" srcId="{DEB8035D-55D9-4D41-86EF-1AD39FCE86CD}" destId="{44BA2136-9EE9-4062-B8F4-F8FBEC727935}" srcOrd="0" destOrd="0" presId="urn:microsoft.com/office/officeart/2018/2/layout/IconVerticalSolidList"/>
    <dgm:cxn modelId="{A1FF40F7-B2C1-4E4D-A41B-E26A67147005}" srcId="{DEB8035D-55D9-4D41-86EF-1AD39FCE86CD}" destId="{3F3F242C-77EC-48C3-836F-88D98F0157FD}" srcOrd="0" destOrd="0" parTransId="{D7FA9588-877C-4DFB-8298-ED98FC52E724}" sibTransId="{CE42CB69-AD60-4DF4-B934-A1ADAFC1D60F}"/>
    <dgm:cxn modelId="{68C04CD6-984D-449C-8924-D4B8B4A36373}" type="presParOf" srcId="{44BA2136-9EE9-4062-B8F4-F8FBEC727935}" destId="{3D0D99C1-3098-46E0-9B8F-5C2E33284840}" srcOrd="0" destOrd="0" presId="urn:microsoft.com/office/officeart/2018/2/layout/IconVerticalSolidList"/>
    <dgm:cxn modelId="{3B02C39A-00B7-4EC6-8809-8557EF8A5327}" type="presParOf" srcId="{3D0D99C1-3098-46E0-9B8F-5C2E33284840}" destId="{8B34D5EB-096E-44C8-B6E9-9F41B82DF26F}" srcOrd="0" destOrd="0" presId="urn:microsoft.com/office/officeart/2018/2/layout/IconVerticalSolidList"/>
    <dgm:cxn modelId="{A625E4F4-AA52-4E01-A26E-FE6818DA1C19}" type="presParOf" srcId="{3D0D99C1-3098-46E0-9B8F-5C2E33284840}" destId="{962492BB-E681-4597-AD2C-9E9934D20DD0}" srcOrd="1" destOrd="0" presId="urn:microsoft.com/office/officeart/2018/2/layout/IconVerticalSolidList"/>
    <dgm:cxn modelId="{760A56C1-0632-450F-A199-314E03139D53}" type="presParOf" srcId="{3D0D99C1-3098-46E0-9B8F-5C2E33284840}" destId="{E2716191-6C87-49E4-B236-9EEB2BD7C40C}" srcOrd="2" destOrd="0" presId="urn:microsoft.com/office/officeart/2018/2/layout/IconVerticalSolidList"/>
    <dgm:cxn modelId="{54599881-AFD9-4BCE-8C69-1AB1FC9AD505}" type="presParOf" srcId="{3D0D99C1-3098-46E0-9B8F-5C2E33284840}" destId="{DA46499B-8352-4A9D-BDA3-DBB75F8020E3}" srcOrd="3" destOrd="0" presId="urn:microsoft.com/office/officeart/2018/2/layout/IconVerticalSolidList"/>
    <dgm:cxn modelId="{86532F48-59F6-4A4F-A68C-5492501825F5}" type="presParOf" srcId="{44BA2136-9EE9-4062-B8F4-F8FBEC727935}" destId="{0F4D4125-7319-4005-8E61-F5D0A9EE0902}" srcOrd="1" destOrd="0" presId="urn:microsoft.com/office/officeart/2018/2/layout/IconVerticalSolidList"/>
    <dgm:cxn modelId="{8CD27032-4B03-458E-84C5-7C9A59B839FA}" type="presParOf" srcId="{44BA2136-9EE9-4062-B8F4-F8FBEC727935}" destId="{FC79289E-DE8C-4C04-9557-3F2AA87B293F}" srcOrd="2" destOrd="0" presId="urn:microsoft.com/office/officeart/2018/2/layout/IconVerticalSolidList"/>
    <dgm:cxn modelId="{3DAF6575-4C82-4FA5-923C-5FD4E15B7801}" type="presParOf" srcId="{FC79289E-DE8C-4C04-9557-3F2AA87B293F}" destId="{305A46D5-C83C-4E65-8E69-A614AEF6A2BD}" srcOrd="0" destOrd="0" presId="urn:microsoft.com/office/officeart/2018/2/layout/IconVerticalSolidList"/>
    <dgm:cxn modelId="{B2AE655A-3855-4E7A-9EC7-C3CB8223B304}" type="presParOf" srcId="{FC79289E-DE8C-4C04-9557-3F2AA87B293F}" destId="{4DC4CB38-863B-4A87-A9EA-0CEC7D50A66A}" srcOrd="1" destOrd="0" presId="urn:microsoft.com/office/officeart/2018/2/layout/IconVerticalSolidList"/>
    <dgm:cxn modelId="{237F2715-03A5-4E09-8BC1-4658AA07E70A}" type="presParOf" srcId="{FC79289E-DE8C-4C04-9557-3F2AA87B293F}" destId="{6C7DD6E5-4099-43CD-9AFC-FAA0DDDD8A70}" srcOrd="2" destOrd="0" presId="urn:microsoft.com/office/officeart/2018/2/layout/IconVerticalSolidList"/>
    <dgm:cxn modelId="{AEA55519-C9F9-46CC-9232-B8188C28A5B6}" type="presParOf" srcId="{FC79289E-DE8C-4C04-9557-3F2AA87B293F}" destId="{30F82ECC-E5E8-4457-837C-2BE6F0B800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3AAB341-47B0-4B59-AA50-106CFE65C958}" type="doc">
      <dgm:prSet loTypeId="urn:microsoft.com/office/officeart/2005/8/layout/b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F1ADCE6-BA3F-4145-9C4E-49FBCBE3BD56}">
      <dgm:prSet/>
      <dgm:spPr/>
      <dgm:t>
        <a:bodyPr/>
        <a:lstStyle/>
        <a:p>
          <a:r>
            <a:rPr lang="pl-PL"/>
            <a:t>Kryteria akceptacji określają, kiedy funkcjonalność jest uznana za gotową z punktu widzenia biznesu.</a:t>
          </a:r>
          <a:endParaRPr lang="en-US"/>
        </a:p>
      </dgm:t>
    </dgm:pt>
    <dgm:pt modelId="{41D8A742-B261-4297-BB0E-BD15BA45661F}" type="parTrans" cxnId="{BF934DCD-E5A6-4BE4-B038-6D9E6951A3E6}">
      <dgm:prSet/>
      <dgm:spPr/>
      <dgm:t>
        <a:bodyPr/>
        <a:lstStyle/>
        <a:p>
          <a:endParaRPr lang="en-US"/>
        </a:p>
      </dgm:t>
    </dgm:pt>
    <dgm:pt modelId="{C2F77E21-4C7B-44FD-AD79-25DE2CCA88A2}" type="sibTrans" cxnId="{BF934DCD-E5A6-4BE4-B038-6D9E6951A3E6}">
      <dgm:prSet/>
      <dgm:spPr/>
      <dgm:t>
        <a:bodyPr/>
        <a:lstStyle/>
        <a:p>
          <a:endParaRPr lang="en-US"/>
        </a:p>
      </dgm:t>
    </dgm:pt>
    <dgm:pt modelId="{3981E7FB-0DD2-4DE2-B8FF-762FE62B8D68}">
      <dgm:prSet/>
      <dgm:spPr/>
      <dgm:t>
        <a:bodyPr/>
        <a:lstStyle/>
        <a:p>
          <a:r>
            <a:rPr lang="pl-PL"/>
            <a:t>Nie dotyczą tylko działania technicznego, ale także wartości dla użytkownika.</a:t>
          </a:r>
          <a:endParaRPr lang="en-US"/>
        </a:p>
      </dgm:t>
    </dgm:pt>
    <dgm:pt modelId="{B46C936D-4443-4C37-B6BD-5050E5861D9F}" type="parTrans" cxnId="{C39E6B67-396C-4A37-BB78-D7482186952C}">
      <dgm:prSet/>
      <dgm:spPr/>
      <dgm:t>
        <a:bodyPr/>
        <a:lstStyle/>
        <a:p>
          <a:endParaRPr lang="en-US"/>
        </a:p>
      </dgm:t>
    </dgm:pt>
    <dgm:pt modelId="{4AD5465D-E54E-4DBC-A0AD-A610EBCFC5E6}" type="sibTrans" cxnId="{C39E6B67-396C-4A37-BB78-D7482186952C}">
      <dgm:prSet/>
      <dgm:spPr/>
      <dgm:t>
        <a:bodyPr/>
        <a:lstStyle/>
        <a:p>
          <a:endParaRPr lang="en-US"/>
        </a:p>
      </dgm:t>
    </dgm:pt>
    <dgm:pt modelId="{FDD64DDE-A259-45D5-AC60-B1C4873CFF18}" type="pres">
      <dgm:prSet presAssocID="{13AAB341-47B0-4B59-AA50-106CFE65C958}" presName="diagram" presStyleCnt="0">
        <dgm:presLayoutVars>
          <dgm:dir/>
          <dgm:resizeHandles/>
        </dgm:presLayoutVars>
      </dgm:prSet>
      <dgm:spPr/>
    </dgm:pt>
    <dgm:pt modelId="{D69B8420-A21E-4AFB-9465-FD587B6751A6}" type="pres">
      <dgm:prSet presAssocID="{8F1ADCE6-BA3F-4145-9C4E-49FBCBE3BD56}" presName="firstNode" presStyleLbl="node1" presStyleIdx="0" presStyleCnt="2">
        <dgm:presLayoutVars>
          <dgm:bulletEnabled val="1"/>
        </dgm:presLayoutVars>
      </dgm:prSet>
      <dgm:spPr/>
    </dgm:pt>
    <dgm:pt modelId="{602D7638-3C05-4FDA-A774-A8EB2FC18B54}" type="pres">
      <dgm:prSet presAssocID="{C2F77E21-4C7B-44FD-AD79-25DE2CCA88A2}" presName="sibTrans" presStyleLbl="sibTrans2D1" presStyleIdx="0" presStyleCnt="1"/>
      <dgm:spPr/>
    </dgm:pt>
    <dgm:pt modelId="{B2B45B81-BA70-4400-8CF3-1477507EACB9}" type="pres">
      <dgm:prSet presAssocID="{3981E7FB-0DD2-4DE2-B8FF-762FE62B8D68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40DF490A-63F0-4EAD-B00E-3204D67F4855}" type="presOf" srcId="{13AAB341-47B0-4B59-AA50-106CFE65C958}" destId="{FDD64DDE-A259-45D5-AC60-B1C4873CFF18}" srcOrd="0" destOrd="0" presId="urn:microsoft.com/office/officeart/2005/8/layout/bProcess2"/>
    <dgm:cxn modelId="{C39E6B67-396C-4A37-BB78-D7482186952C}" srcId="{13AAB341-47B0-4B59-AA50-106CFE65C958}" destId="{3981E7FB-0DD2-4DE2-B8FF-762FE62B8D68}" srcOrd="1" destOrd="0" parTransId="{B46C936D-4443-4C37-B6BD-5050E5861D9F}" sibTransId="{4AD5465D-E54E-4DBC-A0AD-A610EBCFC5E6}"/>
    <dgm:cxn modelId="{D0677E84-8C9E-4FBE-AE6F-689EA1F99A20}" type="presOf" srcId="{3981E7FB-0DD2-4DE2-B8FF-762FE62B8D68}" destId="{B2B45B81-BA70-4400-8CF3-1477507EACB9}" srcOrd="0" destOrd="0" presId="urn:microsoft.com/office/officeart/2005/8/layout/bProcess2"/>
    <dgm:cxn modelId="{BF934DCD-E5A6-4BE4-B038-6D9E6951A3E6}" srcId="{13AAB341-47B0-4B59-AA50-106CFE65C958}" destId="{8F1ADCE6-BA3F-4145-9C4E-49FBCBE3BD56}" srcOrd="0" destOrd="0" parTransId="{41D8A742-B261-4297-BB0E-BD15BA45661F}" sibTransId="{C2F77E21-4C7B-44FD-AD79-25DE2CCA88A2}"/>
    <dgm:cxn modelId="{A7EB81EB-FA94-4754-A4F6-661B0B2DD1CF}" type="presOf" srcId="{C2F77E21-4C7B-44FD-AD79-25DE2CCA88A2}" destId="{602D7638-3C05-4FDA-A774-A8EB2FC18B54}" srcOrd="0" destOrd="0" presId="urn:microsoft.com/office/officeart/2005/8/layout/bProcess2"/>
    <dgm:cxn modelId="{4EC0BDF7-EF8D-48EB-B81D-64F8D9A8A342}" type="presOf" srcId="{8F1ADCE6-BA3F-4145-9C4E-49FBCBE3BD56}" destId="{D69B8420-A21E-4AFB-9465-FD587B6751A6}" srcOrd="0" destOrd="0" presId="urn:microsoft.com/office/officeart/2005/8/layout/bProcess2"/>
    <dgm:cxn modelId="{B8F174C1-F8C2-43F8-B7F3-43DDEE63250F}" type="presParOf" srcId="{FDD64DDE-A259-45D5-AC60-B1C4873CFF18}" destId="{D69B8420-A21E-4AFB-9465-FD587B6751A6}" srcOrd="0" destOrd="0" presId="urn:microsoft.com/office/officeart/2005/8/layout/bProcess2"/>
    <dgm:cxn modelId="{914B5A0E-BF11-4AB3-BC75-D588D68D5AD2}" type="presParOf" srcId="{FDD64DDE-A259-45D5-AC60-B1C4873CFF18}" destId="{602D7638-3C05-4FDA-A774-A8EB2FC18B54}" srcOrd="1" destOrd="0" presId="urn:microsoft.com/office/officeart/2005/8/layout/bProcess2"/>
    <dgm:cxn modelId="{4D7694CA-4E45-48D1-974E-FAC9C4F48378}" type="presParOf" srcId="{FDD64DDE-A259-45D5-AC60-B1C4873CFF18}" destId="{B2B45B81-BA70-4400-8CF3-1477507EACB9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72AA5-E1C5-407F-925B-F0D6C64E04AD}">
      <dsp:nvSpPr>
        <dsp:cNvPr id="0" name=""/>
        <dsp:cNvSpPr/>
      </dsp:nvSpPr>
      <dsp:spPr>
        <a:xfrm>
          <a:off x="480636" y="723210"/>
          <a:ext cx="785478" cy="7854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2DABE-D661-45C8-8157-35D4AB10FF48}">
      <dsp:nvSpPr>
        <dsp:cNvPr id="0" name=""/>
        <dsp:cNvSpPr/>
      </dsp:nvSpPr>
      <dsp:spPr>
        <a:xfrm>
          <a:off x="621" y="1874504"/>
          <a:ext cx="1745507" cy="1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 err="1"/>
            <a:t>FuelSoft</a:t>
          </a:r>
          <a:r>
            <a:rPr lang="pl-PL" sz="1800" kern="1200" dirty="0"/>
            <a:t> tworzy system sprzedażowy i analityczny dla stacji paliw.</a:t>
          </a:r>
          <a:endParaRPr lang="en-US" sz="1800" kern="1200" dirty="0"/>
        </a:p>
      </dsp:txBody>
      <dsp:txXfrm>
        <a:off x="621" y="1874504"/>
        <a:ext cx="1745507" cy="1287312"/>
      </dsp:txXfrm>
    </dsp:sp>
    <dsp:sp modelId="{4C2B15FC-477B-4E78-9E35-7FC43C2FED98}">
      <dsp:nvSpPr>
        <dsp:cNvPr id="0" name=""/>
        <dsp:cNvSpPr/>
      </dsp:nvSpPr>
      <dsp:spPr>
        <a:xfrm>
          <a:off x="2531607" y="723210"/>
          <a:ext cx="785478" cy="7854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C3971-D0E5-4F9D-A850-09D1792EDE82}">
      <dsp:nvSpPr>
        <dsp:cNvPr id="0" name=""/>
        <dsp:cNvSpPr/>
      </dsp:nvSpPr>
      <dsp:spPr>
        <a:xfrm>
          <a:off x="2051593" y="1874504"/>
          <a:ext cx="1745507" cy="1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Produkt ma zwiększyć sprzedaż </a:t>
          </a:r>
          <a:r>
            <a:rPr lang="en-US" sz="1700" kern="1200" dirty="0"/>
            <a:t>sieci </a:t>
          </a:r>
          <a:r>
            <a:rPr lang="en-US" sz="1700" kern="1200" dirty="0" err="1"/>
            <a:t>stacji</a:t>
          </a:r>
          <a:r>
            <a:rPr lang="en-US" sz="1700" kern="1200" dirty="0"/>
            <a:t> </a:t>
          </a:r>
          <a:r>
            <a:rPr lang="pl-PL" sz="1700" kern="1200" dirty="0"/>
            <a:t>i usprawnić zarządzanie.</a:t>
          </a:r>
          <a:endParaRPr lang="en-US" sz="1700" kern="1200" dirty="0"/>
        </a:p>
      </dsp:txBody>
      <dsp:txXfrm>
        <a:off x="2051593" y="1874504"/>
        <a:ext cx="1745507" cy="1287312"/>
      </dsp:txXfrm>
    </dsp:sp>
    <dsp:sp modelId="{7D73A60B-F797-4C38-8757-6A89483D16B2}">
      <dsp:nvSpPr>
        <dsp:cNvPr id="0" name=""/>
        <dsp:cNvSpPr/>
      </dsp:nvSpPr>
      <dsp:spPr>
        <a:xfrm>
          <a:off x="4582579" y="723210"/>
          <a:ext cx="785478" cy="7854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D7E04-04D8-451D-A49C-27A8965DFAF6}">
      <dsp:nvSpPr>
        <dsp:cNvPr id="0" name=""/>
        <dsp:cNvSpPr/>
      </dsp:nvSpPr>
      <dsp:spPr>
        <a:xfrm>
          <a:off x="4102564" y="1874504"/>
          <a:ext cx="1745507" cy="1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Pojawia się </a:t>
          </a:r>
          <a:r>
            <a:rPr lang="en-US" sz="1700" kern="1200" dirty="0" err="1"/>
            <a:t>kluczowe</a:t>
          </a:r>
          <a:r>
            <a:rPr lang="en-US" sz="1700" kern="1200" dirty="0"/>
            <a:t> </a:t>
          </a:r>
          <a:r>
            <a:rPr lang="pl-PL" sz="1700" kern="1200" dirty="0"/>
            <a:t>pytanie: jak na tym zarobić?</a:t>
          </a:r>
          <a:endParaRPr lang="en-US" sz="1700" kern="1200" dirty="0"/>
        </a:p>
      </dsp:txBody>
      <dsp:txXfrm>
        <a:off x="4102564" y="1874504"/>
        <a:ext cx="1745507" cy="12873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769AE8-3C8B-4D24-A51F-9BE0BD30D477}">
      <dsp:nvSpPr>
        <dsp:cNvPr id="0" name=""/>
        <dsp:cNvSpPr/>
      </dsp:nvSpPr>
      <dsp:spPr>
        <a:xfrm>
          <a:off x="842118" y="611851"/>
          <a:ext cx="1306125" cy="1306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B1898-81E7-4682-B18F-2F4F7AAA44C9}">
      <dsp:nvSpPr>
        <dsp:cNvPr id="0" name=""/>
        <dsp:cNvSpPr/>
      </dsp:nvSpPr>
      <dsp:spPr>
        <a:xfrm>
          <a:off x="43931" y="2295544"/>
          <a:ext cx="29025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kern="1200"/>
            <a:t>Model biznesowy opisuje sposób, w jaki organizacja tworzy, dostarcza i przechwytuje wartość.</a:t>
          </a:r>
          <a:br>
            <a:rPr lang="pl-PL" sz="1100" kern="1200"/>
          </a:br>
          <a:r>
            <a:rPr lang="pl-PL" sz="1100" kern="1200"/>
            <a:t>Określa, kto jest klientem, co mu oferujemy oraz jak na tym zarabiamy.</a:t>
          </a:r>
          <a:endParaRPr lang="en-US" sz="1100" kern="1200"/>
        </a:p>
      </dsp:txBody>
      <dsp:txXfrm>
        <a:off x="43931" y="2295544"/>
        <a:ext cx="2902500" cy="832500"/>
      </dsp:txXfrm>
    </dsp:sp>
    <dsp:sp modelId="{DA8F0FA1-2EFE-4C82-8959-1828EA69A6FB}">
      <dsp:nvSpPr>
        <dsp:cNvPr id="0" name=""/>
        <dsp:cNvSpPr/>
      </dsp:nvSpPr>
      <dsp:spPr>
        <a:xfrm>
          <a:off x="4252556" y="611851"/>
          <a:ext cx="1306125" cy="1306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50657-7A51-4C4A-A6BD-21F0DAB4F0D2}">
      <dsp:nvSpPr>
        <dsp:cNvPr id="0" name=""/>
        <dsp:cNvSpPr/>
      </dsp:nvSpPr>
      <dsp:spPr>
        <a:xfrm>
          <a:off x="3454368" y="2295544"/>
          <a:ext cx="29025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 skrócie: </a:t>
          </a:r>
          <a:r>
            <a:rPr lang="pl-PL" sz="1100" kern="1200"/>
            <a:t>Model biznesowy odpowiada na trzy kluczowe pytania: dla kogo, co</a:t>
          </a:r>
          <a:r>
            <a:rPr lang="en-US" sz="1100" kern="1200"/>
            <a:t> i </a:t>
          </a:r>
          <a:r>
            <a:rPr lang="pl-PL" sz="1100" kern="1200"/>
            <a:t>za ile</a:t>
          </a:r>
          <a:endParaRPr lang="en-US" sz="1100" kern="1200"/>
        </a:p>
      </dsp:txBody>
      <dsp:txXfrm>
        <a:off x="3454368" y="2295544"/>
        <a:ext cx="2902500" cy="83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5005E-2B5C-445A-9108-6705A83C06FA}">
      <dsp:nvSpPr>
        <dsp:cNvPr id="0" name=""/>
        <dsp:cNvSpPr/>
      </dsp:nvSpPr>
      <dsp:spPr>
        <a:xfrm>
          <a:off x="222335" y="-82956"/>
          <a:ext cx="6292915" cy="6292915"/>
        </a:xfrm>
        <a:prstGeom prst="circularArrow">
          <a:avLst>
            <a:gd name="adj1" fmla="val 5544"/>
            <a:gd name="adj2" fmla="val 330680"/>
            <a:gd name="adj3" fmla="val 14866839"/>
            <a:gd name="adj4" fmla="val 16751658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61673-55E3-436A-A1E4-C47DF256E388}">
      <dsp:nvSpPr>
        <dsp:cNvPr id="0" name=""/>
        <dsp:cNvSpPr/>
      </dsp:nvSpPr>
      <dsp:spPr>
        <a:xfrm>
          <a:off x="2636804" y="4321"/>
          <a:ext cx="1463977" cy="7319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1" kern="1200" dirty="0"/>
            <a:t>Business Model </a:t>
          </a:r>
          <a:r>
            <a:rPr lang="pl-PL" sz="1000" b="1" kern="1200" dirty="0" err="1"/>
            <a:t>Canvas</a:t>
          </a:r>
          <a:r>
            <a:rPr lang="pl-PL" sz="1000" b="1" kern="1200" dirty="0"/>
            <a:t> składa się z </a:t>
          </a:r>
          <a:r>
            <a:rPr lang="en-US" sz="1000" b="1" kern="1200" dirty="0" err="1"/>
            <a:t>dziewięciu</a:t>
          </a:r>
          <a:r>
            <a:rPr lang="pl-PL" sz="1000" b="1" kern="1200" dirty="0"/>
            <a:t> elementów</a:t>
          </a:r>
          <a:r>
            <a:rPr lang="en-US" sz="1000" b="1" kern="1200" dirty="0"/>
            <a:t>:</a:t>
          </a:r>
        </a:p>
      </dsp:txBody>
      <dsp:txXfrm>
        <a:off x="2672537" y="40054"/>
        <a:ext cx="1392511" cy="660522"/>
      </dsp:txXfrm>
    </dsp:sp>
    <dsp:sp modelId="{0A8F2D00-3F17-4F70-9DF5-6C0F579A7FC7}">
      <dsp:nvSpPr>
        <dsp:cNvPr id="0" name=""/>
        <dsp:cNvSpPr/>
      </dsp:nvSpPr>
      <dsp:spPr>
        <a:xfrm>
          <a:off x="4214152" y="516832"/>
          <a:ext cx="1463977" cy="7319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Segmentacja rynku</a:t>
          </a:r>
          <a:endParaRPr lang="en-US" sz="1000" kern="1200"/>
        </a:p>
      </dsp:txBody>
      <dsp:txXfrm>
        <a:off x="4249885" y="552565"/>
        <a:ext cx="1392511" cy="660522"/>
      </dsp:txXfrm>
    </dsp:sp>
    <dsp:sp modelId="{4BEE9A90-9C5F-4719-951D-4B5B41064043}">
      <dsp:nvSpPr>
        <dsp:cNvPr id="0" name=""/>
        <dsp:cNvSpPr/>
      </dsp:nvSpPr>
      <dsp:spPr>
        <a:xfrm>
          <a:off x="5189008" y="1858605"/>
          <a:ext cx="1463977" cy="7319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Propozycja wartości</a:t>
          </a:r>
          <a:endParaRPr lang="en-US" sz="1000" kern="1200"/>
        </a:p>
      </dsp:txBody>
      <dsp:txXfrm>
        <a:off x="5224741" y="1894338"/>
        <a:ext cx="1392511" cy="660522"/>
      </dsp:txXfrm>
    </dsp:sp>
    <dsp:sp modelId="{561B29AF-E55F-4C1E-91F7-EEC2AD989B2F}">
      <dsp:nvSpPr>
        <dsp:cNvPr id="0" name=""/>
        <dsp:cNvSpPr/>
      </dsp:nvSpPr>
      <dsp:spPr>
        <a:xfrm>
          <a:off x="5189008" y="3517128"/>
          <a:ext cx="1463977" cy="7319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Kanały dystrybucji</a:t>
          </a:r>
          <a:endParaRPr lang="en-US" sz="1000" kern="1200"/>
        </a:p>
      </dsp:txBody>
      <dsp:txXfrm>
        <a:off x="5224741" y="3552861"/>
        <a:ext cx="1392511" cy="660522"/>
      </dsp:txXfrm>
    </dsp:sp>
    <dsp:sp modelId="{A5159D39-D394-4A2A-9031-6295F307EF74}">
      <dsp:nvSpPr>
        <dsp:cNvPr id="0" name=""/>
        <dsp:cNvSpPr/>
      </dsp:nvSpPr>
      <dsp:spPr>
        <a:xfrm>
          <a:off x="4214152" y="4858901"/>
          <a:ext cx="1463977" cy="73198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Relacje z klientem</a:t>
          </a:r>
          <a:endParaRPr lang="en-US" sz="1000" kern="1200"/>
        </a:p>
      </dsp:txBody>
      <dsp:txXfrm>
        <a:off x="4249885" y="4894634"/>
        <a:ext cx="1392511" cy="660522"/>
      </dsp:txXfrm>
    </dsp:sp>
    <dsp:sp modelId="{BAFC2570-2463-440C-87F9-D7E65D88135F}">
      <dsp:nvSpPr>
        <dsp:cNvPr id="0" name=""/>
        <dsp:cNvSpPr/>
      </dsp:nvSpPr>
      <dsp:spPr>
        <a:xfrm>
          <a:off x="2636804" y="5371412"/>
          <a:ext cx="1463977" cy="7319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Struktura przychodów</a:t>
          </a:r>
          <a:endParaRPr lang="en-US" sz="1000" kern="1200"/>
        </a:p>
      </dsp:txBody>
      <dsp:txXfrm>
        <a:off x="2672537" y="5407145"/>
        <a:ext cx="1392511" cy="660522"/>
      </dsp:txXfrm>
    </dsp:sp>
    <dsp:sp modelId="{2EB72F47-E125-4984-9EE7-7F6E3F553EB3}">
      <dsp:nvSpPr>
        <dsp:cNvPr id="0" name=""/>
        <dsp:cNvSpPr/>
      </dsp:nvSpPr>
      <dsp:spPr>
        <a:xfrm>
          <a:off x="1059455" y="4858901"/>
          <a:ext cx="1463977" cy="7319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Kluczowe zasoby</a:t>
          </a:r>
          <a:endParaRPr lang="en-US" sz="1000" kern="1200"/>
        </a:p>
      </dsp:txBody>
      <dsp:txXfrm>
        <a:off x="1095188" y="4894634"/>
        <a:ext cx="1392511" cy="660522"/>
      </dsp:txXfrm>
    </dsp:sp>
    <dsp:sp modelId="{6A6432B2-477D-4884-95CD-EA603A404A5B}">
      <dsp:nvSpPr>
        <dsp:cNvPr id="0" name=""/>
        <dsp:cNvSpPr/>
      </dsp:nvSpPr>
      <dsp:spPr>
        <a:xfrm>
          <a:off x="84600" y="3517128"/>
          <a:ext cx="1463977" cy="7319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Kluczowe czynności</a:t>
          </a:r>
          <a:endParaRPr lang="en-US" sz="1000" kern="1200"/>
        </a:p>
      </dsp:txBody>
      <dsp:txXfrm>
        <a:off x="120333" y="3552861"/>
        <a:ext cx="1392511" cy="660522"/>
      </dsp:txXfrm>
    </dsp:sp>
    <dsp:sp modelId="{59F32C07-F0D1-4F31-96EC-76C253929873}">
      <dsp:nvSpPr>
        <dsp:cNvPr id="0" name=""/>
        <dsp:cNvSpPr/>
      </dsp:nvSpPr>
      <dsp:spPr>
        <a:xfrm>
          <a:off x="84600" y="1858605"/>
          <a:ext cx="1463977" cy="7319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Kluczowi partnerzy</a:t>
          </a:r>
          <a:endParaRPr lang="en-US" sz="1000" kern="1200"/>
        </a:p>
      </dsp:txBody>
      <dsp:txXfrm>
        <a:off x="120333" y="1894338"/>
        <a:ext cx="1392511" cy="660522"/>
      </dsp:txXfrm>
    </dsp:sp>
    <dsp:sp modelId="{A8B465F4-4F43-4E76-8093-1617044A4FA4}">
      <dsp:nvSpPr>
        <dsp:cNvPr id="0" name=""/>
        <dsp:cNvSpPr/>
      </dsp:nvSpPr>
      <dsp:spPr>
        <a:xfrm>
          <a:off x="1059455" y="516832"/>
          <a:ext cx="1463977" cy="73198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/>
            <a:t>Struktura kosztów</a:t>
          </a:r>
          <a:endParaRPr lang="en-US" sz="1000" kern="1200"/>
        </a:p>
      </dsp:txBody>
      <dsp:txXfrm>
        <a:off x="1095188" y="552565"/>
        <a:ext cx="1392511" cy="6605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1BA48-BC78-4DF1-92FE-7A7E16388CCB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0E408-4762-4633-B6CB-F5B5B94C7ECE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5F759-D266-42F5-9D49-CDDF4791AF79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Klient to podmiot, który ma problem i jest gotowy zapłacić za jego rozwiązanie.</a:t>
          </a:r>
          <a:endParaRPr lang="en-US" sz="2500" kern="1200"/>
        </a:p>
      </dsp:txBody>
      <dsp:txXfrm>
        <a:off x="1814259" y="671"/>
        <a:ext cx="4357688" cy="1570787"/>
      </dsp:txXfrm>
    </dsp:sp>
    <dsp:sp modelId="{07EBFA22-31BF-4935-8375-CA739F79EAE3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EE69F1-5325-46A7-A1B6-FC6F7FA1D39A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BC9AF-7CFF-40BD-876D-CE3F44DCC925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Ważne jest precyzyjne określenie segmentu klientów.</a:t>
          </a:r>
          <a:endParaRPr lang="en-US" sz="2500" kern="1200"/>
        </a:p>
      </dsp:txBody>
      <dsp:txXfrm>
        <a:off x="1814259" y="1964156"/>
        <a:ext cx="4357688" cy="1570787"/>
      </dsp:txXfrm>
    </dsp:sp>
    <dsp:sp modelId="{8BF51A08-DDFC-4B32-A644-B393D816E4DD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28EAD-A8D6-4CCB-B577-746F4F312B5E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7390D-FBA8-4084-8627-6E6ACD3F89B3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Nie każdy użytkownik jest klientem. Klient to ten, kto płaci.</a:t>
          </a:r>
          <a:endParaRPr lang="en-US" sz="2500" kern="1200"/>
        </a:p>
      </dsp:txBody>
      <dsp:txXfrm>
        <a:off x="1814259" y="3927640"/>
        <a:ext cx="4357688" cy="15707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49AD5-D11E-4F54-860E-57DB6A3272C2}">
      <dsp:nvSpPr>
        <dsp:cNvPr id="0" name=""/>
        <dsp:cNvSpPr/>
      </dsp:nvSpPr>
      <dsp:spPr>
        <a:xfrm>
          <a:off x="0" y="893603"/>
          <a:ext cx="6171948" cy="16497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BF0BB-1D47-438A-95D4-CB60D6E23FFD}">
      <dsp:nvSpPr>
        <dsp:cNvPr id="0" name=""/>
        <dsp:cNvSpPr/>
      </dsp:nvSpPr>
      <dsp:spPr>
        <a:xfrm>
          <a:off x="499043" y="1264792"/>
          <a:ext cx="907351" cy="907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3A655-03EA-4B80-AC0E-1308D1A258C5}">
      <dsp:nvSpPr>
        <dsp:cNvPr id="0" name=""/>
        <dsp:cNvSpPr/>
      </dsp:nvSpPr>
      <dsp:spPr>
        <a:xfrm>
          <a:off x="1905438" y="893603"/>
          <a:ext cx="4266509" cy="1649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596" tIns="174596" rIns="174596" bIns="17459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Propozycja wartości to odpowiedź na pytanie, dlaczego klient ma wybrać nasz produkt.</a:t>
          </a:r>
          <a:endParaRPr lang="en-US" sz="2400" kern="1200"/>
        </a:p>
      </dsp:txBody>
      <dsp:txXfrm>
        <a:off x="1905438" y="893603"/>
        <a:ext cx="4266509" cy="1649730"/>
      </dsp:txXfrm>
    </dsp:sp>
    <dsp:sp modelId="{6489020A-8266-44C9-A99C-BCA1459FC294}">
      <dsp:nvSpPr>
        <dsp:cNvPr id="0" name=""/>
        <dsp:cNvSpPr/>
      </dsp:nvSpPr>
      <dsp:spPr>
        <a:xfrm>
          <a:off x="0" y="2955766"/>
          <a:ext cx="6171948" cy="16497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8702F-5BC9-4458-8BBD-6AEBD910354D}">
      <dsp:nvSpPr>
        <dsp:cNvPr id="0" name=""/>
        <dsp:cNvSpPr/>
      </dsp:nvSpPr>
      <dsp:spPr>
        <a:xfrm>
          <a:off x="499043" y="3326955"/>
          <a:ext cx="907351" cy="907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F3C4B-7939-49FD-BBEE-1B283B751350}">
      <dsp:nvSpPr>
        <dsp:cNvPr id="0" name=""/>
        <dsp:cNvSpPr/>
      </dsp:nvSpPr>
      <dsp:spPr>
        <a:xfrm>
          <a:off x="1905438" y="2955766"/>
          <a:ext cx="4266509" cy="1649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596" tIns="174596" rIns="174596" bIns="17459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Powinna rozwiązywać konkretny problem lub dostarczać mierzalną korzyść.</a:t>
          </a:r>
          <a:endParaRPr lang="en-US" sz="2400" kern="1200"/>
        </a:p>
      </dsp:txBody>
      <dsp:txXfrm>
        <a:off x="1905438" y="2955766"/>
        <a:ext cx="4266509" cy="16497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CE137-07A1-4E2B-A9E2-0FC1AF619894}">
      <dsp:nvSpPr>
        <dsp:cNvPr id="0" name=""/>
        <dsp:cNvSpPr/>
      </dsp:nvSpPr>
      <dsp:spPr>
        <a:xfrm>
          <a:off x="1297" y="242360"/>
          <a:ext cx="4554559" cy="28921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A6AB8-EC8F-41EB-B003-4D8D2EC4BB50}">
      <dsp:nvSpPr>
        <dsp:cNvPr id="0" name=""/>
        <dsp:cNvSpPr/>
      </dsp:nvSpPr>
      <dsp:spPr>
        <a:xfrm>
          <a:off x="507359" y="723119"/>
          <a:ext cx="4554559" cy="28921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Strumienie przychodów określają, w jaki sposób firma zarabia pieniądze.</a:t>
          </a:r>
          <a:endParaRPr lang="en-US" sz="3600" kern="1200"/>
        </a:p>
      </dsp:txBody>
      <dsp:txXfrm>
        <a:off x="592067" y="807827"/>
        <a:ext cx="4385143" cy="2722729"/>
      </dsp:txXfrm>
    </dsp:sp>
    <dsp:sp modelId="{C5C57A4C-D0F2-44B4-A4F3-AB436CA618CA}">
      <dsp:nvSpPr>
        <dsp:cNvPr id="0" name=""/>
        <dsp:cNvSpPr/>
      </dsp:nvSpPr>
      <dsp:spPr>
        <a:xfrm>
          <a:off x="5567981" y="242360"/>
          <a:ext cx="4554559" cy="28921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EDE8E-0A1E-4EF8-8216-35ECEF787965}">
      <dsp:nvSpPr>
        <dsp:cNvPr id="0" name=""/>
        <dsp:cNvSpPr/>
      </dsp:nvSpPr>
      <dsp:spPr>
        <a:xfrm>
          <a:off x="6074043" y="723119"/>
          <a:ext cx="4554559" cy="28921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Mogą obejmować sprzedaż licencji, abonament, opłaty transakcyjne lub model freemium.</a:t>
          </a:r>
          <a:endParaRPr lang="en-US" sz="3600" kern="1200"/>
        </a:p>
      </dsp:txBody>
      <dsp:txXfrm>
        <a:off x="6158751" y="807827"/>
        <a:ext cx="4385143" cy="27227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90C20D-DF5F-455F-A8E7-11CC8176D99D}">
      <dsp:nvSpPr>
        <dsp:cNvPr id="0" name=""/>
        <dsp:cNvSpPr/>
      </dsp:nvSpPr>
      <dsp:spPr>
        <a:xfrm>
          <a:off x="0" y="0"/>
          <a:ext cx="3321843" cy="385762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984" tIns="330200" rIns="258984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Struktura kosztów obejmuje wszystkie wydatki związane z tworzeniem i utrzymaniem produktu.</a:t>
          </a:r>
          <a:endParaRPr lang="en-US" sz="2100" kern="1200"/>
        </a:p>
      </dsp:txBody>
      <dsp:txXfrm>
        <a:off x="0" y="1465897"/>
        <a:ext cx="3321843" cy="2314575"/>
      </dsp:txXfrm>
    </dsp:sp>
    <dsp:sp modelId="{3B2625F4-4863-4B09-9DF2-949B9A1DBAE1}">
      <dsp:nvSpPr>
        <dsp:cNvPr id="0" name=""/>
        <dsp:cNvSpPr/>
      </dsp:nvSpPr>
      <dsp:spPr>
        <a:xfrm>
          <a:off x="1082277" y="385762"/>
          <a:ext cx="1157287" cy="11572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27" tIns="12700" rIns="9022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51758" y="555243"/>
        <a:ext cx="818325" cy="818325"/>
      </dsp:txXfrm>
    </dsp:sp>
    <dsp:sp modelId="{BA031A57-447F-4F8B-B966-C3EE8AEACEB6}">
      <dsp:nvSpPr>
        <dsp:cNvPr id="0" name=""/>
        <dsp:cNvSpPr/>
      </dsp:nvSpPr>
      <dsp:spPr>
        <a:xfrm>
          <a:off x="0" y="3857554"/>
          <a:ext cx="332184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55E66-6206-4259-8E75-42E325282E10}">
      <dsp:nvSpPr>
        <dsp:cNvPr id="0" name=""/>
        <dsp:cNvSpPr/>
      </dsp:nvSpPr>
      <dsp:spPr>
        <a:xfrm>
          <a:off x="3654028" y="0"/>
          <a:ext cx="3321843" cy="385762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984" tIns="330200" rIns="258984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Najczęściej są to koszty rozwoju, infrastruktury, wsparcia oraz marketingu.</a:t>
          </a:r>
          <a:endParaRPr lang="en-US" sz="2100" kern="1200"/>
        </a:p>
      </dsp:txBody>
      <dsp:txXfrm>
        <a:off x="3654028" y="1465897"/>
        <a:ext cx="3321843" cy="2314575"/>
      </dsp:txXfrm>
    </dsp:sp>
    <dsp:sp modelId="{84B9A1E4-A1F7-4FCA-B4F1-FF6862138904}">
      <dsp:nvSpPr>
        <dsp:cNvPr id="0" name=""/>
        <dsp:cNvSpPr/>
      </dsp:nvSpPr>
      <dsp:spPr>
        <a:xfrm>
          <a:off x="4736306" y="385762"/>
          <a:ext cx="1157287" cy="11572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27" tIns="12700" rIns="9022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905787" y="555243"/>
        <a:ext cx="818325" cy="818325"/>
      </dsp:txXfrm>
    </dsp:sp>
    <dsp:sp modelId="{858230E5-FD52-4AE7-B1A3-A209CDF56139}">
      <dsp:nvSpPr>
        <dsp:cNvPr id="0" name=""/>
        <dsp:cNvSpPr/>
      </dsp:nvSpPr>
      <dsp:spPr>
        <a:xfrm>
          <a:off x="3654028" y="3857554"/>
          <a:ext cx="332184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8E744-4F01-45CC-884E-7BF55D564BD8}">
      <dsp:nvSpPr>
        <dsp:cNvPr id="0" name=""/>
        <dsp:cNvSpPr/>
      </dsp:nvSpPr>
      <dsp:spPr>
        <a:xfrm>
          <a:off x="7308056" y="0"/>
          <a:ext cx="3321843" cy="385762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984" tIns="330200" rIns="258984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Każdy model biznesowy musi być zrównoważony </a:t>
          </a:r>
          <a:r>
            <a:rPr lang="en-US" sz="2100" kern="1200"/>
            <a:t>(</a:t>
          </a:r>
          <a:r>
            <a:rPr lang="pl-PL" sz="2100" kern="1200"/>
            <a:t>przychody muszą przewyższać koszty</a:t>
          </a:r>
          <a:r>
            <a:rPr lang="en-US" sz="2100" kern="1200"/>
            <a:t>)</a:t>
          </a:r>
        </a:p>
      </dsp:txBody>
      <dsp:txXfrm>
        <a:off x="7308056" y="1465897"/>
        <a:ext cx="3321843" cy="2314575"/>
      </dsp:txXfrm>
    </dsp:sp>
    <dsp:sp modelId="{0037BF19-A5F8-4C20-8193-428B85129EA8}">
      <dsp:nvSpPr>
        <dsp:cNvPr id="0" name=""/>
        <dsp:cNvSpPr/>
      </dsp:nvSpPr>
      <dsp:spPr>
        <a:xfrm>
          <a:off x="8390334" y="385762"/>
          <a:ext cx="1157287" cy="11572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27" tIns="12700" rIns="9022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559815" y="555243"/>
        <a:ext cx="818325" cy="818325"/>
      </dsp:txXfrm>
    </dsp:sp>
    <dsp:sp modelId="{3A1117D1-9FFB-451C-A725-A928B050748D}">
      <dsp:nvSpPr>
        <dsp:cNvPr id="0" name=""/>
        <dsp:cNvSpPr/>
      </dsp:nvSpPr>
      <dsp:spPr>
        <a:xfrm>
          <a:off x="7308056" y="3857554"/>
          <a:ext cx="332184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14FC4-67A9-429C-BB08-0E952A363B05}">
      <dsp:nvSpPr>
        <dsp:cNvPr id="0" name=""/>
        <dsp:cNvSpPr/>
      </dsp:nvSpPr>
      <dsp:spPr>
        <a:xfrm>
          <a:off x="0" y="0"/>
          <a:ext cx="9088040" cy="11220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Hipotezy biznesowe to założenia dotyczące klientów, wartości, przychodów i rynku.</a:t>
          </a:r>
          <a:endParaRPr lang="en-US" sz="2500" kern="1200"/>
        </a:p>
      </dsp:txBody>
      <dsp:txXfrm>
        <a:off x="32864" y="32864"/>
        <a:ext cx="7877265" cy="1056317"/>
      </dsp:txXfrm>
    </dsp:sp>
    <dsp:sp modelId="{EFAA3DAB-A140-407A-91B4-7BCE83EEE921}">
      <dsp:nvSpPr>
        <dsp:cNvPr id="0" name=""/>
        <dsp:cNvSpPr/>
      </dsp:nvSpPr>
      <dsp:spPr>
        <a:xfrm>
          <a:off x="801885" y="1309052"/>
          <a:ext cx="9088040" cy="11220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Mogą być prawdziwe lub fałszywe i wymagają weryfikacji.</a:t>
          </a:r>
          <a:endParaRPr lang="en-US" sz="2500" kern="1200"/>
        </a:p>
      </dsp:txBody>
      <dsp:txXfrm>
        <a:off x="834749" y="1341916"/>
        <a:ext cx="7491097" cy="1056317"/>
      </dsp:txXfrm>
    </dsp:sp>
    <dsp:sp modelId="{6312731B-5EB9-4BF1-95F3-03348279D34E}">
      <dsp:nvSpPr>
        <dsp:cNvPr id="0" name=""/>
        <dsp:cNvSpPr/>
      </dsp:nvSpPr>
      <dsp:spPr>
        <a:xfrm>
          <a:off x="1603771" y="2618104"/>
          <a:ext cx="9088040" cy="11220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</a:t>
          </a:r>
          <a:r>
            <a:rPr lang="pl-PL" sz="2500" kern="1200"/>
            <a:t>rzykład: stacje paliw są gotowe płacić abonament za analizę danych sprzedażowych</a:t>
          </a:r>
          <a:r>
            <a:rPr lang="en-US" sz="2500" kern="1200"/>
            <a:t> –</a:t>
          </a:r>
          <a:r>
            <a:rPr lang="pl-PL" sz="2500" kern="1200"/>
            <a:t> to hipoteza, nie fakt</a:t>
          </a:r>
          <a:endParaRPr lang="en-US" sz="2500" kern="1200"/>
        </a:p>
      </dsp:txBody>
      <dsp:txXfrm>
        <a:off x="1636635" y="2650968"/>
        <a:ext cx="7491097" cy="1056317"/>
      </dsp:txXfrm>
    </dsp:sp>
    <dsp:sp modelId="{68554407-06C8-4C1F-A0F4-D7D269CBE088}">
      <dsp:nvSpPr>
        <dsp:cNvPr id="0" name=""/>
        <dsp:cNvSpPr/>
      </dsp:nvSpPr>
      <dsp:spPr>
        <a:xfrm>
          <a:off x="8358710" y="850884"/>
          <a:ext cx="729329" cy="7293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522809" y="850884"/>
        <a:ext cx="401131" cy="548820"/>
      </dsp:txXfrm>
    </dsp:sp>
    <dsp:sp modelId="{256D221A-7B34-421E-83C7-C078019F99E2}">
      <dsp:nvSpPr>
        <dsp:cNvPr id="0" name=""/>
        <dsp:cNvSpPr/>
      </dsp:nvSpPr>
      <dsp:spPr>
        <a:xfrm>
          <a:off x="9160596" y="2152456"/>
          <a:ext cx="729329" cy="72932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324695" y="2152456"/>
        <a:ext cx="401131" cy="5488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FDDCE-E21D-4F61-9D82-1223F37739EC}">
      <dsp:nvSpPr>
        <dsp:cNvPr id="0" name=""/>
        <dsp:cNvSpPr/>
      </dsp:nvSpPr>
      <dsp:spPr>
        <a:xfrm>
          <a:off x="0" y="5999"/>
          <a:ext cx="6581776" cy="2307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/>
            <a:t>Skalowanie oznacza możliwość zwiększania przychodów bez proporcjonalnego wzrostu kosztów.</a:t>
          </a:r>
          <a:endParaRPr lang="en-US" sz="3400" kern="1200"/>
        </a:p>
      </dsp:txBody>
      <dsp:txXfrm>
        <a:off x="112630" y="118629"/>
        <a:ext cx="6356516" cy="2081980"/>
      </dsp:txXfrm>
    </dsp:sp>
    <dsp:sp modelId="{6131E948-C630-43F6-B811-CF2BFF6610CE}">
      <dsp:nvSpPr>
        <dsp:cNvPr id="0" name=""/>
        <dsp:cNvSpPr/>
      </dsp:nvSpPr>
      <dsp:spPr>
        <a:xfrm>
          <a:off x="0" y="2411159"/>
          <a:ext cx="6581776" cy="230724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/>
            <a:t>Model powinien rosnąć efektywnie.</a:t>
          </a:r>
          <a:endParaRPr lang="en-US" sz="3400" kern="1200"/>
        </a:p>
      </dsp:txBody>
      <dsp:txXfrm>
        <a:off x="112630" y="2523789"/>
        <a:ext cx="6356516" cy="20819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6620C-C387-446F-857A-1728AA41CF25}">
      <dsp:nvSpPr>
        <dsp:cNvPr id="0" name=""/>
        <dsp:cNvSpPr/>
      </dsp:nvSpPr>
      <dsp:spPr>
        <a:xfrm>
          <a:off x="1305" y="173800"/>
          <a:ext cx="4581086" cy="2908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04B32-C73E-44D5-BCA6-62F758C0904A}">
      <dsp:nvSpPr>
        <dsp:cNvPr id="0" name=""/>
        <dsp:cNvSpPr/>
      </dsp:nvSpPr>
      <dsp:spPr>
        <a:xfrm>
          <a:off x="510314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Model platformowy łączy różnych użytkowników (np. dostawców i klientów).</a:t>
          </a:r>
          <a:r>
            <a:rPr lang="en-US" sz="2800" kern="1200"/>
            <a:t> </a:t>
          </a:r>
          <a:r>
            <a:rPr lang="pl-PL" sz="2800" kern="1200"/>
            <a:t>Wartość rośnie wraz z liczbą użytkowników (efekt sieciowy).</a:t>
          </a:r>
          <a:endParaRPr lang="en-US" sz="2800" kern="1200"/>
        </a:p>
      </dsp:txBody>
      <dsp:txXfrm>
        <a:off x="595515" y="742560"/>
        <a:ext cx="4410684" cy="2738587"/>
      </dsp:txXfrm>
    </dsp:sp>
    <dsp:sp modelId="{26A7C273-9292-4A5B-AE53-52A346086672}">
      <dsp:nvSpPr>
        <dsp:cNvPr id="0" name=""/>
        <dsp:cNvSpPr/>
      </dsp:nvSpPr>
      <dsp:spPr>
        <a:xfrm>
          <a:off x="5600410" y="173800"/>
          <a:ext cx="4581086" cy="2908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E0DF0-7B96-48BB-94EF-B59D93B76398}">
      <dsp:nvSpPr>
        <dsp:cNvPr id="0" name=""/>
        <dsp:cNvSpPr/>
      </dsp:nvSpPr>
      <dsp:spPr>
        <a:xfrm>
          <a:off x="6109420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Ryzyka: </a:t>
          </a:r>
          <a:r>
            <a:rPr lang="pl-PL" sz="2800" kern="1200"/>
            <a:t>uzależnienie od efektu sieciowego</a:t>
          </a:r>
          <a:r>
            <a:rPr lang="en-US" sz="2800" kern="1200"/>
            <a:t>, </a:t>
          </a:r>
          <a:r>
            <a:rPr lang="pl-PL" sz="2800" kern="1200"/>
            <a:t>trudność w osiągnięciu masy krytycznej</a:t>
          </a:r>
          <a:r>
            <a:rPr lang="en-US" sz="2800" kern="1200"/>
            <a:t>, </a:t>
          </a:r>
          <a:r>
            <a:rPr lang="pl-PL" sz="2800" kern="1200"/>
            <a:t>silna konkurencja</a:t>
          </a:r>
          <a:r>
            <a:rPr lang="en-US" sz="2800" kern="1200"/>
            <a:t>, </a:t>
          </a:r>
          <a:r>
            <a:rPr lang="pl-PL" sz="2800" kern="1200"/>
            <a:t>wysokie koszty startowe</a:t>
          </a:r>
          <a:endParaRPr lang="en-US" sz="2800" kern="1200"/>
        </a:p>
      </dsp:txBody>
      <dsp:txXfrm>
        <a:off x="6194621" y="742560"/>
        <a:ext cx="4410684" cy="27385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4E3C6E-A022-4672-86A4-68C8879056DC}">
      <dsp:nvSpPr>
        <dsp:cNvPr id="0" name=""/>
        <dsp:cNvSpPr/>
      </dsp:nvSpPr>
      <dsp:spPr>
        <a:xfrm>
          <a:off x="0" y="90139"/>
          <a:ext cx="6171948" cy="10038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Model biznesowy nie jest stały.</a:t>
          </a:r>
          <a:r>
            <a:rPr lang="en-US" sz="2600" kern="1200"/>
            <a:t> </a:t>
          </a:r>
          <a:r>
            <a:rPr lang="pl-PL" sz="2600" kern="1200"/>
            <a:t>Zmienia się wraz z:</a:t>
          </a:r>
          <a:endParaRPr lang="en-US" sz="2600" kern="1200"/>
        </a:p>
      </dsp:txBody>
      <dsp:txXfrm>
        <a:off x="49004" y="139143"/>
        <a:ext cx="6073940" cy="905852"/>
      </dsp:txXfrm>
    </dsp:sp>
    <dsp:sp modelId="{569A688D-D9D1-4C45-8DDD-285FB6AB97A1}">
      <dsp:nvSpPr>
        <dsp:cNvPr id="0" name=""/>
        <dsp:cNvSpPr/>
      </dsp:nvSpPr>
      <dsp:spPr>
        <a:xfrm>
          <a:off x="0" y="1168879"/>
          <a:ext cx="6171948" cy="1003860"/>
        </a:xfrm>
        <a:prstGeom prst="round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- </a:t>
          </a:r>
          <a:r>
            <a:rPr lang="pl-PL" sz="2600" kern="1200" dirty="0"/>
            <a:t>rynkiem </a:t>
          </a:r>
          <a:endParaRPr lang="en-US" sz="2600" kern="1200" dirty="0"/>
        </a:p>
      </dsp:txBody>
      <dsp:txXfrm>
        <a:off x="49004" y="1217883"/>
        <a:ext cx="6073940" cy="905852"/>
      </dsp:txXfrm>
    </dsp:sp>
    <dsp:sp modelId="{1A7430EE-D0C6-4BD0-B2FB-0E9EB9FB0A45}">
      <dsp:nvSpPr>
        <dsp:cNvPr id="0" name=""/>
        <dsp:cNvSpPr/>
      </dsp:nvSpPr>
      <dsp:spPr>
        <a:xfrm>
          <a:off x="0" y="2247620"/>
          <a:ext cx="6171948" cy="100386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- </a:t>
          </a:r>
          <a:r>
            <a:rPr lang="pl-PL" sz="2600" kern="1200" dirty="0"/>
            <a:t>technologią </a:t>
          </a:r>
          <a:endParaRPr lang="en-US" sz="2600" kern="1200" dirty="0"/>
        </a:p>
      </dsp:txBody>
      <dsp:txXfrm>
        <a:off x="49004" y="2296624"/>
        <a:ext cx="6073940" cy="905852"/>
      </dsp:txXfrm>
    </dsp:sp>
    <dsp:sp modelId="{010EF8BB-8C74-4A1B-BCF1-E2B2B4BD2800}">
      <dsp:nvSpPr>
        <dsp:cNvPr id="0" name=""/>
        <dsp:cNvSpPr/>
      </dsp:nvSpPr>
      <dsp:spPr>
        <a:xfrm>
          <a:off x="0" y="3326360"/>
          <a:ext cx="6171948" cy="1003860"/>
        </a:xfrm>
        <a:prstGeom prst="roundRect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- </a:t>
          </a:r>
          <a:r>
            <a:rPr lang="pl-PL" sz="2600" kern="1200" dirty="0"/>
            <a:t>klientami </a:t>
          </a:r>
          <a:endParaRPr lang="en-US" sz="2600" kern="1200" dirty="0"/>
        </a:p>
      </dsp:txBody>
      <dsp:txXfrm>
        <a:off x="49004" y="3375364"/>
        <a:ext cx="6073940" cy="905852"/>
      </dsp:txXfrm>
    </dsp:sp>
    <dsp:sp modelId="{171F1EA4-A7AA-416C-BD6B-81BDA6296471}">
      <dsp:nvSpPr>
        <dsp:cNvPr id="0" name=""/>
        <dsp:cNvSpPr/>
      </dsp:nvSpPr>
      <dsp:spPr>
        <a:xfrm>
          <a:off x="0" y="4405100"/>
          <a:ext cx="6171948" cy="100386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- </a:t>
          </a:r>
          <a:r>
            <a:rPr lang="pl-PL" sz="2600" kern="1200" dirty="0"/>
            <a:t>konkurencją</a:t>
          </a:r>
          <a:endParaRPr lang="en-US" sz="2600" kern="1200" dirty="0"/>
        </a:p>
      </dsp:txBody>
      <dsp:txXfrm>
        <a:off x="49004" y="4454104"/>
        <a:ext cx="6073940" cy="90585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537F2-556D-4949-B1B8-7FF23E04C5AC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AA653-3AB4-4F10-99E6-A9D68B65E4C2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D0FB7-D083-49D7-82BE-BE92D68AF288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MVP (Minimum Viable Product) to najprostsza wersja produktu, która pozwala przetestować kluczową wartość biznesową przy minimalnym nakładzie pracy.</a:t>
          </a:r>
          <a:endParaRPr lang="en-US" sz="1800" kern="1200"/>
        </a:p>
      </dsp:txBody>
      <dsp:txXfrm>
        <a:off x="1814259" y="671"/>
        <a:ext cx="4357688" cy="1570787"/>
      </dsp:txXfrm>
    </dsp:sp>
    <dsp:sp modelId="{DEC431E4-1AF2-4329-88DB-3458916FD4AA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88750-AD97-4932-B0D7-40AE58A76B31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AE146-A306-4CFE-91D3-6A14233A7ACA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Nie jest to produkt pełny, tylko eksperyment rynkowy.</a:t>
          </a:r>
          <a:endParaRPr lang="en-US" sz="1800" kern="1200"/>
        </a:p>
      </dsp:txBody>
      <dsp:txXfrm>
        <a:off x="1814259" y="1964156"/>
        <a:ext cx="4357688" cy="1570787"/>
      </dsp:txXfrm>
    </dsp:sp>
    <dsp:sp modelId="{169BBA3E-69A0-42F4-867C-16EF71BFAB02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F958A3-0F45-4DBF-803E-1DB2595F6E36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D3B2C-8FDB-42DC-BC8B-DF4076DC9AC6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MVP nie ma być idealne. Ma odpowiedzieć na jedno pytanie: czy klient w ogóle chce tego produktu?</a:t>
          </a:r>
          <a:endParaRPr lang="en-US" sz="1800" kern="1200"/>
        </a:p>
      </dsp:txBody>
      <dsp:txXfrm>
        <a:off x="1814259" y="3927640"/>
        <a:ext cx="4357688" cy="157078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C0347-04FE-4712-8149-F274414DBA29}">
      <dsp:nvSpPr>
        <dsp:cNvPr id="0" name=""/>
        <dsp:cNvSpPr/>
      </dsp:nvSpPr>
      <dsp:spPr>
        <a:xfrm>
          <a:off x="1305" y="173800"/>
          <a:ext cx="4581086" cy="2908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FF678-11EC-4E1F-AE70-33DADE3E2D6A}">
      <dsp:nvSpPr>
        <dsp:cNvPr id="0" name=""/>
        <dsp:cNvSpPr/>
      </dsp:nvSpPr>
      <dsp:spPr>
        <a:xfrm>
          <a:off x="510314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MMP (Minimum Marketable Product) to najmniejszy produkt, który można skutecznie sprzedawać na rynku.</a:t>
          </a:r>
          <a:endParaRPr lang="en-US" sz="3100" kern="1200"/>
        </a:p>
      </dsp:txBody>
      <dsp:txXfrm>
        <a:off x="595515" y="742560"/>
        <a:ext cx="4410684" cy="2738587"/>
      </dsp:txXfrm>
    </dsp:sp>
    <dsp:sp modelId="{D39A3C7B-E29D-44AE-A341-9B6AEEC8196E}">
      <dsp:nvSpPr>
        <dsp:cNvPr id="0" name=""/>
        <dsp:cNvSpPr/>
      </dsp:nvSpPr>
      <dsp:spPr>
        <a:xfrm>
          <a:off x="5600410" y="173800"/>
          <a:ext cx="4581086" cy="2908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322EF-D0F1-4CE5-918F-DB8C81187CA3}">
      <dsp:nvSpPr>
        <dsp:cNvPr id="0" name=""/>
        <dsp:cNvSpPr/>
      </dsp:nvSpPr>
      <dsp:spPr>
        <a:xfrm>
          <a:off x="6109420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MMF (Minimum Marketable Feature) to najmniejsza funkcja, która sama w sobie dostarcza wartość użytkownikowi.</a:t>
          </a:r>
          <a:endParaRPr lang="en-US" sz="3100" kern="1200"/>
        </a:p>
      </dsp:txBody>
      <dsp:txXfrm>
        <a:off x="6194621" y="742560"/>
        <a:ext cx="4410684" cy="273858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98B52-0AB3-47C4-BA00-308F551A89A0}">
      <dsp:nvSpPr>
        <dsp:cNvPr id="0" name=""/>
        <dsp:cNvSpPr/>
      </dsp:nvSpPr>
      <dsp:spPr>
        <a:xfrm>
          <a:off x="683905" y="250074"/>
          <a:ext cx="1921500" cy="1921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184D5-74E9-4A88-BADD-7F6E44A8A5D1}">
      <dsp:nvSpPr>
        <dsp:cNvPr id="0" name=""/>
        <dsp:cNvSpPr/>
      </dsp:nvSpPr>
      <dsp:spPr>
        <a:xfrm>
          <a:off x="1093405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1BE1A-5F26-4416-91FC-62D15DCE8B3C}">
      <dsp:nvSpPr>
        <dsp:cNvPr id="0" name=""/>
        <dsp:cNvSpPr/>
      </dsp:nvSpPr>
      <dsp:spPr>
        <a:xfrm>
          <a:off x="6965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300" kern="1200"/>
            <a:t>Model biznesowy łączy korzyści finansowe i niefinansowe.</a:t>
          </a:r>
          <a:endParaRPr lang="en-US" sz="1300" kern="1200"/>
        </a:p>
      </dsp:txBody>
      <dsp:txXfrm>
        <a:off x="69655" y="2770075"/>
        <a:ext cx="3150000" cy="720000"/>
      </dsp:txXfrm>
    </dsp:sp>
    <dsp:sp modelId="{9F93AB7A-996D-4F45-BE4E-1DB74F7DB5F7}">
      <dsp:nvSpPr>
        <dsp:cNvPr id="0" name=""/>
        <dsp:cNvSpPr/>
      </dsp:nvSpPr>
      <dsp:spPr>
        <a:xfrm>
          <a:off x="4385155" y="250074"/>
          <a:ext cx="1921500" cy="1921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928F3-1E56-428B-9E85-E80312D02866}">
      <dsp:nvSpPr>
        <dsp:cNvPr id="0" name=""/>
        <dsp:cNvSpPr/>
      </dsp:nvSpPr>
      <dsp:spPr>
        <a:xfrm>
          <a:off x="4794655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44111-EEB0-42A4-8B23-B4F6BF5504FC}">
      <dsp:nvSpPr>
        <dsp:cNvPr id="0" name=""/>
        <dsp:cNvSpPr/>
      </dsp:nvSpPr>
      <dsp:spPr>
        <a:xfrm>
          <a:off x="377090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300" kern="1200"/>
            <a:t>Korzyści finansowe to przychody, zyski i redukcja kosztów.</a:t>
          </a:r>
          <a:endParaRPr lang="en-US" sz="1300" kern="1200"/>
        </a:p>
      </dsp:txBody>
      <dsp:txXfrm>
        <a:off x="3770905" y="2770075"/>
        <a:ext cx="3150000" cy="720000"/>
      </dsp:txXfrm>
    </dsp:sp>
    <dsp:sp modelId="{62AB38C2-3268-4688-B8E2-60F32FAED3AF}">
      <dsp:nvSpPr>
        <dsp:cNvPr id="0" name=""/>
        <dsp:cNvSpPr/>
      </dsp:nvSpPr>
      <dsp:spPr>
        <a:xfrm>
          <a:off x="8086406" y="250074"/>
          <a:ext cx="1921500" cy="1921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48599-4806-4DE8-A0AD-508775EDBDDC}">
      <dsp:nvSpPr>
        <dsp:cNvPr id="0" name=""/>
        <dsp:cNvSpPr/>
      </dsp:nvSpPr>
      <dsp:spPr>
        <a:xfrm>
          <a:off x="8495906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E7C45-3F7B-4831-9C0F-6ED96543DCE9}">
      <dsp:nvSpPr>
        <dsp:cNvPr id="0" name=""/>
        <dsp:cNvSpPr/>
      </dsp:nvSpPr>
      <dsp:spPr>
        <a:xfrm>
          <a:off x="7472156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300" kern="1200"/>
            <a:t>Korzyści niefinansowe to satysfakcja klienta, lojalność, przewaga konkurencyjna oraz wartość marki.</a:t>
          </a:r>
          <a:endParaRPr lang="en-US" sz="1300" kern="1200"/>
        </a:p>
      </dsp:txBody>
      <dsp:txXfrm>
        <a:off x="7472156" y="2770075"/>
        <a:ext cx="315000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01AE1-8B26-4870-9C6D-F0C349F7E078}">
      <dsp:nvSpPr>
        <dsp:cNvPr id="0" name=""/>
        <dsp:cNvSpPr/>
      </dsp:nvSpPr>
      <dsp:spPr>
        <a:xfrm>
          <a:off x="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10A30-D7C1-432E-BD56-EE525E004AB1}">
      <dsp:nvSpPr>
        <dsp:cNvPr id="0" name=""/>
        <dsp:cNvSpPr/>
      </dsp:nvSpPr>
      <dsp:spPr>
        <a:xfrm>
          <a:off x="33411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Time to Market oznacza czas potrzebny na wprowadzenie produktu na rynek.</a:t>
          </a:r>
          <a:endParaRPr lang="en-US" sz="2000" kern="1200"/>
        </a:p>
      </dsp:txBody>
      <dsp:txXfrm>
        <a:off x="390046" y="1129963"/>
        <a:ext cx="2895218" cy="1797636"/>
      </dsp:txXfrm>
    </dsp:sp>
    <dsp:sp modelId="{F29B24F0-1F37-4B7E-9328-099BD1C65DDD}">
      <dsp:nvSpPr>
        <dsp:cNvPr id="0" name=""/>
        <dsp:cNvSpPr/>
      </dsp:nvSpPr>
      <dsp:spPr>
        <a:xfrm>
          <a:off x="367531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05960-08C4-4BF6-80AA-CF70E64A1B0F}">
      <dsp:nvSpPr>
        <dsp:cNvPr id="0" name=""/>
        <dsp:cNvSpPr/>
      </dsp:nvSpPr>
      <dsp:spPr>
        <a:xfrm>
          <a:off x="400942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Im krótszy czas, tym większa szansa na zdobycie przewagi konkurencyjnej.</a:t>
          </a:r>
          <a:endParaRPr lang="en-US" sz="2000" kern="1200"/>
        </a:p>
      </dsp:txBody>
      <dsp:txXfrm>
        <a:off x="4065356" y="1129963"/>
        <a:ext cx="2895218" cy="1797636"/>
      </dsp:txXfrm>
    </dsp:sp>
    <dsp:sp modelId="{93DE024B-0F02-4A51-BDC9-C9A796BEA066}">
      <dsp:nvSpPr>
        <dsp:cNvPr id="0" name=""/>
        <dsp:cNvSpPr/>
      </dsp:nvSpPr>
      <dsp:spPr>
        <a:xfrm>
          <a:off x="735062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8641D-02FD-4509-81A4-519DDAE1C4BF}">
      <dsp:nvSpPr>
        <dsp:cNvPr id="0" name=""/>
        <dsp:cNvSpPr/>
      </dsp:nvSpPr>
      <dsp:spPr>
        <a:xfrm>
          <a:off x="768473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Na rynku IT często wygrywa nie ten, kto ma najlepszy produkt, ale ten, kto pierwszy dostarczy działające rozwiązanie</a:t>
          </a:r>
          <a:endParaRPr lang="en-US" sz="2000" kern="1200"/>
        </a:p>
      </dsp:txBody>
      <dsp:txXfrm>
        <a:off x="7740666" y="1129963"/>
        <a:ext cx="2895218" cy="179763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4D5EB-096E-44C8-B6E9-9F41B82DF26F}">
      <dsp:nvSpPr>
        <dsp:cNvPr id="0" name=""/>
        <dsp:cNvSpPr/>
      </dsp:nvSpPr>
      <dsp:spPr>
        <a:xfrm>
          <a:off x="0" y="607774"/>
          <a:ext cx="10691811" cy="11220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2492BB-E681-4597-AD2C-9E9934D20DD0}">
      <dsp:nvSpPr>
        <dsp:cNvPr id="0" name=""/>
        <dsp:cNvSpPr/>
      </dsp:nvSpPr>
      <dsp:spPr>
        <a:xfrm>
          <a:off x="339418" y="860234"/>
          <a:ext cx="617124" cy="6171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6499B-8352-4A9D-BDA3-DBB75F8020E3}">
      <dsp:nvSpPr>
        <dsp:cNvPr id="0" name=""/>
        <dsp:cNvSpPr/>
      </dsp:nvSpPr>
      <dsp:spPr>
        <a:xfrm>
          <a:off x="1295961" y="607774"/>
          <a:ext cx="9395850" cy="1122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50" tIns="118750" rIns="118750" bIns="1187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Value Assessment polega na sprawdzeniu, czy dana funkcjonalność rzeczywiście przynosi wartość biznesową.</a:t>
          </a:r>
          <a:endParaRPr lang="en-US" sz="2500" kern="1200"/>
        </a:p>
      </dsp:txBody>
      <dsp:txXfrm>
        <a:off x="1295961" y="607774"/>
        <a:ext cx="9395850" cy="1122045"/>
      </dsp:txXfrm>
    </dsp:sp>
    <dsp:sp modelId="{305A46D5-C83C-4E65-8E69-A614AEF6A2BD}">
      <dsp:nvSpPr>
        <dsp:cNvPr id="0" name=""/>
        <dsp:cNvSpPr/>
      </dsp:nvSpPr>
      <dsp:spPr>
        <a:xfrm>
          <a:off x="0" y="2010330"/>
          <a:ext cx="10691811" cy="11220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4CB38-863B-4A87-A9EA-0CEC7D50A66A}">
      <dsp:nvSpPr>
        <dsp:cNvPr id="0" name=""/>
        <dsp:cNvSpPr/>
      </dsp:nvSpPr>
      <dsp:spPr>
        <a:xfrm>
          <a:off x="339418" y="2262790"/>
          <a:ext cx="617124" cy="6171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82ECC-E5E8-4457-837C-2BE6F0B800F4}">
      <dsp:nvSpPr>
        <dsp:cNvPr id="0" name=""/>
        <dsp:cNvSpPr/>
      </dsp:nvSpPr>
      <dsp:spPr>
        <a:xfrm>
          <a:off x="1295961" y="2010330"/>
          <a:ext cx="9395850" cy="1122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50" tIns="118750" rIns="118750" bIns="1187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Ocena opiera się na danych, zachowaniach użytkowników oraz wpływie na cele biznesowe.</a:t>
          </a:r>
          <a:endParaRPr lang="en-US" sz="2500" kern="1200"/>
        </a:p>
      </dsp:txBody>
      <dsp:txXfrm>
        <a:off x="1295961" y="2010330"/>
        <a:ext cx="9395850" cy="112204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9B8420-A21E-4AFB-9465-FD587B6751A6}">
      <dsp:nvSpPr>
        <dsp:cNvPr id="0" name=""/>
        <dsp:cNvSpPr/>
      </dsp:nvSpPr>
      <dsp:spPr>
        <a:xfrm>
          <a:off x="673458" y="1096"/>
          <a:ext cx="3737957" cy="37379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Kryteria akceptacji określają, kiedy funkcjonalność jest uznana za gotową z punktu widzenia biznesu.</a:t>
          </a:r>
          <a:endParaRPr lang="en-US" sz="2600" kern="1200"/>
        </a:p>
      </dsp:txBody>
      <dsp:txXfrm>
        <a:off x="1220869" y="548507"/>
        <a:ext cx="2643135" cy="2643135"/>
      </dsp:txXfrm>
    </dsp:sp>
    <dsp:sp modelId="{602D7638-3C05-4FDA-A774-A8EB2FC18B54}">
      <dsp:nvSpPr>
        <dsp:cNvPr id="0" name=""/>
        <dsp:cNvSpPr/>
      </dsp:nvSpPr>
      <dsp:spPr>
        <a:xfrm rot="5400000">
          <a:off x="4719798" y="1374795"/>
          <a:ext cx="1308285" cy="990558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45B81-BA70-4400-8CF3-1477507EACB9}">
      <dsp:nvSpPr>
        <dsp:cNvPr id="0" name=""/>
        <dsp:cNvSpPr/>
      </dsp:nvSpPr>
      <dsp:spPr>
        <a:xfrm>
          <a:off x="6280395" y="1096"/>
          <a:ext cx="3737957" cy="37379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Nie dotyczą tylko działania technicznego, ale także wartości dla użytkownika.</a:t>
          </a:r>
          <a:endParaRPr lang="en-US" sz="2600" kern="1200"/>
        </a:p>
      </dsp:txBody>
      <dsp:txXfrm>
        <a:off x="6827806" y="548507"/>
        <a:ext cx="2643135" cy="2643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D1AFB-2E1C-4773-B8BE-E64CDAFA1CE7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17956-B19E-470B-B9F9-62C004E54D5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056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 </a:t>
            </a:r>
            <a:r>
              <a:rPr lang="en-US" dirty="0" err="1"/>
              <a:t>czyli</a:t>
            </a:r>
            <a:r>
              <a:rPr lang="en-US" dirty="0"/>
              <a:t> jak </a:t>
            </a:r>
            <a:r>
              <a:rPr lang="pl-PL" dirty="0" err="1"/>
              <a:t>ak</a:t>
            </a:r>
            <a:r>
              <a:rPr lang="pl-PL" dirty="0"/>
              <a:t> technologia generuje wartość i przychód</a:t>
            </a:r>
            <a:r>
              <a:rPr lang="en-US" dirty="0"/>
              <a:t>.</a:t>
            </a:r>
          </a:p>
          <a:p>
            <a:r>
              <a:rPr lang="en-US" dirty="0"/>
              <a:t>W </a:t>
            </a:r>
            <a:r>
              <a:rPr lang="en-US" dirty="0" err="1"/>
              <a:t>tej</a:t>
            </a:r>
            <a:r>
              <a:rPr lang="en-US" dirty="0"/>
              <a:t> </a:t>
            </a:r>
            <a:r>
              <a:rPr lang="en-US" dirty="0" err="1"/>
              <a:t>prezentacji</a:t>
            </a:r>
            <a:r>
              <a:rPr lang="en-US" dirty="0"/>
              <a:t> </a:t>
            </a:r>
            <a:r>
              <a:rPr lang="en-US" dirty="0" err="1"/>
              <a:t>przedstawię</a:t>
            </a:r>
            <a:r>
              <a:rPr lang="en-US" dirty="0"/>
              <a:t> jak </a:t>
            </a:r>
            <a:r>
              <a:rPr lang="en-US" dirty="0" err="1"/>
              <a:t>wygląda</a:t>
            </a:r>
            <a:r>
              <a:rPr lang="en-US" dirty="0"/>
              <a:t> model </a:t>
            </a:r>
            <a:r>
              <a:rPr lang="en-US" dirty="0" err="1"/>
              <a:t>biznesowy</a:t>
            </a:r>
            <a:r>
              <a:rPr lang="en-US" dirty="0"/>
              <a:t> </a:t>
            </a:r>
            <a:r>
              <a:rPr lang="en-US" dirty="0" err="1"/>
              <a:t>rozwiązania</a:t>
            </a:r>
            <a:r>
              <a:rPr lang="en-US" dirty="0"/>
              <a:t> </a:t>
            </a:r>
            <a:r>
              <a:rPr lang="en-US" dirty="0" err="1"/>
              <a:t>informatycznego</a:t>
            </a:r>
            <a:r>
              <a:rPr lang="en-US" dirty="0"/>
              <a:t> </a:t>
            </a:r>
            <a:r>
              <a:rPr lang="pl-PL" dirty="0"/>
              <a:t>na przykładzie firmy </a:t>
            </a:r>
            <a:r>
              <a:rPr lang="pl-PL" dirty="0" err="1"/>
              <a:t>FuelSoft</a:t>
            </a:r>
            <a:r>
              <a:rPr lang="pl-PL" dirty="0"/>
              <a:t>, która tworzy system </a:t>
            </a:r>
            <a:r>
              <a:rPr lang="en-US" dirty="0"/>
              <a:t>(</a:t>
            </a:r>
            <a:r>
              <a:rPr lang="en-US" dirty="0" err="1"/>
              <a:t>informatyczny</a:t>
            </a:r>
            <a:r>
              <a:rPr lang="en-US" dirty="0"/>
              <a:t>) </a:t>
            </a:r>
            <a:r>
              <a:rPr lang="pl-PL" dirty="0"/>
              <a:t>dla stacji paliw</a:t>
            </a:r>
            <a:r>
              <a:rPr lang="en-US" dirty="0"/>
              <a:t>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240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Technologia sama w sobie nie tworzy wartości. Wartość pojawia się dopiero wtedy, gdy mamy </a:t>
            </a:r>
            <a:r>
              <a:rPr lang="en-US" dirty="0" err="1"/>
              <a:t>jasno</a:t>
            </a:r>
            <a:r>
              <a:rPr lang="en-US" dirty="0"/>
              <a:t> </a:t>
            </a:r>
            <a:r>
              <a:rPr lang="en-US" dirty="0" err="1"/>
              <a:t>określony</a:t>
            </a:r>
            <a:r>
              <a:rPr lang="en-US" dirty="0"/>
              <a:t> </a:t>
            </a:r>
            <a:r>
              <a:rPr lang="pl-PL" dirty="0"/>
              <a:t>model biznesowy.</a:t>
            </a:r>
            <a:r>
              <a:rPr lang="en-US" dirty="0"/>
              <a:t> 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0432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Dla </a:t>
            </a:r>
            <a:r>
              <a:rPr lang="en-US" dirty="0" err="1"/>
              <a:t>kontekstu</a:t>
            </a:r>
            <a:r>
              <a:rPr lang="en-US" dirty="0"/>
              <a:t> </a:t>
            </a:r>
            <a:r>
              <a:rPr lang="pl-PL" dirty="0" err="1"/>
              <a:t>FuelSoft</a:t>
            </a:r>
            <a:r>
              <a:rPr lang="pl-PL" dirty="0"/>
              <a:t> musi zdecydować:</a:t>
            </a:r>
            <a:br>
              <a:rPr lang="pl-PL" dirty="0"/>
            </a:br>
            <a:r>
              <a:rPr lang="en-US" dirty="0"/>
              <a:t>dla </a:t>
            </a:r>
            <a:r>
              <a:rPr lang="en-US" dirty="0" err="1"/>
              <a:t>kogo</a:t>
            </a:r>
            <a:r>
              <a:rPr lang="en-US" dirty="0"/>
              <a:t> - </a:t>
            </a:r>
            <a:r>
              <a:rPr lang="pl-PL" dirty="0"/>
              <a:t>kto jest klientem,</a:t>
            </a:r>
            <a:br>
              <a:rPr lang="pl-PL" dirty="0"/>
            </a:br>
            <a:r>
              <a:rPr lang="en-US" dirty="0"/>
              <a:t>co - </a:t>
            </a:r>
            <a:r>
              <a:rPr lang="pl-PL" dirty="0"/>
              <a:t>jaką wartość oferuje,</a:t>
            </a:r>
            <a:br>
              <a:rPr lang="pl-PL" dirty="0"/>
            </a:br>
            <a:r>
              <a:rPr lang="en-US" dirty="0"/>
              <a:t>za </a:t>
            </a:r>
            <a:r>
              <a:rPr lang="en-US" dirty="0" err="1"/>
              <a:t>ile</a:t>
            </a:r>
            <a:r>
              <a:rPr lang="en-US" dirty="0"/>
              <a:t> - </a:t>
            </a:r>
            <a:r>
              <a:rPr lang="pl-PL" dirty="0"/>
              <a:t>jak będzie generować przychody.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https://it-consulting.pl/2012/01/29/model-biznesowy-czyli-po-co-mi-te-procesy-przed-wdrozeniem-erp-czy-crm/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3961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Canvas</a:t>
            </a:r>
            <a:r>
              <a:rPr lang="pl-PL" dirty="0"/>
              <a:t> pozwala zobaczyć, jak wszystkie elementy biznesu są ze sobą Powiązane</a:t>
            </a:r>
            <a:r>
              <a:rPr lang="en-US" dirty="0"/>
              <a:t>, z</a:t>
            </a:r>
            <a:r>
              <a:rPr lang="pl-PL" dirty="0"/>
              <a:t>miana jednego elementu wpływa na pozostałe.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https://mfiles.pl/pl/index.php/Business_model_canvas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308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0756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9690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2602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9161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8650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6697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0702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6644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https://mfiles.pl/pl/index.php/Business_model_canvas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6673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Klien</a:t>
            </a:r>
            <a:r>
              <a:rPr lang="en-US" dirty="0"/>
              <a:t>ci </a:t>
            </a:r>
            <a:r>
              <a:rPr lang="en-US" dirty="0" err="1"/>
              <a:t>FuelSoft’u</a:t>
            </a:r>
            <a:r>
              <a:rPr lang="pl-PL" dirty="0"/>
              <a:t>: właściciele stacji paliw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https://business.trustedshops.pl/blog/propozycja-wartosci-business-model-canvas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33560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Wartość w </a:t>
            </a:r>
            <a:r>
              <a:rPr lang="en-US" dirty="0" err="1"/>
              <a:t>FuelSoft</a:t>
            </a:r>
            <a:r>
              <a:rPr lang="en-US" dirty="0"/>
              <a:t>: </a:t>
            </a:r>
            <a:r>
              <a:rPr lang="pl-PL" dirty="0"/>
              <a:t>zwiększenie sprzedaży i lepsza analiza danych</a:t>
            </a:r>
          </a:p>
          <a:p>
            <a:endParaRPr lang="en-US" dirty="0"/>
          </a:p>
          <a:p>
            <a:r>
              <a:rPr lang="pl-PL" dirty="0"/>
              <a:t>https://business.trustedshops.pl/blog/propozycja-wartosci-business-model-canvas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8662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jeden z najważniejszych elementów modelu biznesowego</a:t>
            </a:r>
            <a:r>
              <a:rPr lang="en-US" dirty="0"/>
              <a:t>. </a:t>
            </a:r>
            <a:r>
              <a:rPr lang="en-US" dirty="0" err="1"/>
              <a:t>Firma</a:t>
            </a:r>
            <a:r>
              <a:rPr lang="en-US" dirty="0"/>
              <a:t> nie </a:t>
            </a:r>
            <a:r>
              <a:rPr lang="en-US" dirty="0" err="1"/>
              <a:t>musi</a:t>
            </a:r>
            <a:r>
              <a:rPr lang="en-US" dirty="0"/>
              <a:t> </a:t>
            </a:r>
            <a:r>
              <a:rPr lang="en-US" dirty="0" err="1"/>
              <a:t>ograniczać</a:t>
            </a:r>
            <a:r>
              <a:rPr lang="en-US" dirty="0"/>
              <a:t> się do </a:t>
            </a:r>
            <a:r>
              <a:rPr lang="en-US" dirty="0" err="1"/>
              <a:t>jednego</a:t>
            </a:r>
            <a:r>
              <a:rPr lang="en-US" dirty="0"/>
              <a:t>. </a:t>
            </a:r>
            <a:r>
              <a:rPr lang="en-US" dirty="0" err="1"/>
              <a:t>Przykładowo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en-US" dirty="0" err="1"/>
              <a:t>prowadzić</a:t>
            </a:r>
            <a:r>
              <a:rPr lang="en-US" dirty="0"/>
              <a:t> </a:t>
            </a:r>
            <a:r>
              <a:rPr lang="en-US" dirty="0" err="1"/>
              <a:t>sprzedaż</a:t>
            </a:r>
            <a:r>
              <a:rPr lang="en-US" dirty="0"/>
              <a:t> </a:t>
            </a:r>
            <a:r>
              <a:rPr lang="en-US" dirty="0" err="1"/>
              <a:t>aplikacji</a:t>
            </a:r>
            <a:r>
              <a:rPr lang="en-US" dirty="0"/>
              <a:t> (</a:t>
            </a:r>
            <a:r>
              <a:rPr lang="en-US" dirty="0" err="1"/>
              <a:t>licencja</a:t>
            </a:r>
            <a:r>
              <a:rPr lang="en-US" dirty="0"/>
              <a:t>)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abonament</a:t>
            </a:r>
            <a:r>
              <a:rPr lang="en-US" dirty="0"/>
              <a:t> </a:t>
            </a:r>
            <a:r>
              <a:rPr lang="en-US" dirty="0" err="1"/>
              <a:t>miesięczny</a:t>
            </a:r>
            <a:r>
              <a:rPr lang="en-US" dirty="0"/>
              <a:t> na </a:t>
            </a:r>
            <a:r>
              <a:rPr lang="en-US" dirty="0" err="1"/>
              <a:t>korzystanie</a:t>
            </a:r>
            <a:r>
              <a:rPr lang="en-US" dirty="0"/>
              <a:t> z </a:t>
            </a:r>
            <a:r>
              <a:rPr lang="en-US" dirty="0" err="1"/>
              <a:t>dodatkowej</a:t>
            </a:r>
            <a:r>
              <a:rPr lang="en-US" dirty="0"/>
              <a:t> </a:t>
            </a:r>
            <a:r>
              <a:rPr lang="en-US" dirty="0" err="1"/>
              <a:t>wtyczki</a:t>
            </a:r>
            <a:r>
              <a:rPr lang="en-US" dirty="0"/>
              <a:t> w </a:t>
            </a:r>
            <a:r>
              <a:rPr lang="en-US" dirty="0" err="1"/>
              <a:t>tej</a:t>
            </a:r>
            <a:r>
              <a:rPr lang="en-US" dirty="0"/>
              <a:t> </a:t>
            </a:r>
            <a:r>
              <a:rPr lang="en-US" dirty="0" err="1"/>
              <a:t>aplikacji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https://omec.pl/blog/canvas-model-biznesowy/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3296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 </a:t>
            </a:r>
            <a:r>
              <a:rPr lang="en-US" dirty="0" err="1"/>
              <a:t>wygląda</a:t>
            </a:r>
            <a:r>
              <a:rPr lang="en-US" dirty="0"/>
              <a:t> 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kosztów</a:t>
            </a:r>
            <a:r>
              <a:rPr lang="en-US" dirty="0"/>
              <a:t> w </a:t>
            </a:r>
            <a:r>
              <a:rPr lang="en-US" dirty="0" err="1"/>
              <a:t>FuelSoft</a:t>
            </a:r>
            <a:r>
              <a:rPr lang="en-US" dirty="0"/>
              <a:t>? W </a:t>
            </a:r>
            <a:r>
              <a:rPr lang="en-US" dirty="0" err="1"/>
              <a:t>skład</a:t>
            </a:r>
            <a:r>
              <a:rPr lang="en-US" dirty="0"/>
              <a:t> </a:t>
            </a:r>
            <a:r>
              <a:rPr lang="en-US" dirty="0" err="1"/>
              <a:t>wchodza</a:t>
            </a:r>
            <a:r>
              <a:rPr lang="en-US" dirty="0"/>
              <a:t> </a:t>
            </a:r>
            <a:r>
              <a:rPr lang="en-US" dirty="0" err="1"/>
              <a:t>takie</a:t>
            </a:r>
            <a:r>
              <a:rPr lang="en-US" dirty="0"/>
              <a:t> </a:t>
            </a:r>
            <a:r>
              <a:rPr lang="en-US" dirty="0" err="1"/>
              <a:t>czynniki</a:t>
            </a:r>
            <a:r>
              <a:rPr lang="en-US" dirty="0"/>
              <a:t>: </a:t>
            </a:r>
            <a:r>
              <a:rPr lang="pl-PL" dirty="0"/>
              <a:t>rozwój oprogramowania</a:t>
            </a:r>
            <a:r>
              <a:rPr lang="en-US" dirty="0"/>
              <a:t>,</a:t>
            </a:r>
            <a:r>
              <a:rPr lang="pl-PL" dirty="0"/>
              <a:t> utrzymanie infrastruktury</a:t>
            </a:r>
            <a:r>
              <a:rPr lang="en-US" dirty="0"/>
              <a:t>,</a:t>
            </a:r>
            <a:r>
              <a:rPr lang="pl-PL" dirty="0"/>
              <a:t> wsparcie klienta</a:t>
            </a:r>
            <a:r>
              <a:rPr lang="en-US" dirty="0"/>
              <a:t>,</a:t>
            </a:r>
            <a:r>
              <a:rPr lang="pl-PL" dirty="0"/>
              <a:t> sprzedaż</a:t>
            </a:r>
            <a:r>
              <a:rPr lang="en-US" dirty="0"/>
              <a:t>,</a:t>
            </a:r>
            <a:r>
              <a:rPr lang="pl-PL" dirty="0"/>
              <a:t> marketing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https://pl.wikipedia.org/wiki/Analiza_struktury_koszt%C3%B3w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49505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Hipotezy testuje się poprzez:</a:t>
            </a:r>
          </a:p>
          <a:p>
            <a:pPr marL="171450" indent="-171450">
              <a:buFontTx/>
              <a:buChar char="-"/>
            </a:pPr>
            <a:r>
              <a:rPr lang="pl-PL" dirty="0"/>
              <a:t>MVP (Minimum </a:t>
            </a:r>
            <a:r>
              <a:rPr lang="pl-PL" dirty="0" err="1"/>
              <a:t>Viable</a:t>
            </a:r>
            <a:r>
              <a:rPr lang="pl-PL" dirty="0"/>
              <a:t> Product)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wywiady z klientami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testy rynkowe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analizę </a:t>
            </a:r>
            <a:r>
              <a:rPr lang="pl-PL" dirty="0" err="1"/>
              <a:t>zachowań</a:t>
            </a:r>
            <a:r>
              <a:rPr lang="pl-PL" dirty="0"/>
              <a:t> użytkowników</a:t>
            </a:r>
            <a:endParaRPr lang="en-US" dirty="0"/>
          </a:p>
          <a:p>
            <a:pPr marL="0" indent="0">
              <a:buFontTx/>
              <a:buNone/>
            </a:pPr>
            <a:r>
              <a:rPr lang="pl-PL" dirty="0"/>
              <a:t>Najważniejsze jest sprawdzenie, czy klient rzeczywiście widzi wartość w produkcie</a:t>
            </a:r>
            <a:r>
              <a:rPr lang="en-US" dirty="0"/>
              <a:t>.</a:t>
            </a:r>
          </a:p>
          <a:p>
            <a:pPr marL="0" indent="0">
              <a:buFontTx/>
              <a:buNone/>
            </a:pPr>
            <a:r>
              <a:rPr lang="pl-PL" dirty="0" err="1"/>
              <a:t>FuelSoft</a:t>
            </a:r>
            <a:r>
              <a:rPr lang="pl-PL" dirty="0"/>
              <a:t> udostępnia pierwszą wersję systemu kilku stacjom paliw</a:t>
            </a:r>
            <a:r>
              <a:rPr lang="en-US" dirty="0"/>
              <a:t>, </a:t>
            </a:r>
            <a:r>
              <a:rPr lang="en-US" dirty="0" err="1"/>
              <a:t>następnie</a:t>
            </a:r>
            <a:r>
              <a:rPr lang="en-US" dirty="0"/>
              <a:t> o</a:t>
            </a:r>
            <a:r>
              <a:rPr lang="pl-PL" dirty="0" err="1"/>
              <a:t>bserwuje</a:t>
            </a:r>
            <a:r>
              <a:rPr lang="pl-PL" dirty="0"/>
              <a:t> reakcje i zbiera dane.</a:t>
            </a:r>
            <a:r>
              <a:rPr lang="en-US" dirty="0"/>
              <a:t> </a:t>
            </a:r>
            <a:r>
              <a:rPr lang="pl-PL" dirty="0"/>
              <a:t>Zamiast zgadywać, zaczyna mierzyć realne zachowania klientów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https://akademia.pit.lukasiewicz.gov.pl/testowanie-hipotez-biznesowych/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11444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 </a:t>
            </a:r>
            <a:r>
              <a:rPr lang="en-US" dirty="0" err="1"/>
              <a:t>wygląda</a:t>
            </a:r>
            <a:r>
              <a:rPr lang="en-US" dirty="0"/>
              <a:t> model </a:t>
            </a:r>
            <a:r>
              <a:rPr lang="en-US" dirty="0" err="1"/>
              <a:t>biznesowy</a:t>
            </a:r>
            <a:r>
              <a:rPr lang="en-US" dirty="0"/>
              <a:t> dla </a:t>
            </a:r>
            <a:r>
              <a:rPr lang="en-US" dirty="0" err="1"/>
              <a:t>produktu</a:t>
            </a:r>
            <a:r>
              <a:rPr lang="en-US" dirty="0"/>
              <a:t> </a:t>
            </a:r>
            <a:r>
              <a:rPr lang="en-US" dirty="0" err="1"/>
              <a:t>FuelSoft</a:t>
            </a:r>
            <a:r>
              <a:rPr lang="en-US" dirty="0"/>
              <a:t>?</a:t>
            </a:r>
          </a:p>
          <a:p>
            <a:r>
              <a:rPr lang="en-US" dirty="0"/>
              <a:t>- </a:t>
            </a:r>
            <a:r>
              <a:rPr lang="pl-PL" dirty="0"/>
              <a:t>Produkt B2B</a:t>
            </a:r>
            <a:r>
              <a:rPr lang="en-US" dirty="0"/>
              <a:t> - </a:t>
            </a:r>
            <a:r>
              <a:rPr lang="pl-PL" dirty="0"/>
              <a:t>model abonamentowy</a:t>
            </a:r>
            <a:r>
              <a:rPr lang="en-US" dirty="0"/>
              <a:t>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Długoterminowe relacje z klientem</a:t>
            </a:r>
            <a:r>
              <a:rPr lang="en-US" dirty="0"/>
              <a:t>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Wysoka wartość jednostkowa klienta</a:t>
            </a:r>
            <a:r>
              <a:rPr lang="en-US" dirty="0"/>
              <a:t>.</a:t>
            </a:r>
            <a:br>
              <a:rPr lang="en-US" dirty="0"/>
            </a:br>
            <a:r>
              <a:rPr lang="pl-PL" dirty="0" err="1"/>
              <a:t>FuelSoft</a:t>
            </a:r>
            <a:r>
              <a:rPr lang="pl-PL" dirty="0"/>
              <a:t> dostosowuje model do realiów rynku B2B, gdzie klienci są mniejsi liczebnie, ale bardziej wartościowi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056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 </a:t>
            </a:r>
            <a:r>
              <a:rPr lang="en-US" dirty="0" err="1"/>
              <a:t>czasie</a:t>
            </a:r>
            <a:r>
              <a:rPr lang="en-US" dirty="0"/>
              <a:t> </a:t>
            </a:r>
            <a:r>
              <a:rPr lang="en-US" dirty="0" err="1"/>
              <a:t>FuelSoft</a:t>
            </a:r>
            <a:r>
              <a:rPr lang="en-US" dirty="0"/>
              <a:t> </a:t>
            </a:r>
            <a:r>
              <a:rPr lang="en-US" dirty="0" err="1"/>
              <a:t>zdobywa</a:t>
            </a:r>
            <a:r>
              <a:rPr lang="en-US" dirty="0"/>
              <a:t> </a:t>
            </a:r>
            <a:r>
              <a:rPr lang="pl-PL" dirty="0"/>
              <a:t>więcej klientów</a:t>
            </a:r>
            <a:r>
              <a:rPr lang="en-US" dirty="0"/>
              <a:t>, </a:t>
            </a:r>
            <a:r>
              <a:rPr lang="en-US" dirty="0" err="1"/>
              <a:t>działa</a:t>
            </a:r>
            <a:r>
              <a:rPr lang="pl-PL" dirty="0"/>
              <a:t> ten sam system </a:t>
            </a:r>
            <a:r>
              <a:rPr lang="en-US" dirty="0" err="1"/>
              <a:t>informatyczny</a:t>
            </a:r>
            <a:r>
              <a:rPr lang="en-US" dirty="0"/>
              <a:t>, ale </a:t>
            </a:r>
            <a:r>
              <a:rPr lang="en-US" dirty="0" err="1"/>
              <a:t>wporwadza</a:t>
            </a:r>
            <a:r>
              <a:rPr lang="en-US" dirty="0"/>
              <a:t> się </a:t>
            </a:r>
            <a:r>
              <a:rPr lang="pl-PL" dirty="0" err="1"/>
              <a:t>automatyzacj</a:t>
            </a:r>
            <a:r>
              <a:rPr lang="en-US" dirty="0"/>
              <a:t>ę</a:t>
            </a:r>
            <a:r>
              <a:rPr lang="pl-PL" dirty="0"/>
              <a:t> </a:t>
            </a:r>
            <a:r>
              <a:rPr lang="en-US" dirty="0"/>
              <a:t>w </a:t>
            </a:r>
            <a:r>
              <a:rPr lang="pl-PL" dirty="0" err="1"/>
              <a:t>obsłu</a:t>
            </a:r>
            <a:r>
              <a:rPr lang="en-US" dirty="0" err="1"/>
              <a:t>dze</a:t>
            </a:r>
            <a:r>
              <a:rPr lang="en-US" dirty="0"/>
              <a:t> -&gt; </a:t>
            </a:r>
            <a:r>
              <a:rPr lang="pl-PL" dirty="0" err="1"/>
              <a:t>FuelSoft</a:t>
            </a:r>
            <a:r>
              <a:rPr lang="pl-PL" dirty="0"/>
              <a:t> może obsługiwać coraz więcej stacji bez konieczności proporcjonalnego zwiększania zespołu</a:t>
            </a:r>
            <a:r>
              <a:rPr lang="en-US" dirty="0"/>
              <a:t> (</a:t>
            </a:r>
            <a:r>
              <a:rPr lang="en-US" dirty="0" err="1"/>
              <a:t>kosztów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pl-PL" dirty="0"/>
              <a:t>https://bs4.io/na-czym-polega-skalowanie-biznesu/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8860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Często</a:t>
            </a:r>
            <a:r>
              <a:rPr lang="en-US" dirty="0"/>
              <a:t> n</a:t>
            </a:r>
            <a:r>
              <a:rPr lang="pl-PL" dirty="0" err="1"/>
              <a:t>ajwiększe</a:t>
            </a:r>
            <a:r>
              <a:rPr lang="pl-PL" dirty="0"/>
              <a:t> ryzyko to moment startowy </a:t>
            </a:r>
            <a:r>
              <a:rPr lang="en-US" dirty="0"/>
              <a:t>–</a:t>
            </a:r>
            <a:r>
              <a:rPr lang="pl-PL" dirty="0"/>
              <a:t> jeśli nie ma użytkowników, platforma </a:t>
            </a:r>
            <a:r>
              <a:rPr lang="en-US" dirty="0"/>
              <a:t>de facto </a:t>
            </a:r>
            <a:r>
              <a:rPr lang="pl-PL" dirty="0"/>
              <a:t>nie działa.</a:t>
            </a:r>
            <a:endParaRPr lang="en-US" dirty="0"/>
          </a:p>
          <a:p>
            <a:endParaRPr lang="en-US" dirty="0"/>
          </a:p>
          <a:p>
            <a:r>
              <a:rPr lang="pl-PL" dirty="0" err="1"/>
              <a:t>FuelSoft</a:t>
            </a:r>
            <a:r>
              <a:rPr lang="pl-PL" dirty="0"/>
              <a:t> rozważa dodanie elementów platformowych (np. integracje z dostawcami paliwa i systemami płatności).</a:t>
            </a:r>
            <a:r>
              <a:rPr lang="en-US" dirty="0"/>
              <a:t> </a:t>
            </a:r>
            <a:r>
              <a:rPr lang="pl-PL" dirty="0"/>
              <a:t>Firma zaczyna myśleć nie tylko o produkcie, ale o </a:t>
            </a:r>
            <a:r>
              <a:rPr lang="en-US" dirty="0" err="1"/>
              <a:t>całym</a:t>
            </a:r>
            <a:r>
              <a:rPr lang="en-US" dirty="0"/>
              <a:t> </a:t>
            </a:r>
            <a:r>
              <a:rPr lang="pl-PL" dirty="0"/>
              <a:t>ekosystemie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081781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Przykład </a:t>
            </a:r>
            <a:r>
              <a:rPr lang="en-US" dirty="0" err="1"/>
              <a:t>ewolucji</a:t>
            </a:r>
            <a:r>
              <a:rPr lang="en-US" dirty="0"/>
              <a:t> w </a:t>
            </a:r>
            <a:r>
              <a:rPr lang="en-US" dirty="0" err="1"/>
              <a:t>FuelSoft</a:t>
            </a:r>
            <a:r>
              <a:rPr lang="en-US" dirty="0"/>
              <a:t>:</a:t>
            </a:r>
          </a:p>
          <a:p>
            <a:r>
              <a:rPr lang="pl-PL" dirty="0"/>
              <a:t>wersja 1: abonament</a:t>
            </a:r>
            <a:endParaRPr lang="en-US" dirty="0"/>
          </a:p>
          <a:p>
            <a:r>
              <a:rPr lang="pl-PL" dirty="0"/>
              <a:t>wersja 2: dodatkowe usługi analityczne </a:t>
            </a:r>
            <a:endParaRPr lang="en-US" dirty="0"/>
          </a:p>
          <a:p>
            <a:r>
              <a:rPr lang="pl-PL" dirty="0"/>
              <a:t>wersja 3: integracja platformowa</a:t>
            </a:r>
            <a:endParaRPr lang="en-US" dirty="0"/>
          </a:p>
          <a:p>
            <a:r>
              <a:rPr lang="pl-PL" dirty="0"/>
              <a:t>Model </a:t>
            </a:r>
            <a:r>
              <a:rPr lang="pl-PL" dirty="0" err="1"/>
              <a:t>FuelSoft</a:t>
            </a:r>
            <a:r>
              <a:rPr lang="pl-PL" dirty="0"/>
              <a:t> ewoluuje razem z rynkiem i potrzebami klientów</a:t>
            </a:r>
            <a:endParaRPr lang="en-US" dirty="0"/>
          </a:p>
          <a:p>
            <a:r>
              <a:rPr lang="pl-PL" dirty="0"/>
              <a:t>https://techmine.pl/ewolucje-modeli-biznesowych/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68127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https://blog.crisp.se/2016/01/25/henrikkniberg/making-sense-of-mvp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55821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Pierwsza wersja systemu </a:t>
            </a:r>
            <a:r>
              <a:rPr lang="pl-PL" dirty="0" err="1"/>
              <a:t>FuelSoft</a:t>
            </a:r>
            <a:r>
              <a:rPr lang="pl-PL" dirty="0"/>
              <a:t>:</a:t>
            </a:r>
          </a:p>
          <a:p>
            <a:r>
              <a:rPr lang="en-US" dirty="0"/>
              <a:t>- </a:t>
            </a:r>
            <a:r>
              <a:rPr lang="pl-PL" dirty="0"/>
              <a:t>podstawowa sprzedaż </a:t>
            </a:r>
          </a:p>
          <a:p>
            <a:r>
              <a:rPr lang="en-US" dirty="0"/>
              <a:t>- </a:t>
            </a:r>
            <a:r>
              <a:rPr lang="pl-PL" dirty="0"/>
              <a:t>prosta analiza danych </a:t>
            </a:r>
          </a:p>
          <a:p>
            <a:r>
              <a:rPr lang="en-US" dirty="0"/>
              <a:t>- </a:t>
            </a:r>
            <a:r>
              <a:rPr lang="pl-PL" dirty="0"/>
              <a:t>ograniczone funkcje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Nie </a:t>
            </a:r>
            <a:r>
              <a:rPr lang="en-US" dirty="0" err="1"/>
              <a:t>wszystko</a:t>
            </a:r>
            <a:r>
              <a:rPr lang="en-US" dirty="0"/>
              <a:t> od </a:t>
            </a:r>
            <a:r>
              <a:rPr lang="en-US" dirty="0" err="1"/>
              <a:t>razu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https://blog.crisp.se/2016/01/25/henrikkniberg/making-sense-of-mvp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41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MVP testuje ideę, MMP pozwala zarabiać, a MMF to najmniejszy element, który daje realną wartość</a:t>
            </a:r>
            <a:endParaRPr lang="en-US" dirty="0"/>
          </a:p>
          <a:p>
            <a:r>
              <a:rPr lang="en-US" dirty="0"/>
              <a:t>Przykład na </a:t>
            </a:r>
            <a:r>
              <a:rPr lang="en-US" dirty="0" err="1"/>
              <a:t>podstawie</a:t>
            </a:r>
            <a:r>
              <a:rPr lang="en-US" dirty="0"/>
              <a:t> </a:t>
            </a:r>
            <a:r>
              <a:rPr lang="en-US" dirty="0" err="1"/>
              <a:t>FuelSoft</a:t>
            </a:r>
            <a:r>
              <a:rPr lang="en-US" dirty="0"/>
              <a:t>:</a:t>
            </a:r>
          </a:p>
          <a:p>
            <a:r>
              <a:rPr lang="pl-PL" dirty="0"/>
              <a:t>MMF: raport dzienny sprzedaży</a:t>
            </a:r>
            <a:br>
              <a:rPr lang="pl-PL" dirty="0"/>
            </a:br>
            <a:r>
              <a:rPr lang="pl-PL" dirty="0"/>
              <a:t>MMP: pełny system sprzedażowy dla stacji</a:t>
            </a:r>
            <a:br>
              <a:rPr lang="pl-PL" dirty="0"/>
            </a:br>
            <a:r>
              <a:rPr lang="pl-PL" dirty="0"/>
              <a:t>MVP: uproszczona wersja testowa systemu</a:t>
            </a:r>
            <a:endParaRPr lang="en-US" dirty="0"/>
          </a:p>
          <a:p>
            <a:r>
              <a:rPr lang="pl-PL" dirty="0"/>
              <a:t>To trzy różne poziomy </a:t>
            </a:r>
            <a:r>
              <a:rPr lang="en-US" dirty="0"/>
              <a:t>“</a:t>
            </a:r>
            <a:r>
              <a:rPr lang="pl-PL" dirty="0"/>
              <a:t>dojrzałości</a:t>
            </a:r>
            <a:r>
              <a:rPr lang="en-US" dirty="0"/>
              <a:t>”</a:t>
            </a:r>
            <a:r>
              <a:rPr lang="pl-PL" dirty="0"/>
              <a:t> produktu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https://firmbee.com/mvp-vs-mmp-vs-mmf-key-milestones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0341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jest jedna liczba, która mówi: czy idziemy w dobrą stronę?</a:t>
            </a:r>
            <a:endParaRPr lang="en-US" dirty="0"/>
          </a:p>
          <a:p>
            <a:endParaRPr lang="en-US" dirty="0"/>
          </a:p>
          <a:p>
            <a:r>
              <a:rPr lang="pl-PL" dirty="0" err="1"/>
              <a:t>North</a:t>
            </a:r>
            <a:r>
              <a:rPr lang="pl-PL" dirty="0"/>
              <a:t> Star </a:t>
            </a:r>
            <a:r>
              <a:rPr lang="pl-PL" dirty="0" err="1"/>
              <a:t>Metric</a:t>
            </a:r>
            <a:r>
              <a:rPr lang="pl-PL" dirty="0"/>
              <a:t> dla </a:t>
            </a:r>
            <a:r>
              <a:rPr lang="pl-PL" dirty="0" err="1"/>
              <a:t>FuelSoft</a:t>
            </a:r>
            <a:r>
              <a:rPr lang="pl-PL" dirty="0"/>
              <a:t>:</a:t>
            </a:r>
            <a:r>
              <a:rPr lang="en-US" dirty="0"/>
              <a:t> “l</a:t>
            </a:r>
            <a:r>
              <a:rPr lang="pl-PL" dirty="0" err="1"/>
              <a:t>iczba</a:t>
            </a:r>
            <a:r>
              <a:rPr lang="pl-PL" dirty="0"/>
              <a:t> stacji paliw zwiększających sprzedaż dzięki systemowi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 err="1"/>
              <a:t>Więcej</a:t>
            </a:r>
            <a:r>
              <a:rPr lang="en-US" dirty="0"/>
              <a:t> </a:t>
            </a:r>
            <a:r>
              <a:rPr lang="en-US" dirty="0" err="1"/>
              <a:t>przykłądów</a:t>
            </a:r>
            <a:r>
              <a:rPr lang="en-US" dirty="0"/>
              <a:t> w </a:t>
            </a:r>
            <a:r>
              <a:rPr lang="en-US" dirty="0" err="1"/>
              <a:t>tabelce</a:t>
            </a:r>
            <a:r>
              <a:rPr lang="en-US" dirty="0"/>
              <a:t> z </a:t>
            </a:r>
            <a:r>
              <a:rPr lang="en-US" dirty="0" err="1"/>
              <a:t>artykułu</a:t>
            </a:r>
            <a:r>
              <a:rPr lang="en-US" dirty="0"/>
              <a:t> </a:t>
            </a:r>
            <a:r>
              <a:rPr lang="en-US" dirty="0" err="1"/>
              <a:t>poniżej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pl-PL" dirty="0"/>
              <a:t>https://www.mateuszbaranowski.pl/north-star-metric-co-to/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6134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FuelSoft</a:t>
            </a:r>
            <a:r>
              <a:rPr lang="pl-PL" dirty="0"/>
              <a:t> pomaga stacjom paliw:</a:t>
            </a:r>
            <a:r>
              <a:rPr lang="en-US" dirty="0"/>
              <a:t> </a:t>
            </a:r>
            <a:r>
              <a:rPr lang="pl-PL" dirty="0"/>
              <a:t>zwiększyć sprzedaż</a:t>
            </a:r>
            <a:r>
              <a:rPr lang="en-US" dirty="0"/>
              <a:t>, </a:t>
            </a:r>
            <a:r>
              <a:rPr lang="pl-PL" dirty="0"/>
              <a:t>analizować dane w czasie rzeczywistym</a:t>
            </a:r>
            <a:r>
              <a:rPr lang="en-US" dirty="0"/>
              <a:t>, </a:t>
            </a:r>
            <a:r>
              <a:rPr lang="pl-PL" dirty="0"/>
              <a:t>podejmować lepsze decyzje </a:t>
            </a:r>
            <a:r>
              <a:rPr lang="en-US" dirty="0"/>
              <a:t> </a:t>
            </a:r>
            <a:r>
              <a:rPr lang="pl-PL" dirty="0"/>
              <a:t>Klient nie kupuje systemu. Kupuje lepszy wynik finansowy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https://www.prodpad.com/glossary/value-proposition/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23272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prosta, ale bardzo skuteczna metryka satysfakcji klienta.</a:t>
            </a:r>
            <a:endParaRPr lang="en-US" dirty="0"/>
          </a:p>
          <a:p>
            <a:r>
              <a:rPr lang="en-US" dirty="0"/>
              <a:t>Nie jest </a:t>
            </a:r>
            <a:r>
              <a:rPr lang="en-US" dirty="0" err="1"/>
              <a:t>ona</a:t>
            </a:r>
            <a:r>
              <a:rPr lang="en-US" dirty="0"/>
              <a:t> “</a:t>
            </a:r>
            <a:r>
              <a:rPr lang="en-US" dirty="0" err="1"/>
              <a:t>symetryczna</a:t>
            </a:r>
            <a:r>
              <a:rPr lang="en-US" dirty="0"/>
              <a:t>”:</a:t>
            </a:r>
          </a:p>
          <a:p>
            <a:r>
              <a:rPr lang="pl-PL" dirty="0"/>
              <a:t>9</a:t>
            </a:r>
            <a:r>
              <a:rPr lang="en-US" dirty="0"/>
              <a:t>-</a:t>
            </a:r>
            <a:r>
              <a:rPr lang="pl-PL" dirty="0"/>
              <a:t>10 </a:t>
            </a:r>
            <a:r>
              <a:rPr lang="en-US" dirty="0"/>
              <a:t>to</a:t>
            </a:r>
            <a:r>
              <a:rPr lang="pl-PL" dirty="0"/>
              <a:t> promotorzy </a:t>
            </a:r>
            <a:endParaRPr lang="en-US" dirty="0"/>
          </a:p>
          <a:p>
            <a:r>
              <a:rPr lang="pl-PL" dirty="0"/>
              <a:t>7</a:t>
            </a:r>
            <a:r>
              <a:rPr lang="en-US" dirty="0"/>
              <a:t>-</a:t>
            </a:r>
            <a:r>
              <a:rPr lang="pl-PL" dirty="0"/>
              <a:t>8 </a:t>
            </a:r>
            <a:r>
              <a:rPr lang="en-US" dirty="0"/>
              <a:t>to</a:t>
            </a:r>
            <a:r>
              <a:rPr lang="pl-PL" dirty="0"/>
              <a:t> neutralni </a:t>
            </a:r>
            <a:endParaRPr lang="en-US" dirty="0"/>
          </a:p>
          <a:p>
            <a:r>
              <a:rPr lang="pl-PL" dirty="0"/>
              <a:t>0</a:t>
            </a:r>
            <a:r>
              <a:rPr lang="en-US" dirty="0"/>
              <a:t>-</a:t>
            </a:r>
            <a:r>
              <a:rPr lang="pl-PL" dirty="0"/>
              <a:t>6 </a:t>
            </a:r>
            <a:r>
              <a:rPr lang="en-US" dirty="0"/>
              <a:t>to</a:t>
            </a:r>
            <a:r>
              <a:rPr lang="pl-PL" dirty="0"/>
              <a:t> krytycy</a:t>
            </a:r>
            <a:endParaRPr lang="en-US" dirty="0"/>
          </a:p>
          <a:p>
            <a:r>
              <a:rPr lang="pl-PL" dirty="0"/>
              <a:t>NPS pokazuje nie tylko satysfakcję</a:t>
            </a:r>
            <a:r>
              <a:rPr lang="en-US" dirty="0"/>
              <a:t> </a:t>
            </a:r>
            <a:r>
              <a:rPr lang="en-US" dirty="0" err="1"/>
              <a:t>aktualnych</a:t>
            </a:r>
            <a:r>
              <a:rPr lang="en-US" dirty="0"/>
              <a:t> </a:t>
            </a:r>
            <a:r>
              <a:rPr lang="en-US" dirty="0" err="1"/>
              <a:t>klientów</a:t>
            </a:r>
            <a:r>
              <a:rPr lang="pl-PL" dirty="0"/>
              <a:t>, ale też potencjał wzrostu przez polecenia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https://pl.wikipedia.org/wiki/Net_Promoter_Score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91539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Finansowe:</a:t>
            </a:r>
          </a:p>
          <a:p>
            <a:r>
              <a:rPr lang="en-US" dirty="0"/>
              <a:t>- </a:t>
            </a:r>
            <a:r>
              <a:rPr lang="pl-PL" dirty="0"/>
              <a:t>wzrost sprzedaży klientów </a:t>
            </a:r>
          </a:p>
          <a:p>
            <a:r>
              <a:rPr lang="en-US" dirty="0"/>
              <a:t>- </a:t>
            </a:r>
            <a:r>
              <a:rPr lang="pl-PL" dirty="0"/>
              <a:t>stabilny abonament </a:t>
            </a:r>
          </a:p>
          <a:p>
            <a:r>
              <a:rPr lang="pl-PL" dirty="0"/>
              <a:t>Niefinansowe:</a:t>
            </a:r>
          </a:p>
          <a:p>
            <a:r>
              <a:rPr lang="en-US" dirty="0"/>
              <a:t>- </a:t>
            </a:r>
            <a:r>
              <a:rPr lang="pl-PL" dirty="0"/>
              <a:t>zaufanie klientów </a:t>
            </a:r>
          </a:p>
          <a:p>
            <a:r>
              <a:rPr lang="en-US" dirty="0"/>
              <a:t>- </a:t>
            </a:r>
            <a:r>
              <a:rPr lang="pl-PL" dirty="0"/>
              <a:t>lepsze decyzje biznesowe </a:t>
            </a:r>
          </a:p>
          <a:p>
            <a:r>
              <a:rPr lang="en-US" dirty="0"/>
              <a:t>- </a:t>
            </a:r>
            <a:r>
              <a:rPr lang="pl-PL" dirty="0"/>
              <a:t>przewaga technologiczna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08374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FuelSoft</a:t>
            </a:r>
            <a:r>
              <a:rPr lang="pl-PL" dirty="0"/>
              <a:t> wypuszcza MVP szybko, zamiast czekać na idealny produkt.</a:t>
            </a:r>
            <a:r>
              <a:rPr lang="en-US" dirty="0"/>
              <a:t> </a:t>
            </a:r>
            <a:r>
              <a:rPr lang="pl-PL" dirty="0"/>
              <a:t>Pozwala to zdobyć pierwszych klientów i dane</a:t>
            </a:r>
            <a:r>
              <a:rPr lang="en-US" dirty="0"/>
              <a:t>, ta s</a:t>
            </a:r>
            <a:r>
              <a:rPr lang="pl-PL" dirty="0" err="1"/>
              <a:t>zybkość</a:t>
            </a:r>
            <a:r>
              <a:rPr lang="pl-PL" dirty="0"/>
              <a:t> działania daje firmie realną przewagę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https://hajp.edu.pl/time-to-market-co-to-jest/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6657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FuelSoft</a:t>
            </a:r>
            <a:r>
              <a:rPr lang="en-US" dirty="0"/>
              <a:t>: z</a:t>
            </a:r>
            <a:r>
              <a:rPr lang="pl-PL" dirty="0" err="1"/>
              <a:t>espół</a:t>
            </a:r>
            <a:r>
              <a:rPr lang="pl-PL" dirty="0"/>
              <a:t> analizuje, które funkcje zwiększają sprzedaż klientów.</a:t>
            </a:r>
            <a:r>
              <a:rPr lang="en-US" dirty="0"/>
              <a:t> </a:t>
            </a:r>
            <a:r>
              <a:rPr lang="pl-PL" dirty="0"/>
              <a:t>Część funkcji okazuje się zbędna.</a:t>
            </a:r>
            <a:r>
              <a:rPr lang="en-US" dirty="0"/>
              <a:t> </a:t>
            </a:r>
            <a:r>
              <a:rPr lang="pl-PL" dirty="0"/>
              <a:t>To trudny moment, bo trzeba usuwać rzeczy, które kosztowały czas i pieniądze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https://www.nm.pl/artykul/value-assessment-czyli-jak-wyliczyc-zyski-z-it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02906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Model biznesowy rozwiązania IT musi łączyć technologię, wartość dla klienta i realne wyniki biznesowe.</a:t>
            </a:r>
            <a:br>
              <a:rPr lang="pl-PL" dirty="0"/>
            </a:br>
            <a:r>
              <a:rPr lang="pl-PL" dirty="0"/>
              <a:t>Sukces zależy od szybkiego działania, mierzenia efektów i ciągłego dopasowywania produktu do rynku.</a:t>
            </a:r>
            <a:endParaRPr lang="en-US" dirty="0"/>
          </a:p>
          <a:p>
            <a:r>
              <a:rPr lang="en-US" dirty="0" err="1"/>
              <a:t>Sukces</a:t>
            </a:r>
            <a:r>
              <a:rPr lang="en-US" dirty="0"/>
              <a:t> ten </a:t>
            </a:r>
            <a:r>
              <a:rPr lang="en-US" dirty="0" err="1"/>
              <a:t>opisuje</a:t>
            </a:r>
            <a:r>
              <a:rPr lang="en-US" dirty="0"/>
              <a:t> się </a:t>
            </a:r>
            <a:r>
              <a:rPr lang="en-US" dirty="0" err="1"/>
              <a:t>wykorzystując</a:t>
            </a:r>
            <a:r>
              <a:rPr lang="en-US" dirty="0"/>
              <a:t> </a:t>
            </a:r>
            <a:r>
              <a:rPr lang="en-US" dirty="0" err="1"/>
              <a:t>właśnie</a:t>
            </a:r>
            <a:r>
              <a:rPr lang="en-US" dirty="0"/>
              <a:t> KRYTERIA AKCEPTACJI</a:t>
            </a:r>
          </a:p>
          <a:p>
            <a:r>
              <a:rPr lang="en-US" dirty="0" err="1"/>
              <a:t>Przykłady</a:t>
            </a:r>
            <a:r>
              <a:rPr lang="en-US" dirty="0"/>
              <a:t>:</a:t>
            </a:r>
          </a:p>
          <a:p>
            <a:r>
              <a:rPr lang="en-US" dirty="0"/>
              <a:t>- </a:t>
            </a:r>
            <a:r>
              <a:rPr lang="pl-PL" dirty="0"/>
              <a:t>Raport sprzedaży generuje poprawne dane dla wybranego okresu i jest używany przez klienta w podejmowaniu decyzji </a:t>
            </a:r>
            <a:endParaRPr lang="en-US" dirty="0"/>
          </a:p>
          <a:p>
            <a:r>
              <a:rPr lang="en-US" dirty="0"/>
              <a:t>- </a:t>
            </a:r>
            <a:r>
              <a:rPr lang="pl-PL" dirty="0"/>
              <a:t>System umożliwia realizację transakcji w czasie krótszym niż 2 sekundy</a:t>
            </a:r>
            <a:endParaRPr lang="en-US" dirty="0"/>
          </a:p>
          <a:p>
            <a:r>
              <a:rPr lang="en-US" dirty="0"/>
              <a:t>- </a:t>
            </a:r>
            <a:r>
              <a:rPr lang="pl-PL" dirty="0"/>
              <a:t>Użytkownik może zakończyć proces zakupu bez błędów i bez potrzeby kontaktu z pomocą techniczną </a:t>
            </a:r>
            <a:br>
              <a:rPr lang="en-US" dirty="0"/>
            </a:br>
            <a:r>
              <a:rPr lang="en-US" dirty="0"/>
              <a:t>- </a:t>
            </a:r>
            <a:r>
              <a:rPr lang="pl-PL" dirty="0"/>
              <a:t>Co najmniej 80% użytkowników korzysta z nowej funkcji w ciągu pierwszych 2 tygodni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https://agile247.pl/kryteria-akceptacji-i-definicja-ukonczenia/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17956-B19E-470B-B9F9-62C004E54D54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9501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9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9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51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1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0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3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3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0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63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91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4CCA95E-BAD4-E4BA-F556-011F5947F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99025"/>
            <a:ext cx="4917754" cy="379292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100" dirty="0"/>
              <a:t>MODEL BIZNESOWY ROZWIĄZANIA INFORMATYCZNEGO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7D28E63-2562-89D9-D800-CC1F2CDEE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78479"/>
            <a:ext cx="4435882" cy="11011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/>
              <a:t>Prezentacja</a:t>
            </a:r>
            <a:r>
              <a:rPr lang="en-US" sz="1600" dirty="0"/>
              <a:t> XI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Filip Hałys</a:t>
            </a:r>
          </a:p>
          <a:p>
            <a:pPr>
              <a:lnSpc>
                <a:spcPct val="100000"/>
              </a:lnSpc>
            </a:pPr>
            <a:r>
              <a:rPr lang="en-US" sz="1600" dirty="0" err="1"/>
              <a:t>Geoinformatyka</a:t>
            </a:r>
            <a:r>
              <a:rPr lang="en-US" sz="1600" dirty="0"/>
              <a:t> V </a:t>
            </a:r>
            <a:r>
              <a:rPr lang="en-US" sz="1600" dirty="0" err="1"/>
              <a:t>rok</a:t>
            </a:r>
            <a:endParaRPr lang="pl-PL" sz="1600" dirty="0"/>
          </a:p>
        </p:txBody>
      </p: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76813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2B36B-4D1C-9E0A-B17B-23D805AEC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7681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B1665F1-73E2-FCC0-4F29-3F9B8B6B1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70" r="15228"/>
          <a:stretch>
            <a:fillRect/>
          </a:stretch>
        </p:blipFill>
        <p:spPr>
          <a:xfrm>
            <a:off x="6217920" y="723901"/>
            <a:ext cx="5244454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7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C2A469F-D6D9-1895-02EE-BAEF3297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672" y="909638"/>
            <a:ext cx="5848694" cy="1318062"/>
          </a:xfrm>
        </p:spPr>
        <p:txBody>
          <a:bodyPr>
            <a:normAutofit/>
          </a:bodyPr>
          <a:lstStyle/>
          <a:p>
            <a:r>
              <a:rPr lang="pl-PL" dirty="0"/>
              <a:t>Wprowadzenie </a:t>
            </a:r>
          </a:p>
        </p:txBody>
      </p:sp>
      <p:pic>
        <p:nvPicPr>
          <p:cNvPr id="7" name="Graphic 6" descr="Użytkownik">
            <a:extLst>
              <a:ext uri="{FF2B5EF4-FFF2-40B4-BE49-F238E27FC236}">
                <a16:creationId xmlns:a16="http://schemas.microsoft.com/office/drawing/2014/main" id="{972816DB-B6D0-D7FC-075D-2EA1A5ACB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01" y="1679090"/>
            <a:ext cx="4455010" cy="4455010"/>
          </a:xfrm>
          <a:prstGeom prst="rect">
            <a:avLst/>
          </a:prstGeom>
        </p:spPr>
      </p:pic>
      <p:cxnSp>
        <p:nvCxnSpPr>
          <p:cNvPr id="33" name="Straight Connector 2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80661" y="723900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Symbol zastępczy zawartości 2">
            <a:extLst>
              <a:ext uri="{FF2B5EF4-FFF2-40B4-BE49-F238E27FC236}">
                <a16:creationId xmlns:a16="http://schemas.microsoft.com/office/drawing/2014/main" id="{2C661A00-D624-CAD2-5844-0E2BF00883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06359"/>
              </p:ext>
            </p:extLst>
          </p:nvPr>
        </p:nvGraphicFramePr>
        <p:xfrm>
          <a:off x="5742672" y="2276474"/>
          <a:ext cx="5848694" cy="3885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87701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F378B35-EE1E-A57C-CAEB-E721C38B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CZYM JEST MODEL BIZNESOWY</a:t>
            </a:r>
            <a:endParaRPr lang="pl-P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Symbol zastępczy zawartości 2">
            <a:extLst>
              <a:ext uri="{FF2B5EF4-FFF2-40B4-BE49-F238E27FC236}">
                <a16:creationId xmlns:a16="http://schemas.microsoft.com/office/drawing/2014/main" id="{9AC1475C-9E59-407C-0D6D-EC820B65EA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088" y="2221992"/>
          <a:ext cx="640080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phic 6" descr="Presentation with Org Chart">
            <a:extLst>
              <a:ext uri="{FF2B5EF4-FFF2-40B4-BE49-F238E27FC236}">
                <a16:creationId xmlns:a16="http://schemas.microsoft.com/office/drawing/2014/main" id="{9C0A50A1-F89D-3747-CE4F-925E0ED486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45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A2E62FE-DFB5-7345-2FB6-CAF588810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pl-PL" dirty="0"/>
              <a:t>BUSINESS MODEL CANVAS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CE3518DD-4FCB-A2AE-9AAE-4041D201C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349932"/>
              </p:ext>
            </p:extLst>
          </p:nvPr>
        </p:nvGraphicFramePr>
        <p:xfrm>
          <a:off x="5219952" y="269631"/>
          <a:ext cx="6737586" cy="6107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701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CC8A168-3F46-FAFD-3D81-D169E73E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 err="1"/>
              <a:t>Segmentacja</a:t>
            </a:r>
            <a:r>
              <a:rPr lang="en-US" dirty="0"/>
              <a:t> </a:t>
            </a:r>
            <a:r>
              <a:rPr lang="en-US" dirty="0" err="1"/>
              <a:t>rynku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B3E206-E7B6-668E-B152-0CE83480F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Segmentacja klientów polega na podziale odbiorców na grupy o podobnych potrzebach, </a:t>
            </a:r>
            <a:r>
              <a:rPr lang="pl-PL" dirty="0" err="1"/>
              <a:t>zachowaniach</a:t>
            </a:r>
            <a:r>
              <a:rPr lang="pl-PL" dirty="0"/>
              <a:t> i cechach (np. preferencjach czy sile nabywczej), aby lepiej dopasować ofertę. W zależności od zakresu działalności firma może obsługiwać jeden lub wiele segmentów.</a:t>
            </a:r>
          </a:p>
        </p:txBody>
      </p:sp>
      <p:pic>
        <p:nvPicPr>
          <p:cNvPr id="7" name="Graphic 6" descr="Reklama">
            <a:extLst>
              <a:ext uri="{FF2B5EF4-FFF2-40B4-BE49-F238E27FC236}">
                <a16:creationId xmlns:a16="http://schemas.microsoft.com/office/drawing/2014/main" id="{1FB2074D-FEB1-17EC-3238-8C2ED050F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39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88571A5-B48B-4B40-96F1-7B7F198B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 err="1"/>
              <a:t>Propozycja</a:t>
            </a:r>
            <a:r>
              <a:rPr lang="en-US" dirty="0"/>
              <a:t> wartości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27A061-C712-EBEE-ADB9-36ED3D49C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Wartość dodana przedsiębiorstwa to produkty lub usługi oferowane klientom, które odpowiadają na ich potrzeby i stanowią powód wyboru danej firmy zamiast konkurencji.</a:t>
            </a:r>
          </a:p>
        </p:txBody>
      </p:sp>
      <p:pic>
        <p:nvPicPr>
          <p:cNvPr id="7" name="Graphic 6" descr="Bitcoin">
            <a:extLst>
              <a:ext uri="{FF2B5EF4-FFF2-40B4-BE49-F238E27FC236}">
                <a16:creationId xmlns:a16="http://schemas.microsoft.com/office/drawing/2014/main" id="{B0363979-ACA0-B4C4-306C-E611C6D39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99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1493DBA-E4E4-54AF-0816-896780BD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 err="1"/>
              <a:t>Kanały</a:t>
            </a:r>
            <a:r>
              <a:rPr lang="en-US" dirty="0"/>
              <a:t> </a:t>
            </a:r>
            <a:r>
              <a:rPr lang="en-US" dirty="0" err="1"/>
              <a:t>dystrybucji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2FA36E-0169-BBE1-9905-B7EC6E341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Ta część modelu opisuje, w jaki sposób firma dostarcza wartość klientom. Kanały dystrybucji obejmują nie tylko sprzedaż, ale także informowanie o ofercie, pomoc w jej ocenie oraz wsparcie posprzedażowe.</a:t>
            </a:r>
          </a:p>
        </p:txBody>
      </p:sp>
      <p:pic>
        <p:nvPicPr>
          <p:cNvPr id="7" name="Graphic 6" descr="Bezpieczeństwo laptopa">
            <a:extLst>
              <a:ext uri="{FF2B5EF4-FFF2-40B4-BE49-F238E27FC236}">
                <a16:creationId xmlns:a16="http://schemas.microsoft.com/office/drawing/2014/main" id="{472DF19D-AA94-9E97-6D86-3B09B65EE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612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4B7808E-FEB3-07C0-B9A6-9F9EB4BE8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 err="1"/>
              <a:t>Relacje</a:t>
            </a:r>
            <a:r>
              <a:rPr lang="en-US" dirty="0"/>
              <a:t> z </a:t>
            </a:r>
            <a:r>
              <a:rPr lang="en-US" dirty="0" err="1"/>
              <a:t>klientem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F2AEAD3-6F05-C083-5F49-D1098AAF4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Ten element opisuje relacje z klientami, czyli sposób komunikacji i interakcji między firmą a odbiorcami. Może mieć formę bezpośrednią lub zautomatyzowaną, w zależności od preferencji danego segmentu klientów.</a:t>
            </a:r>
          </a:p>
        </p:txBody>
      </p:sp>
      <p:pic>
        <p:nvPicPr>
          <p:cNvPr id="7" name="Graphic 6" descr="Czat">
            <a:extLst>
              <a:ext uri="{FF2B5EF4-FFF2-40B4-BE49-F238E27FC236}">
                <a16:creationId xmlns:a16="http://schemas.microsoft.com/office/drawing/2014/main" id="{BDD95993-9398-7073-41A7-D8125B5DBD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30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00F138E-AE76-D752-FED2-30E3CA82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przychodów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5703649-F2AF-9472-606C-28D49C5E6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Ten element opisuje źródła przychodów, czyli sposób, w jaki firma zarabia na poszczególnych segmentach klientów. Obejmuje określenie, za co klienci są skłonni płacić oraz w jakiej formie odbywa się płatność (np. sprzedaż, wynajem</a:t>
            </a:r>
            <a:r>
              <a:rPr lang="en-US" dirty="0"/>
              <a:t>, </a:t>
            </a:r>
            <a:r>
              <a:rPr lang="en-US" dirty="0" err="1"/>
              <a:t>subskrybcja</a:t>
            </a:r>
            <a:r>
              <a:rPr lang="pl-PL" dirty="0"/>
              <a:t>).</a:t>
            </a:r>
          </a:p>
        </p:txBody>
      </p:sp>
      <p:pic>
        <p:nvPicPr>
          <p:cNvPr id="7" name="Graphic 6" descr="Aplikacja CRM Customer Insights">
            <a:extLst>
              <a:ext uri="{FF2B5EF4-FFF2-40B4-BE49-F238E27FC236}">
                <a16:creationId xmlns:a16="http://schemas.microsoft.com/office/drawing/2014/main" id="{DD894B0E-E5BD-FAED-B90C-FF9FF2572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081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A0F2842-A6AF-C8EF-B8C8-64916855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/>
              <a:t>Kluczowe zasoby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42EDC5-F3BF-517E-EB3B-FFA7C2876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Ta część opisuje kluczowe zasoby potrzebne do tworzenia i dostarczania wartości klientom. Obejmują one zasoby materialne, intelektualne oraz ludzkie, które odgrywają szczególnie ważną rolę w firmach opartych na wiedzy</a:t>
            </a:r>
            <a:r>
              <a:rPr lang="en-US" dirty="0"/>
              <a:t> (</a:t>
            </a:r>
            <a:r>
              <a:rPr lang="en-US" dirty="0" err="1"/>
              <a:t>również</a:t>
            </a:r>
            <a:r>
              <a:rPr lang="en-US" dirty="0"/>
              <a:t> </a:t>
            </a:r>
            <a:r>
              <a:rPr lang="en-US" dirty="0" err="1"/>
              <a:t>informatycznych</a:t>
            </a:r>
            <a:r>
              <a:rPr lang="en-US" dirty="0"/>
              <a:t>)</a:t>
            </a:r>
            <a:r>
              <a:rPr lang="pl-PL" dirty="0"/>
              <a:t>.</a:t>
            </a:r>
          </a:p>
        </p:txBody>
      </p:sp>
      <p:pic>
        <p:nvPicPr>
          <p:cNvPr id="7" name="Graphic 6" descr="Reklama">
            <a:extLst>
              <a:ext uri="{FF2B5EF4-FFF2-40B4-BE49-F238E27FC236}">
                <a16:creationId xmlns:a16="http://schemas.microsoft.com/office/drawing/2014/main" id="{44B28410-F8C2-3EA7-38D1-C4BEDAE0C1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3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70E4EA5-9B57-F02E-ADD1-D2699A45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/>
              <a:t>Kluczowe czynności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1CB4E3-54D5-09DD-B900-22B70796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Ten element opisuje kluczowe działania firmy, czyli najważniejsze procesy potrzebne do tworzenia wartości, utrzymywania relacji z klientami oraz generowania przychodów. Obejmują one produkcję, rozwiązywanie problemów klientów oraz zarządzanie platformami, szczególnie w przypadku firm działających online.</a:t>
            </a:r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1975CFEA-61CF-9565-3292-62225F5DC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941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8578D0-4FAB-8395-F5DC-18209ADB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 err="1"/>
              <a:t>Kluczowi</a:t>
            </a:r>
            <a:r>
              <a:rPr lang="en-US" dirty="0"/>
              <a:t> </a:t>
            </a:r>
            <a:r>
              <a:rPr lang="en-US" dirty="0" err="1"/>
              <a:t>partnerzy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C47DE5-5687-06D5-BAD8-C08521323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Ten element opisuje kluczowych partnerów firmy, czyli sieć dostawców i współpracowników wspierających jej działalność. Mogą to być zarówno sojusze strategiczne, jak i współpraca między branżami, często ukierunkowana na obniżenie kosztów i osiągnięcie efektu skali.</a:t>
            </a:r>
          </a:p>
        </p:txBody>
      </p:sp>
      <p:pic>
        <p:nvPicPr>
          <p:cNvPr id="7" name="Graphic 6" descr="Użytkownicy">
            <a:extLst>
              <a:ext uri="{FF2B5EF4-FFF2-40B4-BE49-F238E27FC236}">
                <a16:creationId xmlns:a16="http://schemas.microsoft.com/office/drawing/2014/main" id="{E3632C06-DE86-A954-7D8E-CAE0DA5D1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108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6A812A-65BB-E65F-3E9C-96F2F68A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kosztów</a:t>
            </a:r>
            <a:endParaRPr lang="pl-P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33F5729-248E-4D2B-E63F-FCA5784B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Ten element opisuje strukturę kosztów, czyli wszystkie wydatki związane z tworzeniem i dostarczaniem wartości, obsługą klientów oraz generowaniem przychodów. Łatwiej je określić po zdefiniowaniu zasobów, działań i partnerów. Model Business Model </a:t>
            </a:r>
            <a:r>
              <a:rPr lang="pl-PL" dirty="0" err="1"/>
              <a:t>Canvas</a:t>
            </a:r>
            <a:r>
              <a:rPr lang="pl-PL" dirty="0"/>
              <a:t> często koncentruje się na optymalizacji kosztów i dostarczaniu wartości w możliwie najtańszy sposób.</a:t>
            </a:r>
          </a:p>
        </p:txBody>
      </p:sp>
      <p:pic>
        <p:nvPicPr>
          <p:cNvPr id="7" name="Graphic 6" descr="Kalkulator">
            <a:extLst>
              <a:ext uri="{FF2B5EF4-FFF2-40B4-BE49-F238E27FC236}">
                <a16:creationId xmlns:a16="http://schemas.microsoft.com/office/drawing/2014/main" id="{4796FE20-4EAE-C552-836C-1223125C36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828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6C0DC4A-6CDD-EFFF-86C1-488777BA7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pl-PL" dirty="0"/>
              <a:t>KLIENT I WARTOŚĆ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C2E31415-F788-60AF-2976-EF756257E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284544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68668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B25B918-BC38-617B-FBCE-C74E2E28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pl-PL" dirty="0"/>
              <a:t>Propozycja wartości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DE7BA5D-9A73-8581-3AEE-7FCD3FDDC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379177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7772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475CB54-CE00-5DF8-4A9F-B93EB76A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pl-PL" dirty="0"/>
              <a:t>STRUMIENIE PRZYCHODÓW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D2F7F11-F515-46ED-DEC4-D7D70099B1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3461009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440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C5CF62A-9BD6-2BBA-827E-C96C7F82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pl-PL" dirty="0"/>
              <a:t>STRUKTURA KOSZTÓW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37A2560-6667-F30F-EE22-9AF2C38A62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925792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2426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1053F66-2A5C-9FC5-7E15-2CD6EF6E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l-PL" dirty="0"/>
              <a:t>TESTOWANIE HIPOTEZ BIZNESOWYCH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302F832F-9455-614B-E115-0BAFE22D5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31866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8409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7099FE7-3C16-DFC0-9ECE-334B5FAC3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DOPASOWANIE MODELU DO PRODUKTU</a:t>
            </a:r>
            <a:endParaRPr lang="pl-PL"/>
          </a:p>
        </p:txBody>
      </p:sp>
      <p:pic>
        <p:nvPicPr>
          <p:cNvPr id="5" name="Picture 4" descr="Urządzenie przenośne z aplikacjami">
            <a:extLst>
              <a:ext uri="{FF2B5EF4-FFF2-40B4-BE49-F238E27FC236}">
                <a16:creationId xmlns:a16="http://schemas.microsoft.com/office/drawing/2014/main" id="{2331E8A2-1F07-52C0-F2F9-C58875493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61" r="11090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7A63CF-7CAE-5C4C-49B6-D459F7627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Model biznesowy musi być dopasowany do:</a:t>
            </a:r>
          </a:p>
          <a:p>
            <a:r>
              <a:rPr lang="pl-PL" dirty="0"/>
              <a:t>rodzaju produktu </a:t>
            </a:r>
            <a:endParaRPr lang="en-US" dirty="0"/>
          </a:p>
          <a:p>
            <a:r>
              <a:rPr lang="en-US" dirty="0"/>
              <a:t>t</a:t>
            </a:r>
            <a:r>
              <a:rPr lang="pl-PL" dirty="0" err="1"/>
              <a:t>echnologii</a:t>
            </a:r>
            <a:endParaRPr lang="en-US" dirty="0"/>
          </a:p>
          <a:p>
            <a:r>
              <a:rPr lang="pl-PL" dirty="0"/>
              <a:t>grupy klientów</a:t>
            </a:r>
            <a:endParaRPr lang="en-US" dirty="0"/>
          </a:p>
          <a:p>
            <a:r>
              <a:rPr lang="pl-PL" dirty="0"/>
              <a:t>rynku</a:t>
            </a:r>
          </a:p>
          <a:p>
            <a:pPr marL="0" indent="0">
              <a:buNone/>
            </a:pPr>
            <a:r>
              <a:rPr lang="pl-PL" dirty="0"/>
              <a:t>Inny model ma aplikacja mobilna</a:t>
            </a:r>
            <a:r>
              <a:rPr lang="en-US" dirty="0"/>
              <a:t> do </a:t>
            </a:r>
            <a:r>
              <a:rPr lang="en-US" dirty="0" err="1"/>
              <a:t>sprzedaży</a:t>
            </a:r>
            <a:r>
              <a:rPr lang="en-US" dirty="0"/>
              <a:t> </a:t>
            </a:r>
            <a:r>
              <a:rPr lang="en-US" dirty="0" err="1"/>
              <a:t>paprotek</a:t>
            </a:r>
            <a:r>
              <a:rPr lang="pl-PL" dirty="0"/>
              <a:t>, a inny system B2B dla stacji paliw</a:t>
            </a:r>
          </a:p>
        </p:txBody>
      </p:sp>
    </p:spTree>
    <p:extLst>
      <p:ext uri="{BB962C8B-B14F-4D97-AF65-F5344CB8AC3E}">
        <p14:creationId xmlns:p14="http://schemas.microsoft.com/office/powerpoint/2010/main" val="3936269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86896CD-A09E-EDD0-4CDC-4D46F2CA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pl-PL" dirty="0"/>
              <a:t>SKALOWANIE MODELU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0ADFCB5-C9AC-EB40-7B84-2B4361C6B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735134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9392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C52B876-CE0B-9754-50D3-6860C1FC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l-PL" dirty="0"/>
              <a:t>RYZYKA MODELU PLATFORMOWEGO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1E4EB6B-8C9A-EE94-64E6-EB1CDA45D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76710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59877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B81A133-F0EC-762E-1EAD-37D92811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pl-PL"/>
              <a:t>EWOLUCJA MODELU BIZNESOWEGO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Symbol zastępczy zawartości 2">
            <a:extLst>
              <a:ext uri="{FF2B5EF4-FFF2-40B4-BE49-F238E27FC236}">
                <a16:creationId xmlns:a16="http://schemas.microsoft.com/office/drawing/2014/main" id="{E4F3FB56-F351-CBF1-64FF-D752A86B0E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82123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4910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1E35F48-2C82-78CA-D48E-2C325CA7C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pl-PL" dirty="0"/>
              <a:t>MVP (Minimum </a:t>
            </a:r>
            <a:r>
              <a:rPr lang="pl-PL" dirty="0" err="1"/>
              <a:t>Viable</a:t>
            </a:r>
            <a:r>
              <a:rPr lang="pl-PL" dirty="0"/>
              <a:t> Product)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8F6F3C4-F6FA-1A9E-38E5-AB90EE1DFC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033129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6263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D674FAE-69D4-D0FC-F4D3-9D1291C4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9024"/>
            <a:ext cx="3722077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MVP (Minimum Viable Product)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22AF2C6F-413B-6C7D-03C3-D4E7DC75D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07876" y="1093108"/>
            <a:ext cx="7353299" cy="474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42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2792F97-2A15-11C4-3036-9FC9CDF0E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l-PL" dirty="0"/>
              <a:t>MMP vs MMF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3799EB27-6F14-0B93-2C91-A4FABCC1A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905635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2125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7128C1F-5751-D4C1-1C84-808244BB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pl-PL" dirty="0"/>
              <a:t>NORTH STAR METRIC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8AC478-16D5-15E8-5A35-C35781F1B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 err="1"/>
              <a:t>North</a:t>
            </a:r>
            <a:r>
              <a:rPr lang="pl-PL" dirty="0"/>
              <a:t> Star </a:t>
            </a:r>
            <a:r>
              <a:rPr lang="pl-PL" dirty="0" err="1"/>
              <a:t>Metric</a:t>
            </a:r>
            <a:r>
              <a:rPr lang="pl-PL" dirty="0"/>
              <a:t> to jedna, najważniejsza metryka, która pokazuje, czy produkt dostarcza realną wartość klientom i rozwija biznes w dobrym kierunku.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8A12FC8-D960-DF7A-AEF0-6C0B2BC6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4" r="5489" b="3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35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464DA66-547C-BF44-5808-CF2FDFCC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pl-PL" dirty="0"/>
              <a:t>VALUE PROPOSITION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BF4D329D-1FDF-9B7F-D44C-4EDCC549B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98" y="2944111"/>
            <a:ext cx="5549902" cy="3218942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08448B-58FF-6222-6B12-C3DA861B8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Value </a:t>
            </a:r>
            <a:r>
              <a:rPr lang="pl-PL" dirty="0" err="1"/>
              <a:t>Proposition</a:t>
            </a:r>
            <a:r>
              <a:rPr lang="pl-PL" dirty="0"/>
              <a:t> to jasna odpowiedź na pytanie:</a:t>
            </a:r>
            <a:r>
              <a:rPr lang="en-US" dirty="0"/>
              <a:t> </a:t>
            </a:r>
            <a:r>
              <a:rPr lang="pl-PL" dirty="0"/>
              <a:t>dlaczego klient ma wybrać nasz produkt zamiast konkurencji.</a:t>
            </a:r>
          </a:p>
        </p:txBody>
      </p:sp>
    </p:spTree>
    <p:extLst>
      <p:ext uri="{BB962C8B-B14F-4D97-AF65-F5344CB8AC3E}">
        <p14:creationId xmlns:p14="http://schemas.microsoft.com/office/powerpoint/2010/main" val="4287628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242A58F-4A1B-EB84-E4D3-9BDDE96E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pl-PL" dirty="0"/>
              <a:t>NPS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ustomer Review">
            <a:extLst>
              <a:ext uri="{FF2B5EF4-FFF2-40B4-BE49-F238E27FC236}">
                <a16:creationId xmlns:a16="http://schemas.microsoft.com/office/drawing/2014/main" id="{DF927813-C372-2A48-F0DE-668A8F2B63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6838" y="2286633"/>
            <a:ext cx="3876421" cy="3876421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97CC10-129D-AE20-E545-EED4E1713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Net </a:t>
            </a:r>
            <a:r>
              <a:rPr lang="pl-PL" dirty="0" err="1"/>
              <a:t>Promoter</a:t>
            </a:r>
            <a:r>
              <a:rPr lang="pl-PL" dirty="0"/>
              <a:t> </a:t>
            </a:r>
            <a:r>
              <a:rPr lang="pl-PL" dirty="0" err="1"/>
              <a:t>Score</a:t>
            </a:r>
            <a:r>
              <a:rPr lang="pl-PL" dirty="0"/>
              <a:t> (NPS) mierzy lojalność klientów poprzez pytanie:</a:t>
            </a:r>
            <a:r>
              <a:rPr lang="en-US" dirty="0"/>
              <a:t> “</a:t>
            </a:r>
            <a:r>
              <a:rPr lang="pl-PL" dirty="0"/>
              <a:t>Jak bardzo prawdopodobne jest, że polecisz nasz produkt innym?</a:t>
            </a:r>
            <a:r>
              <a:rPr lang="en-US" dirty="0"/>
              <a:t>”. NPS </a:t>
            </a:r>
            <a:r>
              <a:rPr lang="en-US" dirty="0" err="1"/>
              <a:t>określa</a:t>
            </a:r>
            <a:r>
              <a:rPr lang="en-US" dirty="0"/>
              <a:t> się w </a:t>
            </a:r>
            <a:r>
              <a:rPr lang="en-US" dirty="0" err="1"/>
              <a:t>skali</a:t>
            </a:r>
            <a:r>
              <a:rPr lang="en-US" dirty="0"/>
              <a:t> od 1 do 10</a:t>
            </a:r>
          </a:p>
        </p:txBody>
      </p:sp>
    </p:spTree>
    <p:extLst>
      <p:ext uri="{BB962C8B-B14F-4D97-AF65-F5344CB8AC3E}">
        <p14:creationId xmlns:p14="http://schemas.microsoft.com/office/powerpoint/2010/main" val="3443429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03B214D-B2E6-A949-14BE-DA8CF479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l-PL" dirty="0"/>
              <a:t>WARTOŚĆ FINANSOWA I NIEFINANSOWA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734754B-3C93-1C80-BB1F-B6C8674086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796820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4148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7EB9245-156A-2AC0-1562-BADC9B56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l-PL" dirty="0"/>
              <a:t>TIME TO MARKET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2CD0BCD-B142-2C24-4727-F1B83606D3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358141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1829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2F46A1-166F-4369-152E-C6EF4F148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l-PL" dirty="0"/>
              <a:t>VALUE ASSESSMENT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EB589983-CD95-9752-9D8D-85A061B98E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018667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3108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9DCFD83-EEFC-C52D-C0EA-333E3751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l-PL" dirty="0"/>
              <a:t>KRYTERIA AKCEPTACJI (BIZNESOWE)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Symbol zastępczy zawartości 2">
            <a:extLst>
              <a:ext uri="{FF2B5EF4-FFF2-40B4-BE49-F238E27FC236}">
                <a16:creationId xmlns:a16="http://schemas.microsoft.com/office/drawing/2014/main" id="{7D852A41-8353-F518-B698-BCE397A3A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146098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733433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2266</Words>
  <Application>Microsoft Office PowerPoint</Application>
  <PresentationFormat>Panoramiczny</PresentationFormat>
  <Paragraphs>246</Paragraphs>
  <Slides>32</Slides>
  <Notes>32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7" baseType="lpstr">
      <vt:lpstr>Aptos</vt:lpstr>
      <vt:lpstr>Arial</vt:lpstr>
      <vt:lpstr>Calisto MT</vt:lpstr>
      <vt:lpstr>Univers Condensed</vt:lpstr>
      <vt:lpstr>ChronicleVTI</vt:lpstr>
      <vt:lpstr>MODEL BIZNESOWY ROZWIĄZANIA INFORMATYCZNEGO</vt:lpstr>
      <vt:lpstr>Wprowadzenie </vt:lpstr>
      <vt:lpstr>CZYM JEST MODEL BIZNESOWY</vt:lpstr>
      <vt:lpstr>BUSINESS MODEL CANVAS</vt:lpstr>
      <vt:lpstr>Segmentacja rynku</vt:lpstr>
      <vt:lpstr>Propozycja wartości</vt:lpstr>
      <vt:lpstr>Kanały dystrybucji</vt:lpstr>
      <vt:lpstr>Relacje z klientem</vt:lpstr>
      <vt:lpstr>Struktura przychodów</vt:lpstr>
      <vt:lpstr>Kluczowe zasoby</vt:lpstr>
      <vt:lpstr>Kluczowe czynności</vt:lpstr>
      <vt:lpstr>Kluczowi partnerzy</vt:lpstr>
      <vt:lpstr>Struktura kosztów</vt:lpstr>
      <vt:lpstr>KLIENT I WARTOŚĆ</vt:lpstr>
      <vt:lpstr>Propozycja wartości</vt:lpstr>
      <vt:lpstr>STRUMIENIE PRZYCHODÓW</vt:lpstr>
      <vt:lpstr>STRUKTURA KOSZTÓW</vt:lpstr>
      <vt:lpstr>TESTOWANIE HIPOTEZ BIZNESOWYCH</vt:lpstr>
      <vt:lpstr>DOPASOWANIE MODELU DO PRODUKTU</vt:lpstr>
      <vt:lpstr>SKALOWANIE MODELU</vt:lpstr>
      <vt:lpstr>RYZYKA MODELU PLATFORMOWEGO</vt:lpstr>
      <vt:lpstr>EWOLUCJA MODELU BIZNESOWEGO</vt:lpstr>
      <vt:lpstr>MVP (Minimum Viable Product)</vt:lpstr>
      <vt:lpstr>MVP (Minimum Viable Product)</vt:lpstr>
      <vt:lpstr>MMP vs MMF</vt:lpstr>
      <vt:lpstr>NORTH STAR METRIC</vt:lpstr>
      <vt:lpstr>VALUE PROPOSITION</vt:lpstr>
      <vt:lpstr>NPS</vt:lpstr>
      <vt:lpstr>WARTOŚĆ FINANSOWA I NIEFINANSOWA</vt:lpstr>
      <vt:lpstr>TIME TO MARKET</vt:lpstr>
      <vt:lpstr>VALUE ASSESSMENT</vt:lpstr>
      <vt:lpstr>KRYTERIA AKCEPTACJI (BIZNESOWE)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20</cp:revision>
  <dcterms:created xsi:type="dcterms:W3CDTF">2026-04-15T19:35:32Z</dcterms:created>
  <dcterms:modified xsi:type="dcterms:W3CDTF">2026-04-15T22:24:19Z</dcterms:modified>
</cp:coreProperties>
</file>